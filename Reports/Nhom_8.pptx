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Fira Sans Extra Condensed Medium"/>
      <p:regular r:id="rId20"/>
      <p:bold r:id="rId21"/>
      <p:italic r:id="rId22"/>
      <p:boldItalic r:id="rId23"/>
    </p:embeddedFont>
    <p:embeddedFont>
      <p:font typeface="Livvic"/>
      <p:regular r:id="rId24"/>
      <p:bold r:id="rId25"/>
      <p:italic r:id="rId26"/>
      <p:boldItalic r:id="rId27"/>
    </p:embeddedFont>
    <p:embeddedFont>
      <p:font typeface="Catamaran Light"/>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WQkf79cz5lOO7BF1H1E8fONbC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SansExtraCondensedMedium-regular.fntdata"/><Relationship Id="rId22" Type="http://schemas.openxmlformats.org/officeDocument/2006/relationships/font" Target="fonts/FiraSansExtraCondensedMedium-italic.fntdata"/><Relationship Id="rId21" Type="http://schemas.openxmlformats.org/officeDocument/2006/relationships/font" Target="fonts/FiraSansExtraCondensedMedium-bold.fntdata"/><Relationship Id="rId24" Type="http://schemas.openxmlformats.org/officeDocument/2006/relationships/font" Target="fonts/Livvic-regular.fntdata"/><Relationship Id="rId23" Type="http://schemas.openxmlformats.org/officeDocument/2006/relationships/font" Target="fonts/FiraSansExtraCondensed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vvic-italic.fntdata"/><Relationship Id="rId25" Type="http://schemas.openxmlformats.org/officeDocument/2006/relationships/font" Target="fonts/Livvic-bold.fntdata"/><Relationship Id="rId28" Type="http://schemas.openxmlformats.org/officeDocument/2006/relationships/font" Target="fonts/CatamaranLight-regular.fntdata"/><Relationship Id="rId27" Type="http://schemas.openxmlformats.org/officeDocument/2006/relationships/font" Target="fonts/Livvic-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atamaranLight-bold.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rgbClr val="3C404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spTree>
      <p:nvGrpSpPr>
        <p:cNvPr id="9" name="Shape 9"/>
        <p:cNvGrpSpPr/>
        <p:nvPr/>
      </p:nvGrpSpPr>
      <p:grpSpPr>
        <a:xfrm>
          <a:off x="0" y="0"/>
          <a:ext cx="0" cy="0"/>
          <a:chOff x="0" y="0"/>
          <a:chExt cx="0" cy="0"/>
        </a:xfrm>
      </p:grpSpPr>
      <p:sp>
        <p:nvSpPr>
          <p:cNvPr id="10" name="Google Shape;10;p17"/>
          <p:cNvSpPr txBox="1"/>
          <p:nvPr>
            <p:ph type="ctrTitle"/>
          </p:nvPr>
        </p:nvSpPr>
        <p:spPr>
          <a:xfrm>
            <a:off x="1039575" y="1701225"/>
            <a:ext cx="4592400" cy="1782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Clr>
                <a:srgbClr val="434343"/>
              </a:buClr>
              <a:buSzPts val="4800"/>
              <a:buNone/>
              <a:defRPr sz="4800">
                <a:solidFill>
                  <a:srgbClr val="434343"/>
                </a:solidFill>
              </a:defRPr>
            </a:lvl2pPr>
            <a:lvl3pPr lvl="2" algn="l">
              <a:lnSpc>
                <a:spcPct val="100000"/>
              </a:lnSpc>
              <a:spcBef>
                <a:spcPts val="0"/>
              </a:spcBef>
              <a:spcAft>
                <a:spcPts val="0"/>
              </a:spcAft>
              <a:buClr>
                <a:srgbClr val="434343"/>
              </a:buClr>
              <a:buSzPts val="4800"/>
              <a:buNone/>
              <a:defRPr sz="4800">
                <a:solidFill>
                  <a:srgbClr val="434343"/>
                </a:solidFill>
              </a:defRPr>
            </a:lvl3pPr>
            <a:lvl4pPr lvl="3" algn="l">
              <a:lnSpc>
                <a:spcPct val="100000"/>
              </a:lnSpc>
              <a:spcBef>
                <a:spcPts val="0"/>
              </a:spcBef>
              <a:spcAft>
                <a:spcPts val="0"/>
              </a:spcAft>
              <a:buClr>
                <a:srgbClr val="434343"/>
              </a:buClr>
              <a:buSzPts val="4800"/>
              <a:buNone/>
              <a:defRPr sz="4800">
                <a:solidFill>
                  <a:srgbClr val="434343"/>
                </a:solidFill>
              </a:defRPr>
            </a:lvl4pPr>
            <a:lvl5pPr lvl="4" algn="l">
              <a:lnSpc>
                <a:spcPct val="100000"/>
              </a:lnSpc>
              <a:spcBef>
                <a:spcPts val="0"/>
              </a:spcBef>
              <a:spcAft>
                <a:spcPts val="0"/>
              </a:spcAft>
              <a:buClr>
                <a:srgbClr val="434343"/>
              </a:buClr>
              <a:buSzPts val="4800"/>
              <a:buNone/>
              <a:defRPr sz="4800">
                <a:solidFill>
                  <a:srgbClr val="434343"/>
                </a:solidFill>
              </a:defRPr>
            </a:lvl5pPr>
            <a:lvl6pPr lvl="5" algn="l">
              <a:lnSpc>
                <a:spcPct val="100000"/>
              </a:lnSpc>
              <a:spcBef>
                <a:spcPts val="0"/>
              </a:spcBef>
              <a:spcAft>
                <a:spcPts val="0"/>
              </a:spcAft>
              <a:buClr>
                <a:srgbClr val="434343"/>
              </a:buClr>
              <a:buSzPts val="4800"/>
              <a:buNone/>
              <a:defRPr sz="4800">
                <a:solidFill>
                  <a:srgbClr val="434343"/>
                </a:solidFill>
              </a:defRPr>
            </a:lvl6pPr>
            <a:lvl7pPr lvl="6" algn="l">
              <a:lnSpc>
                <a:spcPct val="100000"/>
              </a:lnSpc>
              <a:spcBef>
                <a:spcPts val="0"/>
              </a:spcBef>
              <a:spcAft>
                <a:spcPts val="0"/>
              </a:spcAft>
              <a:buClr>
                <a:srgbClr val="434343"/>
              </a:buClr>
              <a:buSzPts val="4800"/>
              <a:buNone/>
              <a:defRPr sz="4800">
                <a:solidFill>
                  <a:srgbClr val="434343"/>
                </a:solidFill>
              </a:defRPr>
            </a:lvl7pPr>
            <a:lvl8pPr lvl="7" algn="l">
              <a:lnSpc>
                <a:spcPct val="100000"/>
              </a:lnSpc>
              <a:spcBef>
                <a:spcPts val="0"/>
              </a:spcBef>
              <a:spcAft>
                <a:spcPts val="0"/>
              </a:spcAft>
              <a:buClr>
                <a:srgbClr val="434343"/>
              </a:buClr>
              <a:buSzPts val="4800"/>
              <a:buNone/>
              <a:defRPr sz="4800">
                <a:solidFill>
                  <a:srgbClr val="434343"/>
                </a:solidFill>
              </a:defRPr>
            </a:lvl8pPr>
            <a:lvl9pPr lvl="8" algn="l">
              <a:lnSpc>
                <a:spcPct val="100000"/>
              </a:lnSpc>
              <a:spcBef>
                <a:spcPts val="0"/>
              </a:spcBef>
              <a:spcAft>
                <a:spcPts val="0"/>
              </a:spcAft>
              <a:buClr>
                <a:srgbClr val="434343"/>
              </a:buClr>
              <a:buSzPts val="4800"/>
              <a:buNone/>
              <a:defRPr sz="4800">
                <a:solidFill>
                  <a:srgbClr val="434343"/>
                </a:solidFill>
              </a:defRPr>
            </a:lvl9pPr>
          </a:lstStyle>
          <a:p/>
        </p:txBody>
      </p:sp>
      <p:sp>
        <p:nvSpPr>
          <p:cNvPr id="11" name="Google Shape;11;p17"/>
          <p:cNvSpPr txBox="1"/>
          <p:nvPr>
            <p:ph idx="1" type="subTitle"/>
          </p:nvPr>
        </p:nvSpPr>
        <p:spPr>
          <a:xfrm>
            <a:off x="1039575" y="3206400"/>
            <a:ext cx="2402100" cy="71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None/>
              <a:defRPr>
                <a:solidFill>
                  <a:srgbClr val="000000"/>
                </a:solidFill>
              </a:defRPr>
            </a:lvl1pPr>
            <a:lvl2pPr lvl="1" algn="l">
              <a:lnSpc>
                <a:spcPct val="100000"/>
              </a:lnSpc>
              <a:spcBef>
                <a:spcPts val="0"/>
              </a:spcBef>
              <a:spcAft>
                <a:spcPts val="0"/>
              </a:spcAft>
              <a:buClr>
                <a:srgbClr val="434343"/>
              </a:buClr>
              <a:buSzPts val="2800"/>
              <a:buNone/>
              <a:defRPr sz="2800">
                <a:solidFill>
                  <a:srgbClr val="434343"/>
                </a:solidFill>
              </a:defRPr>
            </a:lvl2pPr>
            <a:lvl3pPr lvl="2" algn="l">
              <a:lnSpc>
                <a:spcPct val="100000"/>
              </a:lnSpc>
              <a:spcBef>
                <a:spcPts val="0"/>
              </a:spcBef>
              <a:spcAft>
                <a:spcPts val="0"/>
              </a:spcAft>
              <a:buClr>
                <a:srgbClr val="434343"/>
              </a:buClr>
              <a:buSzPts val="2800"/>
              <a:buNone/>
              <a:defRPr sz="2800">
                <a:solidFill>
                  <a:srgbClr val="434343"/>
                </a:solidFill>
              </a:defRPr>
            </a:lvl3pPr>
            <a:lvl4pPr lvl="3" algn="l">
              <a:lnSpc>
                <a:spcPct val="100000"/>
              </a:lnSpc>
              <a:spcBef>
                <a:spcPts val="0"/>
              </a:spcBef>
              <a:spcAft>
                <a:spcPts val="0"/>
              </a:spcAft>
              <a:buClr>
                <a:srgbClr val="434343"/>
              </a:buClr>
              <a:buSzPts val="2800"/>
              <a:buNone/>
              <a:defRPr sz="2800">
                <a:solidFill>
                  <a:srgbClr val="434343"/>
                </a:solidFill>
              </a:defRPr>
            </a:lvl4pPr>
            <a:lvl5pPr lvl="4" algn="l">
              <a:lnSpc>
                <a:spcPct val="100000"/>
              </a:lnSpc>
              <a:spcBef>
                <a:spcPts val="0"/>
              </a:spcBef>
              <a:spcAft>
                <a:spcPts val="0"/>
              </a:spcAft>
              <a:buClr>
                <a:srgbClr val="434343"/>
              </a:buClr>
              <a:buSzPts val="2800"/>
              <a:buNone/>
              <a:defRPr sz="2800">
                <a:solidFill>
                  <a:srgbClr val="434343"/>
                </a:solidFill>
              </a:defRPr>
            </a:lvl5pPr>
            <a:lvl6pPr lvl="5" algn="l">
              <a:lnSpc>
                <a:spcPct val="100000"/>
              </a:lnSpc>
              <a:spcBef>
                <a:spcPts val="0"/>
              </a:spcBef>
              <a:spcAft>
                <a:spcPts val="0"/>
              </a:spcAft>
              <a:buClr>
                <a:srgbClr val="434343"/>
              </a:buClr>
              <a:buSzPts val="2800"/>
              <a:buNone/>
              <a:defRPr sz="2800">
                <a:solidFill>
                  <a:srgbClr val="434343"/>
                </a:solidFill>
              </a:defRPr>
            </a:lvl6pPr>
            <a:lvl7pPr lvl="6" algn="l">
              <a:lnSpc>
                <a:spcPct val="100000"/>
              </a:lnSpc>
              <a:spcBef>
                <a:spcPts val="0"/>
              </a:spcBef>
              <a:spcAft>
                <a:spcPts val="0"/>
              </a:spcAft>
              <a:buClr>
                <a:srgbClr val="434343"/>
              </a:buClr>
              <a:buSzPts val="2800"/>
              <a:buNone/>
              <a:defRPr sz="2800">
                <a:solidFill>
                  <a:srgbClr val="434343"/>
                </a:solidFill>
              </a:defRPr>
            </a:lvl7pPr>
            <a:lvl8pPr lvl="7" algn="l">
              <a:lnSpc>
                <a:spcPct val="100000"/>
              </a:lnSpc>
              <a:spcBef>
                <a:spcPts val="0"/>
              </a:spcBef>
              <a:spcAft>
                <a:spcPts val="0"/>
              </a:spcAft>
              <a:buClr>
                <a:srgbClr val="434343"/>
              </a:buClr>
              <a:buSzPts val="2800"/>
              <a:buNone/>
              <a:defRPr sz="2800">
                <a:solidFill>
                  <a:srgbClr val="434343"/>
                </a:solidFill>
              </a:defRPr>
            </a:lvl8pPr>
            <a:lvl9pPr lvl="8" algn="l">
              <a:lnSpc>
                <a:spcPct val="100000"/>
              </a:lnSpc>
              <a:spcBef>
                <a:spcPts val="0"/>
              </a:spcBef>
              <a:spcAft>
                <a:spcPts val="0"/>
              </a:spcAft>
              <a:buClr>
                <a:srgbClr val="434343"/>
              </a:buClr>
              <a:buSzPts val="2800"/>
              <a:buNone/>
              <a:defRPr sz="2800">
                <a:solidFill>
                  <a:srgbClr val="434343"/>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12" name="Shape 12"/>
        <p:cNvGrpSpPr/>
        <p:nvPr/>
      </p:nvGrpSpPr>
      <p:grpSpPr>
        <a:xfrm>
          <a:off x="0" y="0"/>
          <a:ext cx="0" cy="0"/>
          <a:chOff x="0" y="0"/>
          <a:chExt cx="0" cy="0"/>
        </a:xfrm>
      </p:grpSpPr>
      <p:sp>
        <p:nvSpPr>
          <p:cNvPr id="13" name="Google Shape;13;p18"/>
          <p:cNvSpPr txBox="1"/>
          <p:nvPr>
            <p:ph type="ctrTitle"/>
          </p:nvPr>
        </p:nvSpPr>
        <p:spPr>
          <a:xfrm>
            <a:off x="3423902" y="387473"/>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4" name="Google Shape;14;p18"/>
          <p:cNvSpPr txBox="1"/>
          <p:nvPr>
            <p:ph idx="1" type="subTitle"/>
          </p:nvPr>
        </p:nvSpPr>
        <p:spPr>
          <a:xfrm>
            <a:off x="3423900" y="802521"/>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15" name="Google Shape;15;p18"/>
          <p:cNvSpPr txBox="1"/>
          <p:nvPr>
            <p:ph idx="2" type="title"/>
          </p:nvPr>
        </p:nvSpPr>
        <p:spPr>
          <a:xfrm>
            <a:off x="2023007" y="654113"/>
            <a:ext cx="17391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16" name="Google Shape;16;p18"/>
          <p:cNvSpPr txBox="1"/>
          <p:nvPr>
            <p:ph idx="3" type="ctrTitle"/>
          </p:nvPr>
        </p:nvSpPr>
        <p:spPr>
          <a:xfrm>
            <a:off x="3425264" y="1224286"/>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7" name="Google Shape;17;p18"/>
          <p:cNvSpPr txBox="1"/>
          <p:nvPr>
            <p:ph idx="4" type="subTitle"/>
          </p:nvPr>
        </p:nvSpPr>
        <p:spPr>
          <a:xfrm>
            <a:off x="3425259" y="1638859"/>
            <a:ext cx="19767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18" name="Google Shape;18;p18"/>
          <p:cNvSpPr txBox="1"/>
          <p:nvPr>
            <p:ph idx="5" type="title"/>
          </p:nvPr>
        </p:nvSpPr>
        <p:spPr>
          <a:xfrm>
            <a:off x="2023007" y="1488788"/>
            <a:ext cx="16152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19" name="Google Shape;19;p18"/>
          <p:cNvSpPr txBox="1"/>
          <p:nvPr>
            <p:ph idx="6" type="ctrTitle"/>
          </p:nvPr>
        </p:nvSpPr>
        <p:spPr>
          <a:xfrm>
            <a:off x="3427999" y="206109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0" name="Google Shape;20;p18"/>
          <p:cNvSpPr txBox="1"/>
          <p:nvPr>
            <p:ph idx="7" type="subTitle"/>
          </p:nvPr>
        </p:nvSpPr>
        <p:spPr>
          <a:xfrm>
            <a:off x="3427997" y="2475197"/>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1" name="Google Shape;21;p18"/>
          <p:cNvSpPr txBox="1"/>
          <p:nvPr>
            <p:ph idx="8" type="title"/>
          </p:nvPr>
        </p:nvSpPr>
        <p:spPr>
          <a:xfrm>
            <a:off x="2023007" y="2323463"/>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22" name="Google Shape;22;p18"/>
          <p:cNvSpPr txBox="1"/>
          <p:nvPr>
            <p:ph idx="9" type="ctrTitle"/>
          </p:nvPr>
        </p:nvSpPr>
        <p:spPr>
          <a:xfrm rot="5400000">
            <a:off x="6601629" y="1646270"/>
            <a:ext cx="29133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 name="Google Shape;23;p18"/>
          <p:cNvSpPr txBox="1"/>
          <p:nvPr>
            <p:ph idx="13" type="ctrTitle"/>
          </p:nvPr>
        </p:nvSpPr>
        <p:spPr>
          <a:xfrm>
            <a:off x="3427999" y="2897911"/>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4" name="Google Shape;24;p18"/>
          <p:cNvSpPr txBox="1"/>
          <p:nvPr>
            <p:ph idx="14" type="subTitle"/>
          </p:nvPr>
        </p:nvSpPr>
        <p:spPr>
          <a:xfrm>
            <a:off x="3427997" y="3311534"/>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5" name="Google Shape;25;p18"/>
          <p:cNvSpPr txBox="1"/>
          <p:nvPr>
            <p:ph idx="15" type="title"/>
          </p:nvPr>
        </p:nvSpPr>
        <p:spPr>
          <a:xfrm>
            <a:off x="2023007" y="3158138"/>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26" name="Google Shape;26;p18"/>
          <p:cNvSpPr txBox="1"/>
          <p:nvPr>
            <p:ph idx="16" type="ctrTitle"/>
          </p:nvPr>
        </p:nvSpPr>
        <p:spPr>
          <a:xfrm>
            <a:off x="3427999" y="3734723"/>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7" name="Google Shape;27;p18"/>
          <p:cNvSpPr txBox="1"/>
          <p:nvPr>
            <p:ph idx="17" type="subTitle"/>
          </p:nvPr>
        </p:nvSpPr>
        <p:spPr>
          <a:xfrm>
            <a:off x="3427997" y="4147872"/>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8" name="Google Shape;28;p18"/>
          <p:cNvSpPr txBox="1"/>
          <p:nvPr>
            <p:ph idx="18" type="title"/>
          </p:nvPr>
        </p:nvSpPr>
        <p:spPr>
          <a:xfrm>
            <a:off x="2023007" y="3992813"/>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3">
    <p:spTree>
      <p:nvGrpSpPr>
        <p:cNvPr id="29" name="Shape 29"/>
        <p:cNvGrpSpPr/>
        <p:nvPr/>
      </p:nvGrpSpPr>
      <p:grpSpPr>
        <a:xfrm>
          <a:off x="0" y="0"/>
          <a:ext cx="0" cy="0"/>
          <a:chOff x="0" y="0"/>
          <a:chExt cx="0" cy="0"/>
        </a:xfrm>
      </p:grpSpPr>
      <p:sp>
        <p:nvSpPr>
          <p:cNvPr id="30" name="Google Shape;30;p19"/>
          <p:cNvSpPr txBox="1"/>
          <p:nvPr>
            <p:ph type="title"/>
          </p:nvPr>
        </p:nvSpPr>
        <p:spPr>
          <a:xfrm>
            <a:off x="672375" y="1432475"/>
            <a:ext cx="3498000" cy="8967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rgbClr val="000000"/>
              </a:buClr>
              <a:buSzPts val="2800"/>
              <a:buNone/>
              <a:defRPr/>
            </a:lvl1pPr>
            <a:lvl2pPr lvl="1" algn="l">
              <a:lnSpc>
                <a:spcPct val="100000"/>
              </a:lnSpc>
              <a:spcBef>
                <a:spcPts val="0"/>
              </a:spcBef>
              <a:spcAft>
                <a:spcPts val="0"/>
              </a:spcAft>
              <a:buClr>
                <a:srgbClr val="000000"/>
              </a:buClr>
              <a:buSzPts val="2800"/>
              <a:buNone/>
              <a:defRPr>
                <a:solidFill>
                  <a:srgbClr val="000000"/>
                </a:solidFill>
              </a:defRPr>
            </a:lvl2pPr>
            <a:lvl3pPr lvl="2" algn="l">
              <a:lnSpc>
                <a:spcPct val="100000"/>
              </a:lnSpc>
              <a:spcBef>
                <a:spcPts val="0"/>
              </a:spcBef>
              <a:spcAft>
                <a:spcPts val="0"/>
              </a:spcAft>
              <a:buClr>
                <a:srgbClr val="000000"/>
              </a:buClr>
              <a:buSzPts val="2800"/>
              <a:buNone/>
              <a:defRPr>
                <a:solidFill>
                  <a:srgbClr val="000000"/>
                </a:solidFill>
              </a:defRPr>
            </a:lvl3pPr>
            <a:lvl4pPr lvl="3" algn="l">
              <a:lnSpc>
                <a:spcPct val="100000"/>
              </a:lnSpc>
              <a:spcBef>
                <a:spcPts val="0"/>
              </a:spcBef>
              <a:spcAft>
                <a:spcPts val="0"/>
              </a:spcAft>
              <a:buClr>
                <a:srgbClr val="000000"/>
              </a:buClr>
              <a:buSzPts val="2800"/>
              <a:buNone/>
              <a:defRPr>
                <a:solidFill>
                  <a:srgbClr val="000000"/>
                </a:solidFill>
              </a:defRPr>
            </a:lvl4pPr>
            <a:lvl5pPr lvl="4" algn="l">
              <a:lnSpc>
                <a:spcPct val="100000"/>
              </a:lnSpc>
              <a:spcBef>
                <a:spcPts val="0"/>
              </a:spcBef>
              <a:spcAft>
                <a:spcPts val="0"/>
              </a:spcAft>
              <a:buClr>
                <a:srgbClr val="000000"/>
              </a:buClr>
              <a:buSzPts val="2800"/>
              <a:buNone/>
              <a:defRPr>
                <a:solidFill>
                  <a:srgbClr val="000000"/>
                </a:solidFill>
              </a:defRPr>
            </a:lvl5pPr>
            <a:lvl6pPr lvl="5" algn="l">
              <a:lnSpc>
                <a:spcPct val="100000"/>
              </a:lnSpc>
              <a:spcBef>
                <a:spcPts val="0"/>
              </a:spcBef>
              <a:spcAft>
                <a:spcPts val="0"/>
              </a:spcAft>
              <a:buClr>
                <a:srgbClr val="000000"/>
              </a:buClr>
              <a:buSzPts val="2800"/>
              <a:buNone/>
              <a:defRPr>
                <a:solidFill>
                  <a:srgbClr val="000000"/>
                </a:solidFill>
              </a:defRPr>
            </a:lvl6pPr>
            <a:lvl7pPr lvl="6" algn="l">
              <a:lnSpc>
                <a:spcPct val="100000"/>
              </a:lnSpc>
              <a:spcBef>
                <a:spcPts val="0"/>
              </a:spcBef>
              <a:spcAft>
                <a:spcPts val="0"/>
              </a:spcAft>
              <a:buClr>
                <a:srgbClr val="000000"/>
              </a:buClr>
              <a:buSzPts val="2800"/>
              <a:buNone/>
              <a:defRPr>
                <a:solidFill>
                  <a:srgbClr val="000000"/>
                </a:solidFill>
              </a:defRPr>
            </a:lvl7pPr>
            <a:lvl8pPr lvl="7" algn="l">
              <a:lnSpc>
                <a:spcPct val="100000"/>
              </a:lnSpc>
              <a:spcBef>
                <a:spcPts val="0"/>
              </a:spcBef>
              <a:spcAft>
                <a:spcPts val="0"/>
              </a:spcAft>
              <a:buClr>
                <a:srgbClr val="000000"/>
              </a:buClr>
              <a:buSzPts val="2800"/>
              <a:buNone/>
              <a:defRPr>
                <a:solidFill>
                  <a:srgbClr val="000000"/>
                </a:solidFill>
              </a:defRPr>
            </a:lvl8pPr>
            <a:lvl9pPr lvl="8" algn="l">
              <a:lnSpc>
                <a:spcPct val="100000"/>
              </a:lnSpc>
              <a:spcBef>
                <a:spcPts val="0"/>
              </a:spcBef>
              <a:spcAft>
                <a:spcPts val="0"/>
              </a:spcAft>
              <a:buClr>
                <a:srgbClr val="000000"/>
              </a:buClr>
              <a:buSzPts val="2800"/>
              <a:buNone/>
              <a:defRPr>
                <a:solidFill>
                  <a:srgbClr val="000000"/>
                </a:solidFill>
              </a:defRPr>
            </a:lvl9pPr>
          </a:lstStyle>
          <a:p/>
        </p:txBody>
      </p:sp>
      <p:sp>
        <p:nvSpPr>
          <p:cNvPr id="31" name="Google Shape;31;p19"/>
          <p:cNvSpPr txBox="1"/>
          <p:nvPr>
            <p:ph idx="1" type="subTitle"/>
          </p:nvPr>
        </p:nvSpPr>
        <p:spPr>
          <a:xfrm flipH="1">
            <a:off x="1667175" y="2154225"/>
            <a:ext cx="2503200" cy="1170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200"/>
              <a:buNone/>
              <a:defRPr>
                <a:solidFill>
                  <a:srgbClr val="434343"/>
                </a:solidFill>
              </a:defRPr>
            </a:lvl1pPr>
            <a:lvl2pPr lvl="1" algn="l">
              <a:lnSpc>
                <a:spcPct val="100000"/>
              </a:lnSpc>
              <a:spcBef>
                <a:spcPts val="0"/>
              </a:spcBef>
              <a:spcAft>
                <a:spcPts val="0"/>
              </a:spcAft>
              <a:buClr>
                <a:srgbClr val="000000"/>
              </a:buClr>
              <a:buSzPts val="2800"/>
              <a:buNone/>
              <a:defRPr sz="2800">
                <a:solidFill>
                  <a:srgbClr val="000000"/>
                </a:solidFill>
              </a:defRPr>
            </a:lvl2pPr>
            <a:lvl3pPr lvl="2" algn="l">
              <a:lnSpc>
                <a:spcPct val="100000"/>
              </a:lnSpc>
              <a:spcBef>
                <a:spcPts val="0"/>
              </a:spcBef>
              <a:spcAft>
                <a:spcPts val="0"/>
              </a:spcAft>
              <a:buClr>
                <a:srgbClr val="000000"/>
              </a:buClr>
              <a:buSzPts val="2800"/>
              <a:buNone/>
              <a:defRPr sz="2800">
                <a:solidFill>
                  <a:srgbClr val="000000"/>
                </a:solidFill>
              </a:defRPr>
            </a:lvl3pPr>
            <a:lvl4pPr lvl="3" algn="l">
              <a:lnSpc>
                <a:spcPct val="100000"/>
              </a:lnSpc>
              <a:spcBef>
                <a:spcPts val="0"/>
              </a:spcBef>
              <a:spcAft>
                <a:spcPts val="0"/>
              </a:spcAft>
              <a:buClr>
                <a:srgbClr val="000000"/>
              </a:buClr>
              <a:buSzPts val="2800"/>
              <a:buNone/>
              <a:defRPr sz="2800">
                <a:solidFill>
                  <a:srgbClr val="000000"/>
                </a:solidFill>
              </a:defRPr>
            </a:lvl4pPr>
            <a:lvl5pPr lvl="4" algn="l">
              <a:lnSpc>
                <a:spcPct val="100000"/>
              </a:lnSpc>
              <a:spcBef>
                <a:spcPts val="0"/>
              </a:spcBef>
              <a:spcAft>
                <a:spcPts val="0"/>
              </a:spcAft>
              <a:buClr>
                <a:srgbClr val="000000"/>
              </a:buClr>
              <a:buSzPts val="2800"/>
              <a:buNone/>
              <a:defRPr sz="2800">
                <a:solidFill>
                  <a:srgbClr val="000000"/>
                </a:solidFill>
              </a:defRPr>
            </a:lvl5pPr>
            <a:lvl6pPr lvl="5" algn="l">
              <a:lnSpc>
                <a:spcPct val="100000"/>
              </a:lnSpc>
              <a:spcBef>
                <a:spcPts val="0"/>
              </a:spcBef>
              <a:spcAft>
                <a:spcPts val="0"/>
              </a:spcAft>
              <a:buClr>
                <a:srgbClr val="000000"/>
              </a:buClr>
              <a:buSzPts val="2800"/>
              <a:buNone/>
              <a:defRPr sz="2800">
                <a:solidFill>
                  <a:srgbClr val="000000"/>
                </a:solidFill>
              </a:defRPr>
            </a:lvl6pPr>
            <a:lvl7pPr lvl="6" algn="l">
              <a:lnSpc>
                <a:spcPct val="100000"/>
              </a:lnSpc>
              <a:spcBef>
                <a:spcPts val="0"/>
              </a:spcBef>
              <a:spcAft>
                <a:spcPts val="0"/>
              </a:spcAft>
              <a:buClr>
                <a:srgbClr val="000000"/>
              </a:buClr>
              <a:buSzPts val="2800"/>
              <a:buNone/>
              <a:defRPr sz="2800">
                <a:solidFill>
                  <a:srgbClr val="000000"/>
                </a:solidFill>
              </a:defRPr>
            </a:lvl7pPr>
            <a:lvl8pPr lvl="7" algn="l">
              <a:lnSpc>
                <a:spcPct val="100000"/>
              </a:lnSpc>
              <a:spcBef>
                <a:spcPts val="0"/>
              </a:spcBef>
              <a:spcAft>
                <a:spcPts val="0"/>
              </a:spcAft>
              <a:buClr>
                <a:srgbClr val="000000"/>
              </a:buClr>
              <a:buSzPts val="2800"/>
              <a:buNone/>
              <a:defRPr sz="2800">
                <a:solidFill>
                  <a:srgbClr val="000000"/>
                </a:solidFill>
              </a:defRPr>
            </a:lvl8pPr>
            <a:lvl9pPr lvl="8" algn="l">
              <a:lnSpc>
                <a:spcPct val="100000"/>
              </a:lnSpc>
              <a:spcBef>
                <a:spcPts val="0"/>
              </a:spcBef>
              <a:spcAft>
                <a:spcPts val="0"/>
              </a:spcAft>
              <a:buClr>
                <a:srgbClr val="000000"/>
              </a:buClr>
              <a:buSzPts val="2800"/>
              <a:buNone/>
              <a:defRPr sz="2800">
                <a:solidFill>
                  <a:srgbClr val="000000"/>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nvSpPr>
        <p:spPr>
          <a:xfrm>
            <a:off x="0" y="-712232"/>
            <a:ext cx="914400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vi-VN" sz="1800" u="none" cap="none" strike="noStrike">
                <a:solidFill>
                  <a:srgbClr val="CFCFCF"/>
                </a:solidFill>
                <a:latin typeface="Arial"/>
                <a:ea typeface="Arial"/>
                <a:cs typeface="Arial"/>
                <a:sym typeface="Arial"/>
              </a:rPr>
              <a:t>www.9slide.vn</a:t>
            </a:r>
            <a:endParaRPr/>
          </a:p>
        </p:txBody>
      </p:sp>
      <p:sp>
        <p:nvSpPr>
          <p:cNvPr id="7" name="Google Shape;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1pPr>
            <a:lvl2pPr lvl="1"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2pPr>
            <a:lvl3pPr lvl="2"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3pPr>
            <a:lvl4pPr lvl="3"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4pPr>
            <a:lvl5pPr lvl="4"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5pPr>
            <a:lvl6pPr lvl="5"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6pPr>
            <a:lvl7pPr lvl="6"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7pPr>
            <a:lvl8pPr lvl="7"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8pPr>
            <a:lvl9pPr lvl="8" marR="0" rtl="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9pPr>
          </a:lstStyle>
          <a:p/>
        </p:txBody>
      </p:sp>
      <p:sp>
        <p:nvSpPr>
          <p:cNvPr id="8" name="Google Shape;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1pPr>
            <a:lvl2pPr indent="-304800" lvl="1" marL="9144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2pPr>
            <a:lvl3pPr indent="-304800" lvl="2" marL="13716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3pPr>
            <a:lvl4pPr indent="-304800" lvl="3" marL="18288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4pPr>
            <a:lvl5pPr indent="-304800" lvl="4" marL="22860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5pPr>
            <a:lvl6pPr indent="-304800" lvl="5" marL="27432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6pPr>
            <a:lvl7pPr indent="-304800" lvl="6" marL="32004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7pPr>
            <a:lvl8pPr indent="-304800" lvl="7" marL="3657600" marR="0" rtl="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8pPr>
            <a:lvl9pPr indent="-304800" lvl="8" marL="4114800" marR="0" rtl="0" algn="l">
              <a:lnSpc>
                <a:spcPct val="115000"/>
              </a:lnSpc>
              <a:spcBef>
                <a:spcPts val="1600"/>
              </a:spcBef>
              <a:spcAft>
                <a:spcPts val="160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gif"/><Relationship Id="rId5"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 name="Shape 36"/>
        <p:cNvGrpSpPr/>
        <p:nvPr/>
      </p:nvGrpSpPr>
      <p:grpSpPr>
        <a:xfrm>
          <a:off x="0" y="0"/>
          <a:ext cx="0" cy="0"/>
          <a:chOff x="0" y="0"/>
          <a:chExt cx="0" cy="0"/>
        </a:xfrm>
      </p:grpSpPr>
      <p:sp>
        <p:nvSpPr>
          <p:cNvPr id="37" name="Google Shape;37;p1"/>
          <p:cNvSpPr/>
          <p:nvPr/>
        </p:nvSpPr>
        <p:spPr>
          <a:xfrm rot="5400000">
            <a:off x="1986332" y="-3282141"/>
            <a:ext cx="5171337" cy="11735622"/>
          </a:xfrm>
          <a:prstGeom prst="rect">
            <a:avLst/>
          </a:prstGeom>
          <a:solidFill>
            <a:srgbClr val="D5CBB9">
              <a:alpha val="60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nvGrpSpPr>
          <p:cNvPr id="38" name="Google Shape;38;p1"/>
          <p:cNvGrpSpPr/>
          <p:nvPr/>
        </p:nvGrpSpPr>
        <p:grpSpPr>
          <a:xfrm>
            <a:off x="2628899" y="3355880"/>
            <a:ext cx="3696445" cy="1503661"/>
            <a:chOff x="1523999" y="3531604"/>
            <a:chExt cx="3696445" cy="1503661"/>
          </a:xfrm>
        </p:grpSpPr>
        <p:sp>
          <p:nvSpPr>
            <p:cNvPr id="39" name="Google Shape;39;p1"/>
            <p:cNvSpPr txBox="1"/>
            <p:nvPr/>
          </p:nvSpPr>
          <p:spPr>
            <a:xfrm>
              <a:off x="1523999" y="3790950"/>
              <a:ext cx="1037728" cy="479399"/>
            </a:xfrm>
            <a:prstGeom prst="rect">
              <a:avLst/>
            </a:prstGeom>
            <a:noFill/>
            <a:ln>
              <a:noFill/>
            </a:ln>
          </p:spPr>
          <p:txBody>
            <a:bodyPr anchorCtr="0" anchor="t" bIns="91425" lIns="91425" spcFirstLastPara="1" rIns="91425" wrap="square" tIns="91425">
              <a:noAutofit/>
            </a:bodyPr>
            <a:lstStyle/>
            <a:p>
              <a:pPr indent="-304800" lvl="0" marL="457200" marR="0" rtl="0" algn="l">
                <a:lnSpc>
                  <a:spcPct val="125000"/>
                </a:lnSpc>
                <a:spcBef>
                  <a:spcPts val="0"/>
                </a:spcBef>
                <a:spcAft>
                  <a:spcPts val="0"/>
                </a:spcAft>
                <a:buClr>
                  <a:schemeClr val="accent2"/>
                </a:buClr>
                <a:buSzPts val="2800"/>
                <a:buFont typeface="Arial"/>
                <a:buNone/>
              </a:pPr>
              <a:r>
                <a:rPr b="0" i="0" lang="vi-VN" sz="1100" u="none" cap="none" strike="noStrike">
                  <a:solidFill>
                    <a:schemeClr val="accent2"/>
                  </a:solidFill>
                  <a:latin typeface="Arial"/>
                  <a:ea typeface="Arial"/>
                  <a:cs typeface="Arial"/>
                  <a:sym typeface="Arial"/>
                </a:rPr>
                <a:t>Nhóm 4:</a:t>
              </a:r>
              <a:endParaRPr b="0" i="0" sz="1100" u="none" cap="none" strike="noStrike">
                <a:solidFill>
                  <a:schemeClr val="accent2"/>
                </a:solidFill>
                <a:latin typeface="Arial"/>
                <a:ea typeface="Arial"/>
                <a:cs typeface="Arial"/>
                <a:sym typeface="Arial"/>
              </a:endParaRPr>
            </a:p>
          </p:txBody>
        </p:sp>
        <p:sp>
          <p:nvSpPr>
            <p:cNvPr id="40" name="Google Shape;40;p1"/>
            <p:cNvSpPr txBox="1"/>
            <p:nvPr/>
          </p:nvSpPr>
          <p:spPr>
            <a:xfrm>
              <a:off x="2454444" y="3531604"/>
              <a:ext cx="2766000" cy="1503661"/>
            </a:xfrm>
            <a:prstGeom prst="rect">
              <a:avLst/>
            </a:prstGeom>
            <a:noFill/>
            <a:ln>
              <a:noFill/>
            </a:ln>
          </p:spPr>
          <p:txBody>
            <a:bodyPr anchorCtr="0" anchor="t" bIns="91425" lIns="91425" spcFirstLastPara="1" rIns="91425" wrap="square" tIns="91425">
              <a:noAutofit/>
            </a:bodyPr>
            <a:lstStyle/>
            <a:p>
              <a:pPr indent="-304800" lvl="0" marL="457200" marR="0" rtl="0" algn="l">
                <a:lnSpc>
                  <a:spcPct val="125000"/>
                </a:lnSpc>
                <a:spcBef>
                  <a:spcPts val="0"/>
                </a:spcBef>
                <a:spcAft>
                  <a:spcPts val="0"/>
                </a:spcAft>
                <a:buClr>
                  <a:schemeClr val="accent2"/>
                </a:buClr>
                <a:buSzPts val="2800"/>
                <a:buFont typeface="Arial"/>
                <a:buNone/>
              </a:pPr>
              <a:r>
                <a:rPr b="0" i="0" lang="vi-VN" sz="1200" u="none" cap="none" strike="noStrike">
                  <a:solidFill>
                    <a:schemeClr val="accent2"/>
                  </a:solidFill>
                  <a:latin typeface="Times New Roman"/>
                  <a:ea typeface="Times New Roman"/>
                  <a:cs typeface="Times New Roman"/>
                  <a:sym typeface="Times New Roman"/>
                </a:rPr>
                <a:t>Nguyễn Huyền Trang (20020727)	</a:t>
              </a:r>
              <a:endParaRPr b="0" i="0" sz="1200" u="none" cap="none" strike="noStrike">
                <a:solidFill>
                  <a:schemeClr val="accent2"/>
                </a:solidFill>
                <a:latin typeface="Times New Roman"/>
                <a:ea typeface="Times New Roman"/>
                <a:cs typeface="Times New Roman"/>
                <a:sym typeface="Times New Roman"/>
              </a:endParaRPr>
            </a:p>
            <a:p>
              <a:pPr indent="-304800" lvl="0" marL="457200" marR="0" rtl="0" algn="l">
                <a:lnSpc>
                  <a:spcPct val="125000"/>
                </a:lnSpc>
                <a:spcBef>
                  <a:spcPts val="0"/>
                </a:spcBef>
                <a:spcAft>
                  <a:spcPts val="0"/>
                </a:spcAft>
                <a:buClr>
                  <a:schemeClr val="accent2"/>
                </a:buClr>
                <a:buSzPts val="2800"/>
                <a:buFont typeface="Arial"/>
                <a:buNone/>
              </a:pPr>
              <a:r>
                <a:rPr b="0" i="0" lang="vi-VN" sz="1200" u="none" cap="none" strike="noStrike">
                  <a:solidFill>
                    <a:schemeClr val="accent2"/>
                  </a:solidFill>
                  <a:latin typeface="Times New Roman"/>
                  <a:ea typeface="Times New Roman"/>
                  <a:cs typeface="Times New Roman"/>
                  <a:sym typeface="Times New Roman"/>
                </a:rPr>
                <a:t>Nguyễn Mạnh Cương (20020177)</a:t>
              </a:r>
              <a:endParaRPr b="0" i="0" sz="1200" u="none" cap="none" strike="noStrike">
                <a:solidFill>
                  <a:schemeClr val="accent2"/>
                </a:solidFill>
                <a:latin typeface="Times New Roman"/>
                <a:ea typeface="Times New Roman"/>
                <a:cs typeface="Times New Roman"/>
                <a:sym typeface="Times New Roman"/>
              </a:endParaRPr>
            </a:p>
            <a:p>
              <a:pPr indent="-304800" lvl="0" marL="457200" marR="0" rtl="0" algn="l">
                <a:lnSpc>
                  <a:spcPct val="125000"/>
                </a:lnSpc>
                <a:spcBef>
                  <a:spcPts val="0"/>
                </a:spcBef>
                <a:spcAft>
                  <a:spcPts val="0"/>
                </a:spcAft>
                <a:buClr>
                  <a:schemeClr val="accent2"/>
                </a:buClr>
                <a:buSzPts val="2800"/>
                <a:buFont typeface="Arial"/>
                <a:buNone/>
              </a:pPr>
              <a:r>
                <a:rPr b="0" i="0" lang="vi-VN" sz="1200" u="none" cap="none" strike="noStrike">
                  <a:solidFill>
                    <a:schemeClr val="accent2"/>
                  </a:solidFill>
                  <a:latin typeface="Times New Roman"/>
                  <a:ea typeface="Times New Roman"/>
                  <a:cs typeface="Times New Roman"/>
                  <a:sym typeface="Times New Roman"/>
                </a:rPr>
                <a:t>Trần Long Việt (20020742)</a:t>
              </a:r>
              <a:endParaRPr b="0" i="0" sz="1200" u="none" cap="none" strike="noStrike">
                <a:solidFill>
                  <a:schemeClr val="accent2"/>
                </a:solidFill>
                <a:latin typeface="Times New Roman"/>
                <a:ea typeface="Times New Roman"/>
                <a:cs typeface="Times New Roman"/>
                <a:sym typeface="Times New Roman"/>
              </a:endParaRPr>
            </a:p>
          </p:txBody>
        </p:sp>
      </p:grpSp>
      <p:sp>
        <p:nvSpPr>
          <p:cNvPr id="41" name="Google Shape;41;p1"/>
          <p:cNvSpPr txBox="1"/>
          <p:nvPr/>
        </p:nvSpPr>
        <p:spPr>
          <a:xfrm>
            <a:off x="-190500" y="1442946"/>
            <a:ext cx="9525000" cy="400110"/>
          </a:xfrm>
          <a:prstGeom prst="rect">
            <a:avLst/>
          </a:prstGeom>
          <a:noFill/>
          <a:ln>
            <a:noFill/>
          </a:ln>
        </p:spPr>
        <p:txBody>
          <a:bodyPr anchorCtr="0" anchor="t" bIns="45700" lIns="91425" spcFirstLastPara="1" rIns="91425" wrap="square" tIns="45700">
            <a:spAutoFit/>
          </a:bodyPr>
          <a:lstStyle/>
          <a:p>
            <a:pPr indent="0" lvl="0" marL="2464435" marR="2587625" rtl="0" algn="ctr">
              <a:lnSpc>
                <a:spcPct val="100000"/>
              </a:lnSpc>
              <a:spcBef>
                <a:spcPts val="0"/>
              </a:spcBef>
              <a:spcAft>
                <a:spcPts val="0"/>
              </a:spcAft>
              <a:buNone/>
            </a:pPr>
            <a:r>
              <a:rPr b="1" i="0" lang="vi-VN" sz="2000" u="none" cap="none" strike="noStrike">
                <a:solidFill>
                  <a:srgbClr val="17365D"/>
                </a:solidFill>
                <a:latin typeface="Times New Roman"/>
                <a:ea typeface="Times New Roman"/>
                <a:cs typeface="Times New Roman"/>
                <a:sym typeface="Times New Roman"/>
              </a:rPr>
              <a:t>MÔN CÁC CƠ CẤU TRUYỀN ĐỘNG</a:t>
            </a:r>
            <a:endParaRPr b="1" i="0" sz="2000" u="none" cap="none" strike="noStrike">
              <a:solidFill>
                <a:srgbClr val="000000"/>
              </a:solidFill>
              <a:latin typeface="Times New Roman"/>
              <a:ea typeface="Times New Roman"/>
              <a:cs typeface="Times New Roman"/>
              <a:sym typeface="Times New Roman"/>
            </a:endParaRPr>
          </a:p>
        </p:txBody>
      </p:sp>
      <p:sp>
        <p:nvSpPr>
          <p:cNvPr id="42" name="Google Shape;42;p1"/>
          <p:cNvSpPr txBox="1"/>
          <p:nvPr/>
        </p:nvSpPr>
        <p:spPr>
          <a:xfrm>
            <a:off x="1318260" y="2472862"/>
            <a:ext cx="6507480" cy="307777"/>
          </a:xfrm>
          <a:prstGeom prst="rect">
            <a:avLst/>
          </a:prstGeom>
          <a:noFill/>
          <a:ln>
            <a:noFill/>
          </a:ln>
        </p:spPr>
        <p:txBody>
          <a:bodyPr anchorCtr="0" anchor="t" bIns="45700" lIns="91425" spcFirstLastPara="1" rIns="91425" wrap="square" tIns="45700">
            <a:spAutoFit/>
          </a:bodyPr>
          <a:lstStyle/>
          <a:p>
            <a:pPr indent="0" lvl="0" marL="88900" marR="213995" rtl="0" algn="ctr">
              <a:lnSpc>
                <a:spcPct val="100000"/>
              </a:lnSpc>
              <a:spcBef>
                <a:spcPts val="0"/>
              </a:spcBef>
              <a:spcAft>
                <a:spcPts val="0"/>
              </a:spcAft>
              <a:buNone/>
            </a:pPr>
            <a:r>
              <a:rPr b="1" i="0" lang="vi-VN" sz="1400" u="none" cap="none" strike="noStrike">
                <a:solidFill>
                  <a:srgbClr val="1F487C"/>
                </a:solidFill>
                <a:latin typeface="Times New Roman"/>
                <a:ea typeface="Times New Roman"/>
                <a:cs typeface="Times New Roman"/>
                <a:sym typeface="Times New Roman"/>
              </a:rPr>
              <a:t>Chủ đề: Tìm hiểu về BLDC và ứng dụng trong khối hộp Robot tự thăng bằng</a:t>
            </a:r>
            <a:endParaRPr b="0" i="0" sz="1000" u="none" cap="none" strike="noStrike">
              <a:solidFill>
                <a:srgbClr val="000000"/>
              </a:solidFill>
              <a:latin typeface="Times New Roman"/>
              <a:ea typeface="Times New Roman"/>
              <a:cs typeface="Times New Roman"/>
              <a:sym typeface="Times New Roman"/>
            </a:endParaRPr>
          </a:p>
        </p:txBody>
      </p:sp>
      <p:sp>
        <p:nvSpPr>
          <p:cNvPr id="43" name="Google Shape;43;p1"/>
          <p:cNvSpPr txBox="1"/>
          <p:nvPr/>
        </p:nvSpPr>
        <p:spPr>
          <a:xfrm>
            <a:off x="2400300" y="161282"/>
            <a:ext cx="43434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vi-VN" sz="1400" u="none" cap="none" strike="noStrike">
                <a:solidFill>
                  <a:srgbClr val="000000"/>
                </a:solidFill>
                <a:latin typeface="Times New Roman"/>
                <a:ea typeface="Times New Roman"/>
                <a:cs typeface="Times New Roman"/>
                <a:sym typeface="Times New Roman"/>
              </a:rPr>
              <a:t>Trường Đại học Công nghệ - Đại học Quốc gia Hà Nội</a:t>
            </a:r>
            <a:endParaRPr b="1"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1" i="0" lang="vi-VN" sz="1400" u="none" cap="none" strike="noStrike">
                <a:solidFill>
                  <a:srgbClr val="000000"/>
                </a:solidFill>
                <a:latin typeface="Times New Roman"/>
                <a:ea typeface="Times New Roman"/>
                <a:cs typeface="Times New Roman"/>
                <a:sym typeface="Times New Roman"/>
              </a:rPr>
              <a:t>Khoa Điện tử - Viễn Thông</a:t>
            </a:r>
            <a:endParaRPr/>
          </a:p>
        </p:txBody>
      </p:sp>
      <p:pic>
        <p:nvPicPr>
          <p:cNvPr descr="Quy chuẩn logo ĐHQGHN | ĐẠI HỌC QUỐC GIA HÀ NỘI" id="44" name="Google Shape;44;p1"/>
          <p:cNvPicPr preferRelativeResize="0"/>
          <p:nvPr/>
        </p:nvPicPr>
        <p:blipFill rotWithShape="1">
          <a:blip r:embed="rId3">
            <a:alphaModFix/>
          </a:blip>
          <a:srcRect b="10594" l="4450" r="4702" t="8904"/>
          <a:stretch/>
        </p:blipFill>
        <p:spPr>
          <a:xfrm>
            <a:off x="0" y="15495"/>
            <a:ext cx="1323281" cy="468952"/>
          </a:xfrm>
          <a:prstGeom prst="rect">
            <a:avLst/>
          </a:prstGeom>
          <a:noFill/>
          <a:ln>
            <a:noFill/>
          </a:ln>
        </p:spPr>
      </p:pic>
      <p:pic>
        <p:nvPicPr>
          <p:cNvPr descr="http://www2.uet.vnu.edu.vn/coltech/sites/uet_logo.png" id="45" name="Google Shape;45;p1"/>
          <p:cNvPicPr preferRelativeResize="0"/>
          <p:nvPr/>
        </p:nvPicPr>
        <p:blipFill rotWithShape="1">
          <a:blip r:embed="rId4">
            <a:alphaModFix/>
          </a:blip>
          <a:srcRect b="0" l="0" r="0" t="0"/>
          <a:stretch/>
        </p:blipFill>
        <p:spPr>
          <a:xfrm>
            <a:off x="8534400" y="149666"/>
            <a:ext cx="495300" cy="495300"/>
          </a:xfrm>
          <a:prstGeom prst="rect">
            <a:avLst/>
          </a:prstGeom>
          <a:noFill/>
          <a:ln>
            <a:noFill/>
          </a:ln>
        </p:spPr>
      </p:pic>
      <p:sp>
        <p:nvSpPr>
          <p:cNvPr id="46" name="Google Shape;46;p1"/>
          <p:cNvSpPr txBox="1"/>
          <p:nvPr/>
        </p:nvSpPr>
        <p:spPr>
          <a:xfrm>
            <a:off x="2286000" y="4759079"/>
            <a:ext cx="4572000" cy="738664"/>
          </a:xfrm>
          <a:prstGeom prst="rect">
            <a:avLst/>
          </a:prstGeom>
          <a:noFill/>
          <a:ln>
            <a:noFill/>
          </a:ln>
        </p:spPr>
        <p:txBody>
          <a:bodyPr anchorCtr="0" anchor="t" bIns="45700" lIns="91425" spcFirstLastPara="1" rIns="91425" wrap="square" tIns="45700">
            <a:spAutoFit/>
          </a:bodyPr>
          <a:lstStyle/>
          <a:p>
            <a:pPr indent="0" lvl="0" marL="88900" marR="212725" rtl="0" algn="ctr">
              <a:lnSpc>
                <a:spcPct val="100000"/>
              </a:lnSpc>
              <a:spcBef>
                <a:spcPts val="0"/>
              </a:spcBef>
              <a:spcAft>
                <a:spcPts val="0"/>
              </a:spcAft>
              <a:buNone/>
            </a:pPr>
            <a:r>
              <a:rPr b="1" i="0" lang="vi-VN" sz="1400" u="none" cap="none" strike="noStrike">
                <a:solidFill>
                  <a:srgbClr val="4F81BC"/>
                </a:solidFill>
                <a:latin typeface="Times New Roman"/>
                <a:ea typeface="Times New Roman"/>
                <a:cs typeface="Times New Roman"/>
                <a:sym typeface="Times New Roman"/>
              </a:rPr>
              <a:t>HÀ NỘI - 2022</a:t>
            </a:r>
            <a:endParaRPr b="0" i="0" sz="1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br>
              <a:rPr b="1" i="0" lang="vi-VN" sz="1400" u="none" cap="none" strike="noStrike">
                <a:solidFill>
                  <a:srgbClr val="000000"/>
                </a:solidFill>
                <a:latin typeface="Times New Roman"/>
                <a:ea typeface="Times New Roman"/>
                <a:cs typeface="Times New Roman"/>
                <a:sym typeface="Times New Roman"/>
              </a:rPr>
            </a:b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flipH="1" rot="-5400000">
            <a:off x="8307346" y="957900"/>
            <a:ext cx="5140800" cy="3225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
          <p:cNvSpPr txBox="1"/>
          <p:nvPr/>
        </p:nvSpPr>
        <p:spPr>
          <a:xfrm>
            <a:off x="3360420" y="3029476"/>
            <a:ext cx="242316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vi-VN" sz="1400" u="none" cap="none" strike="noStrike">
                <a:solidFill>
                  <a:srgbClr val="1F487C"/>
                </a:solidFill>
                <a:latin typeface="Times New Roman"/>
                <a:ea typeface="Times New Roman"/>
                <a:cs typeface="Times New Roman"/>
                <a:sym typeface="Times New Roman"/>
              </a:rPr>
              <a:t>Lớp học phần: RBE3013 20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2" name="Shape 52"/>
        <p:cNvGrpSpPr/>
        <p:nvPr/>
      </p:nvGrpSpPr>
      <p:grpSpPr>
        <a:xfrm>
          <a:off x="0" y="0"/>
          <a:ext cx="0" cy="0"/>
          <a:chOff x="0" y="0"/>
          <a:chExt cx="0" cy="0"/>
        </a:xfrm>
      </p:grpSpPr>
      <p:sp>
        <p:nvSpPr>
          <p:cNvPr id="53" name="Google Shape;53;p2"/>
          <p:cNvSpPr txBox="1"/>
          <p:nvPr>
            <p:ph idx="9" type="ctrTitle"/>
          </p:nvPr>
        </p:nvSpPr>
        <p:spPr>
          <a:xfrm rot="5400000">
            <a:off x="6672869" y="1646270"/>
            <a:ext cx="2913300" cy="487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vi-VN" sz="2400"/>
              <a:t>TABLE OF CONTENTS</a:t>
            </a:r>
            <a:endParaRPr sz="2400"/>
          </a:p>
        </p:txBody>
      </p:sp>
      <p:sp>
        <p:nvSpPr>
          <p:cNvPr id="54" name="Google Shape;54;p2"/>
          <p:cNvSpPr/>
          <p:nvPr/>
        </p:nvSpPr>
        <p:spPr>
          <a:xfrm flipH="1" rot="-5400000">
            <a:off x="-957850" y="957900"/>
            <a:ext cx="5140800" cy="3225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txBox="1"/>
          <p:nvPr>
            <p:ph idx="6" type="ctrTitle"/>
          </p:nvPr>
        </p:nvSpPr>
        <p:spPr>
          <a:xfrm>
            <a:off x="3427998" y="3867150"/>
            <a:ext cx="5030202"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vi-VN" sz="1600">
                <a:solidFill>
                  <a:srgbClr val="908269"/>
                </a:solidFill>
              </a:rPr>
              <a:t>Ứng dụng trong khối Robot thăng bằng (Cubli)</a:t>
            </a:r>
            <a:endParaRPr sz="1600">
              <a:solidFill>
                <a:srgbClr val="908269"/>
              </a:solidFill>
            </a:endParaRPr>
          </a:p>
        </p:txBody>
      </p:sp>
      <p:sp>
        <p:nvSpPr>
          <p:cNvPr id="56" name="Google Shape;56;p2"/>
          <p:cNvSpPr txBox="1"/>
          <p:nvPr>
            <p:ph idx="8" type="title"/>
          </p:nvPr>
        </p:nvSpPr>
        <p:spPr>
          <a:xfrm>
            <a:off x="2023007" y="3867150"/>
            <a:ext cx="15735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vi-VN">
                <a:solidFill>
                  <a:schemeClr val="lt1"/>
                </a:solidFill>
              </a:rPr>
              <a:t>03</a:t>
            </a:r>
            <a:endParaRPr>
              <a:solidFill>
                <a:schemeClr val="lt1"/>
              </a:solidFill>
            </a:endParaRPr>
          </a:p>
        </p:txBody>
      </p:sp>
      <p:sp>
        <p:nvSpPr>
          <p:cNvPr id="57" name="Google Shape;57;p2"/>
          <p:cNvSpPr txBox="1"/>
          <p:nvPr>
            <p:ph type="ctrTitle"/>
          </p:nvPr>
        </p:nvSpPr>
        <p:spPr>
          <a:xfrm>
            <a:off x="3427999" y="520793"/>
            <a:ext cx="3112558"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vi-VN" sz="1600">
                <a:solidFill>
                  <a:srgbClr val="908269"/>
                </a:solidFill>
              </a:rPr>
              <a:t>Tổng quan về BLDC</a:t>
            </a:r>
            <a:endParaRPr sz="1600">
              <a:solidFill>
                <a:srgbClr val="908269"/>
              </a:solidFill>
            </a:endParaRPr>
          </a:p>
        </p:txBody>
      </p:sp>
      <p:sp>
        <p:nvSpPr>
          <p:cNvPr id="58" name="Google Shape;58;p2"/>
          <p:cNvSpPr txBox="1"/>
          <p:nvPr>
            <p:ph idx="2" type="title"/>
          </p:nvPr>
        </p:nvSpPr>
        <p:spPr>
          <a:xfrm>
            <a:off x="2023007" y="520793"/>
            <a:ext cx="17391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vi-VN">
                <a:solidFill>
                  <a:schemeClr val="lt1"/>
                </a:solidFill>
              </a:rPr>
              <a:t>01</a:t>
            </a:r>
            <a:endParaRPr>
              <a:solidFill>
                <a:schemeClr val="lt1"/>
              </a:solidFill>
            </a:endParaRPr>
          </a:p>
        </p:txBody>
      </p:sp>
      <p:sp>
        <p:nvSpPr>
          <p:cNvPr id="59" name="Google Shape;59;p2"/>
          <p:cNvSpPr txBox="1"/>
          <p:nvPr>
            <p:ph idx="3" type="ctrTitle"/>
          </p:nvPr>
        </p:nvSpPr>
        <p:spPr>
          <a:xfrm>
            <a:off x="3427999" y="2193972"/>
            <a:ext cx="4420601"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vi-VN" sz="1600">
                <a:solidFill>
                  <a:srgbClr val="908269"/>
                </a:solidFill>
              </a:rPr>
              <a:t>Cấu tạo và nguyên lý hoạt động của BLDC</a:t>
            </a:r>
            <a:endParaRPr sz="1600">
              <a:solidFill>
                <a:srgbClr val="908269"/>
              </a:solidFill>
            </a:endParaRPr>
          </a:p>
        </p:txBody>
      </p:sp>
      <p:sp>
        <p:nvSpPr>
          <p:cNvPr id="60" name="Google Shape;60;p2"/>
          <p:cNvSpPr txBox="1"/>
          <p:nvPr>
            <p:ph idx="5" type="title"/>
          </p:nvPr>
        </p:nvSpPr>
        <p:spPr>
          <a:xfrm>
            <a:off x="2023007" y="2193972"/>
            <a:ext cx="16152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vi-VN">
                <a:solidFill>
                  <a:schemeClr val="lt1"/>
                </a:solidFill>
              </a:rPr>
              <a:t>02</a:t>
            </a:r>
            <a:endParaRPr>
              <a:solidFill>
                <a:schemeClr val="lt1"/>
              </a:solidFill>
            </a:endParaRPr>
          </a:p>
        </p:txBody>
      </p:sp>
      <p:sp>
        <p:nvSpPr>
          <p:cNvPr id="61" name="Google Shape;61;p2"/>
          <p:cNvSpPr txBox="1"/>
          <p:nvPr/>
        </p:nvSpPr>
        <p:spPr>
          <a:xfrm>
            <a:off x="3415145" y="-488562"/>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908269"/>
                </a:solidFill>
                <a:latin typeface="Arial"/>
                <a:ea typeface="Arial"/>
                <a:cs typeface="Arial"/>
                <a:sym typeface="Arial"/>
              </a:rPr>
              <a:t>01 Tổng quan về con lắc ngược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p3"/>
          <p:cNvSpPr txBox="1"/>
          <p:nvPr>
            <p:ph type="title"/>
          </p:nvPr>
        </p:nvSpPr>
        <p:spPr>
          <a:xfrm>
            <a:off x="2476500" y="361950"/>
            <a:ext cx="4191000" cy="896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vi-VN" sz="2800">
                <a:solidFill>
                  <a:srgbClr val="908269"/>
                </a:solidFill>
              </a:rPr>
              <a:t>01 Tổng quan về BLDC</a:t>
            </a:r>
            <a:endParaRPr sz="2800">
              <a:solidFill>
                <a:srgbClr val="908269"/>
              </a:solidFill>
            </a:endParaRPr>
          </a:p>
        </p:txBody>
      </p:sp>
      <p:sp>
        <p:nvSpPr>
          <p:cNvPr id="67" name="Google Shape;67;p3"/>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 name="Google Shape;69;p3"/>
          <p:cNvSpPr txBox="1"/>
          <p:nvPr/>
        </p:nvSpPr>
        <p:spPr>
          <a:xfrm>
            <a:off x="914400" y="1258650"/>
            <a:ext cx="19812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Giới thiệu chung</a:t>
            </a:r>
            <a:endParaRPr b="1" i="0" sz="1400" u="none" cap="none" strike="noStrike">
              <a:solidFill>
                <a:srgbClr val="002060"/>
              </a:solidFill>
              <a:latin typeface="Arial"/>
              <a:ea typeface="Arial"/>
              <a:cs typeface="Arial"/>
              <a:sym typeface="Arial"/>
            </a:endParaRPr>
          </a:p>
        </p:txBody>
      </p:sp>
      <p:sp>
        <p:nvSpPr>
          <p:cNvPr id="70" name="Google Shape;70;p3"/>
          <p:cNvSpPr txBox="1"/>
          <p:nvPr/>
        </p:nvSpPr>
        <p:spPr>
          <a:xfrm>
            <a:off x="1066800" y="1701934"/>
            <a:ext cx="62484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Là động cơ điện sử dụng cơ chế chuyển mạch bằng điện tử</a:t>
            </a:r>
            <a:br>
              <a:rPr b="0" i="0" lang="vi-VN" sz="1400" u="none" cap="none" strike="noStrike">
                <a:solidFill>
                  <a:srgbClr val="000000"/>
                </a:solidFill>
                <a:latin typeface="Arial"/>
                <a:ea typeface="Arial"/>
                <a:cs typeface="Arial"/>
                <a:sym typeface="Arial"/>
              </a:rPr>
            </a:br>
            <a:r>
              <a:rPr b="0" i="0" lang="vi-VN" sz="1400" u="none" cap="none" strike="noStrike">
                <a:solidFill>
                  <a:srgbClr val="000000"/>
                </a:solidFill>
                <a:latin typeface="Arial"/>
                <a:ea typeface="Arial"/>
                <a:cs typeface="Arial"/>
                <a:sym typeface="Arial"/>
              </a:rPr>
              <a:t>thay vì sử dụng chổi than và cổ góp như ở động cơ điện một chiều.</a:t>
            </a:r>
            <a:endParaRPr b="0" i="0" sz="1400" u="none" cap="none" strike="noStrike">
              <a:solidFill>
                <a:srgbClr val="000000"/>
              </a:solidFill>
              <a:latin typeface="Arial"/>
              <a:ea typeface="Arial"/>
              <a:cs typeface="Arial"/>
              <a:sym typeface="Arial"/>
            </a:endParaRPr>
          </a:p>
        </p:txBody>
      </p:sp>
      <p:sp>
        <p:nvSpPr>
          <p:cNvPr id="71" name="Google Shape;71;p3"/>
          <p:cNvSpPr txBox="1"/>
          <p:nvPr/>
        </p:nvSpPr>
        <p:spPr>
          <a:xfrm>
            <a:off x="1066800" y="2743959"/>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3"/>
          <p:cNvSpPr txBox="1"/>
          <p:nvPr/>
        </p:nvSpPr>
        <p:spPr>
          <a:xfrm>
            <a:off x="1066800" y="2201517"/>
            <a:ext cx="3429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Là động cơ đồng bộ</a:t>
            </a:r>
            <a:endParaRPr/>
          </a:p>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==&gt; Tốc độ roto bằng tốc độ từ trường.</a:t>
            </a:r>
            <a:endParaRPr b="0" i="0" sz="1400" u="none" cap="none" strike="noStrike">
              <a:solidFill>
                <a:srgbClr val="000000"/>
              </a:solidFill>
              <a:latin typeface="Arial"/>
              <a:ea typeface="Arial"/>
              <a:cs typeface="Arial"/>
              <a:sym typeface="Arial"/>
            </a:endParaRPr>
          </a:p>
        </p:txBody>
      </p:sp>
      <p:sp>
        <p:nvSpPr>
          <p:cNvPr id="73" name="Google Shape;73;p3"/>
          <p:cNvSpPr txBox="1"/>
          <p:nvPr/>
        </p:nvSpPr>
        <p:spPr>
          <a:xfrm>
            <a:off x="2497508" y="3382057"/>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 name="Google Shape;74;p3"/>
          <p:cNvSpPr txBox="1"/>
          <p:nvPr/>
        </p:nvSpPr>
        <p:spPr>
          <a:xfrm>
            <a:off x="1346821" y="3189590"/>
            <a:ext cx="95250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Ưu điểm</a:t>
            </a:r>
            <a:endParaRPr b="1" i="0" sz="1400" u="none" cap="none" strike="noStrike">
              <a:solidFill>
                <a:srgbClr val="002060"/>
              </a:solidFill>
              <a:latin typeface="Arial"/>
              <a:ea typeface="Arial"/>
              <a:cs typeface="Arial"/>
              <a:sym typeface="Arial"/>
            </a:endParaRPr>
          </a:p>
        </p:txBody>
      </p:sp>
      <p:sp>
        <p:nvSpPr>
          <p:cNvPr id="75" name="Google Shape;75;p3"/>
          <p:cNvSpPr txBox="1"/>
          <p:nvPr/>
        </p:nvSpPr>
        <p:spPr>
          <a:xfrm>
            <a:off x="2491740" y="2998921"/>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Hiệu quả và độ tin cậy cao</a:t>
            </a:r>
            <a:endParaRPr b="1" i="0" sz="1400" u="none" cap="none" strike="noStrike">
              <a:solidFill>
                <a:srgbClr val="000000"/>
              </a:solidFill>
              <a:latin typeface="Arial"/>
              <a:ea typeface="Arial"/>
              <a:cs typeface="Arial"/>
              <a:sym typeface="Arial"/>
            </a:endParaRPr>
          </a:p>
        </p:txBody>
      </p:sp>
      <p:sp>
        <p:nvSpPr>
          <p:cNvPr id="76" name="Google Shape;76;p3"/>
          <p:cNvSpPr txBox="1"/>
          <p:nvPr/>
        </p:nvSpPr>
        <p:spPr>
          <a:xfrm>
            <a:off x="1024242" y="4290424"/>
            <a:ext cx="127508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Nhược điểm</a:t>
            </a:r>
            <a:endParaRPr b="1" i="0" sz="1400" u="none" cap="none" strike="noStrike">
              <a:solidFill>
                <a:srgbClr val="002060"/>
              </a:solidFill>
              <a:latin typeface="Arial"/>
              <a:ea typeface="Arial"/>
              <a:cs typeface="Arial"/>
              <a:sym typeface="Arial"/>
            </a:endParaRPr>
          </a:p>
        </p:txBody>
      </p:sp>
      <p:sp>
        <p:nvSpPr>
          <p:cNvPr id="77" name="Google Shape;77;p3"/>
          <p:cNvSpPr txBox="1"/>
          <p:nvPr/>
        </p:nvSpPr>
        <p:spPr>
          <a:xfrm>
            <a:off x="2491740" y="3353692"/>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Không gây tia lửa điện</a:t>
            </a:r>
            <a:endParaRPr b="1" i="0" sz="1400" u="none" cap="none" strike="noStrike">
              <a:solidFill>
                <a:srgbClr val="000000"/>
              </a:solidFill>
              <a:latin typeface="Arial"/>
              <a:ea typeface="Arial"/>
              <a:cs typeface="Arial"/>
              <a:sym typeface="Arial"/>
            </a:endParaRPr>
          </a:p>
        </p:txBody>
      </p:sp>
      <p:sp>
        <p:nvSpPr>
          <p:cNvPr id="78" name="Google Shape;78;p3"/>
          <p:cNvSpPr txBox="1"/>
          <p:nvPr/>
        </p:nvSpPr>
        <p:spPr>
          <a:xfrm>
            <a:off x="2491740" y="3708463"/>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Nhỏ và nhẹ hơn</a:t>
            </a:r>
            <a:endParaRPr b="1" i="0" sz="1400" u="none" cap="none" strike="noStrike">
              <a:solidFill>
                <a:srgbClr val="000000"/>
              </a:solidFill>
              <a:latin typeface="Arial"/>
              <a:ea typeface="Arial"/>
              <a:cs typeface="Arial"/>
              <a:sym typeface="Arial"/>
            </a:endParaRPr>
          </a:p>
        </p:txBody>
      </p:sp>
      <p:sp>
        <p:nvSpPr>
          <p:cNvPr id="79" name="Google Shape;79;p3"/>
          <p:cNvSpPr txBox="1"/>
          <p:nvPr/>
        </p:nvSpPr>
        <p:spPr>
          <a:xfrm>
            <a:off x="5316908" y="3353692"/>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Tỉ lệ moment quán tính lớn</a:t>
            </a:r>
            <a:endParaRPr b="1" i="0" sz="1400" u="none" cap="none" strike="noStrike">
              <a:solidFill>
                <a:srgbClr val="000000"/>
              </a:solidFill>
              <a:latin typeface="Arial"/>
              <a:ea typeface="Arial"/>
              <a:cs typeface="Arial"/>
              <a:sym typeface="Arial"/>
            </a:endParaRPr>
          </a:p>
        </p:txBody>
      </p:sp>
      <p:sp>
        <p:nvSpPr>
          <p:cNvPr id="80" name="Google Shape;80;p3"/>
          <p:cNvSpPr txBox="1"/>
          <p:nvPr/>
        </p:nvSpPr>
        <p:spPr>
          <a:xfrm>
            <a:off x="5316908" y="2998921"/>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Dải tốc độ cao hơn</a:t>
            </a:r>
            <a:endParaRPr b="1" i="0" sz="1400" u="none" cap="none" strike="noStrike">
              <a:solidFill>
                <a:srgbClr val="000000"/>
              </a:solidFill>
              <a:latin typeface="Arial"/>
              <a:ea typeface="Arial"/>
              <a:cs typeface="Arial"/>
              <a:sym typeface="Arial"/>
            </a:endParaRPr>
          </a:p>
        </p:txBody>
      </p:sp>
      <p:sp>
        <p:nvSpPr>
          <p:cNvPr id="81" name="Google Shape;81;p3"/>
          <p:cNvSpPr txBox="1"/>
          <p:nvPr/>
        </p:nvSpPr>
        <p:spPr>
          <a:xfrm>
            <a:off x="5316908" y="3708463"/>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Tuổi thọ cao hơn</a:t>
            </a:r>
            <a:endParaRPr b="1" i="0" sz="1400" u="none" cap="none" strike="noStrike">
              <a:solidFill>
                <a:srgbClr val="000000"/>
              </a:solidFill>
              <a:latin typeface="Arial"/>
              <a:ea typeface="Arial"/>
              <a:cs typeface="Arial"/>
              <a:sym typeface="Arial"/>
            </a:endParaRPr>
          </a:p>
        </p:txBody>
      </p:sp>
      <p:sp>
        <p:nvSpPr>
          <p:cNvPr id="82" name="Google Shape;82;p3"/>
          <p:cNvSpPr txBox="1"/>
          <p:nvPr/>
        </p:nvSpPr>
        <p:spPr>
          <a:xfrm>
            <a:off x="2209800" y="4322460"/>
            <a:ext cx="2514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Giá thành cao.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4"/>
          <p:cNvSpPr txBox="1"/>
          <p:nvPr>
            <p:ph idx="4294967295" type="title"/>
          </p:nvPr>
        </p:nvSpPr>
        <p:spPr>
          <a:xfrm>
            <a:off x="561975" y="361950"/>
            <a:ext cx="8020050" cy="89693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vi-VN" sz="2800">
                <a:solidFill>
                  <a:srgbClr val="908269"/>
                </a:solidFill>
              </a:rPr>
              <a:t>02 Cấu tạo và nguyên lý hoạt động của BLDC</a:t>
            </a:r>
            <a:endParaRPr/>
          </a:p>
        </p:txBody>
      </p:sp>
      <p:sp>
        <p:nvSpPr>
          <p:cNvPr id="88" name="Google Shape;88;p4"/>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4"/>
          <p:cNvSpPr txBox="1"/>
          <p:nvPr/>
        </p:nvSpPr>
        <p:spPr>
          <a:xfrm>
            <a:off x="914400" y="1293352"/>
            <a:ext cx="2057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800" u="none" cap="none" strike="noStrike">
                <a:solidFill>
                  <a:srgbClr val="002060"/>
                </a:solidFill>
                <a:latin typeface="Arial"/>
                <a:ea typeface="Arial"/>
                <a:cs typeface="Arial"/>
                <a:sym typeface="Arial"/>
              </a:rPr>
              <a:t>Cấu tạo:</a:t>
            </a:r>
            <a:endParaRPr b="1" i="0" sz="1800" u="none" cap="none" strike="noStrike">
              <a:solidFill>
                <a:srgbClr val="002060"/>
              </a:solidFill>
              <a:latin typeface="Arial"/>
              <a:ea typeface="Arial"/>
              <a:cs typeface="Arial"/>
              <a:sym typeface="Arial"/>
            </a:endParaRPr>
          </a:p>
        </p:txBody>
      </p:sp>
      <p:pic>
        <p:nvPicPr>
          <p:cNvPr id="91" name="Google Shape;91;p4"/>
          <p:cNvPicPr preferRelativeResize="0"/>
          <p:nvPr/>
        </p:nvPicPr>
        <p:blipFill rotWithShape="1">
          <a:blip r:embed="rId3">
            <a:alphaModFix/>
          </a:blip>
          <a:srcRect b="0" l="0" r="0" t="0"/>
          <a:stretch/>
        </p:blipFill>
        <p:spPr>
          <a:xfrm>
            <a:off x="6248400" y="1175986"/>
            <a:ext cx="2486025" cy="1958223"/>
          </a:xfrm>
          <a:prstGeom prst="rect">
            <a:avLst/>
          </a:prstGeom>
          <a:noFill/>
          <a:ln>
            <a:noFill/>
          </a:ln>
        </p:spPr>
      </p:pic>
      <p:sp>
        <p:nvSpPr>
          <p:cNvPr id="92" name="Google Shape;92;p4"/>
          <p:cNvSpPr txBox="1"/>
          <p:nvPr/>
        </p:nvSpPr>
        <p:spPr>
          <a:xfrm>
            <a:off x="1066800" y="2094696"/>
            <a:ext cx="102852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Stato:</a:t>
            </a:r>
            <a:endParaRPr b="0" i="0" sz="1400" u="none" cap="none" strike="noStrike">
              <a:solidFill>
                <a:srgbClr val="000000"/>
              </a:solidFill>
              <a:latin typeface="Arial"/>
              <a:ea typeface="Arial"/>
              <a:cs typeface="Arial"/>
              <a:sym typeface="Arial"/>
            </a:endParaRPr>
          </a:p>
        </p:txBody>
      </p:sp>
      <p:sp>
        <p:nvSpPr>
          <p:cNvPr id="93" name="Google Shape;93;p4"/>
          <p:cNvSpPr txBox="1"/>
          <p:nvPr/>
        </p:nvSpPr>
        <p:spPr>
          <a:xfrm>
            <a:off x="1073330" y="3253385"/>
            <a:ext cx="15481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Roto:</a:t>
            </a:r>
            <a:endParaRPr b="0" i="0" sz="1400" u="none" cap="none" strike="noStrike">
              <a:solidFill>
                <a:srgbClr val="000000"/>
              </a:solidFill>
              <a:latin typeface="Arial"/>
              <a:ea typeface="Arial"/>
              <a:cs typeface="Arial"/>
              <a:sym typeface="Arial"/>
            </a:endParaRPr>
          </a:p>
        </p:txBody>
      </p:sp>
      <p:sp>
        <p:nvSpPr>
          <p:cNvPr id="94" name="Google Shape;94;p4"/>
          <p:cNvSpPr txBox="1"/>
          <p:nvPr/>
        </p:nvSpPr>
        <p:spPr>
          <a:xfrm>
            <a:off x="1073330" y="3813625"/>
            <a:ext cx="15424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Cảm biến vị trí:</a:t>
            </a:r>
            <a:endParaRPr b="0" i="0" sz="1400" u="none" cap="none" strike="noStrike">
              <a:solidFill>
                <a:srgbClr val="000000"/>
              </a:solidFill>
              <a:latin typeface="Arial"/>
              <a:ea typeface="Arial"/>
              <a:cs typeface="Arial"/>
              <a:sym typeface="Arial"/>
            </a:endParaRPr>
          </a:p>
        </p:txBody>
      </p:sp>
      <p:sp>
        <p:nvSpPr>
          <p:cNvPr id="95" name="Google Shape;95;p4"/>
          <p:cNvSpPr txBox="1"/>
          <p:nvPr/>
        </p:nvSpPr>
        <p:spPr>
          <a:xfrm>
            <a:off x="1783979" y="2094696"/>
            <a:ext cx="4374969"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có 3 loại (1 pha, 2 pha, 3 pha – 3 pha phổ biến nhất); </a:t>
            </a:r>
            <a:endParaRPr/>
          </a:p>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gồm lõi thép là các lá thép kỹ thuật điện ghép cách điện với nhau và dây quấn</a:t>
            </a:r>
            <a:endParaRPr/>
          </a:p>
        </p:txBody>
      </p:sp>
      <p:sp>
        <p:nvSpPr>
          <p:cNvPr id="96" name="Google Shape;96;p4"/>
          <p:cNvSpPr txBox="1"/>
          <p:nvPr/>
        </p:nvSpPr>
        <p:spPr>
          <a:xfrm>
            <a:off x="1707449" y="3253385"/>
            <a:ext cx="69296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gồm trục động cơ và các nam châm vĩnh cửu bố trí xen kẽ giữa các cực bắc và nam</a:t>
            </a:r>
            <a:endParaRPr/>
          </a:p>
        </p:txBody>
      </p:sp>
      <p:sp>
        <p:nvSpPr>
          <p:cNvPr id="97" name="Google Shape;97;p4"/>
          <p:cNvSpPr txBox="1"/>
          <p:nvPr/>
        </p:nvSpPr>
        <p:spPr>
          <a:xfrm>
            <a:off x="2496767" y="3813625"/>
            <a:ext cx="61954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sử dụng cảm biến vị trí </a:t>
            </a:r>
            <a:r>
              <a:rPr b="0" i="0" lang="vi-VN" sz="1400" u="none" cap="none" strike="noStrike">
                <a:solidFill>
                  <a:srgbClr val="FF0000"/>
                </a:solidFill>
                <a:latin typeface="Arial"/>
                <a:ea typeface="Arial"/>
                <a:cs typeface="Arial"/>
                <a:sym typeface="Arial"/>
              </a:rPr>
              <a:t>hiệu ứng hall </a:t>
            </a:r>
            <a:r>
              <a:rPr b="0" i="0" lang="vi-VN" sz="1400" u="none" cap="none" strike="noStrike">
                <a:solidFill>
                  <a:srgbClr val="000000"/>
                </a:solidFill>
                <a:latin typeface="Arial"/>
                <a:ea typeface="Arial"/>
                <a:cs typeface="Arial"/>
                <a:sym typeface="Arial"/>
              </a:rPr>
              <a:t>(cảm biến hall) gắn trên stato để phát hiện các nam châm vĩnh cửu trên roto khi quét qua nó.</a:t>
            </a:r>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5"/>
          <p:cNvSpPr txBox="1"/>
          <p:nvPr/>
        </p:nvSpPr>
        <p:spPr>
          <a:xfrm>
            <a:off x="561975" y="361950"/>
            <a:ext cx="802005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03" name="Google Shape;103;p5"/>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5"/>
          <p:cNvSpPr txBox="1"/>
          <p:nvPr/>
        </p:nvSpPr>
        <p:spPr>
          <a:xfrm>
            <a:off x="914400" y="1293352"/>
            <a:ext cx="2057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800" u="none" cap="none" strike="noStrike">
                <a:solidFill>
                  <a:srgbClr val="002060"/>
                </a:solidFill>
                <a:latin typeface="Arial"/>
                <a:ea typeface="Arial"/>
                <a:cs typeface="Arial"/>
                <a:sym typeface="Arial"/>
              </a:rPr>
              <a:t>Cấu tạo:</a:t>
            </a:r>
            <a:endParaRPr b="1" i="0" sz="1800" u="none" cap="none" strike="noStrike">
              <a:solidFill>
                <a:srgbClr val="002060"/>
              </a:solidFill>
              <a:latin typeface="Arial"/>
              <a:ea typeface="Arial"/>
              <a:cs typeface="Arial"/>
              <a:sym typeface="Arial"/>
            </a:endParaRPr>
          </a:p>
        </p:txBody>
      </p:sp>
      <p:sp>
        <p:nvSpPr>
          <p:cNvPr id="106" name="Google Shape;106;p5"/>
          <p:cNvSpPr txBox="1"/>
          <p:nvPr/>
        </p:nvSpPr>
        <p:spPr>
          <a:xfrm>
            <a:off x="1073330" y="1869440"/>
            <a:ext cx="15424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Cảm biến vị trí:</a:t>
            </a:r>
            <a:endParaRPr b="0" i="0" sz="1400" u="none" cap="none" strike="noStrike">
              <a:solidFill>
                <a:srgbClr val="000000"/>
              </a:solidFill>
              <a:latin typeface="Arial"/>
              <a:ea typeface="Arial"/>
              <a:cs typeface="Arial"/>
              <a:sym typeface="Arial"/>
            </a:endParaRPr>
          </a:p>
        </p:txBody>
      </p:sp>
      <p:sp>
        <p:nvSpPr>
          <p:cNvPr id="107" name="Google Shape;107;p5"/>
          <p:cNvSpPr txBox="1"/>
          <p:nvPr/>
        </p:nvSpPr>
        <p:spPr>
          <a:xfrm>
            <a:off x="2496767" y="1869440"/>
            <a:ext cx="61954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sử dụng cảm biến vị trí </a:t>
            </a:r>
            <a:r>
              <a:rPr b="0" i="0" lang="vi-VN" sz="1400" u="none" cap="none" strike="noStrike">
                <a:solidFill>
                  <a:srgbClr val="FF0000"/>
                </a:solidFill>
                <a:latin typeface="Arial"/>
                <a:ea typeface="Arial"/>
                <a:cs typeface="Arial"/>
                <a:sym typeface="Arial"/>
              </a:rPr>
              <a:t>hiệu ứng hall </a:t>
            </a:r>
            <a:r>
              <a:rPr b="0" i="0" lang="vi-VN" sz="1400" u="none" cap="none" strike="noStrike">
                <a:solidFill>
                  <a:srgbClr val="000000"/>
                </a:solidFill>
                <a:latin typeface="Arial"/>
                <a:ea typeface="Arial"/>
                <a:cs typeface="Arial"/>
                <a:sym typeface="Arial"/>
              </a:rPr>
              <a:t>(cảm biến hall) gắn trên stato để phát hiện các nam châm vĩnh cửu trên roto khi quét qua nó.</a:t>
            </a:r>
            <a:endParaRPr/>
          </a:p>
        </p:txBody>
      </p:sp>
      <p:sp>
        <p:nvSpPr>
          <p:cNvPr id="108" name="Google Shape;108;p5"/>
          <p:cNvSpPr txBox="1"/>
          <p:nvPr/>
        </p:nvSpPr>
        <p:spPr>
          <a:xfrm>
            <a:off x="1159165" y="2571750"/>
            <a:ext cx="619544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FF0000"/>
                </a:solidFill>
                <a:latin typeface="Arial"/>
                <a:ea typeface="Arial"/>
                <a:cs typeface="Arial"/>
                <a:sym typeface="Arial"/>
              </a:rPr>
              <a:t>* Hiệu ứng Hall: </a:t>
            </a:r>
            <a:r>
              <a:rPr b="0" i="0" lang="vi-VN" sz="1400" u="none" cap="none" strike="noStrike">
                <a:solidFill>
                  <a:srgbClr val="000000"/>
                </a:solidFill>
                <a:latin typeface="Arial"/>
                <a:ea typeface="Arial"/>
                <a:cs typeface="Arial"/>
                <a:sym typeface="Arial"/>
              </a:rPr>
              <a:t>là một hiệu ứng vật lý được thực hiện khi áp dụng một từ trường vuông góc lên một bản làm bằng kim loại hay chất bán dẫn (thanh Hall) đang có dòng điện chạy qua. Lúc đó người ta nhận được hiệu điện thế (hiệu thế Hall) sinh ra tại hai mặt đối diện của thanh Hall.</a:t>
            </a:r>
            <a:endParaRPr/>
          </a:p>
        </p:txBody>
      </p:sp>
      <p:pic>
        <p:nvPicPr>
          <p:cNvPr id="109" name="Google Shape;109;p5"/>
          <p:cNvPicPr preferRelativeResize="0"/>
          <p:nvPr/>
        </p:nvPicPr>
        <p:blipFill rotWithShape="1">
          <a:blip r:embed="rId3">
            <a:alphaModFix/>
          </a:blip>
          <a:srcRect b="0" l="0" r="0" t="0"/>
          <a:stretch/>
        </p:blipFill>
        <p:spPr>
          <a:xfrm>
            <a:off x="7354607" y="2392660"/>
            <a:ext cx="1685925" cy="190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25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25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6"/>
          <p:cNvSpPr txBox="1"/>
          <p:nvPr/>
        </p:nvSpPr>
        <p:spPr>
          <a:xfrm>
            <a:off x="561975" y="361950"/>
            <a:ext cx="802005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15" name="Google Shape;115;p6"/>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6"/>
          <p:cNvSpPr txBox="1"/>
          <p:nvPr/>
        </p:nvSpPr>
        <p:spPr>
          <a:xfrm>
            <a:off x="914400" y="1293352"/>
            <a:ext cx="2057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800" u="none" cap="none" strike="noStrike">
                <a:solidFill>
                  <a:srgbClr val="002060"/>
                </a:solidFill>
                <a:latin typeface="Arial"/>
                <a:ea typeface="Arial"/>
                <a:cs typeface="Arial"/>
                <a:sym typeface="Arial"/>
              </a:rPr>
              <a:t>Cấu tạo:</a:t>
            </a:r>
            <a:endParaRPr b="1" i="0" sz="1800" u="none" cap="none" strike="noStrike">
              <a:solidFill>
                <a:srgbClr val="002060"/>
              </a:solidFill>
              <a:latin typeface="Arial"/>
              <a:ea typeface="Arial"/>
              <a:cs typeface="Arial"/>
              <a:sym typeface="Arial"/>
            </a:endParaRPr>
          </a:p>
        </p:txBody>
      </p:sp>
      <p:sp>
        <p:nvSpPr>
          <p:cNvPr id="118" name="Google Shape;118;p6"/>
          <p:cNvSpPr txBox="1"/>
          <p:nvPr/>
        </p:nvSpPr>
        <p:spPr>
          <a:xfrm>
            <a:off x="1073330" y="1869440"/>
            <a:ext cx="154241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 Cảm biến vị trí:</a:t>
            </a:r>
            <a:endParaRPr b="0" i="0" sz="1400" u="none" cap="none" strike="noStrike">
              <a:solidFill>
                <a:srgbClr val="000000"/>
              </a:solidFill>
              <a:latin typeface="Arial"/>
              <a:ea typeface="Arial"/>
              <a:cs typeface="Arial"/>
              <a:sym typeface="Arial"/>
            </a:endParaRPr>
          </a:p>
        </p:txBody>
      </p:sp>
      <p:sp>
        <p:nvSpPr>
          <p:cNvPr id="119" name="Google Shape;119;p6"/>
          <p:cNvSpPr txBox="1"/>
          <p:nvPr/>
        </p:nvSpPr>
        <p:spPr>
          <a:xfrm>
            <a:off x="2496767" y="1869440"/>
            <a:ext cx="619544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sử dụng cảm biến vị trí </a:t>
            </a:r>
            <a:r>
              <a:rPr b="0" i="0" lang="vi-VN" sz="1400" u="none" cap="none" strike="noStrike">
                <a:solidFill>
                  <a:srgbClr val="FF0000"/>
                </a:solidFill>
                <a:latin typeface="Arial"/>
                <a:ea typeface="Arial"/>
                <a:cs typeface="Arial"/>
                <a:sym typeface="Arial"/>
              </a:rPr>
              <a:t>hiệu ứng hall </a:t>
            </a:r>
            <a:r>
              <a:rPr b="0" i="0" lang="vi-VN" sz="1400" u="none" cap="none" strike="noStrike">
                <a:solidFill>
                  <a:srgbClr val="000000"/>
                </a:solidFill>
                <a:latin typeface="Arial"/>
                <a:ea typeface="Arial"/>
                <a:cs typeface="Arial"/>
                <a:sym typeface="Arial"/>
              </a:rPr>
              <a:t>(cảm biến hall) gắn trên stato để phát hiện các nam châm vĩnh cửu trên roto khi quét qua nó.</a:t>
            </a:r>
            <a:endParaRPr/>
          </a:p>
        </p:txBody>
      </p:sp>
      <p:pic>
        <p:nvPicPr>
          <p:cNvPr id="120" name="Google Shape;120;p6"/>
          <p:cNvPicPr preferRelativeResize="0"/>
          <p:nvPr/>
        </p:nvPicPr>
        <p:blipFill rotWithShape="1">
          <a:blip r:embed="rId3">
            <a:alphaModFix/>
          </a:blip>
          <a:srcRect b="0" l="0" r="0" t="0"/>
          <a:stretch/>
        </p:blipFill>
        <p:spPr>
          <a:xfrm>
            <a:off x="7354607" y="2392660"/>
            <a:ext cx="1685925" cy="1905000"/>
          </a:xfrm>
          <a:prstGeom prst="rect">
            <a:avLst/>
          </a:prstGeom>
          <a:noFill/>
          <a:ln>
            <a:noFill/>
          </a:ln>
        </p:spPr>
      </p:pic>
      <p:pic>
        <p:nvPicPr>
          <p:cNvPr id="121" name="Google Shape;121;p6"/>
          <p:cNvPicPr preferRelativeResize="0"/>
          <p:nvPr/>
        </p:nvPicPr>
        <p:blipFill rotWithShape="1">
          <a:blip r:embed="rId4">
            <a:alphaModFix/>
          </a:blip>
          <a:srcRect b="0" l="0" r="0" t="0"/>
          <a:stretch/>
        </p:blipFill>
        <p:spPr>
          <a:xfrm>
            <a:off x="1010912" y="2750841"/>
            <a:ext cx="2609850" cy="1943100"/>
          </a:xfrm>
          <a:prstGeom prst="rect">
            <a:avLst/>
          </a:prstGeom>
          <a:noFill/>
          <a:ln>
            <a:noFill/>
          </a:ln>
        </p:spPr>
      </p:pic>
      <p:pic>
        <p:nvPicPr>
          <p:cNvPr id="122" name="Google Shape;122;p6"/>
          <p:cNvPicPr preferRelativeResize="0"/>
          <p:nvPr/>
        </p:nvPicPr>
        <p:blipFill rotWithShape="1">
          <a:blip r:embed="rId5">
            <a:alphaModFix/>
          </a:blip>
          <a:srcRect b="0" l="0" r="0" t="0"/>
          <a:stretch/>
        </p:blipFill>
        <p:spPr>
          <a:xfrm>
            <a:off x="4254334" y="2571750"/>
            <a:ext cx="2205425" cy="246622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25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idx="4294967295" type="title"/>
          </p:nvPr>
        </p:nvSpPr>
        <p:spPr>
          <a:xfrm>
            <a:off x="552450" y="361950"/>
            <a:ext cx="8039100" cy="89693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Font typeface="Arial"/>
              <a:buNone/>
            </a:pPr>
            <a:r>
              <a:rPr lang="vi-VN">
                <a:solidFill>
                  <a:srgbClr val="908269"/>
                </a:solidFill>
              </a:rPr>
              <a:t>02 Cấu tạo và nguyên lý hoạt động của BLDC</a:t>
            </a:r>
            <a:endParaRPr/>
          </a:p>
        </p:txBody>
      </p:sp>
      <p:sp>
        <p:nvSpPr>
          <p:cNvPr id="128" name="Google Shape;128;p7"/>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7"/>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7"/>
          <p:cNvSpPr txBox="1"/>
          <p:nvPr/>
        </p:nvSpPr>
        <p:spPr>
          <a:xfrm>
            <a:off x="914400" y="1293352"/>
            <a:ext cx="35052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600" u="none" cap="none" strike="noStrike">
                <a:solidFill>
                  <a:srgbClr val="002060"/>
                </a:solidFill>
                <a:latin typeface="Arial"/>
                <a:ea typeface="Arial"/>
                <a:cs typeface="Arial"/>
                <a:sym typeface="Arial"/>
              </a:rPr>
              <a:t>Nguyên lý hoạt động của BLDC</a:t>
            </a:r>
            <a:endParaRPr b="1" i="0" sz="1600" u="none" cap="none" strike="noStrike">
              <a:solidFill>
                <a:srgbClr val="002060"/>
              </a:solidFill>
              <a:latin typeface="Arial"/>
              <a:ea typeface="Arial"/>
              <a:cs typeface="Arial"/>
              <a:sym typeface="Arial"/>
            </a:endParaRPr>
          </a:p>
        </p:txBody>
      </p:sp>
      <p:sp>
        <p:nvSpPr>
          <p:cNvPr id="131" name="Google Shape;131;p7"/>
          <p:cNvSpPr txBox="1"/>
          <p:nvPr/>
        </p:nvSpPr>
        <p:spPr>
          <a:xfrm>
            <a:off x="990599" y="1885177"/>
            <a:ext cx="7333873"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Dựa trên lực tương tác của từ trường do stato tạo ra và nam châm vĩnh cửu trên roto.</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Khi dòng điện chạy qua một trong ba cuộn dây stato sẽ tạo ra cực từ hút các nam châm vĩnh cửu gần nhất có cực từ trái dấu.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Roto sẽ tiếp tục chuyển động nếu dòng điện dịch chuyển sang một cuộn dây liền kề.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Cấp điện tuần tự cho mỗi cuộn dây sẽ làm cho roto quay theo từ trường quay.</a:t>
            </a:r>
            <a:endParaRPr b="0" i="0" sz="1200" u="none" cap="none" strike="noStrike">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b="0" l="0" r="0" t="0"/>
          <a:stretch/>
        </p:blipFill>
        <p:spPr>
          <a:xfrm>
            <a:off x="1847850" y="3171504"/>
            <a:ext cx="5143500" cy="153447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8"/>
          <p:cNvSpPr txBox="1"/>
          <p:nvPr/>
        </p:nvSpPr>
        <p:spPr>
          <a:xfrm>
            <a:off x="552450" y="361950"/>
            <a:ext cx="803910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38" name="Google Shape;138;p8"/>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8"/>
          <p:cNvSpPr txBox="1"/>
          <p:nvPr/>
        </p:nvSpPr>
        <p:spPr>
          <a:xfrm>
            <a:off x="881270" y="1269623"/>
            <a:ext cx="12829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Đặc tính cơ:</a:t>
            </a:r>
            <a:endParaRPr b="1" i="0" sz="1400" u="none" cap="none" strike="noStrike">
              <a:solidFill>
                <a:srgbClr val="002060"/>
              </a:solidFill>
              <a:latin typeface="Arial"/>
              <a:ea typeface="Arial"/>
              <a:cs typeface="Arial"/>
              <a:sym typeface="Arial"/>
            </a:endParaRPr>
          </a:p>
        </p:txBody>
      </p:sp>
      <p:pic>
        <p:nvPicPr>
          <p:cNvPr descr="Đặc tính cơ của BLDC motor" id="141" name="Google Shape;141;p8"/>
          <p:cNvPicPr preferRelativeResize="0"/>
          <p:nvPr/>
        </p:nvPicPr>
        <p:blipFill rotWithShape="1">
          <a:blip r:embed="rId3">
            <a:alphaModFix/>
          </a:blip>
          <a:srcRect b="0" l="0" r="0" t="0"/>
          <a:stretch/>
        </p:blipFill>
        <p:spPr>
          <a:xfrm>
            <a:off x="5542721" y="1269623"/>
            <a:ext cx="2857500" cy="1476375"/>
          </a:xfrm>
          <a:prstGeom prst="rect">
            <a:avLst/>
          </a:prstGeom>
          <a:noFill/>
          <a:ln>
            <a:noFill/>
          </a:ln>
        </p:spPr>
      </p:pic>
      <p:sp>
        <p:nvSpPr>
          <p:cNvPr id="142" name="Google Shape;142;p8"/>
          <p:cNvSpPr txBox="1"/>
          <p:nvPr/>
        </p:nvSpPr>
        <p:spPr>
          <a:xfrm>
            <a:off x="881270" y="1679747"/>
            <a:ext cx="445273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Khi điện áp giảm sẽ dẫn làm giảm tốc độ động cơ. </a:t>
            </a:r>
            <a:endParaRPr/>
          </a:p>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Ta nhận thấy đặc tính cơ của BLDC motor giống với đặc tính cơ của động cơ điện một chiều.</a:t>
            </a:r>
            <a:endParaRPr/>
          </a:p>
        </p:txBody>
      </p:sp>
      <p:sp>
        <p:nvSpPr>
          <p:cNvPr id="143" name="Google Shape;143;p8"/>
          <p:cNvSpPr txBox="1"/>
          <p:nvPr/>
        </p:nvSpPr>
        <p:spPr>
          <a:xfrm>
            <a:off x="881270" y="2839270"/>
            <a:ext cx="231913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Đặc tính làm việc:</a:t>
            </a:r>
            <a:endParaRPr b="1" i="0" sz="1400" u="none" cap="none" strike="noStrike">
              <a:solidFill>
                <a:srgbClr val="002060"/>
              </a:solidFill>
              <a:latin typeface="Arial"/>
              <a:ea typeface="Arial"/>
              <a:cs typeface="Arial"/>
              <a:sym typeface="Arial"/>
            </a:endParaRPr>
          </a:p>
        </p:txBody>
      </p:sp>
      <p:sp>
        <p:nvSpPr>
          <p:cNvPr id="144" name="Google Shape;144;p8"/>
          <p:cNvSpPr txBox="1"/>
          <p:nvPr/>
        </p:nvSpPr>
        <p:spPr>
          <a:xfrm>
            <a:off x="881270" y="3254812"/>
            <a:ext cx="498613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Động cơ làm việc ở hai vùng, ở tốc độ thấp moment không đổi, công suất thay đổi. </a:t>
            </a:r>
            <a:endParaRPr/>
          </a:p>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Khi đạt đến vận tốc cơ sở thì công suất không đổi và moment giảm. </a:t>
            </a:r>
            <a:endParaRPr/>
          </a:p>
          <a:p>
            <a:pPr indent="0" lvl="0" marL="0" marR="0" rtl="0" algn="l">
              <a:lnSpc>
                <a:spcPct val="100000"/>
              </a:lnSpc>
              <a:spcBef>
                <a:spcPts val="0"/>
              </a:spcBef>
              <a:spcAft>
                <a:spcPts val="0"/>
              </a:spcAft>
              <a:buNone/>
            </a:pPr>
            <a:r>
              <a:rPr b="0" i="0" lang="vi-VN" sz="1400" u="none" cap="none" strike="noStrike">
                <a:solidFill>
                  <a:srgbClr val="000000"/>
                </a:solidFill>
                <a:latin typeface="Arial"/>
                <a:ea typeface="Arial"/>
                <a:cs typeface="Arial"/>
                <a:sym typeface="Arial"/>
              </a:rPr>
              <a:t>Khi tốc độ vượt quá tốc độ giới hạn thì moment và công suất đều giảm.</a:t>
            </a:r>
            <a:endParaRPr/>
          </a:p>
        </p:txBody>
      </p:sp>
      <p:pic>
        <p:nvPicPr>
          <p:cNvPr descr="Đặc tính làm việc của BLDC motor" id="145" name="Google Shape;145;p8"/>
          <p:cNvPicPr preferRelativeResize="0"/>
          <p:nvPr/>
        </p:nvPicPr>
        <p:blipFill rotWithShape="1">
          <a:blip r:embed="rId4">
            <a:alphaModFix/>
          </a:blip>
          <a:srcRect b="0" l="0" r="0" t="0"/>
          <a:stretch/>
        </p:blipFill>
        <p:spPr>
          <a:xfrm>
            <a:off x="5734050" y="3174212"/>
            <a:ext cx="2857500" cy="1762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9"/>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9"/>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9"/>
          <p:cNvSpPr txBox="1"/>
          <p:nvPr/>
        </p:nvSpPr>
        <p:spPr>
          <a:xfrm>
            <a:off x="914400" y="1359687"/>
            <a:ext cx="60198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Điều khiển tốc độ động cơ BLDC</a:t>
            </a:r>
            <a:endParaRPr b="1" i="0" sz="1400" u="none" cap="none" strike="noStrike">
              <a:solidFill>
                <a:srgbClr val="002060"/>
              </a:solidFill>
              <a:latin typeface="Arial"/>
              <a:ea typeface="Arial"/>
              <a:cs typeface="Arial"/>
              <a:sym typeface="Arial"/>
            </a:endParaRPr>
          </a:p>
        </p:txBody>
      </p:sp>
      <p:sp>
        <p:nvSpPr>
          <p:cNvPr id="153" name="Google Shape;153;p9"/>
          <p:cNvSpPr txBox="1"/>
          <p:nvPr/>
        </p:nvSpPr>
        <p:spPr>
          <a:xfrm>
            <a:off x="552450" y="361950"/>
            <a:ext cx="803910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54" name="Google Shape;154;p9"/>
          <p:cNvSpPr txBox="1"/>
          <p:nvPr/>
        </p:nvSpPr>
        <p:spPr>
          <a:xfrm>
            <a:off x="590550" y="1678256"/>
            <a:ext cx="82296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Nguyên lý của việc điều khiển tốc độ động cơ là sử dụng phương pháp điều chế độ rộng xung (PWM).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Bộ điều khiển xác định vị trí trục roto và xuất điện áp điều khiển đóng, mở các khóa bán dẫn (mosfet) cấp điện áp cho động cơ.</a:t>
            </a:r>
            <a:endParaRPr/>
          </a:p>
        </p:txBody>
      </p:sp>
      <p:pic>
        <p:nvPicPr>
          <p:cNvPr descr="Sơ đồ điều khiển tốc độ động cơ BLDC" id="155" name="Google Shape;155;p9"/>
          <p:cNvPicPr preferRelativeResize="0"/>
          <p:nvPr/>
        </p:nvPicPr>
        <p:blipFill rotWithShape="1">
          <a:blip r:embed="rId3">
            <a:alphaModFix/>
          </a:blip>
          <a:srcRect b="0" l="0" r="0" t="0"/>
          <a:stretch/>
        </p:blipFill>
        <p:spPr>
          <a:xfrm>
            <a:off x="590550" y="3173569"/>
            <a:ext cx="2909887" cy="1326464"/>
          </a:xfrm>
          <a:prstGeom prst="rect">
            <a:avLst/>
          </a:prstGeom>
          <a:noFill/>
          <a:ln>
            <a:noFill/>
          </a:ln>
        </p:spPr>
      </p:pic>
      <p:sp>
        <p:nvSpPr>
          <p:cNvPr id="156" name="Google Shape;156;p9"/>
          <p:cNvSpPr txBox="1"/>
          <p:nvPr/>
        </p:nvSpPr>
        <p:spPr>
          <a:xfrm>
            <a:off x="748567" y="4658946"/>
            <a:ext cx="2593852"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vi-VN" sz="1100" u="none" cap="none" strike="noStrike">
                <a:solidFill>
                  <a:srgbClr val="000000"/>
                </a:solidFill>
                <a:latin typeface="Arial"/>
                <a:ea typeface="Arial"/>
                <a:cs typeface="Arial"/>
                <a:sym typeface="Arial"/>
              </a:rPr>
              <a:t>Sơ đồ điều khiển tốc độ BLDC motor</a:t>
            </a:r>
            <a:endParaRPr/>
          </a:p>
        </p:txBody>
      </p:sp>
      <p:sp>
        <p:nvSpPr>
          <p:cNvPr id="157" name="Google Shape;157;p9"/>
          <p:cNvSpPr txBox="1"/>
          <p:nvPr/>
        </p:nvSpPr>
        <p:spPr>
          <a:xfrm>
            <a:off x="590550" y="2341817"/>
            <a:ext cx="436245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Để đơn giản thì ta chỉ điều chế độ rộng xung của các khóa bán dẫn bên dưới (Q4,Q5,Q6), các khóa bán dẫn phía trên khi được kích dẫn sẽ dẫn hoàn toàn (độ rộng xung là 100%).</a:t>
            </a:r>
            <a:endParaRPr/>
          </a:p>
        </p:txBody>
      </p:sp>
      <p:pic>
        <p:nvPicPr>
          <p:cNvPr descr="Điều khiển tốc độ động cơ BLDC bằng phương pháp PWM" id="158" name="Google Shape;158;p9"/>
          <p:cNvPicPr preferRelativeResize="0"/>
          <p:nvPr/>
        </p:nvPicPr>
        <p:blipFill rotWithShape="1">
          <a:blip r:embed="rId4">
            <a:alphaModFix/>
          </a:blip>
          <a:srcRect b="0" l="0" r="0" t="0"/>
          <a:stretch/>
        </p:blipFill>
        <p:spPr>
          <a:xfrm>
            <a:off x="5039397" y="2216825"/>
            <a:ext cx="3345657" cy="2423456"/>
          </a:xfrm>
          <a:prstGeom prst="rect">
            <a:avLst/>
          </a:prstGeom>
          <a:noFill/>
          <a:ln>
            <a:noFill/>
          </a:ln>
        </p:spPr>
      </p:pic>
      <p:sp>
        <p:nvSpPr>
          <p:cNvPr id="159" name="Google Shape;159;p9"/>
          <p:cNvSpPr txBox="1"/>
          <p:nvPr/>
        </p:nvSpPr>
        <p:spPr>
          <a:xfrm>
            <a:off x="4867612" y="4658946"/>
            <a:ext cx="3689227"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vi-VN" sz="1100" u="none" cap="none" strike="noStrike">
                <a:solidFill>
                  <a:srgbClr val="000000"/>
                </a:solidFill>
                <a:latin typeface="Arial"/>
                <a:ea typeface="Arial"/>
                <a:cs typeface="Arial"/>
                <a:sym typeface="Arial"/>
              </a:rPr>
              <a:t>Điều khiển tốc độ động cơ bằng phương pháp PWM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10"/>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0"/>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0"/>
          <p:cNvSpPr txBox="1"/>
          <p:nvPr/>
        </p:nvSpPr>
        <p:spPr>
          <a:xfrm>
            <a:off x="914400" y="1359687"/>
            <a:ext cx="60198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Điều khiển tốc độ sử dụng cảm biến vị trí</a:t>
            </a:r>
            <a:endParaRPr b="1" i="0" sz="1400" u="none" cap="none" strike="noStrike">
              <a:solidFill>
                <a:srgbClr val="002060"/>
              </a:solidFill>
              <a:latin typeface="Arial"/>
              <a:ea typeface="Arial"/>
              <a:cs typeface="Arial"/>
              <a:sym typeface="Arial"/>
            </a:endParaRPr>
          </a:p>
        </p:txBody>
      </p:sp>
      <p:sp>
        <p:nvSpPr>
          <p:cNvPr id="167" name="Google Shape;167;p10"/>
          <p:cNvSpPr txBox="1"/>
          <p:nvPr/>
        </p:nvSpPr>
        <p:spPr>
          <a:xfrm>
            <a:off x="552450" y="361950"/>
            <a:ext cx="803910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68" name="Google Shape;168;p10"/>
          <p:cNvSpPr txBox="1"/>
          <p:nvPr/>
        </p:nvSpPr>
        <p:spPr>
          <a:xfrm>
            <a:off x="590550" y="1678256"/>
            <a:ext cx="462915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BLDC motor sử dụng 3 cảm biến Hall để xác định vị trí trục roto.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Hình bên mô tả chu kỳ chuyển mạch của các khóa bán dẫn ứng với các giá trị cảm biến Hall.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Trong ví dụ này sử dụng các cảm biến Hall lệch pha nhau 1200 điện.</a:t>
            </a:r>
            <a:endParaRPr/>
          </a:p>
        </p:txBody>
      </p:sp>
      <p:sp>
        <p:nvSpPr>
          <p:cNvPr id="169" name="Google Shape;169;p10"/>
          <p:cNvSpPr txBox="1"/>
          <p:nvPr/>
        </p:nvSpPr>
        <p:spPr>
          <a:xfrm>
            <a:off x="5209986" y="4271319"/>
            <a:ext cx="336861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vi-VN" sz="1100" u="none" cap="none" strike="noStrike">
                <a:solidFill>
                  <a:srgbClr val="000000"/>
                </a:solidFill>
                <a:latin typeface="Arial"/>
                <a:ea typeface="Arial"/>
                <a:cs typeface="Arial"/>
                <a:sym typeface="Arial"/>
              </a:rPr>
              <a:t>Điều khiển tốc độ động cơ sử dụng cảm biến Hall</a:t>
            </a:r>
            <a:endParaRPr/>
          </a:p>
        </p:txBody>
      </p:sp>
      <p:pic>
        <p:nvPicPr>
          <p:cNvPr descr="Điều khiển tốc độ động cơ BLDC sử dụng CB Hall" id="170" name="Google Shape;170;p10"/>
          <p:cNvPicPr preferRelativeResize="0"/>
          <p:nvPr/>
        </p:nvPicPr>
        <p:blipFill rotWithShape="1">
          <a:blip r:embed="rId3">
            <a:alphaModFix/>
          </a:blip>
          <a:srcRect b="0" l="0" r="0" t="0"/>
          <a:stretch/>
        </p:blipFill>
        <p:spPr>
          <a:xfrm>
            <a:off x="5179793" y="1258888"/>
            <a:ext cx="3429000" cy="28355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pic>
        <p:nvPicPr>
          <p:cNvPr id="175" name="Google Shape;175;p11"/>
          <p:cNvPicPr preferRelativeResize="0"/>
          <p:nvPr/>
        </p:nvPicPr>
        <p:blipFill rotWithShape="1">
          <a:blip r:embed="rId3">
            <a:alphaModFix/>
          </a:blip>
          <a:srcRect b="0" l="25616" r="25616" t="0"/>
          <a:stretch/>
        </p:blipFill>
        <p:spPr>
          <a:xfrm>
            <a:off x="8153400" y="6000750"/>
            <a:ext cx="3762373" cy="5143500"/>
          </a:xfrm>
          <a:prstGeom prst="rect">
            <a:avLst/>
          </a:prstGeom>
          <a:noFill/>
          <a:ln>
            <a:noFill/>
          </a:ln>
        </p:spPr>
      </p:pic>
      <p:sp>
        <p:nvSpPr>
          <p:cNvPr id="176" name="Google Shape;176;p11"/>
          <p:cNvSpPr/>
          <p:nvPr/>
        </p:nvSpPr>
        <p:spPr>
          <a:xfrm>
            <a:off x="7591425" y="7578150"/>
            <a:ext cx="29910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7" name="Google Shape;177;p11"/>
          <p:cNvPicPr preferRelativeResize="0"/>
          <p:nvPr/>
        </p:nvPicPr>
        <p:blipFill rotWithShape="1">
          <a:blip r:embed="rId4">
            <a:alphaModFix/>
          </a:blip>
          <a:srcRect b="0" l="0" r="0" t="0"/>
          <a:stretch/>
        </p:blipFill>
        <p:spPr>
          <a:xfrm>
            <a:off x="8837674" y="7861850"/>
            <a:ext cx="1231550" cy="1421299"/>
          </a:xfrm>
          <a:prstGeom prst="rect">
            <a:avLst/>
          </a:prstGeom>
          <a:noFill/>
          <a:ln>
            <a:noFill/>
          </a:ln>
        </p:spPr>
      </p:pic>
      <p:sp>
        <p:nvSpPr>
          <p:cNvPr id="178" name="Google Shape;178;p11"/>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1"/>
          <p:cNvSpPr txBox="1"/>
          <p:nvPr/>
        </p:nvSpPr>
        <p:spPr>
          <a:xfrm>
            <a:off x="1066800" y="15774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11"/>
          <p:cNvSpPr txBox="1"/>
          <p:nvPr/>
        </p:nvSpPr>
        <p:spPr>
          <a:xfrm>
            <a:off x="914400" y="1359687"/>
            <a:ext cx="60198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vi-VN" sz="1400" u="none" cap="none" strike="noStrike">
                <a:solidFill>
                  <a:srgbClr val="002060"/>
                </a:solidFill>
                <a:latin typeface="Arial"/>
                <a:ea typeface="Arial"/>
                <a:cs typeface="Arial"/>
                <a:sym typeface="Arial"/>
              </a:rPr>
              <a:t>Điều khiển tốc độ không sử dụng cảm biến vị trí</a:t>
            </a:r>
            <a:endParaRPr b="1" i="0" sz="1400" u="none" cap="none" strike="noStrike">
              <a:solidFill>
                <a:srgbClr val="002060"/>
              </a:solidFill>
              <a:latin typeface="Arial"/>
              <a:ea typeface="Arial"/>
              <a:cs typeface="Arial"/>
              <a:sym typeface="Arial"/>
            </a:endParaRPr>
          </a:p>
        </p:txBody>
      </p:sp>
      <p:sp>
        <p:nvSpPr>
          <p:cNvPr id="181" name="Google Shape;181;p11"/>
          <p:cNvSpPr txBox="1"/>
          <p:nvPr/>
        </p:nvSpPr>
        <p:spPr>
          <a:xfrm>
            <a:off x="552450" y="361950"/>
            <a:ext cx="8039100" cy="89693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vi-VN" sz="2800" u="none" cap="none" strike="noStrike">
                <a:solidFill>
                  <a:srgbClr val="908269"/>
                </a:solidFill>
                <a:latin typeface="Livvic"/>
                <a:ea typeface="Livvic"/>
                <a:cs typeface="Livvic"/>
                <a:sym typeface="Livvic"/>
              </a:rPr>
              <a:t>02 Cấu tạo và nguyên lý hoạt động của BLDC</a:t>
            </a:r>
            <a:endParaRPr/>
          </a:p>
        </p:txBody>
      </p:sp>
      <p:sp>
        <p:nvSpPr>
          <p:cNvPr id="182" name="Google Shape;182;p11"/>
          <p:cNvSpPr txBox="1"/>
          <p:nvPr/>
        </p:nvSpPr>
        <p:spPr>
          <a:xfrm>
            <a:off x="590550" y="1678256"/>
            <a:ext cx="462915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 Sensorless BLDC Motor Control là phương pháp sử dụng từ thông roto để điều khiển các khóa đóng cắt thay cho các cảm biến Hall.</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Cơ sở chính của điều khiển không cảm biến là dựa vào thời điểm qua zero của sức điện động cảm ứng trên các pha của động cơ. </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Phương pháp này áp dụng với động cơ một chiều không chổi than có điện áp hình thang.</a:t>
            </a:r>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a:t>
            </a:r>
            <a:endParaRPr/>
          </a:p>
        </p:txBody>
      </p:sp>
      <p:pic>
        <p:nvPicPr>
          <p:cNvPr descr="Điều khiển tốc độ BLDC motor không sử dụng cảm biến" id="183" name="Google Shape;183;p11"/>
          <p:cNvPicPr preferRelativeResize="0"/>
          <p:nvPr/>
        </p:nvPicPr>
        <p:blipFill rotWithShape="1">
          <a:blip r:embed="rId5">
            <a:alphaModFix/>
          </a:blip>
          <a:srcRect b="0" l="0" r="0" t="0"/>
          <a:stretch/>
        </p:blipFill>
        <p:spPr>
          <a:xfrm>
            <a:off x="5181600" y="1184674"/>
            <a:ext cx="3886200" cy="2291862"/>
          </a:xfrm>
          <a:prstGeom prst="rect">
            <a:avLst/>
          </a:prstGeom>
          <a:noFill/>
          <a:ln>
            <a:noFill/>
          </a:ln>
        </p:spPr>
      </p:pic>
      <p:sp>
        <p:nvSpPr>
          <p:cNvPr id="184" name="Google Shape;184;p11"/>
          <p:cNvSpPr txBox="1"/>
          <p:nvPr/>
        </p:nvSpPr>
        <p:spPr>
          <a:xfrm>
            <a:off x="590550" y="3622300"/>
            <a:ext cx="462915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 Xác định vị trí roto dựa vào sức điện động của động cơ, phương pháp này đơn giản, dễ thực hiện và giá thành rẻ.</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vi-VN" sz="1200" u="none" cap="none" strike="noStrike">
                <a:solidFill>
                  <a:srgbClr val="000000"/>
                </a:solidFill>
                <a:latin typeface="Arial"/>
                <a:ea typeface="Arial"/>
                <a:cs typeface="Arial"/>
                <a:sym typeface="Arial"/>
              </a:rPr>
              <a:t>+ Ước lượng vị trí dùng các thông số động cơ, các giá trị điện áp và dòng điện trên động cơ. Phương pháp này tính toán phức tạp, khó điều khiển, giá thành lại cao.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pic>
        <p:nvPicPr>
          <p:cNvPr id="189" name="Google Shape;189;p12"/>
          <p:cNvPicPr preferRelativeResize="0"/>
          <p:nvPr/>
        </p:nvPicPr>
        <p:blipFill rotWithShape="1">
          <a:blip r:embed="rId3">
            <a:alphaModFix/>
          </a:blip>
          <a:srcRect b="0" l="23860" r="23860" t="18399"/>
          <a:stretch/>
        </p:blipFill>
        <p:spPr>
          <a:xfrm>
            <a:off x="1421598" y="853400"/>
            <a:ext cx="3916204" cy="3436699"/>
          </a:xfrm>
          <a:prstGeom prst="rect">
            <a:avLst/>
          </a:prstGeom>
          <a:noFill/>
          <a:ln>
            <a:noFill/>
          </a:ln>
        </p:spPr>
      </p:pic>
      <p:pic>
        <p:nvPicPr>
          <p:cNvPr id="190" name="Google Shape;190;p12"/>
          <p:cNvPicPr preferRelativeResize="0"/>
          <p:nvPr/>
        </p:nvPicPr>
        <p:blipFill rotWithShape="1">
          <a:blip r:embed="rId4">
            <a:alphaModFix/>
          </a:blip>
          <a:srcRect b="0" l="25616" r="25616" t="0"/>
          <a:stretch/>
        </p:blipFill>
        <p:spPr>
          <a:xfrm>
            <a:off x="8153400" y="6000750"/>
            <a:ext cx="3762373" cy="5143500"/>
          </a:xfrm>
          <a:prstGeom prst="rect">
            <a:avLst/>
          </a:prstGeom>
          <a:noFill/>
          <a:ln>
            <a:noFill/>
          </a:ln>
        </p:spPr>
      </p:pic>
      <p:sp>
        <p:nvSpPr>
          <p:cNvPr id="191" name="Google Shape;191;p12"/>
          <p:cNvSpPr/>
          <p:nvPr/>
        </p:nvSpPr>
        <p:spPr>
          <a:xfrm>
            <a:off x="7591425" y="7578150"/>
            <a:ext cx="29910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2"/>
          <p:cNvSpPr txBox="1"/>
          <p:nvPr>
            <p:ph idx="4294967295" type="title"/>
          </p:nvPr>
        </p:nvSpPr>
        <p:spPr>
          <a:xfrm>
            <a:off x="190500" y="557480"/>
            <a:ext cx="8763000" cy="4594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vi-VN" sz="2800">
                <a:solidFill>
                  <a:srgbClr val="908269"/>
                </a:solidFill>
              </a:rPr>
              <a:t>03 Ứng dụng trong khối Robot thăng bằng (Cubli)</a:t>
            </a:r>
            <a:br>
              <a:rPr lang="vi-VN" sz="2800">
                <a:solidFill>
                  <a:srgbClr val="908269"/>
                </a:solidFill>
              </a:rPr>
            </a:br>
            <a:endParaRPr sz="2800">
              <a:solidFill>
                <a:srgbClr val="908269"/>
              </a:solidFill>
            </a:endParaRPr>
          </a:p>
        </p:txBody>
      </p:sp>
      <p:pic>
        <p:nvPicPr>
          <p:cNvPr id="193" name="Google Shape;193;p12"/>
          <p:cNvPicPr preferRelativeResize="0"/>
          <p:nvPr/>
        </p:nvPicPr>
        <p:blipFill rotWithShape="1">
          <a:blip r:embed="rId5">
            <a:alphaModFix/>
          </a:blip>
          <a:srcRect b="0" l="0" r="0" t="0"/>
          <a:stretch/>
        </p:blipFill>
        <p:spPr>
          <a:xfrm>
            <a:off x="8837674" y="7861850"/>
            <a:ext cx="1231550" cy="1421299"/>
          </a:xfrm>
          <a:prstGeom prst="rect">
            <a:avLst/>
          </a:prstGeom>
          <a:noFill/>
          <a:ln>
            <a:noFill/>
          </a:ln>
        </p:spPr>
      </p:pic>
      <p:sp>
        <p:nvSpPr>
          <p:cNvPr id="194" name="Google Shape;194;p12"/>
          <p:cNvSpPr/>
          <p:nvPr/>
        </p:nvSpPr>
        <p:spPr>
          <a:xfrm>
            <a:off x="0" y="1577400"/>
            <a:ext cx="3621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2"/>
          <p:cNvSpPr txBox="1"/>
          <p:nvPr/>
        </p:nvSpPr>
        <p:spPr>
          <a:xfrm>
            <a:off x="395438" y="2402473"/>
            <a:ext cx="95726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vi-VN" sz="1600" u="none" cap="none" strike="noStrike">
                <a:solidFill>
                  <a:srgbClr val="000000"/>
                </a:solidFill>
                <a:latin typeface="Arial"/>
                <a:ea typeface="Arial"/>
                <a:cs typeface="Arial"/>
                <a:sym typeface="Arial"/>
              </a:rPr>
              <a:t>Mô hình </a:t>
            </a:r>
            <a:endParaRPr b="0" i="1" sz="1600" u="none" cap="none" strike="noStrike">
              <a:solidFill>
                <a:srgbClr val="000000"/>
              </a:solidFill>
              <a:latin typeface="Arial"/>
              <a:ea typeface="Arial"/>
              <a:cs typeface="Arial"/>
              <a:sym typeface="Arial"/>
            </a:endParaRPr>
          </a:p>
        </p:txBody>
      </p:sp>
      <p:pic>
        <p:nvPicPr>
          <p:cNvPr descr="No description available." id="196" name="Google Shape;196;p12"/>
          <p:cNvPicPr preferRelativeResize="0"/>
          <p:nvPr/>
        </p:nvPicPr>
        <p:blipFill rotWithShape="1">
          <a:blip r:embed="rId6">
            <a:alphaModFix/>
          </a:blip>
          <a:srcRect b="0" l="0" r="0" t="0"/>
          <a:stretch/>
        </p:blipFill>
        <p:spPr>
          <a:xfrm>
            <a:off x="5265216" y="801635"/>
            <a:ext cx="2649957" cy="2649957"/>
          </a:xfrm>
          <a:prstGeom prst="rect">
            <a:avLst/>
          </a:prstGeom>
          <a:noFill/>
          <a:ln>
            <a:noFill/>
          </a:ln>
        </p:spPr>
      </p:pic>
      <p:pic>
        <p:nvPicPr>
          <p:cNvPr descr="No description available." id="197" name="Google Shape;197;p12"/>
          <p:cNvPicPr preferRelativeResize="0"/>
          <p:nvPr/>
        </p:nvPicPr>
        <p:blipFill rotWithShape="1">
          <a:blip r:embed="rId7">
            <a:alphaModFix/>
          </a:blip>
          <a:srcRect b="0" l="0" r="0" t="0"/>
          <a:stretch/>
        </p:blipFill>
        <p:spPr>
          <a:xfrm>
            <a:off x="7232314" y="2278050"/>
            <a:ext cx="1842172" cy="2405988"/>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pic>
        <p:nvPicPr>
          <p:cNvPr id="202" name="Google Shape;202;p13"/>
          <p:cNvPicPr preferRelativeResize="0"/>
          <p:nvPr/>
        </p:nvPicPr>
        <p:blipFill rotWithShape="1">
          <a:blip r:embed="rId3">
            <a:alphaModFix/>
          </a:blip>
          <a:srcRect b="0" l="25616" r="25616" t="0"/>
          <a:stretch/>
        </p:blipFill>
        <p:spPr>
          <a:xfrm>
            <a:off x="8153400" y="6000750"/>
            <a:ext cx="3762373" cy="5143500"/>
          </a:xfrm>
          <a:prstGeom prst="rect">
            <a:avLst/>
          </a:prstGeom>
          <a:noFill/>
          <a:ln>
            <a:noFill/>
          </a:ln>
        </p:spPr>
      </p:pic>
      <p:sp>
        <p:nvSpPr>
          <p:cNvPr id="203" name="Google Shape;203;p13"/>
          <p:cNvSpPr/>
          <p:nvPr/>
        </p:nvSpPr>
        <p:spPr>
          <a:xfrm>
            <a:off x="7591425" y="7578150"/>
            <a:ext cx="29910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13"/>
          <p:cNvPicPr preferRelativeResize="0"/>
          <p:nvPr/>
        </p:nvPicPr>
        <p:blipFill rotWithShape="1">
          <a:blip r:embed="rId4">
            <a:alphaModFix/>
          </a:blip>
          <a:srcRect b="0" l="0" r="0" t="0"/>
          <a:stretch/>
        </p:blipFill>
        <p:spPr>
          <a:xfrm>
            <a:off x="8837674" y="7861850"/>
            <a:ext cx="1231550" cy="1421299"/>
          </a:xfrm>
          <a:prstGeom prst="rect">
            <a:avLst/>
          </a:prstGeom>
          <a:noFill/>
          <a:ln>
            <a:noFill/>
          </a:ln>
        </p:spPr>
      </p:pic>
      <p:sp>
        <p:nvSpPr>
          <p:cNvPr id="205" name="Google Shape;205;p13"/>
          <p:cNvSpPr/>
          <p:nvPr/>
        </p:nvSpPr>
        <p:spPr>
          <a:xfrm>
            <a:off x="13252" y="1016942"/>
            <a:ext cx="52425" cy="3217862"/>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No description available." id="206" name="Google Shape;206;p13"/>
          <p:cNvPicPr preferRelativeResize="0"/>
          <p:nvPr/>
        </p:nvPicPr>
        <p:blipFill rotWithShape="1">
          <a:blip r:embed="rId5">
            <a:alphaModFix/>
          </a:blip>
          <a:srcRect b="8071" l="21735" r="3868" t="19567"/>
          <a:stretch/>
        </p:blipFill>
        <p:spPr>
          <a:xfrm>
            <a:off x="879349" y="590550"/>
            <a:ext cx="8165011" cy="44651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pic>
        <p:nvPicPr>
          <p:cNvPr id="211" name="Google Shape;211;p14"/>
          <p:cNvPicPr preferRelativeResize="0"/>
          <p:nvPr/>
        </p:nvPicPr>
        <p:blipFill rotWithShape="1">
          <a:blip r:embed="rId3">
            <a:alphaModFix/>
          </a:blip>
          <a:srcRect b="0" l="25616" r="25616" t="0"/>
          <a:stretch/>
        </p:blipFill>
        <p:spPr>
          <a:xfrm>
            <a:off x="8153400" y="6000750"/>
            <a:ext cx="3762373" cy="5143500"/>
          </a:xfrm>
          <a:prstGeom prst="rect">
            <a:avLst/>
          </a:prstGeom>
          <a:noFill/>
          <a:ln>
            <a:noFill/>
          </a:ln>
        </p:spPr>
      </p:pic>
      <p:sp>
        <p:nvSpPr>
          <p:cNvPr id="212" name="Google Shape;212;p14"/>
          <p:cNvSpPr/>
          <p:nvPr/>
        </p:nvSpPr>
        <p:spPr>
          <a:xfrm>
            <a:off x="7591425" y="7578150"/>
            <a:ext cx="29910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14"/>
          <p:cNvPicPr preferRelativeResize="0"/>
          <p:nvPr/>
        </p:nvPicPr>
        <p:blipFill rotWithShape="1">
          <a:blip r:embed="rId4">
            <a:alphaModFix/>
          </a:blip>
          <a:srcRect b="0" l="0" r="0" t="0"/>
          <a:stretch/>
        </p:blipFill>
        <p:spPr>
          <a:xfrm>
            <a:off x="8837674" y="7861850"/>
            <a:ext cx="1231550" cy="1421299"/>
          </a:xfrm>
          <a:prstGeom prst="rect">
            <a:avLst/>
          </a:prstGeom>
          <a:noFill/>
          <a:ln>
            <a:noFill/>
          </a:ln>
        </p:spPr>
      </p:pic>
      <p:sp>
        <p:nvSpPr>
          <p:cNvPr id="214" name="Google Shape;214;p14"/>
          <p:cNvSpPr/>
          <p:nvPr/>
        </p:nvSpPr>
        <p:spPr>
          <a:xfrm>
            <a:off x="13252" y="1016942"/>
            <a:ext cx="52425" cy="3217862"/>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No description available." id="215" name="Google Shape;215;p14"/>
          <p:cNvPicPr preferRelativeResize="0"/>
          <p:nvPr/>
        </p:nvPicPr>
        <p:blipFill rotWithShape="1">
          <a:blip r:embed="rId5">
            <a:alphaModFix/>
          </a:blip>
          <a:srcRect b="0" l="0" r="0" t="0"/>
          <a:stretch/>
        </p:blipFill>
        <p:spPr>
          <a:xfrm>
            <a:off x="712630" y="500688"/>
            <a:ext cx="7718741" cy="41421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9" name="Shape 219"/>
        <p:cNvGrpSpPr/>
        <p:nvPr/>
      </p:nvGrpSpPr>
      <p:grpSpPr>
        <a:xfrm>
          <a:off x="0" y="0"/>
          <a:ext cx="0" cy="0"/>
          <a:chOff x="0" y="0"/>
          <a:chExt cx="0" cy="0"/>
        </a:xfrm>
      </p:grpSpPr>
      <p:sp>
        <p:nvSpPr>
          <p:cNvPr id="220" name="Google Shape;220;p15"/>
          <p:cNvSpPr/>
          <p:nvPr/>
        </p:nvSpPr>
        <p:spPr>
          <a:xfrm flipH="1" rot="5400000">
            <a:off x="2000250" y="-2000250"/>
            <a:ext cx="5143501" cy="9144002"/>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1" name="Google Shape;221;p15"/>
          <p:cNvPicPr preferRelativeResize="0"/>
          <p:nvPr/>
        </p:nvPicPr>
        <p:blipFill rotWithShape="1">
          <a:blip r:embed="rId3">
            <a:alphaModFix/>
          </a:blip>
          <a:srcRect b="0" l="25616" r="25616" t="0"/>
          <a:stretch/>
        </p:blipFill>
        <p:spPr>
          <a:xfrm>
            <a:off x="8153400" y="6000750"/>
            <a:ext cx="3762373" cy="5143500"/>
          </a:xfrm>
          <a:prstGeom prst="rect">
            <a:avLst/>
          </a:prstGeom>
          <a:noFill/>
          <a:ln>
            <a:noFill/>
          </a:ln>
        </p:spPr>
      </p:pic>
      <p:sp>
        <p:nvSpPr>
          <p:cNvPr id="222" name="Google Shape;222;p15"/>
          <p:cNvSpPr/>
          <p:nvPr/>
        </p:nvSpPr>
        <p:spPr>
          <a:xfrm>
            <a:off x="7591425" y="7578150"/>
            <a:ext cx="2991000" cy="1988700"/>
          </a:xfrm>
          <a:prstGeom prst="rect">
            <a:avLst/>
          </a:prstGeom>
          <a:solidFill>
            <a:srgbClr val="CFC3AC">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5"/>
          <p:cNvSpPr txBox="1"/>
          <p:nvPr>
            <p:ph idx="4294967295" type="title"/>
          </p:nvPr>
        </p:nvSpPr>
        <p:spPr>
          <a:xfrm>
            <a:off x="1490663" y="2123281"/>
            <a:ext cx="6162675" cy="89693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vi-VN" sz="4000">
                <a:solidFill>
                  <a:srgbClr val="C00000"/>
                </a:solidFill>
              </a:rPr>
              <a:t>Thank you for listening!</a:t>
            </a:r>
            <a:endParaRPr/>
          </a:p>
        </p:txBody>
      </p:sp>
      <p:pic>
        <p:nvPicPr>
          <p:cNvPr id="224" name="Google Shape;224;p15"/>
          <p:cNvPicPr preferRelativeResize="0"/>
          <p:nvPr/>
        </p:nvPicPr>
        <p:blipFill rotWithShape="1">
          <a:blip r:embed="rId4">
            <a:alphaModFix/>
          </a:blip>
          <a:srcRect b="0" l="0" r="0" t="0"/>
          <a:stretch/>
        </p:blipFill>
        <p:spPr>
          <a:xfrm>
            <a:off x="8837674" y="7861850"/>
            <a:ext cx="1231550" cy="14212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ngineering Project Proposal by Slidesgo">
  <a:themeElements>
    <a:clrScheme name="Simple Light">
      <a:dk1>
        <a:srgbClr val="434343"/>
      </a:dk1>
      <a:lt1>
        <a:srgbClr val="FFFFFF"/>
      </a:lt1>
      <a:dk2>
        <a:srgbClr val="595959"/>
      </a:dk2>
      <a:lt2>
        <a:srgbClr val="EEEEEE"/>
      </a:lt2>
      <a:accent1>
        <a:srgbClr val="908269"/>
      </a:accent1>
      <a:accent2>
        <a:srgbClr val="212121"/>
      </a:accent2>
      <a:accent3>
        <a:srgbClr val="CFC3AC"/>
      </a:accent3>
      <a:accent4>
        <a:srgbClr val="976E26"/>
      </a:accent4>
      <a:accent5>
        <a:srgbClr val="927D59"/>
      </a:accent5>
      <a:accent6>
        <a:srgbClr val="584F3E"/>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OnekgSugar</dc:creator>
</cp:coreProperties>
</file>