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3.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4.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5.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6.xml" ContentType="application/vnd.openxmlformats-officedocument.theme+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7.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theme/themeOverride2.xml" ContentType="application/vnd.openxmlformats-officedocument.themeOverr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1" r:id="rId3"/>
    <p:sldMasterId id="2147483707" r:id="rId4"/>
    <p:sldMasterId id="2147483740" r:id="rId5"/>
    <p:sldMasterId id="2147483748" r:id="rId6"/>
    <p:sldMasterId id="2147483757" r:id="rId7"/>
    <p:sldMasterId id="2147483776" r:id="rId8"/>
  </p:sldMasterIdLst>
  <p:notesMasterIdLst>
    <p:notesMasterId r:id="rId50"/>
  </p:notesMasterIdLst>
  <p:sldIdLst>
    <p:sldId id="258" r:id="rId9"/>
    <p:sldId id="273" r:id="rId10"/>
    <p:sldId id="268" r:id="rId11"/>
    <p:sldId id="269" r:id="rId12"/>
    <p:sldId id="270" r:id="rId13"/>
    <p:sldId id="271" r:id="rId14"/>
    <p:sldId id="2071" r:id="rId15"/>
    <p:sldId id="274" r:id="rId16"/>
    <p:sldId id="281" r:id="rId17"/>
    <p:sldId id="282" r:id="rId18"/>
    <p:sldId id="265" r:id="rId19"/>
    <p:sldId id="264" r:id="rId20"/>
    <p:sldId id="275" r:id="rId21"/>
    <p:sldId id="276" r:id="rId22"/>
    <p:sldId id="277" r:id="rId23"/>
    <p:sldId id="2070" r:id="rId24"/>
    <p:sldId id="1994" r:id="rId25"/>
    <p:sldId id="1007" r:id="rId26"/>
    <p:sldId id="2073" r:id="rId27"/>
    <p:sldId id="2074" r:id="rId28"/>
    <p:sldId id="2075" r:id="rId29"/>
    <p:sldId id="2076" r:id="rId30"/>
    <p:sldId id="2077" r:id="rId31"/>
    <p:sldId id="2078" r:id="rId32"/>
    <p:sldId id="2083" r:id="rId33"/>
    <p:sldId id="2085" r:id="rId34"/>
    <p:sldId id="1036" r:id="rId35"/>
    <p:sldId id="2081" r:id="rId36"/>
    <p:sldId id="2086" r:id="rId37"/>
    <p:sldId id="2087" r:id="rId38"/>
    <p:sldId id="2079" r:id="rId39"/>
    <p:sldId id="2080" r:id="rId40"/>
    <p:sldId id="2060" r:id="rId41"/>
    <p:sldId id="2084" r:id="rId42"/>
    <p:sldId id="2082" r:id="rId43"/>
    <p:sldId id="1080" r:id="rId44"/>
    <p:sldId id="2072" r:id="rId45"/>
    <p:sldId id="986" r:id="rId46"/>
    <p:sldId id="988" r:id="rId47"/>
    <p:sldId id="1933" r:id="rId48"/>
    <p:sldId id="2088"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087ED"/>
    <a:srgbClr val="E9C9D5"/>
    <a:srgbClr val="E4E7EF"/>
    <a:srgbClr val="FEFEFE"/>
    <a:srgbClr val="EAECF2"/>
    <a:srgbClr val="EBEDF3"/>
    <a:srgbClr val="172144"/>
    <a:srgbClr val="4F4698"/>
    <a:srgbClr val="954ECA"/>
    <a:srgbClr val="3F2A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8" autoAdjust="0"/>
    <p:restoredTop sz="84078" autoAdjust="0"/>
  </p:normalViewPr>
  <p:slideViewPr>
    <p:cSldViewPr snapToGrid="0">
      <p:cViewPr>
        <p:scale>
          <a:sx n="50" d="100"/>
          <a:sy n="50" d="100"/>
        </p:scale>
        <p:origin x="1886" y="653"/>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9" d="100"/>
          <a:sy n="59" d="100"/>
        </p:scale>
        <p:origin x="279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notesMaster" Target="notesMasters/notesMaster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theme" Target="theme/theme1.xml"/><Relationship Id="rId5" Type="http://schemas.openxmlformats.org/officeDocument/2006/relationships/slideMaster" Target="slideMasters/slideMaster5.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8" Type="http://schemas.openxmlformats.org/officeDocument/2006/relationships/slideMaster" Target="slideMasters/slideMaster8.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4T16:31:06.891"/>
    </inkml:context>
    <inkml:brush xml:id="br0">
      <inkml:brushProperty name="width" value="0.1" units="cm"/>
      <inkml:brushProperty name="height" value="0.1" units="cm"/>
      <inkml:brushProperty name="color" value="#AE198D"/>
      <inkml:brushProperty name="inkEffects" value="galaxy"/>
      <inkml:brushProperty name="anchorX" value="-5807.82861"/>
      <inkml:brushProperty name="anchorY" value="-19568.66016"/>
      <inkml:brushProperty name="scaleFactor" value="0.5"/>
    </inkml:brush>
  </inkml:definitions>
  <inkml:trace contextRef="#ctx0" brushRef="#br0">0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4T16:33:37.380"/>
    </inkml:context>
    <inkml:brush xml:id="br0">
      <inkml:brushProperty name="width" value="0.1" units="cm"/>
      <inkml:brushProperty name="height" value="0.1" units="cm"/>
      <inkml:brushProperty name="color" value="#AE198D"/>
      <inkml:brushProperty name="inkEffects" value="galaxy"/>
      <inkml:brushProperty name="anchorX" value="-7077.82861"/>
      <inkml:brushProperty name="anchorY" value="-20838.66016"/>
      <inkml:brushProperty name="scaleFactor" value="0.5"/>
    </inkml:brush>
  </inkml:definitions>
  <inkml:trace contextRef="#ctx0" brushRef="#br0">1 1 24575,'0'0'0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4T16:33:37.908"/>
    </inkml:context>
    <inkml:brush xml:id="br0">
      <inkml:brushProperty name="width" value="0.1" units="cm"/>
      <inkml:brushProperty name="height" value="0.1" units="cm"/>
      <inkml:brushProperty name="color" value="#AE198D"/>
      <inkml:brushProperty name="inkEffects" value="galaxy"/>
      <inkml:brushProperty name="anchorX" value="-8347.8291"/>
      <inkml:brushProperty name="anchorY" value="-22108.66016"/>
      <inkml:brushProperty name="scaleFactor" value="0.5"/>
    </inkml:brush>
  </inkml:definitions>
  <inkml:trace contextRef="#ctx0" brushRef="#br0">0 1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4T16:33:39.838"/>
    </inkml:context>
    <inkml:brush xml:id="br0">
      <inkml:brushProperty name="width" value="0.1" units="cm"/>
      <inkml:brushProperty name="height" value="0.1" units="cm"/>
      <inkml:brushProperty name="color" value="#AE198D"/>
      <inkml:brushProperty name="inkEffects" value="galaxy"/>
      <inkml:brushProperty name="anchorX" value="-9617.8291"/>
      <inkml:brushProperty name="anchorY" value="-23378.66016"/>
      <inkml:brushProperty name="scaleFactor" value="0.5"/>
    </inkml:brush>
  </inkml:definitions>
  <inkml:trace contextRef="#ctx0" brushRef="#br0">1 1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04T16:33:40.359"/>
    </inkml:context>
    <inkml:brush xml:id="br0">
      <inkml:brushProperty name="width" value="0.1" units="cm"/>
      <inkml:brushProperty name="height" value="0.1" units="cm"/>
      <inkml:brushProperty name="color" value="#AE198D"/>
      <inkml:brushProperty name="inkEffects" value="galaxy"/>
      <inkml:brushProperty name="anchorX" value="-10887.8291"/>
      <inkml:brushProperty name="anchorY" value="-24648.66016"/>
      <inkml:brushProperty name="scaleFactor" value="0.5"/>
    </inkml:brush>
  </inkml:definitions>
  <inkml:trace contextRef="#ctx0" brushRef="#br0">1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7CDCAF-71BB-4A37-B771-9BA857231AE5}" type="datetimeFigureOut">
              <a:rPr lang="en-US" smtClean="0"/>
              <a:t>12/5/2022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1F5AA3-3AAE-4FB2-884F-EA4E2A0184C5}" type="slidenum">
              <a:rPr lang="en-US" smtClean="0"/>
              <a:t>‹#›</a:t>
            </a:fld>
            <a:endParaRPr lang="en-US"/>
          </a:p>
        </p:txBody>
      </p:sp>
    </p:spTree>
    <p:extLst>
      <p:ext uri="{BB962C8B-B14F-4D97-AF65-F5344CB8AC3E}">
        <p14:creationId xmlns:p14="http://schemas.microsoft.com/office/powerpoint/2010/main" val="4104214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Robot khối lập phương tự thăng bằng được thực hiện phỏng theo Cubli – một mô hình con lắc ngược trong không gian ba chiều – được tạo ra lần đầu tiên bởi Michael Muehlebach và Raffaello D’Andrea. Robot hoạt động bằng cách xoay bánh xe quán tính để tạo ra mômen lực giữ nó cân bằng từ trạng thái không ổn định trước đó. Khối đo được không gian xung quanh, nhận biết vị trí của nó, liên tục tính toán để tăng hoặc giảm vận tốc góc của các bánh xe để tạo ra một lực quán tính tổng hợp đủ để triệt tiêu trọng lực và các lực khác tác động lên nó, từ đó khối lập phương có thể bật lên đứng trên một đỉnh và tự thăng bằng tại vị trí đó. </a:t>
            </a:r>
            <a:endParaRPr lang="en-US" dirty="0"/>
          </a:p>
        </p:txBody>
      </p:sp>
      <p:sp>
        <p:nvSpPr>
          <p:cNvPr id="4" name="Slide Number Placeholder 3"/>
          <p:cNvSpPr>
            <a:spLocks noGrp="1"/>
          </p:cNvSpPr>
          <p:nvPr>
            <p:ph type="sldNum" sz="quarter" idx="5"/>
          </p:nvPr>
        </p:nvSpPr>
        <p:spPr/>
        <p:txBody>
          <a:bodyPr/>
          <a:lstStyle/>
          <a:p>
            <a:fld id="{0D1F5AA3-3AAE-4FB2-884F-EA4E2A0184C5}" type="slidenum">
              <a:rPr lang="en-US" smtClean="0"/>
              <a:t>8</a:t>
            </a:fld>
            <a:endParaRPr lang="en-US"/>
          </a:p>
        </p:txBody>
      </p:sp>
    </p:spTree>
    <p:extLst>
      <p:ext uri="{BB962C8B-B14F-4D97-AF65-F5344CB8AC3E}">
        <p14:creationId xmlns:p14="http://schemas.microsoft.com/office/powerpoint/2010/main" val="3209277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Nguyên lý hoạt động của khối robot này dựa trên nguyên lý hoạt động của con quay hồi chuyển. Nghe có vẻ xa lạ nhưng thực tế nó tồn tại phổ biến trong cuộc sống hàng ngày của ta. Nó giống như thể bạn đi xe đạp, khi bạn ngồi lên, điều chỉnh khối lượng cơ thể sao cho đúng trọng tâm, tác dụng lực đạp xe chạy thì xe sẽ đi mà không đổ, nhưng nếu để không không có lực tác dụng, bạn thả tay thì xe sẽ đổ. </a:t>
            </a:r>
          </a:p>
          <a:p>
            <a:endParaRPr lang="vi-VN" dirty="0"/>
          </a:p>
          <a:p>
            <a:r>
              <a:rPr lang="vi-VN" dirty="0"/>
              <a:t>Một cách dễ hiểu, khối robot của nhóm mình giống như một chiếc xe đạp một bánh, bạn phải tác dụng lực xoay nó thì nó đi mà không đổ, nhưng, trong th này, ta cố định trục bánh lại trên một mặt của khối, lực tác dụng vào để xe di chuyển một đoạn trên mặt đất kia giờ chuyển thành mômen xoắn, và theo nguyên lý bảo toàn mômen động lượng thì vật có xu hướng chuyển động chống lại trọng lực để xe không đổ. Tương tự với khối robot, khi bánh đà xoay tạo ra mômen lực tổng hợp ngược chiều với trọng lực và có độ lớn bằng trọng lực thì khối sẽ cân bằng.</a:t>
            </a:r>
            <a:endParaRPr lang="en-US" dirty="0"/>
          </a:p>
        </p:txBody>
      </p:sp>
      <p:sp>
        <p:nvSpPr>
          <p:cNvPr id="4" name="Slide Number Placeholder 3"/>
          <p:cNvSpPr>
            <a:spLocks noGrp="1"/>
          </p:cNvSpPr>
          <p:nvPr>
            <p:ph type="sldNum" sz="quarter" idx="5"/>
          </p:nvPr>
        </p:nvSpPr>
        <p:spPr/>
        <p:txBody>
          <a:bodyPr/>
          <a:lstStyle/>
          <a:p>
            <a:fld id="{0D1F5AA3-3AAE-4FB2-884F-EA4E2A0184C5}" type="slidenum">
              <a:rPr lang="en-US" smtClean="0"/>
              <a:t>9</a:t>
            </a:fld>
            <a:endParaRPr lang="en-US"/>
          </a:p>
        </p:txBody>
      </p:sp>
    </p:spTree>
    <p:extLst>
      <p:ext uri="{BB962C8B-B14F-4D97-AF65-F5344CB8AC3E}">
        <p14:creationId xmlns:p14="http://schemas.microsoft.com/office/powerpoint/2010/main" val="369856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1F5AA3-3AAE-4FB2-884F-EA4E2A0184C5}" type="slidenum">
              <a:rPr lang="en-US" smtClean="0"/>
              <a:t>14</a:t>
            </a:fld>
            <a:endParaRPr lang="en-US"/>
          </a:p>
        </p:txBody>
      </p:sp>
    </p:spTree>
    <p:extLst>
      <p:ext uri="{BB962C8B-B14F-4D97-AF65-F5344CB8AC3E}">
        <p14:creationId xmlns:p14="http://schemas.microsoft.com/office/powerpoint/2010/main" val="211649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1F5AA3-3AAE-4FB2-884F-EA4E2A0184C5}" type="slidenum">
              <a:rPr lang="en-US" smtClean="0"/>
              <a:t>18</a:t>
            </a:fld>
            <a:endParaRPr lang="en-US"/>
          </a:p>
        </p:txBody>
      </p:sp>
    </p:spTree>
    <p:extLst>
      <p:ext uri="{BB962C8B-B14F-4D97-AF65-F5344CB8AC3E}">
        <p14:creationId xmlns:p14="http://schemas.microsoft.com/office/powerpoint/2010/main" val="2165455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Có một chút sự khác biệt nhỏ </a:t>
            </a:r>
            <a:endParaRPr lang="en-US" dirty="0"/>
          </a:p>
        </p:txBody>
      </p:sp>
      <p:sp>
        <p:nvSpPr>
          <p:cNvPr id="4" name="Slide Number Placeholder 3"/>
          <p:cNvSpPr>
            <a:spLocks noGrp="1"/>
          </p:cNvSpPr>
          <p:nvPr>
            <p:ph type="sldNum" sz="quarter" idx="5"/>
          </p:nvPr>
        </p:nvSpPr>
        <p:spPr/>
        <p:txBody>
          <a:bodyPr/>
          <a:lstStyle/>
          <a:p>
            <a:fld id="{0D1F5AA3-3AAE-4FB2-884F-EA4E2A0184C5}" type="slidenum">
              <a:rPr lang="en-US" smtClean="0"/>
              <a:t>19</a:t>
            </a:fld>
            <a:endParaRPr lang="en-US"/>
          </a:p>
        </p:txBody>
      </p:sp>
    </p:spTree>
    <p:extLst>
      <p:ext uri="{BB962C8B-B14F-4D97-AF65-F5344CB8AC3E}">
        <p14:creationId xmlns:p14="http://schemas.microsoft.com/office/powerpoint/2010/main" val="1581269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Giá cố đình động cơ là phần phải in lại, hình dưới là giá cũ và hình trên là giá mới</a:t>
            </a:r>
          </a:p>
          <a:p>
            <a:endParaRPr lang="en-US" dirty="0"/>
          </a:p>
        </p:txBody>
      </p:sp>
      <p:sp>
        <p:nvSpPr>
          <p:cNvPr id="4" name="Slide Number Placeholder 3"/>
          <p:cNvSpPr>
            <a:spLocks noGrp="1"/>
          </p:cNvSpPr>
          <p:nvPr>
            <p:ph type="sldNum" sz="quarter" idx="5"/>
          </p:nvPr>
        </p:nvSpPr>
        <p:spPr/>
        <p:txBody>
          <a:bodyPr/>
          <a:lstStyle/>
          <a:p>
            <a:fld id="{0D1F5AA3-3AAE-4FB2-884F-EA4E2A0184C5}" type="slidenum">
              <a:rPr lang="en-US" smtClean="0"/>
              <a:t>20</a:t>
            </a:fld>
            <a:endParaRPr lang="en-US"/>
          </a:p>
        </p:txBody>
      </p:sp>
    </p:spTree>
    <p:extLst>
      <p:ext uri="{BB962C8B-B14F-4D97-AF65-F5344CB8AC3E}">
        <p14:creationId xmlns:p14="http://schemas.microsoft.com/office/powerpoint/2010/main" val="2327735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Giá cố </a:t>
            </a:r>
            <a:endParaRPr lang="en-US" dirty="0"/>
          </a:p>
        </p:txBody>
      </p:sp>
      <p:sp>
        <p:nvSpPr>
          <p:cNvPr id="4" name="Slide Number Placeholder 3"/>
          <p:cNvSpPr>
            <a:spLocks noGrp="1"/>
          </p:cNvSpPr>
          <p:nvPr>
            <p:ph type="sldNum" sz="quarter" idx="5"/>
          </p:nvPr>
        </p:nvSpPr>
        <p:spPr/>
        <p:txBody>
          <a:bodyPr/>
          <a:lstStyle/>
          <a:p>
            <a:fld id="{0D1F5AA3-3AAE-4FB2-884F-EA4E2A0184C5}" type="slidenum">
              <a:rPr lang="en-US" smtClean="0"/>
              <a:t>21</a:t>
            </a:fld>
            <a:endParaRPr lang="en-US"/>
          </a:p>
        </p:txBody>
      </p:sp>
    </p:spTree>
    <p:extLst>
      <p:ext uri="{BB962C8B-B14F-4D97-AF65-F5344CB8AC3E}">
        <p14:creationId xmlns:p14="http://schemas.microsoft.com/office/powerpoint/2010/main" val="576887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1F5AA3-3AAE-4FB2-884F-EA4E2A0184C5}" type="slidenum">
              <a:rPr lang="en-US" smtClean="0"/>
              <a:t>22</a:t>
            </a:fld>
            <a:endParaRPr lang="en-US"/>
          </a:p>
        </p:txBody>
      </p:sp>
    </p:spTree>
    <p:extLst>
      <p:ext uri="{BB962C8B-B14F-4D97-AF65-F5344CB8AC3E}">
        <p14:creationId xmlns:p14="http://schemas.microsoft.com/office/powerpoint/2010/main" val="15898834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1F5AA3-3AAE-4FB2-884F-EA4E2A0184C5}" type="slidenum">
              <a:rPr lang="en-US" smtClean="0"/>
              <a:t>24</a:t>
            </a:fld>
            <a:endParaRPr lang="en-US"/>
          </a:p>
        </p:txBody>
      </p:sp>
    </p:spTree>
    <p:extLst>
      <p:ext uri="{BB962C8B-B14F-4D97-AF65-F5344CB8AC3E}">
        <p14:creationId xmlns:p14="http://schemas.microsoft.com/office/powerpoint/2010/main" val="1006733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Nguyên lý hoạt động của khối robot này dựa trên nguyên lý hoạt động của con quay hồi chuyển. Nghe có vẻ xa lạ nhưng thực tế nó tồn tại phổ biến trong cuộc sống hàng ngày của ta. Nó giống như thể bạn đi xe đạp, khi bạn ngồi lên, điều chỉnh khối lượng cơ thể sao cho đúng trọng tâm, tác dụng lực đạp xe chạy thì xe sẽ đi mà không đổ, nhưng nếu để không không có lực tác dụng, bạn thả tay thì xe sẽ đổ. </a:t>
            </a:r>
          </a:p>
          <a:p>
            <a:endParaRPr lang="vi-VN" dirty="0"/>
          </a:p>
          <a:p>
            <a:r>
              <a:rPr lang="vi-VN" dirty="0"/>
              <a:t>Một cách dễ hiểu, khối robot của nhóm mình giống như một chiếc xe đạp một bánh, bạn phải tác dụng lực xoay nó thì nó đi mà không đổ, nhưng, trong th này, ta cố định trục bánh lại trên một mặt của khối, lực tác dụng vào để xe di chuyển một đoạn trên mặt đất kia giờ chuyển thành mômen xoắn, và theo nguyên lý bảo toàn mômen động lượng thì vật có xu hướng chuyển động chống lại trọng lực để xe không đổ. Tương tự với khối robot, khi bánh đà xoay tạo ra mômen lực tổng hợp ngược chiều với trọng lực và có độ lớn bằng trọng lực thì khối sẽ cân bằng.</a:t>
            </a:r>
            <a:endParaRPr lang="en-US" dirty="0"/>
          </a:p>
        </p:txBody>
      </p:sp>
      <p:sp>
        <p:nvSpPr>
          <p:cNvPr id="4" name="Slide Number Placeholder 3"/>
          <p:cNvSpPr>
            <a:spLocks noGrp="1"/>
          </p:cNvSpPr>
          <p:nvPr>
            <p:ph type="sldNum" sz="quarter" idx="5"/>
          </p:nvPr>
        </p:nvSpPr>
        <p:spPr/>
        <p:txBody>
          <a:bodyPr/>
          <a:lstStyle/>
          <a:p>
            <a:fld id="{0D1F5AA3-3AAE-4FB2-884F-EA4E2A0184C5}" type="slidenum">
              <a:rPr lang="en-US" smtClean="0"/>
              <a:t>26</a:t>
            </a:fld>
            <a:endParaRPr lang="en-US"/>
          </a:p>
        </p:txBody>
      </p:sp>
    </p:spTree>
    <p:extLst>
      <p:ext uri="{BB962C8B-B14F-4D97-AF65-F5344CB8AC3E}">
        <p14:creationId xmlns:p14="http://schemas.microsoft.com/office/powerpoint/2010/main" val="12971448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219710" algn="just">
              <a:lnSpc>
                <a:spcPct val="150000"/>
              </a:lnSpc>
              <a:spcBef>
                <a:spcPts val="0"/>
              </a:spcBef>
              <a:spcAft>
                <a:spcPts val="0"/>
              </a:spcAft>
            </a:pPr>
            <a:r>
              <a:rPr lang="vi-V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MPU6050 l</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à một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Hệ</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thống</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động</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cơ</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điện</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vi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mô</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Micro Electro-mechanical system (MEMS),</a:t>
            </a:r>
            <a:r>
              <a:rPr lang="vi-V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ao</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gồm</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gia</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tốc</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kế</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trục</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con quay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hồi</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chuyển</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trục</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219710" algn="just">
              <a:lnSpc>
                <a:spcPct val="150000"/>
              </a:lnSpc>
              <a:spcBef>
                <a:spcPts val="0"/>
              </a:spcBef>
              <a:spcAft>
                <a:spcPts val="0"/>
              </a:spcAft>
            </a:pP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Cảm</a:t>
            </a:r>
            <a:r>
              <a:rPr lang="vi-V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biến MPU6050 đo góc và xác định vị trí của robot trong không gian theo các chiều X, Y, Z; từ đó xem xét xem robot ở gần vị trí cân bằng nào hơn thì điều khiển robot cân bằng xung quanh bị trí đó. Cảm biến đo vận tốc, gia tốc của robot phục vụ việc điều khiển động cơ và căn chỉnh chương trình. Giá trị của cảm biến đo được sẽ là giá trị đầu vào cho chương trình tính giá trị điều khiển của động cơ.</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219710" algn="just">
              <a:lnSpc>
                <a:spcPct val="150000"/>
              </a:lnSpc>
              <a:spcBef>
                <a:spcPts val="0"/>
              </a:spcBef>
              <a:spcAft>
                <a:spcPts val="0"/>
              </a:spcAft>
            </a:pPr>
            <a:r>
              <a:rPr lang="vi-VN" sz="1800" dirty="0">
                <a:effectLst/>
                <a:latin typeface="Times New Roman" panose="02020603050405020304" pitchFamily="18" charset="0"/>
                <a:ea typeface="Calibri" panose="020F0502020204030204" pitchFamily="34" charset="0"/>
                <a:cs typeface="Times New Roman" panose="02020603050405020304" pitchFamily="18" charset="0"/>
              </a:rPr>
              <a:t>Giúp đo vận tốc, định hướng, gia tốc, dịch chuyển và các chuyển động khác. Từ kết quả đo được Robot sẽ tăng giảm vận tốc quay và thay đổi chiều của các động cơ tương ứng, từ đó hoàn thành các bài toán điều khiển khối Robot đã đặt ra.</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0D1F5AA3-3AAE-4FB2-884F-EA4E2A0184C5}" type="slidenum">
              <a:rPr lang="en-US" smtClean="0"/>
              <a:t>31</a:t>
            </a:fld>
            <a:endParaRPr lang="en-US"/>
          </a:p>
        </p:txBody>
      </p:sp>
    </p:spTree>
    <p:extLst>
      <p:ext uri="{BB962C8B-B14F-4D97-AF65-F5344CB8AC3E}">
        <p14:creationId xmlns:p14="http://schemas.microsoft.com/office/powerpoint/2010/main" val="196779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3" Type="http://schemas.openxmlformats.org/officeDocument/2006/relationships/hyperlink" Target="https://www.linkedin.com/" TargetMode="External"/><Relationship Id="rId2" Type="http://schemas.openxmlformats.org/officeDocument/2006/relationships/hyperlink" Target="https://www.facebook.com/" TargetMode="External"/><Relationship Id="rId1" Type="http://schemas.openxmlformats.org/officeDocument/2006/relationships/slideMaster" Target="../slideMasters/slideMaster4.xml"/><Relationship Id="rId4" Type="http://schemas.openxmlformats.org/officeDocument/2006/relationships/hyperlink" Target="https://twitter.com/" TargetMode="External"/></Relationships>
</file>

<file path=ppt/slideLayouts/_rels/slideLayout73.xml.rels><?xml version="1.0" encoding="UTF-8" standalone="yes"?>
<Relationships xmlns="http://schemas.openxmlformats.org/package/2006/relationships"><Relationship Id="rId3" Type="http://schemas.openxmlformats.org/officeDocument/2006/relationships/hyperlink" Target="https://www.linkedin.com/" TargetMode="External"/><Relationship Id="rId2" Type="http://schemas.openxmlformats.org/officeDocument/2006/relationships/hyperlink" Target="https://www.facebook.com/" TargetMode="External"/><Relationship Id="rId1" Type="http://schemas.openxmlformats.org/officeDocument/2006/relationships/slideMaster" Target="../slideMasters/slideMaster4.xml"/><Relationship Id="rId4" Type="http://schemas.openxmlformats.org/officeDocument/2006/relationships/hyperlink" Target="https://twitter.com/" TargetMode="External"/></Relationships>
</file>

<file path=ppt/slideLayouts/_rels/slideLayout74.xml.rels><?xml version="1.0" encoding="UTF-8" standalone="yes"?>
<Relationships xmlns="http://schemas.openxmlformats.org/package/2006/relationships"><Relationship Id="rId3" Type="http://schemas.openxmlformats.org/officeDocument/2006/relationships/hyperlink" Target="https://www.linkedin.com/" TargetMode="External"/><Relationship Id="rId2" Type="http://schemas.openxmlformats.org/officeDocument/2006/relationships/hyperlink" Target="https://www.facebook.com/" TargetMode="External"/><Relationship Id="rId1" Type="http://schemas.openxmlformats.org/officeDocument/2006/relationships/slideMaster" Target="../slideMasters/slideMaster4.xml"/><Relationship Id="rId4" Type="http://schemas.openxmlformats.org/officeDocument/2006/relationships/hyperlink" Target="https://twitter.com/" TargetMode="External"/></Relationships>
</file>

<file path=ppt/slideLayouts/_rels/slideLayout75.xml.rels><?xml version="1.0" encoding="UTF-8" standalone="yes"?>
<Relationships xmlns="http://schemas.openxmlformats.org/package/2006/relationships"><Relationship Id="rId3" Type="http://schemas.openxmlformats.org/officeDocument/2006/relationships/hyperlink" Target="https://www.linkedin.com/" TargetMode="External"/><Relationship Id="rId2" Type="http://schemas.openxmlformats.org/officeDocument/2006/relationships/hyperlink" Target="https://www.facebook.com/" TargetMode="External"/><Relationship Id="rId1" Type="http://schemas.openxmlformats.org/officeDocument/2006/relationships/slideMaster" Target="../slideMasters/slideMaster4.xml"/><Relationship Id="rId4" Type="http://schemas.openxmlformats.org/officeDocument/2006/relationships/hyperlink" Target="https://twitter.com/" TargetMode="External"/></Relationships>
</file>

<file path=ppt/slideLayouts/_rels/slideLayout76.xml.rels><?xml version="1.0" encoding="UTF-8" standalone="yes"?>
<Relationships xmlns="http://schemas.openxmlformats.org/package/2006/relationships"><Relationship Id="rId3" Type="http://schemas.openxmlformats.org/officeDocument/2006/relationships/hyperlink" Target="https://www.linkedin.com/" TargetMode="External"/><Relationship Id="rId2" Type="http://schemas.openxmlformats.org/officeDocument/2006/relationships/hyperlink" Target="https://www.facebook.com/" TargetMode="External"/><Relationship Id="rId1" Type="http://schemas.openxmlformats.org/officeDocument/2006/relationships/slideMaster" Target="../slideMasters/slideMaster4.xml"/><Relationship Id="rId4" Type="http://schemas.openxmlformats.org/officeDocument/2006/relationships/hyperlink" Target="https://twitter.com/" TargetMode="External"/></Relationships>
</file>

<file path=ppt/slideLayouts/_rels/slideLayout77.xml.rels><?xml version="1.0" encoding="UTF-8" standalone="yes"?>
<Relationships xmlns="http://schemas.openxmlformats.org/package/2006/relationships"><Relationship Id="rId3" Type="http://schemas.openxmlformats.org/officeDocument/2006/relationships/hyperlink" Target="https://www.linkedin.com/" TargetMode="External"/><Relationship Id="rId2" Type="http://schemas.openxmlformats.org/officeDocument/2006/relationships/hyperlink" Target="https://www.facebook.com/" TargetMode="External"/><Relationship Id="rId1" Type="http://schemas.openxmlformats.org/officeDocument/2006/relationships/slideMaster" Target="../slideMasters/slideMaster4.xml"/><Relationship Id="rId4" Type="http://schemas.openxmlformats.org/officeDocument/2006/relationships/hyperlink" Target="https://twitter.com/" TargetMode="External"/></Relationships>
</file>

<file path=ppt/slideLayouts/_rels/slideLayout78.xml.rels><?xml version="1.0" encoding="UTF-8" standalone="yes"?>
<Relationships xmlns="http://schemas.openxmlformats.org/package/2006/relationships"><Relationship Id="rId3" Type="http://schemas.openxmlformats.org/officeDocument/2006/relationships/hyperlink" Target="https://www.linkedin.com/" TargetMode="External"/><Relationship Id="rId2" Type="http://schemas.openxmlformats.org/officeDocument/2006/relationships/hyperlink" Target="https://www.facebook.com/" TargetMode="External"/><Relationship Id="rId1" Type="http://schemas.openxmlformats.org/officeDocument/2006/relationships/slideMaster" Target="../slideMasters/slideMaster4.xml"/><Relationship Id="rId4" Type="http://schemas.openxmlformats.org/officeDocument/2006/relationships/hyperlink" Target="https://twitter.com/" TargetMode="External"/></Relationships>
</file>

<file path=ppt/slideLayouts/_rels/slideLayout79.xml.rels><?xml version="1.0" encoding="UTF-8" standalone="yes"?>
<Relationships xmlns="http://schemas.openxmlformats.org/package/2006/relationships"><Relationship Id="rId3" Type="http://schemas.openxmlformats.org/officeDocument/2006/relationships/hyperlink" Target="https://www.linkedin.com/" TargetMode="External"/><Relationship Id="rId2" Type="http://schemas.openxmlformats.org/officeDocument/2006/relationships/hyperlink" Target="https://www.facebook.com/" TargetMode="External"/><Relationship Id="rId1" Type="http://schemas.openxmlformats.org/officeDocument/2006/relationships/slideMaster" Target="../slideMasters/slideMaster4.xml"/><Relationship Id="rId4" Type="http://schemas.openxmlformats.org/officeDocument/2006/relationships/hyperlink" Target="https://twitter.com/" TargetMode="External"/></Relationships>
</file>

<file path=ppt/slideLayouts/_rels/slideLayout80.xml.rels><?xml version="1.0" encoding="UTF-8" standalone="yes"?>
<Relationships xmlns="http://schemas.openxmlformats.org/package/2006/relationships"><Relationship Id="rId3" Type="http://schemas.openxmlformats.org/officeDocument/2006/relationships/hyperlink" Target="https://www.linkedin.com/" TargetMode="External"/><Relationship Id="rId2" Type="http://schemas.openxmlformats.org/officeDocument/2006/relationships/hyperlink" Target="https://www.facebook.com/" TargetMode="External"/><Relationship Id="rId1" Type="http://schemas.openxmlformats.org/officeDocument/2006/relationships/slideMaster" Target="../slideMasters/slideMaster4.xml"/><Relationship Id="rId4" Type="http://schemas.openxmlformats.org/officeDocument/2006/relationships/hyperlink" Target="https://twitter.com/" TargetMode="External"/></Relationships>
</file>

<file path=ppt/slideLayouts/_rels/slideLayout81.xml.rels><?xml version="1.0" encoding="UTF-8" standalone="yes"?>
<Relationships xmlns="http://schemas.openxmlformats.org/package/2006/relationships"><Relationship Id="rId3" Type="http://schemas.openxmlformats.org/officeDocument/2006/relationships/hyperlink" Target="https://www.linkedin.com/" TargetMode="External"/><Relationship Id="rId2" Type="http://schemas.openxmlformats.org/officeDocument/2006/relationships/hyperlink" Target="https://www.facebook.com/" TargetMode="External"/><Relationship Id="rId1" Type="http://schemas.openxmlformats.org/officeDocument/2006/relationships/slideMaster" Target="../slideMasters/slideMaster4.xml"/><Relationship Id="rId4" Type="http://schemas.openxmlformats.org/officeDocument/2006/relationships/hyperlink" Target="https://twitter.com/" TargetMode="External"/></Relationships>
</file>

<file path=ppt/slideLayouts/_rels/slideLayout82.xml.rels><?xml version="1.0" encoding="UTF-8" standalone="yes"?>
<Relationships xmlns="http://schemas.openxmlformats.org/package/2006/relationships"><Relationship Id="rId3" Type="http://schemas.openxmlformats.org/officeDocument/2006/relationships/hyperlink" Target="https://www.linkedin.com/" TargetMode="External"/><Relationship Id="rId2" Type="http://schemas.openxmlformats.org/officeDocument/2006/relationships/hyperlink" Target="https://www.facebook.com/" TargetMode="External"/><Relationship Id="rId1" Type="http://schemas.openxmlformats.org/officeDocument/2006/relationships/slideMaster" Target="../slideMasters/slideMaster4.xml"/><Relationship Id="rId4" Type="http://schemas.openxmlformats.org/officeDocument/2006/relationships/hyperlink" Target="https://twitter.com/" TargetMode="External"/></Relationships>
</file>

<file path=ppt/slideLayouts/_rels/slideLayout83.xml.rels><?xml version="1.0" encoding="UTF-8" standalone="yes"?>
<Relationships xmlns="http://schemas.openxmlformats.org/package/2006/relationships"><Relationship Id="rId3" Type="http://schemas.openxmlformats.org/officeDocument/2006/relationships/hyperlink" Target="https://www.linkedin.com/" TargetMode="External"/><Relationship Id="rId2" Type="http://schemas.openxmlformats.org/officeDocument/2006/relationships/hyperlink" Target="https://www.facebook.com/" TargetMode="External"/><Relationship Id="rId1" Type="http://schemas.openxmlformats.org/officeDocument/2006/relationships/slideMaster" Target="../slideMasters/slideMaster4.xml"/><Relationship Id="rId4" Type="http://schemas.openxmlformats.org/officeDocument/2006/relationships/hyperlink" Target="https://twitter.com/" TargetMode="External"/></Relationships>
</file>

<file path=ppt/slideLayouts/_rels/slideLayout84.xml.rels><?xml version="1.0" encoding="UTF-8" standalone="yes"?>
<Relationships xmlns="http://schemas.openxmlformats.org/package/2006/relationships"><Relationship Id="rId3" Type="http://schemas.openxmlformats.org/officeDocument/2006/relationships/hyperlink" Target="https://www.linkedin.com/" TargetMode="External"/><Relationship Id="rId2" Type="http://schemas.openxmlformats.org/officeDocument/2006/relationships/hyperlink" Target="https://www.facebook.com/" TargetMode="External"/><Relationship Id="rId1" Type="http://schemas.openxmlformats.org/officeDocument/2006/relationships/slideMaster" Target="../slideMasters/slideMaster4.xml"/><Relationship Id="rId4" Type="http://schemas.openxmlformats.org/officeDocument/2006/relationships/hyperlink" Target="https://twitter.com/" TargetMode="Externa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3" Type="http://schemas.openxmlformats.org/officeDocument/2006/relationships/hyperlink" Target="https://www.linkedin.com/" TargetMode="External"/><Relationship Id="rId2" Type="http://schemas.openxmlformats.org/officeDocument/2006/relationships/hyperlink" Target="https://www.facebook.com/" TargetMode="External"/><Relationship Id="rId1" Type="http://schemas.openxmlformats.org/officeDocument/2006/relationships/slideMaster" Target="../slideMasters/slideMaster4.xml"/><Relationship Id="rId4" Type="http://schemas.openxmlformats.org/officeDocument/2006/relationships/hyperlink" Target="https://twitter.com/" TargetMode="External"/></Relationships>
</file>

<file path=ppt/slideLayouts/_rels/slideLayout89.xml.rels><?xml version="1.0" encoding="UTF-8" standalone="yes"?>
<Relationships xmlns="http://schemas.openxmlformats.org/package/2006/relationships"><Relationship Id="rId3" Type="http://schemas.openxmlformats.org/officeDocument/2006/relationships/hyperlink" Target="https://www.linkedin.com/" TargetMode="External"/><Relationship Id="rId2" Type="http://schemas.openxmlformats.org/officeDocument/2006/relationships/hyperlink" Target="https://www.facebook.com/" TargetMode="External"/><Relationship Id="rId1" Type="http://schemas.openxmlformats.org/officeDocument/2006/relationships/slideMaster" Target="../slideMasters/slideMaster4.xml"/><Relationship Id="rId4" Type="http://schemas.openxmlformats.org/officeDocument/2006/relationships/hyperlink" Target="https://twitter.com/" TargetMode="Externa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hyperlink" Target="https://www.linkedin.com/" TargetMode="External"/><Relationship Id="rId2" Type="http://schemas.openxmlformats.org/officeDocument/2006/relationships/hyperlink" Target="https://www.facebook.com/" TargetMode="External"/><Relationship Id="rId1" Type="http://schemas.openxmlformats.org/officeDocument/2006/relationships/slideMaster" Target="../slideMasters/slideMaster8.xml"/><Relationship Id="rId4" Type="http://schemas.openxmlformats.org/officeDocument/2006/relationships/hyperlink" Target="https://twitter.com/"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0BED7-DD03-5416-41C1-1B9CCCC192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51258C-A02A-7D53-264D-6FDE43BFF9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1EE718-6061-B48F-EBC7-E20EE9F97CE8}"/>
              </a:ext>
            </a:extLst>
          </p:cNvPr>
          <p:cNvSpPr>
            <a:spLocks noGrp="1"/>
          </p:cNvSpPr>
          <p:nvPr>
            <p:ph type="dt" sz="half" idx="10"/>
          </p:nvPr>
        </p:nvSpPr>
        <p:spPr/>
        <p:txBody>
          <a:bodyPr/>
          <a:lstStyle/>
          <a:p>
            <a:fld id="{2A42C9C4-B937-43C4-9FA9-C1F473DE3F09}" type="datetimeFigureOut">
              <a:rPr lang="en-US" smtClean="0"/>
              <a:t>12/5/2022</a:t>
            </a:fld>
            <a:endParaRPr lang="en-US"/>
          </a:p>
        </p:txBody>
      </p:sp>
      <p:sp>
        <p:nvSpPr>
          <p:cNvPr id="5" name="Footer Placeholder 4">
            <a:extLst>
              <a:ext uri="{FF2B5EF4-FFF2-40B4-BE49-F238E27FC236}">
                <a16:creationId xmlns:a16="http://schemas.microsoft.com/office/drawing/2014/main" id="{7AE99957-1893-C36C-DA9E-5B8676B11E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80492A-54F2-FB07-3B09-2F1B20FAE410}"/>
              </a:ext>
            </a:extLst>
          </p:cNvPr>
          <p:cNvSpPr>
            <a:spLocks noGrp="1"/>
          </p:cNvSpPr>
          <p:nvPr>
            <p:ph type="sldNum" sz="quarter" idx="12"/>
          </p:nvPr>
        </p:nvSpPr>
        <p:spPr/>
        <p:txBody>
          <a:bodyPr/>
          <a:lstStyle/>
          <a:p>
            <a:fld id="{0398B72D-880B-41A5-A203-1E18CD576375}" type="slidenum">
              <a:rPr lang="en-US" smtClean="0"/>
              <a:t>‹#›</a:t>
            </a:fld>
            <a:endParaRPr lang="en-US"/>
          </a:p>
        </p:txBody>
      </p:sp>
    </p:spTree>
    <p:extLst>
      <p:ext uri="{BB962C8B-B14F-4D97-AF65-F5344CB8AC3E}">
        <p14:creationId xmlns:p14="http://schemas.microsoft.com/office/powerpoint/2010/main" val="3159003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4511B-B6CD-6DB0-2FF8-064C85F515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CF4CD1-AEF8-2DB8-924D-786FA51CBA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55E806-041C-E342-D6A3-A5ED4EBD0948}"/>
              </a:ext>
            </a:extLst>
          </p:cNvPr>
          <p:cNvSpPr>
            <a:spLocks noGrp="1"/>
          </p:cNvSpPr>
          <p:nvPr>
            <p:ph type="dt" sz="half" idx="10"/>
          </p:nvPr>
        </p:nvSpPr>
        <p:spPr/>
        <p:txBody>
          <a:bodyPr/>
          <a:lstStyle/>
          <a:p>
            <a:fld id="{2A42C9C4-B937-43C4-9FA9-C1F473DE3F09}" type="datetimeFigureOut">
              <a:rPr lang="en-US" smtClean="0"/>
              <a:t>12/5/2022</a:t>
            </a:fld>
            <a:endParaRPr lang="en-US"/>
          </a:p>
        </p:txBody>
      </p:sp>
      <p:sp>
        <p:nvSpPr>
          <p:cNvPr id="5" name="Footer Placeholder 4">
            <a:extLst>
              <a:ext uri="{FF2B5EF4-FFF2-40B4-BE49-F238E27FC236}">
                <a16:creationId xmlns:a16="http://schemas.microsoft.com/office/drawing/2014/main" id="{1D4BEE6A-8263-34AC-6096-97183ABFCA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B6693C-1DDE-44EC-A087-4140C040E94F}"/>
              </a:ext>
            </a:extLst>
          </p:cNvPr>
          <p:cNvSpPr>
            <a:spLocks noGrp="1"/>
          </p:cNvSpPr>
          <p:nvPr>
            <p:ph type="sldNum" sz="quarter" idx="12"/>
          </p:nvPr>
        </p:nvSpPr>
        <p:spPr/>
        <p:txBody>
          <a:bodyPr/>
          <a:lstStyle/>
          <a:p>
            <a:fld id="{0398B72D-880B-41A5-A203-1E18CD576375}" type="slidenum">
              <a:rPr lang="en-US" smtClean="0"/>
              <a:t>‹#›</a:t>
            </a:fld>
            <a:endParaRPr lang="en-US"/>
          </a:p>
        </p:txBody>
      </p:sp>
    </p:spTree>
    <p:extLst>
      <p:ext uri="{BB962C8B-B14F-4D97-AF65-F5344CB8AC3E}">
        <p14:creationId xmlns:p14="http://schemas.microsoft.com/office/powerpoint/2010/main" val="2810758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58D47-950C-CDD7-4400-E99D38DBFA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D12F1F-DADB-7F80-B34A-D918A2C5B6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664F08-216A-D737-51F7-7FA53B97A28D}"/>
              </a:ext>
            </a:extLst>
          </p:cNvPr>
          <p:cNvSpPr>
            <a:spLocks noGrp="1"/>
          </p:cNvSpPr>
          <p:nvPr>
            <p:ph type="dt" sz="half" idx="10"/>
          </p:nvPr>
        </p:nvSpPr>
        <p:spPr/>
        <p:txBody>
          <a:bodyPr/>
          <a:lstStyle/>
          <a:p>
            <a:fld id="{2A42C9C4-B937-43C4-9FA9-C1F473DE3F09}" type="datetimeFigureOut">
              <a:rPr lang="en-US" smtClean="0"/>
              <a:t>12/5/2022</a:t>
            </a:fld>
            <a:endParaRPr lang="en-US"/>
          </a:p>
        </p:txBody>
      </p:sp>
      <p:sp>
        <p:nvSpPr>
          <p:cNvPr id="5" name="Footer Placeholder 4">
            <a:extLst>
              <a:ext uri="{FF2B5EF4-FFF2-40B4-BE49-F238E27FC236}">
                <a16:creationId xmlns:a16="http://schemas.microsoft.com/office/drawing/2014/main" id="{9AE04E11-B730-994F-026B-65AE367F79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98F306-E90E-1AB7-15E9-50F4561838C6}"/>
              </a:ext>
            </a:extLst>
          </p:cNvPr>
          <p:cNvSpPr>
            <a:spLocks noGrp="1"/>
          </p:cNvSpPr>
          <p:nvPr>
            <p:ph type="sldNum" sz="quarter" idx="12"/>
          </p:nvPr>
        </p:nvSpPr>
        <p:spPr/>
        <p:txBody>
          <a:bodyPr/>
          <a:lstStyle/>
          <a:p>
            <a:fld id="{0398B72D-880B-41A5-A203-1E18CD576375}" type="slidenum">
              <a:rPr lang="en-US" smtClean="0"/>
              <a:t>‹#›</a:t>
            </a:fld>
            <a:endParaRPr lang="en-US"/>
          </a:p>
        </p:txBody>
      </p:sp>
    </p:spTree>
    <p:extLst>
      <p:ext uri="{BB962C8B-B14F-4D97-AF65-F5344CB8AC3E}">
        <p14:creationId xmlns:p14="http://schemas.microsoft.com/office/powerpoint/2010/main" val="1124542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E8F11-E996-3630-8812-C481FF8AF0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3A3A44-FDFA-A91C-259D-86FE622271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4868D2E-D66A-772E-7E87-4AE1EDD14B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20C7DAD-1010-A093-050A-073359C0CB35}"/>
              </a:ext>
            </a:extLst>
          </p:cNvPr>
          <p:cNvSpPr>
            <a:spLocks noGrp="1"/>
          </p:cNvSpPr>
          <p:nvPr>
            <p:ph type="dt" sz="half" idx="10"/>
          </p:nvPr>
        </p:nvSpPr>
        <p:spPr/>
        <p:txBody>
          <a:bodyPr/>
          <a:lstStyle/>
          <a:p>
            <a:fld id="{2A42C9C4-B937-43C4-9FA9-C1F473DE3F09}" type="datetimeFigureOut">
              <a:rPr lang="en-US" smtClean="0"/>
              <a:t>12/5/2022</a:t>
            </a:fld>
            <a:endParaRPr lang="en-US"/>
          </a:p>
        </p:txBody>
      </p:sp>
      <p:sp>
        <p:nvSpPr>
          <p:cNvPr id="6" name="Footer Placeholder 5">
            <a:extLst>
              <a:ext uri="{FF2B5EF4-FFF2-40B4-BE49-F238E27FC236}">
                <a16:creationId xmlns:a16="http://schemas.microsoft.com/office/drawing/2014/main" id="{B7AFFADE-4CB2-1485-5D97-0E9E091140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3E71E0-4C20-4ECB-977F-DDC50E77C828}"/>
              </a:ext>
            </a:extLst>
          </p:cNvPr>
          <p:cNvSpPr>
            <a:spLocks noGrp="1"/>
          </p:cNvSpPr>
          <p:nvPr>
            <p:ph type="sldNum" sz="quarter" idx="12"/>
          </p:nvPr>
        </p:nvSpPr>
        <p:spPr/>
        <p:txBody>
          <a:bodyPr/>
          <a:lstStyle/>
          <a:p>
            <a:fld id="{0398B72D-880B-41A5-A203-1E18CD576375}" type="slidenum">
              <a:rPr lang="en-US" smtClean="0"/>
              <a:t>‹#›</a:t>
            </a:fld>
            <a:endParaRPr lang="en-US"/>
          </a:p>
        </p:txBody>
      </p:sp>
    </p:spTree>
    <p:extLst>
      <p:ext uri="{BB962C8B-B14F-4D97-AF65-F5344CB8AC3E}">
        <p14:creationId xmlns:p14="http://schemas.microsoft.com/office/powerpoint/2010/main" val="1916242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3FBD8-D284-EB18-DEE0-A153E144CF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6660A1-C115-145F-4292-7A752A4C87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11D882-A380-51AB-875B-6053E4AC90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EE44BFA-2C11-308E-83BE-8EED22C414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B178D1-7E1F-1CBA-AEAB-98EB7CF9B6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B980C2-626F-E833-85DC-CB793EA58D3E}"/>
              </a:ext>
            </a:extLst>
          </p:cNvPr>
          <p:cNvSpPr>
            <a:spLocks noGrp="1"/>
          </p:cNvSpPr>
          <p:nvPr>
            <p:ph type="dt" sz="half" idx="10"/>
          </p:nvPr>
        </p:nvSpPr>
        <p:spPr/>
        <p:txBody>
          <a:bodyPr/>
          <a:lstStyle/>
          <a:p>
            <a:fld id="{2A42C9C4-B937-43C4-9FA9-C1F473DE3F09}" type="datetimeFigureOut">
              <a:rPr lang="en-US" smtClean="0"/>
              <a:t>12/5/2022</a:t>
            </a:fld>
            <a:endParaRPr lang="en-US"/>
          </a:p>
        </p:txBody>
      </p:sp>
      <p:sp>
        <p:nvSpPr>
          <p:cNvPr id="8" name="Footer Placeholder 7">
            <a:extLst>
              <a:ext uri="{FF2B5EF4-FFF2-40B4-BE49-F238E27FC236}">
                <a16:creationId xmlns:a16="http://schemas.microsoft.com/office/drawing/2014/main" id="{9351A524-8637-80F6-2E1B-51DC4E5F29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46956B-6E15-D80C-0E61-256646650F6A}"/>
              </a:ext>
            </a:extLst>
          </p:cNvPr>
          <p:cNvSpPr>
            <a:spLocks noGrp="1"/>
          </p:cNvSpPr>
          <p:nvPr>
            <p:ph type="sldNum" sz="quarter" idx="12"/>
          </p:nvPr>
        </p:nvSpPr>
        <p:spPr/>
        <p:txBody>
          <a:bodyPr/>
          <a:lstStyle/>
          <a:p>
            <a:fld id="{0398B72D-880B-41A5-A203-1E18CD576375}" type="slidenum">
              <a:rPr lang="en-US" smtClean="0"/>
              <a:t>‹#›</a:t>
            </a:fld>
            <a:endParaRPr lang="en-US"/>
          </a:p>
        </p:txBody>
      </p:sp>
    </p:spTree>
    <p:extLst>
      <p:ext uri="{BB962C8B-B14F-4D97-AF65-F5344CB8AC3E}">
        <p14:creationId xmlns:p14="http://schemas.microsoft.com/office/powerpoint/2010/main" val="3675498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DB65B-E9E5-8CDF-C1BC-6D9BC3F9C4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E812738-2F89-7E7C-76C4-61643B332C88}"/>
              </a:ext>
            </a:extLst>
          </p:cNvPr>
          <p:cNvSpPr>
            <a:spLocks noGrp="1"/>
          </p:cNvSpPr>
          <p:nvPr>
            <p:ph type="dt" sz="half" idx="10"/>
          </p:nvPr>
        </p:nvSpPr>
        <p:spPr/>
        <p:txBody>
          <a:bodyPr/>
          <a:lstStyle/>
          <a:p>
            <a:fld id="{2A42C9C4-B937-43C4-9FA9-C1F473DE3F09}" type="datetimeFigureOut">
              <a:rPr lang="en-US" smtClean="0"/>
              <a:t>12/5/2022</a:t>
            </a:fld>
            <a:endParaRPr lang="en-US"/>
          </a:p>
        </p:txBody>
      </p:sp>
      <p:sp>
        <p:nvSpPr>
          <p:cNvPr id="4" name="Footer Placeholder 3">
            <a:extLst>
              <a:ext uri="{FF2B5EF4-FFF2-40B4-BE49-F238E27FC236}">
                <a16:creationId xmlns:a16="http://schemas.microsoft.com/office/drawing/2014/main" id="{F01074EC-6E92-EDA1-747F-F3334DAB9C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07DB55-95B2-5029-4A85-4D2282E8DDDC}"/>
              </a:ext>
            </a:extLst>
          </p:cNvPr>
          <p:cNvSpPr>
            <a:spLocks noGrp="1"/>
          </p:cNvSpPr>
          <p:nvPr>
            <p:ph type="sldNum" sz="quarter" idx="12"/>
          </p:nvPr>
        </p:nvSpPr>
        <p:spPr/>
        <p:txBody>
          <a:bodyPr/>
          <a:lstStyle/>
          <a:p>
            <a:fld id="{0398B72D-880B-41A5-A203-1E18CD576375}" type="slidenum">
              <a:rPr lang="en-US" smtClean="0"/>
              <a:t>‹#›</a:t>
            </a:fld>
            <a:endParaRPr lang="en-US"/>
          </a:p>
        </p:txBody>
      </p:sp>
    </p:spTree>
    <p:extLst>
      <p:ext uri="{BB962C8B-B14F-4D97-AF65-F5344CB8AC3E}">
        <p14:creationId xmlns:p14="http://schemas.microsoft.com/office/powerpoint/2010/main" val="3512952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205D73-605D-4852-716F-7DE584F3D42D}"/>
              </a:ext>
            </a:extLst>
          </p:cNvPr>
          <p:cNvSpPr>
            <a:spLocks noGrp="1"/>
          </p:cNvSpPr>
          <p:nvPr>
            <p:ph type="dt" sz="half" idx="10"/>
          </p:nvPr>
        </p:nvSpPr>
        <p:spPr/>
        <p:txBody>
          <a:bodyPr/>
          <a:lstStyle/>
          <a:p>
            <a:fld id="{2A42C9C4-B937-43C4-9FA9-C1F473DE3F09}" type="datetimeFigureOut">
              <a:rPr lang="en-US" smtClean="0"/>
              <a:t>12/5/2022</a:t>
            </a:fld>
            <a:endParaRPr lang="en-US"/>
          </a:p>
        </p:txBody>
      </p:sp>
      <p:sp>
        <p:nvSpPr>
          <p:cNvPr id="3" name="Footer Placeholder 2">
            <a:extLst>
              <a:ext uri="{FF2B5EF4-FFF2-40B4-BE49-F238E27FC236}">
                <a16:creationId xmlns:a16="http://schemas.microsoft.com/office/drawing/2014/main" id="{D0420264-DEB3-D322-A27D-01067FA2B4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DFBBAF-4359-79B1-87DD-320C339F41DD}"/>
              </a:ext>
            </a:extLst>
          </p:cNvPr>
          <p:cNvSpPr>
            <a:spLocks noGrp="1"/>
          </p:cNvSpPr>
          <p:nvPr>
            <p:ph type="sldNum" sz="quarter" idx="12"/>
          </p:nvPr>
        </p:nvSpPr>
        <p:spPr/>
        <p:txBody>
          <a:bodyPr/>
          <a:lstStyle/>
          <a:p>
            <a:fld id="{0398B72D-880B-41A5-A203-1E18CD576375}" type="slidenum">
              <a:rPr lang="en-US" smtClean="0"/>
              <a:t>‹#›</a:t>
            </a:fld>
            <a:endParaRPr lang="en-US"/>
          </a:p>
        </p:txBody>
      </p:sp>
    </p:spTree>
    <p:extLst>
      <p:ext uri="{BB962C8B-B14F-4D97-AF65-F5344CB8AC3E}">
        <p14:creationId xmlns:p14="http://schemas.microsoft.com/office/powerpoint/2010/main" val="1511111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4BB1A-1488-E33F-76A4-7691811013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20FD69-95D6-4C4B-A67F-EF46545F94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1D549EE-8917-3620-DA3D-14E5F0D5FB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8CC0D8-D37A-A9BF-E3FD-A6610115C441}"/>
              </a:ext>
            </a:extLst>
          </p:cNvPr>
          <p:cNvSpPr>
            <a:spLocks noGrp="1"/>
          </p:cNvSpPr>
          <p:nvPr>
            <p:ph type="dt" sz="half" idx="10"/>
          </p:nvPr>
        </p:nvSpPr>
        <p:spPr/>
        <p:txBody>
          <a:bodyPr/>
          <a:lstStyle/>
          <a:p>
            <a:fld id="{2A42C9C4-B937-43C4-9FA9-C1F473DE3F09}" type="datetimeFigureOut">
              <a:rPr lang="en-US" smtClean="0"/>
              <a:t>12/5/2022</a:t>
            </a:fld>
            <a:endParaRPr lang="en-US"/>
          </a:p>
        </p:txBody>
      </p:sp>
      <p:sp>
        <p:nvSpPr>
          <p:cNvPr id="6" name="Footer Placeholder 5">
            <a:extLst>
              <a:ext uri="{FF2B5EF4-FFF2-40B4-BE49-F238E27FC236}">
                <a16:creationId xmlns:a16="http://schemas.microsoft.com/office/drawing/2014/main" id="{A77127EB-A21B-5183-8A23-556260487A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77640F-91E8-CD84-6AE3-6CE3B1053027}"/>
              </a:ext>
            </a:extLst>
          </p:cNvPr>
          <p:cNvSpPr>
            <a:spLocks noGrp="1"/>
          </p:cNvSpPr>
          <p:nvPr>
            <p:ph type="sldNum" sz="quarter" idx="12"/>
          </p:nvPr>
        </p:nvSpPr>
        <p:spPr/>
        <p:txBody>
          <a:bodyPr/>
          <a:lstStyle/>
          <a:p>
            <a:fld id="{0398B72D-880B-41A5-A203-1E18CD576375}" type="slidenum">
              <a:rPr lang="en-US" smtClean="0"/>
              <a:t>‹#›</a:t>
            </a:fld>
            <a:endParaRPr lang="en-US"/>
          </a:p>
        </p:txBody>
      </p:sp>
    </p:spTree>
    <p:extLst>
      <p:ext uri="{BB962C8B-B14F-4D97-AF65-F5344CB8AC3E}">
        <p14:creationId xmlns:p14="http://schemas.microsoft.com/office/powerpoint/2010/main" val="2115180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DF4D6-1972-8E78-9C7A-40AFD77A50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3D01B0-CF8D-EC86-9768-61836EB02B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D613DD-3418-0D0D-0FC8-C1F25413EC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66E449-279B-9B33-550B-B14F3F002F0B}"/>
              </a:ext>
            </a:extLst>
          </p:cNvPr>
          <p:cNvSpPr>
            <a:spLocks noGrp="1"/>
          </p:cNvSpPr>
          <p:nvPr>
            <p:ph type="dt" sz="half" idx="10"/>
          </p:nvPr>
        </p:nvSpPr>
        <p:spPr/>
        <p:txBody>
          <a:bodyPr/>
          <a:lstStyle/>
          <a:p>
            <a:fld id="{2A42C9C4-B937-43C4-9FA9-C1F473DE3F09}" type="datetimeFigureOut">
              <a:rPr lang="en-US" smtClean="0"/>
              <a:t>12/5/2022</a:t>
            </a:fld>
            <a:endParaRPr lang="en-US"/>
          </a:p>
        </p:txBody>
      </p:sp>
      <p:sp>
        <p:nvSpPr>
          <p:cNvPr id="6" name="Footer Placeholder 5">
            <a:extLst>
              <a:ext uri="{FF2B5EF4-FFF2-40B4-BE49-F238E27FC236}">
                <a16:creationId xmlns:a16="http://schemas.microsoft.com/office/drawing/2014/main" id="{F92658FC-3B83-E1A0-6B09-EAF40206D0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D2DBF7-414C-B58F-F592-FE33670E7FDE}"/>
              </a:ext>
            </a:extLst>
          </p:cNvPr>
          <p:cNvSpPr>
            <a:spLocks noGrp="1"/>
          </p:cNvSpPr>
          <p:nvPr>
            <p:ph type="sldNum" sz="quarter" idx="12"/>
          </p:nvPr>
        </p:nvSpPr>
        <p:spPr/>
        <p:txBody>
          <a:bodyPr/>
          <a:lstStyle/>
          <a:p>
            <a:fld id="{0398B72D-880B-41A5-A203-1E18CD576375}" type="slidenum">
              <a:rPr lang="en-US" smtClean="0"/>
              <a:t>‹#›</a:t>
            </a:fld>
            <a:endParaRPr lang="en-US"/>
          </a:p>
        </p:txBody>
      </p:sp>
    </p:spTree>
    <p:extLst>
      <p:ext uri="{BB962C8B-B14F-4D97-AF65-F5344CB8AC3E}">
        <p14:creationId xmlns:p14="http://schemas.microsoft.com/office/powerpoint/2010/main" val="563635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2C007-AE53-611D-F38B-201881A2BC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012F3F-E532-BC28-A21B-DFB163F1DA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0F49BC-6B3E-6C57-796E-744F109E7D52}"/>
              </a:ext>
            </a:extLst>
          </p:cNvPr>
          <p:cNvSpPr>
            <a:spLocks noGrp="1"/>
          </p:cNvSpPr>
          <p:nvPr>
            <p:ph type="dt" sz="half" idx="10"/>
          </p:nvPr>
        </p:nvSpPr>
        <p:spPr/>
        <p:txBody>
          <a:bodyPr/>
          <a:lstStyle/>
          <a:p>
            <a:fld id="{2A42C9C4-B937-43C4-9FA9-C1F473DE3F09}" type="datetimeFigureOut">
              <a:rPr lang="en-US" smtClean="0"/>
              <a:t>12/5/2022</a:t>
            </a:fld>
            <a:endParaRPr lang="en-US"/>
          </a:p>
        </p:txBody>
      </p:sp>
      <p:sp>
        <p:nvSpPr>
          <p:cNvPr id="5" name="Footer Placeholder 4">
            <a:extLst>
              <a:ext uri="{FF2B5EF4-FFF2-40B4-BE49-F238E27FC236}">
                <a16:creationId xmlns:a16="http://schemas.microsoft.com/office/drawing/2014/main" id="{4883B5AA-BC2F-1351-B4DB-3B9C48A765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E7B908-78B6-DB41-97C6-EA04394275D6}"/>
              </a:ext>
            </a:extLst>
          </p:cNvPr>
          <p:cNvSpPr>
            <a:spLocks noGrp="1"/>
          </p:cNvSpPr>
          <p:nvPr>
            <p:ph type="sldNum" sz="quarter" idx="12"/>
          </p:nvPr>
        </p:nvSpPr>
        <p:spPr/>
        <p:txBody>
          <a:bodyPr/>
          <a:lstStyle/>
          <a:p>
            <a:fld id="{0398B72D-880B-41A5-A203-1E18CD576375}" type="slidenum">
              <a:rPr lang="en-US" smtClean="0"/>
              <a:t>‹#›</a:t>
            </a:fld>
            <a:endParaRPr lang="en-US"/>
          </a:p>
        </p:txBody>
      </p:sp>
    </p:spTree>
    <p:extLst>
      <p:ext uri="{BB962C8B-B14F-4D97-AF65-F5344CB8AC3E}">
        <p14:creationId xmlns:p14="http://schemas.microsoft.com/office/powerpoint/2010/main" val="3768383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EFCF49-75AC-E262-85E6-EC76441E38B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655999E-4EB9-9723-DDFA-9172265429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66D2DD-398B-77BD-D9CB-E27192F8C9CC}"/>
              </a:ext>
            </a:extLst>
          </p:cNvPr>
          <p:cNvSpPr>
            <a:spLocks noGrp="1"/>
          </p:cNvSpPr>
          <p:nvPr>
            <p:ph type="dt" sz="half" idx="10"/>
          </p:nvPr>
        </p:nvSpPr>
        <p:spPr/>
        <p:txBody>
          <a:bodyPr/>
          <a:lstStyle/>
          <a:p>
            <a:fld id="{2A42C9C4-B937-43C4-9FA9-C1F473DE3F09}" type="datetimeFigureOut">
              <a:rPr lang="en-US" smtClean="0"/>
              <a:t>12/5/2022</a:t>
            </a:fld>
            <a:endParaRPr lang="en-US"/>
          </a:p>
        </p:txBody>
      </p:sp>
      <p:sp>
        <p:nvSpPr>
          <p:cNvPr id="5" name="Footer Placeholder 4">
            <a:extLst>
              <a:ext uri="{FF2B5EF4-FFF2-40B4-BE49-F238E27FC236}">
                <a16:creationId xmlns:a16="http://schemas.microsoft.com/office/drawing/2014/main" id="{5B1417E2-DB5A-52CD-67D8-91F180A1B5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BD251B-E9B4-AFFF-C2B5-1127FCFEA5EB}"/>
              </a:ext>
            </a:extLst>
          </p:cNvPr>
          <p:cNvSpPr>
            <a:spLocks noGrp="1"/>
          </p:cNvSpPr>
          <p:nvPr>
            <p:ph type="sldNum" sz="quarter" idx="12"/>
          </p:nvPr>
        </p:nvSpPr>
        <p:spPr/>
        <p:txBody>
          <a:bodyPr/>
          <a:lstStyle/>
          <a:p>
            <a:fld id="{0398B72D-880B-41A5-A203-1E18CD576375}" type="slidenum">
              <a:rPr lang="en-US" smtClean="0"/>
              <a:t>‹#›</a:t>
            </a:fld>
            <a:endParaRPr lang="en-US"/>
          </a:p>
        </p:txBody>
      </p:sp>
    </p:spTree>
    <p:extLst>
      <p:ext uri="{BB962C8B-B14F-4D97-AF65-F5344CB8AC3E}">
        <p14:creationId xmlns:p14="http://schemas.microsoft.com/office/powerpoint/2010/main" val="2791737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78148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0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A289BE9-3518-4572-9F36-A58461E16083}"/>
              </a:ext>
            </a:extLst>
          </p:cNvPr>
          <p:cNvSpPr>
            <a:spLocks noGrp="1"/>
          </p:cNvSpPr>
          <p:nvPr>
            <p:ph type="pic" sz="quarter" idx="15"/>
          </p:nvPr>
        </p:nvSpPr>
        <p:spPr>
          <a:xfrm>
            <a:off x="6515202" y="2960127"/>
            <a:ext cx="1368815" cy="937747"/>
          </a:xfrm>
          <a:custGeom>
            <a:avLst/>
            <a:gdLst>
              <a:gd name="connsiteX0" fmla="*/ 0 w 2737986"/>
              <a:gd name="connsiteY0" fmla="*/ 0 h 1875494"/>
              <a:gd name="connsiteX1" fmla="*/ 2737986 w 2737986"/>
              <a:gd name="connsiteY1" fmla="*/ 0 h 1875494"/>
              <a:gd name="connsiteX2" fmla="*/ 2737986 w 2737986"/>
              <a:gd name="connsiteY2" fmla="*/ 1875494 h 1875494"/>
              <a:gd name="connsiteX3" fmla="*/ 0 w 2737986"/>
              <a:gd name="connsiteY3" fmla="*/ 1875494 h 1875494"/>
            </a:gdLst>
            <a:ahLst/>
            <a:cxnLst>
              <a:cxn ang="0">
                <a:pos x="connsiteX0" y="connsiteY0"/>
              </a:cxn>
              <a:cxn ang="0">
                <a:pos x="connsiteX1" y="connsiteY1"/>
              </a:cxn>
              <a:cxn ang="0">
                <a:pos x="connsiteX2" y="connsiteY2"/>
              </a:cxn>
              <a:cxn ang="0">
                <a:pos x="connsiteX3" y="connsiteY3"/>
              </a:cxn>
            </a:cxnLst>
            <a:rect l="l" t="t" r="r" b="b"/>
            <a:pathLst>
              <a:path w="2737986" h="1875494">
                <a:moveTo>
                  <a:pt x="0" y="0"/>
                </a:moveTo>
                <a:lnTo>
                  <a:pt x="2737986" y="0"/>
                </a:lnTo>
                <a:lnTo>
                  <a:pt x="2737986" y="1875494"/>
                </a:lnTo>
                <a:lnTo>
                  <a:pt x="0" y="187549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0" name="Picture Placeholder 9">
            <a:extLst>
              <a:ext uri="{FF2B5EF4-FFF2-40B4-BE49-F238E27FC236}">
                <a16:creationId xmlns:a16="http://schemas.microsoft.com/office/drawing/2014/main" id="{E9995F91-8D51-4FF1-A532-B0BD4F0276E7}"/>
              </a:ext>
            </a:extLst>
          </p:cNvPr>
          <p:cNvSpPr>
            <a:spLocks noGrp="1"/>
          </p:cNvSpPr>
          <p:nvPr>
            <p:ph type="pic" sz="quarter" idx="16"/>
          </p:nvPr>
        </p:nvSpPr>
        <p:spPr>
          <a:xfrm>
            <a:off x="7932999" y="2960127"/>
            <a:ext cx="1368815" cy="937747"/>
          </a:xfrm>
          <a:custGeom>
            <a:avLst/>
            <a:gdLst>
              <a:gd name="connsiteX0" fmla="*/ 0 w 2737986"/>
              <a:gd name="connsiteY0" fmla="*/ 0 h 1875494"/>
              <a:gd name="connsiteX1" fmla="*/ 2737986 w 2737986"/>
              <a:gd name="connsiteY1" fmla="*/ 0 h 1875494"/>
              <a:gd name="connsiteX2" fmla="*/ 2737986 w 2737986"/>
              <a:gd name="connsiteY2" fmla="*/ 1875494 h 1875494"/>
              <a:gd name="connsiteX3" fmla="*/ 0 w 2737986"/>
              <a:gd name="connsiteY3" fmla="*/ 1875494 h 1875494"/>
            </a:gdLst>
            <a:ahLst/>
            <a:cxnLst>
              <a:cxn ang="0">
                <a:pos x="connsiteX0" y="connsiteY0"/>
              </a:cxn>
              <a:cxn ang="0">
                <a:pos x="connsiteX1" y="connsiteY1"/>
              </a:cxn>
              <a:cxn ang="0">
                <a:pos x="connsiteX2" y="connsiteY2"/>
              </a:cxn>
              <a:cxn ang="0">
                <a:pos x="connsiteX3" y="connsiteY3"/>
              </a:cxn>
            </a:cxnLst>
            <a:rect l="l" t="t" r="r" b="b"/>
            <a:pathLst>
              <a:path w="2737986" h="1875494">
                <a:moveTo>
                  <a:pt x="0" y="0"/>
                </a:moveTo>
                <a:lnTo>
                  <a:pt x="2737986" y="0"/>
                </a:lnTo>
                <a:lnTo>
                  <a:pt x="2737986" y="1875494"/>
                </a:lnTo>
                <a:lnTo>
                  <a:pt x="0" y="187549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1" name="Picture Placeholder 10">
            <a:extLst>
              <a:ext uri="{FF2B5EF4-FFF2-40B4-BE49-F238E27FC236}">
                <a16:creationId xmlns:a16="http://schemas.microsoft.com/office/drawing/2014/main" id="{EAC8D104-8DBC-47C1-B410-760C3B7EC2CF}"/>
              </a:ext>
            </a:extLst>
          </p:cNvPr>
          <p:cNvSpPr>
            <a:spLocks noGrp="1"/>
          </p:cNvSpPr>
          <p:nvPr>
            <p:ph type="pic" sz="quarter" idx="17"/>
          </p:nvPr>
        </p:nvSpPr>
        <p:spPr>
          <a:xfrm>
            <a:off x="9350798" y="2960127"/>
            <a:ext cx="1368814" cy="937747"/>
          </a:xfrm>
          <a:custGeom>
            <a:avLst/>
            <a:gdLst>
              <a:gd name="connsiteX0" fmla="*/ 0 w 2737984"/>
              <a:gd name="connsiteY0" fmla="*/ 0 h 1875494"/>
              <a:gd name="connsiteX1" fmla="*/ 2737984 w 2737984"/>
              <a:gd name="connsiteY1" fmla="*/ 0 h 1875494"/>
              <a:gd name="connsiteX2" fmla="*/ 2737984 w 2737984"/>
              <a:gd name="connsiteY2" fmla="*/ 1875494 h 1875494"/>
              <a:gd name="connsiteX3" fmla="*/ 0 w 2737984"/>
              <a:gd name="connsiteY3" fmla="*/ 1875494 h 1875494"/>
            </a:gdLst>
            <a:ahLst/>
            <a:cxnLst>
              <a:cxn ang="0">
                <a:pos x="connsiteX0" y="connsiteY0"/>
              </a:cxn>
              <a:cxn ang="0">
                <a:pos x="connsiteX1" y="connsiteY1"/>
              </a:cxn>
              <a:cxn ang="0">
                <a:pos x="connsiteX2" y="connsiteY2"/>
              </a:cxn>
              <a:cxn ang="0">
                <a:pos x="connsiteX3" y="connsiteY3"/>
              </a:cxn>
            </a:cxnLst>
            <a:rect l="l" t="t" r="r" b="b"/>
            <a:pathLst>
              <a:path w="2737984" h="1875494">
                <a:moveTo>
                  <a:pt x="0" y="0"/>
                </a:moveTo>
                <a:lnTo>
                  <a:pt x="2737984" y="0"/>
                </a:lnTo>
                <a:lnTo>
                  <a:pt x="2737984" y="1875494"/>
                </a:lnTo>
                <a:lnTo>
                  <a:pt x="0" y="187549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5097461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9_Custom Layout">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CDF241A1-3249-4A50-880D-BD32EE84584D}"/>
              </a:ext>
            </a:extLst>
          </p:cNvPr>
          <p:cNvSpPr>
            <a:spLocks noGrp="1"/>
          </p:cNvSpPr>
          <p:nvPr>
            <p:ph type="pic" sz="quarter" idx="15"/>
          </p:nvPr>
        </p:nvSpPr>
        <p:spPr>
          <a:xfrm>
            <a:off x="6096000" y="0"/>
            <a:ext cx="5314259" cy="6858000"/>
          </a:xfrm>
          <a:custGeom>
            <a:avLst/>
            <a:gdLst>
              <a:gd name="connsiteX0" fmla="*/ 0 w 10345056"/>
              <a:gd name="connsiteY0" fmla="*/ 0 h 10610851"/>
              <a:gd name="connsiteX1" fmla="*/ 10345056 w 10345056"/>
              <a:gd name="connsiteY1" fmla="*/ 0 h 10610851"/>
              <a:gd name="connsiteX2" fmla="*/ 10345056 w 10345056"/>
              <a:gd name="connsiteY2" fmla="*/ 10610851 h 10610851"/>
              <a:gd name="connsiteX3" fmla="*/ 0 w 10345056"/>
              <a:gd name="connsiteY3" fmla="*/ 10610851 h 10610851"/>
            </a:gdLst>
            <a:ahLst/>
            <a:cxnLst>
              <a:cxn ang="0">
                <a:pos x="connsiteX0" y="connsiteY0"/>
              </a:cxn>
              <a:cxn ang="0">
                <a:pos x="connsiteX1" y="connsiteY1"/>
              </a:cxn>
              <a:cxn ang="0">
                <a:pos x="connsiteX2" y="connsiteY2"/>
              </a:cxn>
              <a:cxn ang="0">
                <a:pos x="connsiteX3" y="connsiteY3"/>
              </a:cxn>
            </a:cxnLst>
            <a:rect l="l" t="t" r="r" b="b"/>
            <a:pathLst>
              <a:path w="10345056" h="10610851">
                <a:moveTo>
                  <a:pt x="0" y="0"/>
                </a:moveTo>
                <a:lnTo>
                  <a:pt x="10345056" y="0"/>
                </a:lnTo>
                <a:lnTo>
                  <a:pt x="10345056" y="10610851"/>
                </a:lnTo>
                <a:lnTo>
                  <a:pt x="0" y="1061085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610875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000" fill="hold"/>
                                        <p:tgtEl>
                                          <p:spTgt spid="2"/>
                                        </p:tgtEl>
                                        <p:attrNameLst>
                                          <p:attrName>ppt_x</p:attrName>
                                        </p:attrNameLst>
                                      </p:cBhvr>
                                      <p:tavLst>
                                        <p:tav tm="0">
                                          <p:val>
                                            <p:strVal val="#ppt_x"/>
                                          </p:val>
                                        </p:tav>
                                        <p:tav tm="100000">
                                          <p:val>
                                            <p:strVal val="#ppt_x"/>
                                          </p:val>
                                        </p:tav>
                                      </p:tavLst>
                                    </p:anim>
                                    <p:anim calcmode="lin" valueType="num">
                                      <p:cBhvr additive="base">
                                        <p:cTn id="8" dur="20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3399DF4-D239-4B46-A59E-3F2D266B8AC5}"/>
              </a:ext>
            </a:extLst>
          </p:cNvPr>
          <p:cNvSpPr/>
          <p:nvPr/>
        </p:nvSpPr>
        <p:spPr>
          <a:xfrm>
            <a:off x="781742" y="647700"/>
            <a:ext cx="10628516" cy="5524500"/>
          </a:xfrm>
          <a:prstGeom prst="rect">
            <a:avLst/>
          </a:prstGeom>
          <a:solidFill>
            <a:schemeClr val="accent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Tree>
    <p:extLst>
      <p:ext uri="{BB962C8B-B14F-4D97-AF65-F5344CB8AC3E}">
        <p14:creationId xmlns:p14="http://schemas.microsoft.com/office/powerpoint/2010/main" val="301571264"/>
      </p:ext>
    </p:extLst>
  </p:cSld>
  <p:clrMapOvr>
    <a:masterClrMapping/>
  </p:clrMapOvr>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22_Title Slide">
    <p:spTree>
      <p:nvGrpSpPr>
        <p:cNvPr id="1" name=""/>
        <p:cNvGrpSpPr/>
        <p:nvPr/>
      </p:nvGrpSpPr>
      <p:grpSpPr>
        <a:xfrm>
          <a:off x="0" y="0"/>
          <a:ext cx="0" cy="0"/>
          <a:chOff x="0" y="0"/>
          <a:chExt cx="0" cy="0"/>
        </a:xfrm>
      </p:grpSpPr>
      <p:sp>
        <p:nvSpPr>
          <p:cNvPr id="40" name="Picture Placeholder 39">
            <a:extLst>
              <a:ext uri="{FF2B5EF4-FFF2-40B4-BE49-F238E27FC236}">
                <a16:creationId xmlns:a16="http://schemas.microsoft.com/office/drawing/2014/main" id="{3BF29B47-3016-4680-8D0F-8F659E214AE2}"/>
              </a:ext>
            </a:extLst>
          </p:cNvPr>
          <p:cNvSpPr>
            <a:spLocks noGrp="1"/>
          </p:cNvSpPr>
          <p:nvPr>
            <p:ph type="pic" sz="quarter" idx="10"/>
          </p:nvPr>
        </p:nvSpPr>
        <p:spPr>
          <a:xfrm>
            <a:off x="842120" y="647700"/>
            <a:ext cx="2102846" cy="5524500"/>
          </a:xfrm>
          <a:custGeom>
            <a:avLst/>
            <a:gdLst>
              <a:gd name="connsiteX0" fmla="*/ 0 w 4206240"/>
              <a:gd name="connsiteY0" fmla="*/ 0 h 11049000"/>
              <a:gd name="connsiteX1" fmla="*/ 4206240 w 4206240"/>
              <a:gd name="connsiteY1" fmla="*/ 0 h 11049000"/>
              <a:gd name="connsiteX2" fmla="*/ 4206240 w 4206240"/>
              <a:gd name="connsiteY2" fmla="*/ 11049000 h 11049000"/>
              <a:gd name="connsiteX3" fmla="*/ 0 w 4206240"/>
              <a:gd name="connsiteY3" fmla="*/ 11049000 h 11049000"/>
            </a:gdLst>
            <a:ahLst/>
            <a:cxnLst>
              <a:cxn ang="0">
                <a:pos x="connsiteX0" y="connsiteY0"/>
              </a:cxn>
              <a:cxn ang="0">
                <a:pos x="connsiteX1" y="connsiteY1"/>
              </a:cxn>
              <a:cxn ang="0">
                <a:pos x="connsiteX2" y="connsiteY2"/>
              </a:cxn>
              <a:cxn ang="0">
                <a:pos x="connsiteX3" y="connsiteY3"/>
              </a:cxn>
            </a:cxnLst>
            <a:rect l="l" t="t" r="r" b="b"/>
            <a:pathLst>
              <a:path w="4206240" h="11049000">
                <a:moveTo>
                  <a:pt x="0" y="0"/>
                </a:moveTo>
                <a:lnTo>
                  <a:pt x="4206240" y="0"/>
                </a:lnTo>
                <a:lnTo>
                  <a:pt x="4206240" y="11049000"/>
                </a:lnTo>
                <a:lnTo>
                  <a:pt x="0" y="11049000"/>
                </a:lnTo>
                <a:close/>
              </a:path>
            </a:pathLst>
          </a:custGeom>
          <a:pattFill prst="pct60">
            <a:fgClr>
              <a:schemeClr val="bg1"/>
            </a:fgClr>
            <a:bgClr>
              <a:schemeClr val="bg1">
                <a:lumMod val="85000"/>
              </a:schemeClr>
            </a:bgClr>
          </a:pattFill>
        </p:spPr>
        <p:txBody>
          <a:bodyPr wrap="square" anchor="ctr">
            <a:noAutofit/>
          </a:bodyPr>
          <a:lstStyle>
            <a:lvl1pPr>
              <a:defRPr lang="en-US" sz="1200"/>
            </a:lvl1pPr>
          </a:lstStyle>
          <a:p>
            <a:pPr marL="0" lvl="0" indent="0" algn="ctr">
              <a:buFontTx/>
              <a:buNone/>
            </a:pPr>
            <a:endParaRPr lang="en-US"/>
          </a:p>
        </p:txBody>
      </p:sp>
      <p:sp>
        <p:nvSpPr>
          <p:cNvPr id="41" name="Picture Placeholder 40">
            <a:extLst>
              <a:ext uri="{FF2B5EF4-FFF2-40B4-BE49-F238E27FC236}">
                <a16:creationId xmlns:a16="http://schemas.microsoft.com/office/drawing/2014/main" id="{E3C2F1D8-84EF-4A68-A3BD-098B35D12D60}"/>
              </a:ext>
            </a:extLst>
          </p:cNvPr>
          <p:cNvSpPr>
            <a:spLocks noGrp="1"/>
          </p:cNvSpPr>
          <p:nvPr>
            <p:ph type="pic" sz="quarter" idx="11"/>
          </p:nvPr>
        </p:nvSpPr>
        <p:spPr>
          <a:xfrm>
            <a:off x="2944966" y="647700"/>
            <a:ext cx="2102846" cy="5524500"/>
          </a:xfrm>
          <a:custGeom>
            <a:avLst/>
            <a:gdLst>
              <a:gd name="connsiteX0" fmla="*/ 0 w 4206240"/>
              <a:gd name="connsiteY0" fmla="*/ 0 h 11049000"/>
              <a:gd name="connsiteX1" fmla="*/ 4206240 w 4206240"/>
              <a:gd name="connsiteY1" fmla="*/ 0 h 11049000"/>
              <a:gd name="connsiteX2" fmla="*/ 4206240 w 4206240"/>
              <a:gd name="connsiteY2" fmla="*/ 11049000 h 11049000"/>
              <a:gd name="connsiteX3" fmla="*/ 0 w 4206240"/>
              <a:gd name="connsiteY3" fmla="*/ 11049000 h 11049000"/>
            </a:gdLst>
            <a:ahLst/>
            <a:cxnLst>
              <a:cxn ang="0">
                <a:pos x="connsiteX0" y="connsiteY0"/>
              </a:cxn>
              <a:cxn ang="0">
                <a:pos x="connsiteX1" y="connsiteY1"/>
              </a:cxn>
              <a:cxn ang="0">
                <a:pos x="connsiteX2" y="connsiteY2"/>
              </a:cxn>
              <a:cxn ang="0">
                <a:pos x="connsiteX3" y="connsiteY3"/>
              </a:cxn>
            </a:cxnLst>
            <a:rect l="l" t="t" r="r" b="b"/>
            <a:pathLst>
              <a:path w="4206240" h="11049000">
                <a:moveTo>
                  <a:pt x="0" y="0"/>
                </a:moveTo>
                <a:lnTo>
                  <a:pt x="4206240" y="0"/>
                </a:lnTo>
                <a:lnTo>
                  <a:pt x="4206240" y="11049000"/>
                </a:lnTo>
                <a:lnTo>
                  <a:pt x="0" y="11049000"/>
                </a:lnTo>
                <a:close/>
              </a:path>
            </a:pathLst>
          </a:custGeom>
          <a:pattFill prst="pct60">
            <a:fgClr>
              <a:schemeClr val="bg1"/>
            </a:fgClr>
            <a:bgClr>
              <a:schemeClr val="bg1">
                <a:lumMod val="85000"/>
              </a:schemeClr>
            </a:bgClr>
          </a:pattFill>
        </p:spPr>
        <p:txBody>
          <a:bodyPr wrap="square" anchor="ctr">
            <a:noAutofit/>
          </a:bodyPr>
          <a:lstStyle>
            <a:lvl1pPr>
              <a:defRPr lang="en-US" sz="1200"/>
            </a:lvl1pPr>
          </a:lstStyle>
          <a:p>
            <a:pPr marL="0" lvl="0" indent="0" algn="ctr">
              <a:buFontTx/>
              <a:buNone/>
            </a:pPr>
            <a:endParaRPr lang="en-US"/>
          </a:p>
        </p:txBody>
      </p:sp>
      <p:sp>
        <p:nvSpPr>
          <p:cNvPr id="42" name="Picture Placeholder 41">
            <a:extLst>
              <a:ext uri="{FF2B5EF4-FFF2-40B4-BE49-F238E27FC236}">
                <a16:creationId xmlns:a16="http://schemas.microsoft.com/office/drawing/2014/main" id="{CA1D5714-E770-4124-B6F4-2A79AB0D075D}"/>
              </a:ext>
            </a:extLst>
          </p:cNvPr>
          <p:cNvSpPr>
            <a:spLocks noGrp="1"/>
          </p:cNvSpPr>
          <p:nvPr>
            <p:ph type="pic" sz="quarter" idx="12"/>
          </p:nvPr>
        </p:nvSpPr>
        <p:spPr>
          <a:xfrm>
            <a:off x="5047812" y="647700"/>
            <a:ext cx="2102846" cy="5524500"/>
          </a:xfrm>
          <a:custGeom>
            <a:avLst/>
            <a:gdLst>
              <a:gd name="connsiteX0" fmla="*/ 0 w 4206240"/>
              <a:gd name="connsiteY0" fmla="*/ 0 h 11049000"/>
              <a:gd name="connsiteX1" fmla="*/ 4206240 w 4206240"/>
              <a:gd name="connsiteY1" fmla="*/ 0 h 11049000"/>
              <a:gd name="connsiteX2" fmla="*/ 4206240 w 4206240"/>
              <a:gd name="connsiteY2" fmla="*/ 11049000 h 11049000"/>
              <a:gd name="connsiteX3" fmla="*/ 0 w 4206240"/>
              <a:gd name="connsiteY3" fmla="*/ 11049000 h 11049000"/>
            </a:gdLst>
            <a:ahLst/>
            <a:cxnLst>
              <a:cxn ang="0">
                <a:pos x="connsiteX0" y="connsiteY0"/>
              </a:cxn>
              <a:cxn ang="0">
                <a:pos x="connsiteX1" y="connsiteY1"/>
              </a:cxn>
              <a:cxn ang="0">
                <a:pos x="connsiteX2" y="connsiteY2"/>
              </a:cxn>
              <a:cxn ang="0">
                <a:pos x="connsiteX3" y="connsiteY3"/>
              </a:cxn>
            </a:cxnLst>
            <a:rect l="l" t="t" r="r" b="b"/>
            <a:pathLst>
              <a:path w="4206240" h="11049000">
                <a:moveTo>
                  <a:pt x="0" y="0"/>
                </a:moveTo>
                <a:lnTo>
                  <a:pt x="4206240" y="0"/>
                </a:lnTo>
                <a:lnTo>
                  <a:pt x="4206240" y="11049000"/>
                </a:lnTo>
                <a:lnTo>
                  <a:pt x="0" y="11049000"/>
                </a:lnTo>
                <a:close/>
              </a:path>
            </a:pathLst>
          </a:custGeom>
          <a:pattFill prst="pct60">
            <a:fgClr>
              <a:schemeClr val="bg1"/>
            </a:fgClr>
            <a:bgClr>
              <a:schemeClr val="bg1">
                <a:lumMod val="85000"/>
              </a:schemeClr>
            </a:bgClr>
          </a:pattFill>
        </p:spPr>
        <p:txBody>
          <a:bodyPr wrap="square" anchor="ctr">
            <a:noAutofit/>
          </a:bodyPr>
          <a:lstStyle>
            <a:lvl1pPr>
              <a:defRPr lang="en-US" sz="1200"/>
            </a:lvl1pPr>
          </a:lstStyle>
          <a:p>
            <a:pPr marL="0" lvl="0" indent="0" algn="ctr">
              <a:buFontTx/>
              <a:buNone/>
            </a:pPr>
            <a:endParaRPr lang="en-US"/>
          </a:p>
        </p:txBody>
      </p:sp>
      <p:sp>
        <p:nvSpPr>
          <p:cNvPr id="43" name="Picture Placeholder 42">
            <a:extLst>
              <a:ext uri="{FF2B5EF4-FFF2-40B4-BE49-F238E27FC236}">
                <a16:creationId xmlns:a16="http://schemas.microsoft.com/office/drawing/2014/main" id="{0CCFF675-4CFA-4559-BF32-ACE7582DC5E4}"/>
              </a:ext>
            </a:extLst>
          </p:cNvPr>
          <p:cNvSpPr>
            <a:spLocks noGrp="1"/>
          </p:cNvSpPr>
          <p:nvPr>
            <p:ph type="pic" sz="quarter" idx="13"/>
          </p:nvPr>
        </p:nvSpPr>
        <p:spPr>
          <a:xfrm>
            <a:off x="7150659" y="647700"/>
            <a:ext cx="2102846" cy="5524500"/>
          </a:xfrm>
          <a:custGeom>
            <a:avLst/>
            <a:gdLst>
              <a:gd name="connsiteX0" fmla="*/ 0 w 4206240"/>
              <a:gd name="connsiteY0" fmla="*/ 0 h 11049000"/>
              <a:gd name="connsiteX1" fmla="*/ 4206240 w 4206240"/>
              <a:gd name="connsiteY1" fmla="*/ 0 h 11049000"/>
              <a:gd name="connsiteX2" fmla="*/ 4206240 w 4206240"/>
              <a:gd name="connsiteY2" fmla="*/ 11049000 h 11049000"/>
              <a:gd name="connsiteX3" fmla="*/ 0 w 4206240"/>
              <a:gd name="connsiteY3" fmla="*/ 11049000 h 11049000"/>
            </a:gdLst>
            <a:ahLst/>
            <a:cxnLst>
              <a:cxn ang="0">
                <a:pos x="connsiteX0" y="connsiteY0"/>
              </a:cxn>
              <a:cxn ang="0">
                <a:pos x="connsiteX1" y="connsiteY1"/>
              </a:cxn>
              <a:cxn ang="0">
                <a:pos x="connsiteX2" y="connsiteY2"/>
              </a:cxn>
              <a:cxn ang="0">
                <a:pos x="connsiteX3" y="connsiteY3"/>
              </a:cxn>
            </a:cxnLst>
            <a:rect l="l" t="t" r="r" b="b"/>
            <a:pathLst>
              <a:path w="4206240" h="11049000">
                <a:moveTo>
                  <a:pt x="0" y="0"/>
                </a:moveTo>
                <a:lnTo>
                  <a:pt x="4206240" y="0"/>
                </a:lnTo>
                <a:lnTo>
                  <a:pt x="4206240" y="11049000"/>
                </a:lnTo>
                <a:lnTo>
                  <a:pt x="0" y="11049000"/>
                </a:lnTo>
                <a:close/>
              </a:path>
            </a:pathLst>
          </a:custGeom>
          <a:pattFill prst="pct60">
            <a:fgClr>
              <a:schemeClr val="bg1"/>
            </a:fgClr>
            <a:bgClr>
              <a:schemeClr val="bg1">
                <a:lumMod val="85000"/>
              </a:schemeClr>
            </a:bgClr>
          </a:pattFill>
        </p:spPr>
        <p:txBody>
          <a:bodyPr wrap="square" anchor="ctr">
            <a:noAutofit/>
          </a:bodyPr>
          <a:lstStyle>
            <a:lvl1pPr>
              <a:defRPr lang="en-US" sz="1200"/>
            </a:lvl1pPr>
          </a:lstStyle>
          <a:p>
            <a:pPr marL="0" lvl="0" indent="0" algn="ctr">
              <a:buFontTx/>
              <a:buNone/>
            </a:pPr>
            <a:endParaRPr lang="en-US"/>
          </a:p>
        </p:txBody>
      </p:sp>
      <p:sp>
        <p:nvSpPr>
          <p:cNvPr id="44" name="Picture Placeholder 43">
            <a:extLst>
              <a:ext uri="{FF2B5EF4-FFF2-40B4-BE49-F238E27FC236}">
                <a16:creationId xmlns:a16="http://schemas.microsoft.com/office/drawing/2014/main" id="{12A6D458-EDF9-4371-9B79-9D32475040AC}"/>
              </a:ext>
            </a:extLst>
          </p:cNvPr>
          <p:cNvSpPr>
            <a:spLocks noGrp="1"/>
          </p:cNvSpPr>
          <p:nvPr>
            <p:ph type="pic" sz="quarter" idx="14"/>
          </p:nvPr>
        </p:nvSpPr>
        <p:spPr>
          <a:xfrm>
            <a:off x="9253505" y="647700"/>
            <a:ext cx="2102846" cy="5524500"/>
          </a:xfrm>
          <a:custGeom>
            <a:avLst/>
            <a:gdLst>
              <a:gd name="connsiteX0" fmla="*/ 0 w 4206240"/>
              <a:gd name="connsiteY0" fmla="*/ 0 h 11049000"/>
              <a:gd name="connsiteX1" fmla="*/ 4206240 w 4206240"/>
              <a:gd name="connsiteY1" fmla="*/ 0 h 11049000"/>
              <a:gd name="connsiteX2" fmla="*/ 4206240 w 4206240"/>
              <a:gd name="connsiteY2" fmla="*/ 11049000 h 11049000"/>
              <a:gd name="connsiteX3" fmla="*/ 0 w 4206240"/>
              <a:gd name="connsiteY3" fmla="*/ 11049000 h 11049000"/>
            </a:gdLst>
            <a:ahLst/>
            <a:cxnLst>
              <a:cxn ang="0">
                <a:pos x="connsiteX0" y="connsiteY0"/>
              </a:cxn>
              <a:cxn ang="0">
                <a:pos x="connsiteX1" y="connsiteY1"/>
              </a:cxn>
              <a:cxn ang="0">
                <a:pos x="connsiteX2" y="connsiteY2"/>
              </a:cxn>
              <a:cxn ang="0">
                <a:pos x="connsiteX3" y="connsiteY3"/>
              </a:cxn>
            </a:cxnLst>
            <a:rect l="l" t="t" r="r" b="b"/>
            <a:pathLst>
              <a:path w="4206240" h="11049000">
                <a:moveTo>
                  <a:pt x="0" y="0"/>
                </a:moveTo>
                <a:lnTo>
                  <a:pt x="4206240" y="0"/>
                </a:lnTo>
                <a:lnTo>
                  <a:pt x="4206240" y="11049000"/>
                </a:lnTo>
                <a:lnTo>
                  <a:pt x="0" y="11049000"/>
                </a:lnTo>
                <a:close/>
              </a:path>
            </a:pathLst>
          </a:custGeom>
          <a:pattFill prst="pct60">
            <a:fgClr>
              <a:schemeClr val="bg1"/>
            </a:fgClr>
            <a:bgClr>
              <a:schemeClr val="bg1">
                <a:lumMod val="85000"/>
              </a:schemeClr>
            </a:bgClr>
          </a:pattFill>
        </p:spPr>
        <p:txBody>
          <a:bodyPr wrap="square" anchor="ctr">
            <a:noAutofit/>
          </a:bodyPr>
          <a:lstStyle>
            <a:lvl1pPr>
              <a:defRPr lang="en-US" sz="1200"/>
            </a:lvl1pPr>
          </a:lstStyle>
          <a:p>
            <a:pPr marL="0" lvl="0" indent="0" algn="ctr">
              <a:buFontTx/>
              <a:buNone/>
            </a:pPr>
            <a:endParaRPr lang="en-US"/>
          </a:p>
        </p:txBody>
      </p:sp>
    </p:spTree>
    <p:extLst>
      <p:ext uri="{BB962C8B-B14F-4D97-AF65-F5344CB8AC3E}">
        <p14:creationId xmlns:p14="http://schemas.microsoft.com/office/powerpoint/2010/main" val="2608051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1000" fill="hold"/>
                                        <p:tgtEl>
                                          <p:spTgt spid="40"/>
                                        </p:tgtEl>
                                        <p:attrNameLst>
                                          <p:attrName>ppt_x</p:attrName>
                                        </p:attrNameLst>
                                      </p:cBhvr>
                                      <p:tavLst>
                                        <p:tav tm="0">
                                          <p:val>
                                            <p:strVal val="#ppt_x"/>
                                          </p:val>
                                        </p:tav>
                                        <p:tav tm="100000">
                                          <p:val>
                                            <p:strVal val="#ppt_x"/>
                                          </p:val>
                                        </p:tav>
                                      </p:tavLst>
                                    </p:anim>
                                    <p:anim calcmode="lin" valueType="num">
                                      <p:cBhvr additive="base">
                                        <p:cTn id="8" dur="1000" fill="hold"/>
                                        <p:tgtEl>
                                          <p:spTgt spid="40"/>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100"/>
                                  </p:stCondLst>
                                  <p:childTnLst>
                                    <p:set>
                                      <p:cBhvr>
                                        <p:cTn id="10" dur="1" fill="hold">
                                          <p:stCondLst>
                                            <p:cond delay="0"/>
                                          </p:stCondLst>
                                        </p:cTn>
                                        <p:tgtEl>
                                          <p:spTgt spid="41"/>
                                        </p:tgtEl>
                                        <p:attrNameLst>
                                          <p:attrName>style.visibility</p:attrName>
                                        </p:attrNameLst>
                                      </p:cBhvr>
                                      <p:to>
                                        <p:strVal val="visible"/>
                                      </p:to>
                                    </p:set>
                                    <p:anim calcmode="lin" valueType="num">
                                      <p:cBhvr additive="base">
                                        <p:cTn id="11" dur="1000" fill="hold"/>
                                        <p:tgtEl>
                                          <p:spTgt spid="41"/>
                                        </p:tgtEl>
                                        <p:attrNameLst>
                                          <p:attrName>ppt_x</p:attrName>
                                        </p:attrNameLst>
                                      </p:cBhvr>
                                      <p:tavLst>
                                        <p:tav tm="0">
                                          <p:val>
                                            <p:strVal val="#ppt_x"/>
                                          </p:val>
                                        </p:tav>
                                        <p:tav tm="100000">
                                          <p:val>
                                            <p:strVal val="#ppt_x"/>
                                          </p:val>
                                        </p:tav>
                                      </p:tavLst>
                                    </p:anim>
                                    <p:anim calcmode="lin" valueType="num">
                                      <p:cBhvr additive="base">
                                        <p:cTn id="12" dur="1000" fill="hold"/>
                                        <p:tgtEl>
                                          <p:spTgt spid="41"/>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200"/>
                                  </p:stCondLst>
                                  <p:childTnLst>
                                    <p:set>
                                      <p:cBhvr>
                                        <p:cTn id="14" dur="1" fill="hold">
                                          <p:stCondLst>
                                            <p:cond delay="0"/>
                                          </p:stCondLst>
                                        </p:cTn>
                                        <p:tgtEl>
                                          <p:spTgt spid="42"/>
                                        </p:tgtEl>
                                        <p:attrNameLst>
                                          <p:attrName>style.visibility</p:attrName>
                                        </p:attrNameLst>
                                      </p:cBhvr>
                                      <p:to>
                                        <p:strVal val="visible"/>
                                      </p:to>
                                    </p:set>
                                    <p:anim calcmode="lin" valueType="num">
                                      <p:cBhvr additive="base">
                                        <p:cTn id="15" dur="1000" fill="hold"/>
                                        <p:tgtEl>
                                          <p:spTgt spid="42"/>
                                        </p:tgtEl>
                                        <p:attrNameLst>
                                          <p:attrName>ppt_x</p:attrName>
                                        </p:attrNameLst>
                                      </p:cBhvr>
                                      <p:tavLst>
                                        <p:tav tm="0">
                                          <p:val>
                                            <p:strVal val="#ppt_x"/>
                                          </p:val>
                                        </p:tav>
                                        <p:tav tm="100000">
                                          <p:val>
                                            <p:strVal val="#ppt_x"/>
                                          </p:val>
                                        </p:tav>
                                      </p:tavLst>
                                    </p:anim>
                                    <p:anim calcmode="lin" valueType="num">
                                      <p:cBhvr additive="base">
                                        <p:cTn id="16" dur="1000" fill="hold"/>
                                        <p:tgtEl>
                                          <p:spTgt spid="42"/>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300"/>
                                  </p:stCondLst>
                                  <p:childTnLst>
                                    <p:set>
                                      <p:cBhvr>
                                        <p:cTn id="18" dur="1" fill="hold">
                                          <p:stCondLst>
                                            <p:cond delay="0"/>
                                          </p:stCondLst>
                                        </p:cTn>
                                        <p:tgtEl>
                                          <p:spTgt spid="43"/>
                                        </p:tgtEl>
                                        <p:attrNameLst>
                                          <p:attrName>style.visibility</p:attrName>
                                        </p:attrNameLst>
                                      </p:cBhvr>
                                      <p:to>
                                        <p:strVal val="visible"/>
                                      </p:to>
                                    </p:set>
                                    <p:anim calcmode="lin" valueType="num">
                                      <p:cBhvr additive="base">
                                        <p:cTn id="19" dur="1000" fill="hold"/>
                                        <p:tgtEl>
                                          <p:spTgt spid="43"/>
                                        </p:tgtEl>
                                        <p:attrNameLst>
                                          <p:attrName>ppt_x</p:attrName>
                                        </p:attrNameLst>
                                      </p:cBhvr>
                                      <p:tavLst>
                                        <p:tav tm="0">
                                          <p:val>
                                            <p:strVal val="#ppt_x"/>
                                          </p:val>
                                        </p:tav>
                                        <p:tav tm="100000">
                                          <p:val>
                                            <p:strVal val="#ppt_x"/>
                                          </p:val>
                                        </p:tav>
                                      </p:tavLst>
                                    </p:anim>
                                    <p:anim calcmode="lin" valueType="num">
                                      <p:cBhvr additive="base">
                                        <p:cTn id="20" dur="1000" fill="hold"/>
                                        <p:tgtEl>
                                          <p:spTgt spid="43"/>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p:stCondLst>
                                    <p:cond delay="400"/>
                                  </p:stCondLst>
                                  <p:childTnLst>
                                    <p:set>
                                      <p:cBhvr>
                                        <p:cTn id="22" dur="1" fill="hold">
                                          <p:stCondLst>
                                            <p:cond delay="0"/>
                                          </p:stCondLst>
                                        </p:cTn>
                                        <p:tgtEl>
                                          <p:spTgt spid="44"/>
                                        </p:tgtEl>
                                        <p:attrNameLst>
                                          <p:attrName>style.visibility</p:attrName>
                                        </p:attrNameLst>
                                      </p:cBhvr>
                                      <p:to>
                                        <p:strVal val="visible"/>
                                      </p:to>
                                    </p:set>
                                    <p:anim calcmode="lin" valueType="num">
                                      <p:cBhvr additive="base">
                                        <p:cTn id="23" dur="1000" fill="hold"/>
                                        <p:tgtEl>
                                          <p:spTgt spid="44"/>
                                        </p:tgtEl>
                                        <p:attrNameLst>
                                          <p:attrName>ppt_x</p:attrName>
                                        </p:attrNameLst>
                                      </p:cBhvr>
                                      <p:tavLst>
                                        <p:tav tm="0">
                                          <p:val>
                                            <p:strVal val="#ppt_x"/>
                                          </p:val>
                                        </p:tav>
                                        <p:tav tm="100000">
                                          <p:val>
                                            <p:strVal val="#ppt_x"/>
                                          </p:val>
                                        </p:tav>
                                      </p:tavLst>
                                    </p:anim>
                                    <p:anim calcmode="lin" valueType="num">
                                      <p:cBhvr additive="base">
                                        <p:cTn id="24" dur="10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43" grpId="0" animBg="1"/>
      <p:bldP spid="44" grpId="0" animBg="1"/>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23_Title Slide">
    <p:spTree>
      <p:nvGrpSpPr>
        <p:cNvPr id="1" name=""/>
        <p:cNvGrpSpPr/>
        <p:nvPr/>
      </p:nvGrpSpPr>
      <p:grpSpPr>
        <a:xfrm>
          <a:off x="0" y="0"/>
          <a:ext cx="0" cy="0"/>
          <a:chOff x="0" y="0"/>
          <a:chExt cx="0" cy="0"/>
        </a:xfrm>
      </p:grpSpPr>
      <p:sp>
        <p:nvSpPr>
          <p:cNvPr id="34" name="Picture Placeholder 33">
            <a:extLst>
              <a:ext uri="{FF2B5EF4-FFF2-40B4-BE49-F238E27FC236}">
                <a16:creationId xmlns:a16="http://schemas.microsoft.com/office/drawing/2014/main" id="{B0839A5C-EEE3-4982-A5D2-9CB167589D41}"/>
              </a:ext>
            </a:extLst>
          </p:cNvPr>
          <p:cNvSpPr>
            <a:spLocks noGrp="1"/>
          </p:cNvSpPr>
          <p:nvPr>
            <p:ph type="pic" sz="quarter" idx="10"/>
          </p:nvPr>
        </p:nvSpPr>
        <p:spPr>
          <a:xfrm>
            <a:off x="781742" y="647700"/>
            <a:ext cx="5314258" cy="5525438"/>
          </a:xfrm>
          <a:custGeom>
            <a:avLst/>
            <a:gdLst>
              <a:gd name="connsiteX0" fmla="*/ 0 w 11050876"/>
              <a:gd name="connsiteY0" fmla="*/ 0 h 11050876"/>
              <a:gd name="connsiteX1" fmla="*/ 11050876 w 11050876"/>
              <a:gd name="connsiteY1" fmla="*/ 0 h 11050876"/>
              <a:gd name="connsiteX2" fmla="*/ 11050876 w 11050876"/>
              <a:gd name="connsiteY2" fmla="*/ 11050876 h 11050876"/>
              <a:gd name="connsiteX3" fmla="*/ 0 w 11050876"/>
              <a:gd name="connsiteY3" fmla="*/ 11050876 h 11050876"/>
            </a:gdLst>
            <a:ahLst/>
            <a:cxnLst>
              <a:cxn ang="0">
                <a:pos x="connsiteX0" y="connsiteY0"/>
              </a:cxn>
              <a:cxn ang="0">
                <a:pos x="connsiteX1" y="connsiteY1"/>
              </a:cxn>
              <a:cxn ang="0">
                <a:pos x="connsiteX2" y="connsiteY2"/>
              </a:cxn>
              <a:cxn ang="0">
                <a:pos x="connsiteX3" y="connsiteY3"/>
              </a:cxn>
            </a:cxnLst>
            <a:rect l="l" t="t" r="r" b="b"/>
            <a:pathLst>
              <a:path w="11050876" h="11050876">
                <a:moveTo>
                  <a:pt x="0" y="0"/>
                </a:moveTo>
                <a:lnTo>
                  <a:pt x="11050876" y="0"/>
                </a:lnTo>
                <a:lnTo>
                  <a:pt x="11050876" y="11050876"/>
                </a:lnTo>
                <a:lnTo>
                  <a:pt x="0" y="11050876"/>
                </a:lnTo>
                <a:close/>
              </a:path>
            </a:pathLst>
          </a:custGeom>
          <a:pattFill prst="pct60">
            <a:fgClr>
              <a:schemeClr val="bg1"/>
            </a:fgClr>
            <a:bgClr>
              <a:schemeClr val="bg1">
                <a:lumMod val="85000"/>
              </a:schemeClr>
            </a:bgClr>
          </a:pattFill>
        </p:spPr>
        <p:txBody>
          <a:bodyPr wrap="square" anchor="ctr">
            <a:noAutofit/>
          </a:bodyPr>
          <a:lstStyle>
            <a:lvl1pPr>
              <a:defRPr lang="en-US" sz="1200"/>
            </a:lvl1pPr>
          </a:lstStyle>
          <a:p>
            <a:pPr marL="0" lvl="0" indent="0" algn="ctr">
              <a:buFontTx/>
              <a:buNone/>
            </a:pPr>
            <a:endParaRPr lang="en-US"/>
          </a:p>
        </p:txBody>
      </p:sp>
      <p:sp>
        <p:nvSpPr>
          <p:cNvPr id="35" name="Picture Placeholder 34">
            <a:extLst>
              <a:ext uri="{FF2B5EF4-FFF2-40B4-BE49-F238E27FC236}">
                <a16:creationId xmlns:a16="http://schemas.microsoft.com/office/drawing/2014/main" id="{AD2B8E5A-2BD1-4898-9EAD-B8153950C4EC}"/>
              </a:ext>
            </a:extLst>
          </p:cNvPr>
          <p:cNvSpPr>
            <a:spLocks noGrp="1"/>
          </p:cNvSpPr>
          <p:nvPr>
            <p:ph type="pic" sz="quarter" idx="11"/>
          </p:nvPr>
        </p:nvSpPr>
        <p:spPr>
          <a:xfrm>
            <a:off x="6096000" y="647700"/>
            <a:ext cx="2761890" cy="2762250"/>
          </a:xfrm>
          <a:custGeom>
            <a:avLst/>
            <a:gdLst>
              <a:gd name="connsiteX0" fmla="*/ 0 w 5524500"/>
              <a:gd name="connsiteY0" fmla="*/ 0 h 5524500"/>
              <a:gd name="connsiteX1" fmla="*/ 5524500 w 5524500"/>
              <a:gd name="connsiteY1" fmla="*/ 0 h 5524500"/>
              <a:gd name="connsiteX2" fmla="*/ 5524500 w 5524500"/>
              <a:gd name="connsiteY2" fmla="*/ 5524500 h 5524500"/>
              <a:gd name="connsiteX3" fmla="*/ 0 w 5524500"/>
              <a:gd name="connsiteY3" fmla="*/ 5524500 h 5524500"/>
            </a:gdLst>
            <a:ahLst/>
            <a:cxnLst>
              <a:cxn ang="0">
                <a:pos x="connsiteX0" y="connsiteY0"/>
              </a:cxn>
              <a:cxn ang="0">
                <a:pos x="connsiteX1" y="connsiteY1"/>
              </a:cxn>
              <a:cxn ang="0">
                <a:pos x="connsiteX2" y="connsiteY2"/>
              </a:cxn>
              <a:cxn ang="0">
                <a:pos x="connsiteX3" y="connsiteY3"/>
              </a:cxn>
            </a:cxnLst>
            <a:rect l="l" t="t" r="r" b="b"/>
            <a:pathLst>
              <a:path w="5524500" h="5524500">
                <a:moveTo>
                  <a:pt x="0" y="0"/>
                </a:moveTo>
                <a:lnTo>
                  <a:pt x="5524500" y="0"/>
                </a:lnTo>
                <a:lnTo>
                  <a:pt x="5524500" y="5524500"/>
                </a:lnTo>
                <a:lnTo>
                  <a:pt x="0" y="5524500"/>
                </a:lnTo>
                <a:close/>
              </a:path>
            </a:pathLst>
          </a:custGeom>
          <a:pattFill prst="pct60">
            <a:fgClr>
              <a:schemeClr val="bg1"/>
            </a:fgClr>
            <a:bgClr>
              <a:schemeClr val="bg1">
                <a:lumMod val="85000"/>
              </a:schemeClr>
            </a:bgClr>
          </a:pattFill>
        </p:spPr>
        <p:txBody>
          <a:bodyPr wrap="square" anchor="ctr">
            <a:noAutofit/>
          </a:bodyPr>
          <a:lstStyle>
            <a:lvl1pPr>
              <a:defRPr lang="en-US" sz="1200"/>
            </a:lvl1pPr>
          </a:lstStyle>
          <a:p>
            <a:pPr marL="0" lvl="0" indent="0" algn="ctr">
              <a:buFontTx/>
              <a:buNone/>
            </a:pPr>
            <a:endParaRPr lang="en-US"/>
          </a:p>
        </p:txBody>
      </p:sp>
      <p:sp>
        <p:nvSpPr>
          <p:cNvPr id="36" name="Picture Placeholder 35">
            <a:extLst>
              <a:ext uri="{FF2B5EF4-FFF2-40B4-BE49-F238E27FC236}">
                <a16:creationId xmlns:a16="http://schemas.microsoft.com/office/drawing/2014/main" id="{A70770E0-20BD-4707-B1C1-A9B6F017F0D6}"/>
              </a:ext>
            </a:extLst>
          </p:cNvPr>
          <p:cNvSpPr>
            <a:spLocks noGrp="1"/>
          </p:cNvSpPr>
          <p:nvPr>
            <p:ph type="pic" sz="quarter" idx="12"/>
          </p:nvPr>
        </p:nvSpPr>
        <p:spPr>
          <a:xfrm>
            <a:off x="6096000" y="3409950"/>
            <a:ext cx="2761890" cy="2762250"/>
          </a:xfrm>
          <a:custGeom>
            <a:avLst/>
            <a:gdLst>
              <a:gd name="connsiteX0" fmla="*/ 0 w 5524500"/>
              <a:gd name="connsiteY0" fmla="*/ 0 h 5524500"/>
              <a:gd name="connsiteX1" fmla="*/ 5524500 w 5524500"/>
              <a:gd name="connsiteY1" fmla="*/ 0 h 5524500"/>
              <a:gd name="connsiteX2" fmla="*/ 5524500 w 5524500"/>
              <a:gd name="connsiteY2" fmla="*/ 5524500 h 5524500"/>
              <a:gd name="connsiteX3" fmla="*/ 0 w 5524500"/>
              <a:gd name="connsiteY3" fmla="*/ 5524500 h 5524500"/>
            </a:gdLst>
            <a:ahLst/>
            <a:cxnLst>
              <a:cxn ang="0">
                <a:pos x="connsiteX0" y="connsiteY0"/>
              </a:cxn>
              <a:cxn ang="0">
                <a:pos x="connsiteX1" y="connsiteY1"/>
              </a:cxn>
              <a:cxn ang="0">
                <a:pos x="connsiteX2" y="connsiteY2"/>
              </a:cxn>
              <a:cxn ang="0">
                <a:pos x="connsiteX3" y="connsiteY3"/>
              </a:cxn>
            </a:cxnLst>
            <a:rect l="l" t="t" r="r" b="b"/>
            <a:pathLst>
              <a:path w="5524500" h="5524500">
                <a:moveTo>
                  <a:pt x="0" y="0"/>
                </a:moveTo>
                <a:lnTo>
                  <a:pt x="5524500" y="0"/>
                </a:lnTo>
                <a:lnTo>
                  <a:pt x="5524500" y="5524500"/>
                </a:lnTo>
                <a:lnTo>
                  <a:pt x="0" y="5524500"/>
                </a:lnTo>
                <a:close/>
              </a:path>
            </a:pathLst>
          </a:custGeom>
          <a:pattFill prst="pct60">
            <a:fgClr>
              <a:schemeClr val="bg1"/>
            </a:fgClr>
            <a:bgClr>
              <a:schemeClr val="bg1">
                <a:lumMod val="85000"/>
              </a:schemeClr>
            </a:bgClr>
          </a:pattFill>
        </p:spPr>
        <p:txBody>
          <a:bodyPr wrap="square" anchor="ctr">
            <a:noAutofit/>
          </a:bodyPr>
          <a:lstStyle>
            <a:lvl1pPr>
              <a:defRPr lang="en-US" sz="1200"/>
            </a:lvl1pPr>
          </a:lstStyle>
          <a:p>
            <a:pPr marL="0" lvl="0" indent="0" algn="ctr">
              <a:buFontTx/>
              <a:buNone/>
            </a:pPr>
            <a:endParaRPr lang="en-US"/>
          </a:p>
        </p:txBody>
      </p:sp>
    </p:spTree>
    <p:extLst>
      <p:ext uri="{BB962C8B-B14F-4D97-AF65-F5344CB8AC3E}">
        <p14:creationId xmlns:p14="http://schemas.microsoft.com/office/powerpoint/2010/main" val="1271426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1800" fill="hold"/>
                                        <p:tgtEl>
                                          <p:spTgt spid="34"/>
                                        </p:tgtEl>
                                        <p:attrNameLst>
                                          <p:attrName>ppt_x</p:attrName>
                                        </p:attrNameLst>
                                      </p:cBhvr>
                                      <p:tavLst>
                                        <p:tav tm="0">
                                          <p:val>
                                            <p:strVal val="0-#ppt_w/2"/>
                                          </p:val>
                                        </p:tav>
                                        <p:tav tm="100000">
                                          <p:val>
                                            <p:strVal val="#ppt_x"/>
                                          </p:val>
                                        </p:tav>
                                      </p:tavLst>
                                    </p:anim>
                                    <p:anim calcmode="lin" valueType="num">
                                      <p:cBhvr additive="base">
                                        <p:cTn id="8" dur="1800" fill="hold"/>
                                        <p:tgtEl>
                                          <p:spTgt spid="34"/>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1700" fill="hold"/>
                                        <p:tgtEl>
                                          <p:spTgt spid="35"/>
                                        </p:tgtEl>
                                        <p:attrNameLst>
                                          <p:attrName>ppt_x</p:attrName>
                                        </p:attrNameLst>
                                      </p:cBhvr>
                                      <p:tavLst>
                                        <p:tav tm="0">
                                          <p:val>
                                            <p:strVal val="0-#ppt_w/2"/>
                                          </p:val>
                                        </p:tav>
                                        <p:tav tm="100000">
                                          <p:val>
                                            <p:strVal val="#ppt_x"/>
                                          </p:val>
                                        </p:tav>
                                      </p:tavLst>
                                    </p:anim>
                                    <p:anim calcmode="lin" valueType="num">
                                      <p:cBhvr additive="base">
                                        <p:cTn id="12" dur="1700" fill="hold"/>
                                        <p:tgtEl>
                                          <p:spTgt spid="35"/>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1700" fill="hold"/>
                                        <p:tgtEl>
                                          <p:spTgt spid="36"/>
                                        </p:tgtEl>
                                        <p:attrNameLst>
                                          <p:attrName>ppt_x</p:attrName>
                                        </p:attrNameLst>
                                      </p:cBhvr>
                                      <p:tavLst>
                                        <p:tav tm="0">
                                          <p:val>
                                            <p:strVal val="0-#ppt_w/2"/>
                                          </p:val>
                                        </p:tav>
                                        <p:tav tm="100000">
                                          <p:val>
                                            <p:strVal val="#ppt_x"/>
                                          </p:val>
                                        </p:tav>
                                      </p:tavLst>
                                    </p:anim>
                                    <p:anim calcmode="lin" valueType="num">
                                      <p:cBhvr additive="base">
                                        <p:cTn id="16" dur="170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2_Custom Layout">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8B8D9FE0-2BB0-4951-87E4-EC751C0312CD}"/>
              </a:ext>
            </a:extLst>
          </p:cNvPr>
          <p:cNvSpPr>
            <a:spLocks noGrp="1"/>
          </p:cNvSpPr>
          <p:nvPr>
            <p:ph type="pic" sz="quarter" idx="10"/>
          </p:nvPr>
        </p:nvSpPr>
        <p:spPr>
          <a:xfrm>
            <a:off x="781742" y="647700"/>
            <a:ext cx="5314258" cy="5524500"/>
          </a:xfrm>
          <a:custGeom>
            <a:avLst/>
            <a:gdLst>
              <a:gd name="connsiteX0" fmla="*/ 0 w 10172699"/>
              <a:gd name="connsiteY0" fmla="*/ 0 h 11049000"/>
              <a:gd name="connsiteX1" fmla="*/ 10172699 w 10172699"/>
              <a:gd name="connsiteY1" fmla="*/ 0 h 11049000"/>
              <a:gd name="connsiteX2" fmla="*/ 10172699 w 10172699"/>
              <a:gd name="connsiteY2" fmla="*/ 11049000 h 11049000"/>
              <a:gd name="connsiteX3" fmla="*/ 0 w 10172699"/>
              <a:gd name="connsiteY3" fmla="*/ 11049000 h 11049000"/>
            </a:gdLst>
            <a:ahLst/>
            <a:cxnLst>
              <a:cxn ang="0">
                <a:pos x="connsiteX0" y="connsiteY0"/>
              </a:cxn>
              <a:cxn ang="0">
                <a:pos x="connsiteX1" y="connsiteY1"/>
              </a:cxn>
              <a:cxn ang="0">
                <a:pos x="connsiteX2" y="connsiteY2"/>
              </a:cxn>
              <a:cxn ang="0">
                <a:pos x="connsiteX3" y="connsiteY3"/>
              </a:cxn>
            </a:cxnLst>
            <a:rect l="l" t="t" r="r" b="b"/>
            <a:pathLst>
              <a:path w="10172699" h="11049000">
                <a:moveTo>
                  <a:pt x="0" y="0"/>
                </a:moveTo>
                <a:lnTo>
                  <a:pt x="10172699" y="0"/>
                </a:lnTo>
                <a:lnTo>
                  <a:pt x="10172699" y="11049000"/>
                </a:lnTo>
                <a:lnTo>
                  <a:pt x="0" y="11049000"/>
                </a:lnTo>
                <a:close/>
              </a:path>
            </a:pathLst>
          </a:custGeom>
          <a:pattFill prst="pct60">
            <a:fgClr>
              <a:schemeClr val="bg1"/>
            </a:fgClr>
            <a:bgClr>
              <a:schemeClr val="bg1">
                <a:lumMod val="85000"/>
              </a:schemeClr>
            </a:bgClr>
          </a:pattFill>
        </p:spPr>
        <p:txBody>
          <a:bodyPr wrap="square">
            <a:noAutofit/>
          </a:bodyPr>
          <a:lstStyle/>
          <a:p>
            <a:endParaRPr lang="en-US"/>
          </a:p>
        </p:txBody>
      </p:sp>
      <p:sp>
        <p:nvSpPr>
          <p:cNvPr id="35" name="Picture Placeholder 34">
            <a:extLst>
              <a:ext uri="{FF2B5EF4-FFF2-40B4-BE49-F238E27FC236}">
                <a16:creationId xmlns:a16="http://schemas.microsoft.com/office/drawing/2014/main" id="{A70CBB4C-B5B4-4660-817C-385F23628B9D}"/>
              </a:ext>
            </a:extLst>
          </p:cNvPr>
          <p:cNvSpPr>
            <a:spLocks noGrp="1"/>
          </p:cNvSpPr>
          <p:nvPr>
            <p:ph type="pic" sz="quarter" idx="11"/>
          </p:nvPr>
        </p:nvSpPr>
        <p:spPr>
          <a:xfrm>
            <a:off x="6096000" y="647700"/>
            <a:ext cx="5314258" cy="5524500"/>
          </a:xfrm>
          <a:custGeom>
            <a:avLst/>
            <a:gdLst>
              <a:gd name="connsiteX0" fmla="*/ 0 w 10858500"/>
              <a:gd name="connsiteY0" fmla="*/ 0 h 11049000"/>
              <a:gd name="connsiteX1" fmla="*/ 10858500 w 10858500"/>
              <a:gd name="connsiteY1" fmla="*/ 0 h 11049000"/>
              <a:gd name="connsiteX2" fmla="*/ 10858500 w 10858500"/>
              <a:gd name="connsiteY2" fmla="*/ 11049000 h 11049000"/>
              <a:gd name="connsiteX3" fmla="*/ 0 w 10858500"/>
              <a:gd name="connsiteY3" fmla="*/ 11049000 h 11049000"/>
            </a:gdLst>
            <a:ahLst/>
            <a:cxnLst>
              <a:cxn ang="0">
                <a:pos x="connsiteX0" y="connsiteY0"/>
              </a:cxn>
              <a:cxn ang="0">
                <a:pos x="connsiteX1" y="connsiteY1"/>
              </a:cxn>
              <a:cxn ang="0">
                <a:pos x="connsiteX2" y="connsiteY2"/>
              </a:cxn>
              <a:cxn ang="0">
                <a:pos x="connsiteX3" y="connsiteY3"/>
              </a:cxn>
            </a:cxnLst>
            <a:rect l="l" t="t" r="r" b="b"/>
            <a:pathLst>
              <a:path w="10858500" h="11049000">
                <a:moveTo>
                  <a:pt x="0" y="0"/>
                </a:moveTo>
                <a:lnTo>
                  <a:pt x="10858500" y="0"/>
                </a:lnTo>
                <a:lnTo>
                  <a:pt x="10858500" y="11049000"/>
                </a:lnTo>
                <a:lnTo>
                  <a:pt x="0" y="11049000"/>
                </a:lnTo>
                <a:close/>
              </a:path>
            </a:pathLst>
          </a:custGeom>
          <a:pattFill prst="pct60">
            <a:fgClr>
              <a:schemeClr val="bg1"/>
            </a:fgClr>
            <a:bgClr>
              <a:schemeClr val="bg1">
                <a:lumMod val="85000"/>
              </a:schemeClr>
            </a:bgClr>
          </a:pattFill>
        </p:spPr>
        <p:txBody>
          <a:bodyPr wrap="square">
            <a:noAutofit/>
          </a:bodyPr>
          <a:lstStyle/>
          <a:p>
            <a:endParaRPr lang="en-US"/>
          </a:p>
        </p:txBody>
      </p:sp>
    </p:spTree>
    <p:extLst>
      <p:ext uri="{BB962C8B-B14F-4D97-AF65-F5344CB8AC3E}">
        <p14:creationId xmlns:p14="http://schemas.microsoft.com/office/powerpoint/2010/main" val="2529045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1700" fill="hold"/>
                                        <p:tgtEl>
                                          <p:spTgt spid="33"/>
                                        </p:tgtEl>
                                        <p:attrNameLst>
                                          <p:attrName>ppt_x</p:attrName>
                                        </p:attrNameLst>
                                      </p:cBhvr>
                                      <p:tavLst>
                                        <p:tav tm="0">
                                          <p:val>
                                            <p:strVal val="#ppt_x"/>
                                          </p:val>
                                        </p:tav>
                                        <p:tav tm="100000">
                                          <p:val>
                                            <p:strVal val="#ppt_x"/>
                                          </p:val>
                                        </p:tav>
                                      </p:tavLst>
                                    </p:anim>
                                    <p:anim calcmode="lin" valueType="num">
                                      <p:cBhvr additive="base">
                                        <p:cTn id="8" dur="1700" fill="hold"/>
                                        <p:tgtEl>
                                          <p:spTgt spid="33"/>
                                        </p:tgtEl>
                                        <p:attrNameLst>
                                          <p:attrName>ppt_y</p:attrName>
                                        </p:attrNameLst>
                                      </p:cBhvr>
                                      <p:tavLst>
                                        <p:tav tm="0">
                                          <p:val>
                                            <p:strVal val="1+#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1700" fill="hold"/>
                                        <p:tgtEl>
                                          <p:spTgt spid="35"/>
                                        </p:tgtEl>
                                        <p:attrNameLst>
                                          <p:attrName>ppt_x</p:attrName>
                                        </p:attrNameLst>
                                      </p:cBhvr>
                                      <p:tavLst>
                                        <p:tav tm="0">
                                          <p:val>
                                            <p:strVal val="#ppt_x"/>
                                          </p:val>
                                        </p:tav>
                                        <p:tav tm="100000">
                                          <p:val>
                                            <p:strVal val="#ppt_x"/>
                                          </p:val>
                                        </p:tav>
                                      </p:tavLst>
                                    </p:anim>
                                    <p:anim calcmode="lin" valueType="num">
                                      <p:cBhvr additive="base">
                                        <p:cTn id="12" dur="1700" fill="hold"/>
                                        <p:tgtEl>
                                          <p:spTgt spid="3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5" grpId="0" animBg="1"/>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24_Title Slide">
    <p:spTree>
      <p:nvGrpSpPr>
        <p:cNvPr id="1" name=""/>
        <p:cNvGrpSpPr/>
        <p:nvPr/>
      </p:nvGrpSpPr>
      <p:grpSpPr>
        <a:xfrm>
          <a:off x="0" y="0"/>
          <a:ext cx="0" cy="0"/>
          <a:chOff x="0" y="0"/>
          <a:chExt cx="0" cy="0"/>
        </a:xfrm>
      </p:grpSpPr>
      <p:sp>
        <p:nvSpPr>
          <p:cNvPr id="34" name="Picture Placeholder 33">
            <a:extLst>
              <a:ext uri="{FF2B5EF4-FFF2-40B4-BE49-F238E27FC236}">
                <a16:creationId xmlns:a16="http://schemas.microsoft.com/office/drawing/2014/main" id="{2E49EDA7-E0B3-44D6-ADA1-4C6DE88415FD}"/>
              </a:ext>
            </a:extLst>
          </p:cNvPr>
          <p:cNvSpPr>
            <a:spLocks noGrp="1"/>
          </p:cNvSpPr>
          <p:nvPr>
            <p:ph type="pic" sz="quarter" idx="11"/>
          </p:nvPr>
        </p:nvSpPr>
        <p:spPr>
          <a:xfrm>
            <a:off x="781742" y="3429762"/>
            <a:ext cx="3504744" cy="2743200"/>
          </a:xfrm>
          <a:custGeom>
            <a:avLst/>
            <a:gdLst>
              <a:gd name="connsiteX0" fmla="*/ 0 w 7010400"/>
              <a:gd name="connsiteY0" fmla="*/ 0 h 5486400"/>
              <a:gd name="connsiteX1" fmla="*/ 7010400 w 7010400"/>
              <a:gd name="connsiteY1" fmla="*/ 0 h 5486400"/>
              <a:gd name="connsiteX2" fmla="*/ 7010400 w 7010400"/>
              <a:gd name="connsiteY2" fmla="*/ 5486400 h 5486400"/>
              <a:gd name="connsiteX3" fmla="*/ 0 w 7010400"/>
              <a:gd name="connsiteY3" fmla="*/ 5486400 h 5486400"/>
            </a:gdLst>
            <a:ahLst/>
            <a:cxnLst>
              <a:cxn ang="0">
                <a:pos x="connsiteX0" y="connsiteY0"/>
              </a:cxn>
              <a:cxn ang="0">
                <a:pos x="connsiteX1" y="connsiteY1"/>
              </a:cxn>
              <a:cxn ang="0">
                <a:pos x="connsiteX2" y="connsiteY2"/>
              </a:cxn>
              <a:cxn ang="0">
                <a:pos x="connsiteX3" y="connsiteY3"/>
              </a:cxn>
            </a:cxnLst>
            <a:rect l="l" t="t" r="r" b="b"/>
            <a:pathLst>
              <a:path w="7010400" h="5486400">
                <a:moveTo>
                  <a:pt x="0" y="0"/>
                </a:moveTo>
                <a:lnTo>
                  <a:pt x="7010400" y="0"/>
                </a:lnTo>
                <a:lnTo>
                  <a:pt x="7010400" y="5486400"/>
                </a:lnTo>
                <a:lnTo>
                  <a:pt x="0" y="5486400"/>
                </a:lnTo>
                <a:close/>
              </a:path>
            </a:pathLst>
          </a:custGeom>
          <a:pattFill prst="pct60">
            <a:fgClr>
              <a:schemeClr val="bg1"/>
            </a:fgClr>
            <a:bgClr>
              <a:schemeClr val="bg1">
                <a:lumMod val="85000"/>
              </a:schemeClr>
            </a:bgClr>
          </a:pattFill>
        </p:spPr>
        <p:txBody>
          <a:bodyPr wrap="square" anchor="ctr">
            <a:noAutofit/>
          </a:bodyPr>
          <a:lstStyle>
            <a:lvl1pPr>
              <a:defRPr lang="en-US" sz="1200"/>
            </a:lvl1pPr>
          </a:lstStyle>
          <a:p>
            <a:pPr marL="0" lvl="0" indent="0" algn="ctr">
              <a:buFontTx/>
              <a:buNone/>
            </a:pPr>
            <a:endParaRPr lang="en-US"/>
          </a:p>
        </p:txBody>
      </p:sp>
      <p:sp>
        <p:nvSpPr>
          <p:cNvPr id="35" name="Picture Placeholder 34">
            <a:extLst>
              <a:ext uri="{FF2B5EF4-FFF2-40B4-BE49-F238E27FC236}">
                <a16:creationId xmlns:a16="http://schemas.microsoft.com/office/drawing/2014/main" id="{D3A46C86-1D5D-4D5A-81D6-35065A5DB85B}"/>
              </a:ext>
            </a:extLst>
          </p:cNvPr>
          <p:cNvSpPr>
            <a:spLocks noGrp="1"/>
          </p:cNvSpPr>
          <p:nvPr>
            <p:ph type="pic" sz="quarter" idx="12"/>
          </p:nvPr>
        </p:nvSpPr>
        <p:spPr>
          <a:xfrm>
            <a:off x="4343628" y="685038"/>
            <a:ext cx="3504744" cy="2743200"/>
          </a:xfrm>
          <a:custGeom>
            <a:avLst/>
            <a:gdLst>
              <a:gd name="connsiteX0" fmla="*/ 0 w 7010400"/>
              <a:gd name="connsiteY0" fmla="*/ 0 h 5486400"/>
              <a:gd name="connsiteX1" fmla="*/ 7010400 w 7010400"/>
              <a:gd name="connsiteY1" fmla="*/ 0 h 5486400"/>
              <a:gd name="connsiteX2" fmla="*/ 7010400 w 7010400"/>
              <a:gd name="connsiteY2" fmla="*/ 5486400 h 5486400"/>
              <a:gd name="connsiteX3" fmla="*/ 0 w 7010400"/>
              <a:gd name="connsiteY3" fmla="*/ 5486400 h 5486400"/>
            </a:gdLst>
            <a:ahLst/>
            <a:cxnLst>
              <a:cxn ang="0">
                <a:pos x="connsiteX0" y="connsiteY0"/>
              </a:cxn>
              <a:cxn ang="0">
                <a:pos x="connsiteX1" y="connsiteY1"/>
              </a:cxn>
              <a:cxn ang="0">
                <a:pos x="connsiteX2" y="connsiteY2"/>
              </a:cxn>
              <a:cxn ang="0">
                <a:pos x="connsiteX3" y="connsiteY3"/>
              </a:cxn>
            </a:cxnLst>
            <a:rect l="l" t="t" r="r" b="b"/>
            <a:pathLst>
              <a:path w="7010400" h="5486400">
                <a:moveTo>
                  <a:pt x="0" y="0"/>
                </a:moveTo>
                <a:lnTo>
                  <a:pt x="7010400" y="0"/>
                </a:lnTo>
                <a:lnTo>
                  <a:pt x="7010400" y="5486400"/>
                </a:lnTo>
                <a:lnTo>
                  <a:pt x="0" y="5486400"/>
                </a:lnTo>
                <a:close/>
              </a:path>
            </a:pathLst>
          </a:custGeom>
          <a:pattFill prst="pct60">
            <a:fgClr>
              <a:schemeClr val="bg1"/>
            </a:fgClr>
            <a:bgClr>
              <a:schemeClr val="bg1">
                <a:lumMod val="85000"/>
              </a:schemeClr>
            </a:bgClr>
          </a:pattFill>
        </p:spPr>
        <p:txBody>
          <a:bodyPr wrap="square" anchor="ctr">
            <a:noAutofit/>
          </a:bodyPr>
          <a:lstStyle>
            <a:lvl1pPr>
              <a:defRPr lang="en-US" sz="1200"/>
            </a:lvl1pPr>
          </a:lstStyle>
          <a:p>
            <a:pPr marL="0" lvl="0" indent="0" algn="ctr">
              <a:buFontTx/>
              <a:buNone/>
            </a:pPr>
            <a:endParaRPr lang="en-US"/>
          </a:p>
        </p:txBody>
      </p:sp>
      <p:sp>
        <p:nvSpPr>
          <p:cNvPr id="36" name="Picture Placeholder 35">
            <a:extLst>
              <a:ext uri="{FF2B5EF4-FFF2-40B4-BE49-F238E27FC236}">
                <a16:creationId xmlns:a16="http://schemas.microsoft.com/office/drawing/2014/main" id="{E7A46BF3-B94D-4FE7-864C-9D33C80DC724}"/>
              </a:ext>
            </a:extLst>
          </p:cNvPr>
          <p:cNvSpPr>
            <a:spLocks noGrp="1"/>
          </p:cNvSpPr>
          <p:nvPr>
            <p:ph type="pic" sz="quarter" idx="13"/>
          </p:nvPr>
        </p:nvSpPr>
        <p:spPr>
          <a:xfrm>
            <a:off x="7875262" y="3429762"/>
            <a:ext cx="3504744" cy="2743200"/>
          </a:xfrm>
          <a:custGeom>
            <a:avLst/>
            <a:gdLst>
              <a:gd name="connsiteX0" fmla="*/ 0 w 7010400"/>
              <a:gd name="connsiteY0" fmla="*/ 0 h 5486400"/>
              <a:gd name="connsiteX1" fmla="*/ 7010400 w 7010400"/>
              <a:gd name="connsiteY1" fmla="*/ 0 h 5486400"/>
              <a:gd name="connsiteX2" fmla="*/ 7010400 w 7010400"/>
              <a:gd name="connsiteY2" fmla="*/ 5486400 h 5486400"/>
              <a:gd name="connsiteX3" fmla="*/ 0 w 7010400"/>
              <a:gd name="connsiteY3" fmla="*/ 5486400 h 5486400"/>
            </a:gdLst>
            <a:ahLst/>
            <a:cxnLst>
              <a:cxn ang="0">
                <a:pos x="connsiteX0" y="connsiteY0"/>
              </a:cxn>
              <a:cxn ang="0">
                <a:pos x="connsiteX1" y="connsiteY1"/>
              </a:cxn>
              <a:cxn ang="0">
                <a:pos x="connsiteX2" y="connsiteY2"/>
              </a:cxn>
              <a:cxn ang="0">
                <a:pos x="connsiteX3" y="connsiteY3"/>
              </a:cxn>
            </a:cxnLst>
            <a:rect l="l" t="t" r="r" b="b"/>
            <a:pathLst>
              <a:path w="7010400" h="5486400">
                <a:moveTo>
                  <a:pt x="0" y="0"/>
                </a:moveTo>
                <a:lnTo>
                  <a:pt x="7010400" y="0"/>
                </a:lnTo>
                <a:lnTo>
                  <a:pt x="7010400" y="5486400"/>
                </a:lnTo>
                <a:lnTo>
                  <a:pt x="0" y="5486400"/>
                </a:lnTo>
                <a:close/>
              </a:path>
            </a:pathLst>
          </a:custGeom>
          <a:pattFill prst="pct60">
            <a:fgClr>
              <a:schemeClr val="bg1"/>
            </a:fgClr>
            <a:bgClr>
              <a:schemeClr val="bg1">
                <a:lumMod val="85000"/>
              </a:schemeClr>
            </a:bgClr>
          </a:pattFill>
        </p:spPr>
        <p:txBody>
          <a:bodyPr wrap="square" anchor="ctr">
            <a:noAutofit/>
          </a:bodyPr>
          <a:lstStyle>
            <a:lvl1pPr>
              <a:defRPr lang="en-US" sz="1200"/>
            </a:lvl1pPr>
          </a:lstStyle>
          <a:p>
            <a:pPr marL="0" lvl="0" indent="0" algn="ctr">
              <a:buFontTx/>
              <a:buNone/>
            </a:pPr>
            <a:endParaRPr lang="en-US"/>
          </a:p>
        </p:txBody>
      </p:sp>
    </p:spTree>
    <p:extLst>
      <p:ext uri="{BB962C8B-B14F-4D97-AF65-F5344CB8AC3E}">
        <p14:creationId xmlns:p14="http://schemas.microsoft.com/office/powerpoint/2010/main" val="1057875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1000" fill="hold"/>
                                        <p:tgtEl>
                                          <p:spTgt spid="34"/>
                                        </p:tgtEl>
                                        <p:attrNameLst>
                                          <p:attrName>ppt_x</p:attrName>
                                        </p:attrNameLst>
                                      </p:cBhvr>
                                      <p:tavLst>
                                        <p:tav tm="0">
                                          <p:val>
                                            <p:strVal val="#ppt_x"/>
                                          </p:val>
                                        </p:tav>
                                        <p:tav tm="100000">
                                          <p:val>
                                            <p:strVal val="#ppt_x"/>
                                          </p:val>
                                        </p:tav>
                                      </p:tavLst>
                                    </p:anim>
                                    <p:anim calcmode="lin" valueType="num">
                                      <p:cBhvr additive="base">
                                        <p:cTn id="8" dur="1000" fill="hold"/>
                                        <p:tgtEl>
                                          <p:spTgt spid="34"/>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20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1000" fill="hold"/>
                                        <p:tgtEl>
                                          <p:spTgt spid="35"/>
                                        </p:tgtEl>
                                        <p:attrNameLst>
                                          <p:attrName>ppt_x</p:attrName>
                                        </p:attrNameLst>
                                      </p:cBhvr>
                                      <p:tavLst>
                                        <p:tav tm="0">
                                          <p:val>
                                            <p:strVal val="#ppt_x"/>
                                          </p:val>
                                        </p:tav>
                                        <p:tav tm="100000">
                                          <p:val>
                                            <p:strVal val="#ppt_x"/>
                                          </p:val>
                                        </p:tav>
                                      </p:tavLst>
                                    </p:anim>
                                    <p:anim calcmode="lin" valueType="num">
                                      <p:cBhvr additive="base">
                                        <p:cTn id="12" dur="1000" fill="hold"/>
                                        <p:tgtEl>
                                          <p:spTgt spid="35"/>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40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1000" fill="hold"/>
                                        <p:tgtEl>
                                          <p:spTgt spid="36"/>
                                        </p:tgtEl>
                                        <p:attrNameLst>
                                          <p:attrName>ppt_x</p:attrName>
                                        </p:attrNameLst>
                                      </p:cBhvr>
                                      <p:tavLst>
                                        <p:tav tm="0">
                                          <p:val>
                                            <p:strVal val="#ppt_x"/>
                                          </p:val>
                                        </p:tav>
                                        <p:tav tm="100000">
                                          <p:val>
                                            <p:strVal val="#ppt_x"/>
                                          </p:val>
                                        </p:tav>
                                      </p:tavLst>
                                    </p:anim>
                                    <p:anim calcmode="lin" valueType="num">
                                      <p:cBhvr additive="base">
                                        <p:cTn id="16" dur="10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25_Title Slide">
    <p:spTree>
      <p:nvGrpSpPr>
        <p:cNvPr id="1" name=""/>
        <p:cNvGrpSpPr/>
        <p:nvPr/>
      </p:nvGrpSpPr>
      <p:grpSpPr>
        <a:xfrm>
          <a:off x="0" y="0"/>
          <a:ext cx="0" cy="0"/>
          <a:chOff x="0" y="0"/>
          <a:chExt cx="0" cy="0"/>
        </a:xfrm>
      </p:grpSpPr>
      <p:sp>
        <p:nvSpPr>
          <p:cNvPr id="37" name="Picture Placeholder 36">
            <a:extLst>
              <a:ext uri="{FF2B5EF4-FFF2-40B4-BE49-F238E27FC236}">
                <a16:creationId xmlns:a16="http://schemas.microsoft.com/office/drawing/2014/main" id="{0244A630-990B-44C6-B5C2-E447990CE8E6}"/>
              </a:ext>
            </a:extLst>
          </p:cNvPr>
          <p:cNvSpPr>
            <a:spLocks noGrp="1"/>
          </p:cNvSpPr>
          <p:nvPr>
            <p:ph type="pic" sz="quarter" idx="11"/>
          </p:nvPr>
        </p:nvSpPr>
        <p:spPr>
          <a:xfrm>
            <a:off x="781742" y="667131"/>
            <a:ext cx="3504744" cy="2762631"/>
          </a:xfrm>
          <a:custGeom>
            <a:avLst/>
            <a:gdLst>
              <a:gd name="connsiteX0" fmla="*/ 0 w 7010400"/>
              <a:gd name="connsiteY0" fmla="*/ 0 h 5525261"/>
              <a:gd name="connsiteX1" fmla="*/ 7010400 w 7010400"/>
              <a:gd name="connsiteY1" fmla="*/ 0 h 5525261"/>
              <a:gd name="connsiteX2" fmla="*/ 7010400 w 7010400"/>
              <a:gd name="connsiteY2" fmla="*/ 5525261 h 5525261"/>
              <a:gd name="connsiteX3" fmla="*/ 0 w 7010400"/>
              <a:gd name="connsiteY3" fmla="*/ 5525261 h 5525261"/>
            </a:gdLst>
            <a:ahLst/>
            <a:cxnLst>
              <a:cxn ang="0">
                <a:pos x="connsiteX0" y="connsiteY0"/>
              </a:cxn>
              <a:cxn ang="0">
                <a:pos x="connsiteX1" y="connsiteY1"/>
              </a:cxn>
              <a:cxn ang="0">
                <a:pos x="connsiteX2" y="connsiteY2"/>
              </a:cxn>
              <a:cxn ang="0">
                <a:pos x="connsiteX3" y="connsiteY3"/>
              </a:cxn>
            </a:cxnLst>
            <a:rect l="l" t="t" r="r" b="b"/>
            <a:pathLst>
              <a:path w="7010400" h="5525261">
                <a:moveTo>
                  <a:pt x="0" y="0"/>
                </a:moveTo>
                <a:lnTo>
                  <a:pt x="7010400" y="0"/>
                </a:lnTo>
                <a:lnTo>
                  <a:pt x="7010400" y="5525261"/>
                </a:lnTo>
                <a:lnTo>
                  <a:pt x="0" y="5525261"/>
                </a:lnTo>
                <a:close/>
              </a:path>
            </a:pathLst>
          </a:custGeom>
          <a:pattFill prst="pct60">
            <a:fgClr>
              <a:schemeClr val="bg1"/>
            </a:fgClr>
            <a:bgClr>
              <a:schemeClr val="bg1">
                <a:lumMod val="85000"/>
              </a:schemeClr>
            </a:bgClr>
          </a:pattFill>
        </p:spPr>
        <p:txBody>
          <a:bodyPr wrap="square" anchor="ctr">
            <a:noAutofit/>
          </a:bodyPr>
          <a:lstStyle>
            <a:lvl1pPr>
              <a:defRPr lang="en-US" sz="1200"/>
            </a:lvl1pPr>
          </a:lstStyle>
          <a:p>
            <a:pPr marL="0" lvl="0" indent="0" algn="ctr">
              <a:buFontTx/>
              <a:buNone/>
            </a:pPr>
            <a:endParaRPr lang="en-US"/>
          </a:p>
        </p:txBody>
      </p:sp>
      <p:sp>
        <p:nvSpPr>
          <p:cNvPr id="38" name="Picture Placeholder 37">
            <a:extLst>
              <a:ext uri="{FF2B5EF4-FFF2-40B4-BE49-F238E27FC236}">
                <a16:creationId xmlns:a16="http://schemas.microsoft.com/office/drawing/2014/main" id="{937581DB-28D0-4142-B51E-CE474A5445BA}"/>
              </a:ext>
            </a:extLst>
          </p:cNvPr>
          <p:cNvSpPr>
            <a:spLocks noGrp="1"/>
          </p:cNvSpPr>
          <p:nvPr>
            <p:ph type="pic" sz="quarter" idx="12"/>
          </p:nvPr>
        </p:nvSpPr>
        <p:spPr>
          <a:xfrm>
            <a:off x="781742" y="3429761"/>
            <a:ext cx="7123771" cy="2743200"/>
          </a:xfrm>
          <a:custGeom>
            <a:avLst/>
            <a:gdLst>
              <a:gd name="connsiteX0" fmla="*/ 0 w 14020799"/>
              <a:gd name="connsiteY0" fmla="*/ 0 h 5486400"/>
              <a:gd name="connsiteX1" fmla="*/ 14020799 w 14020799"/>
              <a:gd name="connsiteY1" fmla="*/ 0 h 5486400"/>
              <a:gd name="connsiteX2" fmla="*/ 14020799 w 14020799"/>
              <a:gd name="connsiteY2" fmla="*/ 5486400 h 5486400"/>
              <a:gd name="connsiteX3" fmla="*/ 0 w 14020799"/>
              <a:gd name="connsiteY3" fmla="*/ 5486400 h 5486400"/>
            </a:gdLst>
            <a:ahLst/>
            <a:cxnLst>
              <a:cxn ang="0">
                <a:pos x="connsiteX0" y="connsiteY0"/>
              </a:cxn>
              <a:cxn ang="0">
                <a:pos x="connsiteX1" y="connsiteY1"/>
              </a:cxn>
              <a:cxn ang="0">
                <a:pos x="connsiteX2" y="connsiteY2"/>
              </a:cxn>
              <a:cxn ang="0">
                <a:pos x="connsiteX3" y="connsiteY3"/>
              </a:cxn>
            </a:cxnLst>
            <a:rect l="l" t="t" r="r" b="b"/>
            <a:pathLst>
              <a:path w="14020799" h="5486400">
                <a:moveTo>
                  <a:pt x="0" y="0"/>
                </a:moveTo>
                <a:lnTo>
                  <a:pt x="14020799" y="0"/>
                </a:lnTo>
                <a:lnTo>
                  <a:pt x="14020799" y="5486400"/>
                </a:lnTo>
                <a:lnTo>
                  <a:pt x="0" y="5486400"/>
                </a:lnTo>
                <a:close/>
              </a:path>
            </a:pathLst>
          </a:custGeom>
          <a:pattFill prst="pct60">
            <a:fgClr>
              <a:schemeClr val="bg1"/>
            </a:fgClr>
            <a:bgClr>
              <a:schemeClr val="bg1">
                <a:lumMod val="85000"/>
              </a:schemeClr>
            </a:bgClr>
          </a:pattFill>
        </p:spPr>
        <p:txBody>
          <a:bodyPr wrap="square" anchor="ctr">
            <a:noAutofit/>
          </a:bodyPr>
          <a:lstStyle>
            <a:lvl1pPr>
              <a:defRPr lang="en-US" sz="1200"/>
            </a:lvl1pPr>
          </a:lstStyle>
          <a:p>
            <a:pPr marL="0" lvl="0" indent="0" algn="ctr">
              <a:buFontTx/>
              <a:buNone/>
            </a:pPr>
            <a:endParaRPr lang="en-US"/>
          </a:p>
        </p:txBody>
      </p:sp>
      <p:sp>
        <p:nvSpPr>
          <p:cNvPr id="39" name="Picture Placeholder 38">
            <a:extLst>
              <a:ext uri="{FF2B5EF4-FFF2-40B4-BE49-F238E27FC236}">
                <a16:creationId xmlns:a16="http://schemas.microsoft.com/office/drawing/2014/main" id="{1B605010-9C23-46F9-B058-970E7275A1D0}"/>
              </a:ext>
            </a:extLst>
          </p:cNvPr>
          <p:cNvSpPr>
            <a:spLocks noGrp="1"/>
          </p:cNvSpPr>
          <p:nvPr>
            <p:ph type="pic" sz="quarter" idx="13"/>
          </p:nvPr>
        </p:nvSpPr>
        <p:spPr>
          <a:xfrm>
            <a:off x="7905514" y="647700"/>
            <a:ext cx="3504744" cy="5525261"/>
          </a:xfrm>
          <a:custGeom>
            <a:avLst/>
            <a:gdLst>
              <a:gd name="connsiteX0" fmla="*/ 0 w 7010401"/>
              <a:gd name="connsiteY0" fmla="*/ 0 h 11050522"/>
              <a:gd name="connsiteX1" fmla="*/ 7010401 w 7010401"/>
              <a:gd name="connsiteY1" fmla="*/ 0 h 11050522"/>
              <a:gd name="connsiteX2" fmla="*/ 7010401 w 7010401"/>
              <a:gd name="connsiteY2" fmla="*/ 11050522 h 11050522"/>
              <a:gd name="connsiteX3" fmla="*/ 0 w 7010401"/>
              <a:gd name="connsiteY3" fmla="*/ 11050522 h 11050522"/>
            </a:gdLst>
            <a:ahLst/>
            <a:cxnLst>
              <a:cxn ang="0">
                <a:pos x="connsiteX0" y="connsiteY0"/>
              </a:cxn>
              <a:cxn ang="0">
                <a:pos x="connsiteX1" y="connsiteY1"/>
              </a:cxn>
              <a:cxn ang="0">
                <a:pos x="connsiteX2" y="connsiteY2"/>
              </a:cxn>
              <a:cxn ang="0">
                <a:pos x="connsiteX3" y="connsiteY3"/>
              </a:cxn>
            </a:cxnLst>
            <a:rect l="l" t="t" r="r" b="b"/>
            <a:pathLst>
              <a:path w="7010401" h="11050522">
                <a:moveTo>
                  <a:pt x="0" y="0"/>
                </a:moveTo>
                <a:lnTo>
                  <a:pt x="7010401" y="0"/>
                </a:lnTo>
                <a:lnTo>
                  <a:pt x="7010401" y="11050522"/>
                </a:lnTo>
                <a:lnTo>
                  <a:pt x="0" y="11050522"/>
                </a:lnTo>
                <a:close/>
              </a:path>
            </a:pathLst>
          </a:custGeom>
          <a:pattFill prst="pct60">
            <a:fgClr>
              <a:schemeClr val="bg1"/>
            </a:fgClr>
            <a:bgClr>
              <a:schemeClr val="bg1">
                <a:lumMod val="85000"/>
              </a:schemeClr>
            </a:bgClr>
          </a:pattFill>
        </p:spPr>
        <p:txBody>
          <a:bodyPr wrap="square" anchor="ctr">
            <a:noAutofit/>
          </a:bodyPr>
          <a:lstStyle>
            <a:lvl1pPr>
              <a:defRPr lang="en-US" sz="1200"/>
            </a:lvl1pPr>
          </a:lstStyle>
          <a:p>
            <a:pPr marL="0" lvl="0" indent="0" algn="ctr">
              <a:buFontTx/>
              <a:buNone/>
            </a:pPr>
            <a:endParaRPr lang="en-US"/>
          </a:p>
        </p:txBody>
      </p:sp>
    </p:spTree>
    <p:extLst>
      <p:ext uri="{BB962C8B-B14F-4D97-AF65-F5344CB8AC3E}">
        <p14:creationId xmlns:p14="http://schemas.microsoft.com/office/powerpoint/2010/main" val="2756053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1000" fill="hold"/>
                                        <p:tgtEl>
                                          <p:spTgt spid="37"/>
                                        </p:tgtEl>
                                        <p:attrNameLst>
                                          <p:attrName>ppt_x</p:attrName>
                                        </p:attrNameLst>
                                      </p:cBhvr>
                                      <p:tavLst>
                                        <p:tav tm="0">
                                          <p:val>
                                            <p:strVal val="0-#ppt_w/2"/>
                                          </p:val>
                                        </p:tav>
                                        <p:tav tm="100000">
                                          <p:val>
                                            <p:strVal val="#ppt_x"/>
                                          </p:val>
                                        </p:tav>
                                      </p:tavLst>
                                    </p:anim>
                                    <p:anim calcmode="lin" valueType="num">
                                      <p:cBhvr additive="base">
                                        <p:cTn id="8" dur="1000" fill="hold"/>
                                        <p:tgtEl>
                                          <p:spTgt spid="37"/>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200"/>
                                  </p:stCondLst>
                                  <p:childTnLst>
                                    <p:set>
                                      <p:cBhvr>
                                        <p:cTn id="10" dur="1" fill="hold">
                                          <p:stCondLst>
                                            <p:cond delay="0"/>
                                          </p:stCondLst>
                                        </p:cTn>
                                        <p:tgtEl>
                                          <p:spTgt spid="38"/>
                                        </p:tgtEl>
                                        <p:attrNameLst>
                                          <p:attrName>style.visibility</p:attrName>
                                        </p:attrNameLst>
                                      </p:cBhvr>
                                      <p:to>
                                        <p:strVal val="visible"/>
                                      </p:to>
                                    </p:set>
                                    <p:anim calcmode="lin" valueType="num">
                                      <p:cBhvr additive="base">
                                        <p:cTn id="11" dur="1000" fill="hold"/>
                                        <p:tgtEl>
                                          <p:spTgt spid="38"/>
                                        </p:tgtEl>
                                        <p:attrNameLst>
                                          <p:attrName>ppt_x</p:attrName>
                                        </p:attrNameLst>
                                      </p:cBhvr>
                                      <p:tavLst>
                                        <p:tav tm="0">
                                          <p:val>
                                            <p:strVal val="#ppt_x"/>
                                          </p:val>
                                        </p:tav>
                                        <p:tav tm="100000">
                                          <p:val>
                                            <p:strVal val="#ppt_x"/>
                                          </p:val>
                                        </p:tav>
                                      </p:tavLst>
                                    </p:anim>
                                    <p:anim calcmode="lin" valueType="num">
                                      <p:cBhvr additive="base">
                                        <p:cTn id="12" dur="1000" fill="hold"/>
                                        <p:tgtEl>
                                          <p:spTgt spid="38"/>
                                        </p:tgtEl>
                                        <p:attrNameLst>
                                          <p:attrName>ppt_y</p:attrName>
                                        </p:attrNameLst>
                                      </p:cBhvr>
                                      <p:tavLst>
                                        <p:tav tm="0">
                                          <p:val>
                                            <p:strVal val="1+#ppt_h/2"/>
                                          </p:val>
                                        </p:tav>
                                        <p:tav tm="100000">
                                          <p:val>
                                            <p:strVal val="#ppt_y"/>
                                          </p:val>
                                        </p:tav>
                                      </p:tavLst>
                                    </p:anim>
                                  </p:childTnLst>
                                </p:cTn>
                              </p:par>
                              <p:par>
                                <p:cTn id="13" presetID="2" presetClass="entr" presetSubtype="2" decel="100000" fill="hold" grpId="0" nodeType="withEffect">
                                  <p:stCondLst>
                                    <p:cond delay="400"/>
                                  </p:stCondLst>
                                  <p:childTnLst>
                                    <p:set>
                                      <p:cBhvr>
                                        <p:cTn id="14" dur="1" fill="hold">
                                          <p:stCondLst>
                                            <p:cond delay="0"/>
                                          </p:stCondLst>
                                        </p:cTn>
                                        <p:tgtEl>
                                          <p:spTgt spid="39"/>
                                        </p:tgtEl>
                                        <p:attrNameLst>
                                          <p:attrName>style.visibility</p:attrName>
                                        </p:attrNameLst>
                                      </p:cBhvr>
                                      <p:to>
                                        <p:strVal val="visible"/>
                                      </p:to>
                                    </p:set>
                                    <p:anim calcmode="lin" valueType="num">
                                      <p:cBhvr additive="base">
                                        <p:cTn id="15" dur="1000" fill="hold"/>
                                        <p:tgtEl>
                                          <p:spTgt spid="39"/>
                                        </p:tgtEl>
                                        <p:attrNameLst>
                                          <p:attrName>ppt_x</p:attrName>
                                        </p:attrNameLst>
                                      </p:cBhvr>
                                      <p:tavLst>
                                        <p:tav tm="0">
                                          <p:val>
                                            <p:strVal val="1+#ppt_w/2"/>
                                          </p:val>
                                        </p:tav>
                                        <p:tav tm="100000">
                                          <p:val>
                                            <p:strVal val="#ppt_x"/>
                                          </p:val>
                                        </p:tav>
                                      </p:tavLst>
                                    </p:anim>
                                    <p:anim calcmode="lin" valueType="num">
                                      <p:cBhvr additive="base">
                                        <p:cTn id="16" dur="1000" fill="hold"/>
                                        <p:tgtEl>
                                          <p:spTgt spid="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26_Title Slide">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55541C4D-A1D1-493A-8547-B708240F2F00}"/>
              </a:ext>
            </a:extLst>
          </p:cNvPr>
          <p:cNvSpPr>
            <a:spLocks noGrp="1"/>
          </p:cNvSpPr>
          <p:nvPr>
            <p:ph type="pic" sz="quarter" idx="11"/>
          </p:nvPr>
        </p:nvSpPr>
        <p:spPr>
          <a:xfrm>
            <a:off x="848968" y="4357771"/>
            <a:ext cx="3504744" cy="2619375"/>
          </a:xfrm>
          <a:custGeom>
            <a:avLst/>
            <a:gdLst>
              <a:gd name="connsiteX0" fmla="*/ 0 w 7010400"/>
              <a:gd name="connsiteY0" fmla="*/ 0 h 5238750"/>
              <a:gd name="connsiteX1" fmla="*/ 7010400 w 7010400"/>
              <a:gd name="connsiteY1" fmla="*/ 0 h 5238750"/>
              <a:gd name="connsiteX2" fmla="*/ 7010400 w 7010400"/>
              <a:gd name="connsiteY2" fmla="*/ 5238750 h 5238750"/>
              <a:gd name="connsiteX3" fmla="*/ 0 w 7010400"/>
              <a:gd name="connsiteY3" fmla="*/ 5238750 h 5238750"/>
            </a:gdLst>
            <a:ahLst/>
            <a:cxnLst>
              <a:cxn ang="0">
                <a:pos x="connsiteX0" y="connsiteY0"/>
              </a:cxn>
              <a:cxn ang="0">
                <a:pos x="connsiteX1" y="connsiteY1"/>
              </a:cxn>
              <a:cxn ang="0">
                <a:pos x="connsiteX2" y="connsiteY2"/>
              </a:cxn>
              <a:cxn ang="0">
                <a:pos x="connsiteX3" y="connsiteY3"/>
              </a:cxn>
            </a:cxnLst>
            <a:rect l="l" t="t" r="r" b="b"/>
            <a:pathLst>
              <a:path w="7010400" h="5238750">
                <a:moveTo>
                  <a:pt x="0" y="0"/>
                </a:moveTo>
                <a:lnTo>
                  <a:pt x="7010400" y="0"/>
                </a:lnTo>
                <a:lnTo>
                  <a:pt x="7010400" y="5238750"/>
                </a:lnTo>
                <a:lnTo>
                  <a:pt x="0" y="5238750"/>
                </a:lnTo>
                <a:close/>
              </a:path>
            </a:pathLst>
          </a:custGeom>
          <a:pattFill prst="pct60">
            <a:fgClr>
              <a:schemeClr val="bg1"/>
            </a:fgClr>
            <a:bgClr>
              <a:schemeClr val="bg1">
                <a:lumMod val="85000"/>
              </a:schemeClr>
            </a:bgClr>
          </a:pattFill>
        </p:spPr>
        <p:txBody>
          <a:bodyPr wrap="square" anchor="ctr">
            <a:noAutofit/>
          </a:bodyPr>
          <a:lstStyle>
            <a:lvl1pPr>
              <a:defRPr lang="en-US" sz="1200"/>
            </a:lvl1pPr>
          </a:lstStyle>
          <a:p>
            <a:pPr marL="0" lvl="0" indent="0" algn="ctr">
              <a:buFontTx/>
              <a:buNone/>
            </a:pPr>
            <a:endParaRPr lang="en-US"/>
          </a:p>
        </p:txBody>
      </p:sp>
      <p:sp>
        <p:nvSpPr>
          <p:cNvPr id="38" name="Picture Placeholder 37">
            <a:extLst>
              <a:ext uri="{FF2B5EF4-FFF2-40B4-BE49-F238E27FC236}">
                <a16:creationId xmlns:a16="http://schemas.microsoft.com/office/drawing/2014/main" id="{10323BDD-FDAD-4B17-9EC0-CBB895127DE2}"/>
              </a:ext>
            </a:extLst>
          </p:cNvPr>
          <p:cNvSpPr>
            <a:spLocks noGrp="1"/>
          </p:cNvSpPr>
          <p:nvPr>
            <p:ph type="pic" sz="quarter" idx="12"/>
          </p:nvPr>
        </p:nvSpPr>
        <p:spPr>
          <a:xfrm>
            <a:off x="4353711" y="4357772"/>
            <a:ext cx="3504744" cy="2619375"/>
          </a:xfrm>
          <a:custGeom>
            <a:avLst/>
            <a:gdLst>
              <a:gd name="connsiteX0" fmla="*/ 0 w 7010400"/>
              <a:gd name="connsiteY0" fmla="*/ 0 h 5238750"/>
              <a:gd name="connsiteX1" fmla="*/ 7010400 w 7010400"/>
              <a:gd name="connsiteY1" fmla="*/ 0 h 5238750"/>
              <a:gd name="connsiteX2" fmla="*/ 7010400 w 7010400"/>
              <a:gd name="connsiteY2" fmla="*/ 5238750 h 5238750"/>
              <a:gd name="connsiteX3" fmla="*/ 0 w 7010400"/>
              <a:gd name="connsiteY3" fmla="*/ 5238750 h 5238750"/>
            </a:gdLst>
            <a:ahLst/>
            <a:cxnLst>
              <a:cxn ang="0">
                <a:pos x="connsiteX0" y="connsiteY0"/>
              </a:cxn>
              <a:cxn ang="0">
                <a:pos x="connsiteX1" y="connsiteY1"/>
              </a:cxn>
              <a:cxn ang="0">
                <a:pos x="connsiteX2" y="connsiteY2"/>
              </a:cxn>
              <a:cxn ang="0">
                <a:pos x="connsiteX3" y="connsiteY3"/>
              </a:cxn>
            </a:cxnLst>
            <a:rect l="l" t="t" r="r" b="b"/>
            <a:pathLst>
              <a:path w="7010400" h="5238750">
                <a:moveTo>
                  <a:pt x="0" y="0"/>
                </a:moveTo>
                <a:lnTo>
                  <a:pt x="7010400" y="0"/>
                </a:lnTo>
                <a:lnTo>
                  <a:pt x="7010400" y="5238750"/>
                </a:lnTo>
                <a:lnTo>
                  <a:pt x="0" y="5238750"/>
                </a:lnTo>
                <a:close/>
              </a:path>
            </a:pathLst>
          </a:custGeom>
          <a:pattFill prst="pct60">
            <a:fgClr>
              <a:schemeClr val="bg1"/>
            </a:fgClr>
            <a:bgClr>
              <a:schemeClr val="bg1">
                <a:lumMod val="85000"/>
              </a:schemeClr>
            </a:bgClr>
          </a:pattFill>
        </p:spPr>
        <p:txBody>
          <a:bodyPr wrap="square" anchor="ctr">
            <a:noAutofit/>
          </a:bodyPr>
          <a:lstStyle>
            <a:lvl1pPr>
              <a:defRPr lang="en-US" sz="1200"/>
            </a:lvl1pPr>
          </a:lstStyle>
          <a:p>
            <a:pPr marL="0" lvl="0" indent="0" algn="ctr">
              <a:buFontTx/>
              <a:buNone/>
            </a:pPr>
            <a:endParaRPr lang="en-US"/>
          </a:p>
        </p:txBody>
      </p:sp>
      <p:sp>
        <p:nvSpPr>
          <p:cNvPr id="39" name="Picture Placeholder 38">
            <a:extLst>
              <a:ext uri="{FF2B5EF4-FFF2-40B4-BE49-F238E27FC236}">
                <a16:creationId xmlns:a16="http://schemas.microsoft.com/office/drawing/2014/main" id="{7B9D4458-5A68-4C82-9759-3F61B7D6A093}"/>
              </a:ext>
            </a:extLst>
          </p:cNvPr>
          <p:cNvSpPr>
            <a:spLocks noGrp="1"/>
          </p:cNvSpPr>
          <p:nvPr>
            <p:ph type="pic" sz="quarter" idx="13"/>
          </p:nvPr>
        </p:nvSpPr>
        <p:spPr>
          <a:xfrm>
            <a:off x="7858455" y="4357772"/>
            <a:ext cx="3504744" cy="2619375"/>
          </a:xfrm>
          <a:custGeom>
            <a:avLst/>
            <a:gdLst>
              <a:gd name="connsiteX0" fmla="*/ 0 w 7010400"/>
              <a:gd name="connsiteY0" fmla="*/ 0 h 5238750"/>
              <a:gd name="connsiteX1" fmla="*/ 7010400 w 7010400"/>
              <a:gd name="connsiteY1" fmla="*/ 0 h 5238750"/>
              <a:gd name="connsiteX2" fmla="*/ 7010400 w 7010400"/>
              <a:gd name="connsiteY2" fmla="*/ 5238750 h 5238750"/>
              <a:gd name="connsiteX3" fmla="*/ 0 w 7010400"/>
              <a:gd name="connsiteY3" fmla="*/ 5238750 h 5238750"/>
            </a:gdLst>
            <a:ahLst/>
            <a:cxnLst>
              <a:cxn ang="0">
                <a:pos x="connsiteX0" y="connsiteY0"/>
              </a:cxn>
              <a:cxn ang="0">
                <a:pos x="connsiteX1" y="connsiteY1"/>
              </a:cxn>
              <a:cxn ang="0">
                <a:pos x="connsiteX2" y="connsiteY2"/>
              </a:cxn>
              <a:cxn ang="0">
                <a:pos x="connsiteX3" y="connsiteY3"/>
              </a:cxn>
            </a:cxnLst>
            <a:rect l="l" t="t" r="r" b="b"/>
            <a:pathLst>
              <a:path w="7010400" h="5238750">
                <a:moveTo>
                  <a:pt x="0" y="0"/>
                </a:moveTo>
                <a:lnTo>
                  <a:pt x="7010400" y="0"/>
                </a:lnTo>
                <a:lnTo>
                  <a:pt x="7010400" y="5238750"/>
                </a:lnTo>
                <a:lnTo>
                  <a:pt x="0" y="5238750"/>
                </a:lnTo>
                <a:close/>
              </a:path>
            </a:pathLst>
          </a:custGeom>
          <a:pattFill prst="pct60">
            <a:fgClr>
              <a:schemeClr val="bg1"/>
            </a:fgClr>
            <a:bgClr>
              <a:schemeClr val="bg1">
                <a:lumMod val="85000"/>
              </a:schemeClr>
            </a:bgClr>
          </a:pattFill>
        </p:spPr>
        <p:txBody>
          <a:bodyPr wrap="square" anchor="ctr">
            <a:noAutofit/>
          </a:bodyPr>
          <a:lstStyle>
            <a:lvl1pPr>
              <a:defRPr lang="en-US" sz="1200"/>
            </a:lvl1pPr>
          </a:lstStyle>
          <a:p>
            <a:pPr marL="0" lvl="0" indent="0" algn="ctr">
              <a:buFontTx/>
              <a:buNone/>
            </a:pPr>
            <a:endParaRPr lang="en-US"/>
          </a:p>
        </p:txBody>
      </p:sp>
    </p:spTree>
    <p:extLst>
      <p:ext uri="{BB962C8B-B14F-4D97-AF65-F5344CB8AC3E}">
        <p14:creationId xmlns:p14="http://schemas.microsoft.com/office/powerpoint/2010/main" val="3468954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10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1000" fill="hold"/>
                                        <p:tgtEl>
                                          <p:spTgt spid="35"/>
                                        </p:tgtEl>
                                        <p:attrNameLst>
                                          <p:attrName>ppt_x</p:attrName>
                                        </p:attrNameLst>
                                      </p:cBhvr>
                                      <p:tavLst>
                                        <p:tav tm="0">
                                          <p:val>
                                            <p:strVal val="#ppt_x"/>
                                          </p:val>
                                        </p:tav>
                                        <p:tav tm="100000">
                                          <p:val>
                                            <p:strVal val="#ppt_x"/>
                                          </p:val>
                                        </p:tav>
                                      </p:tavLst>
                                    </p:anim>
                                    <p:anim calcmode="lin" valueType="num">
                                      <p:cBhvr additive="base">
                                        <p:cTn id="8" dur="1000" fill="hold"/>
                                        <p:tgtEl>
                                          <p:spTgt spid="35"/>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300"/>
                                  </p:stCondLst>
                                  <p:childTnLst>
                                    <p:set>
                                      <p:cBhvr>
                                        <p:cTn id="10" dur="1" fill="hold">
                                          <p:stCondLst>
                                            <p:cond delay="0"/>
                                          </p:stCondLst>
                                        </p:cTn>
                                        <p:tgtEl>
                                          <p:spTgt spid="38"/>
                                        </p:tgtEl>
                                        <p:attrNameLst>
                                          <p:attrName>style.visibility</p:attrName>
                                        </p:attrNameLst>
                                      </p:cBhvr>
                                      <p:to>
                                        <p:strVal val="visible"/>
                                      </p:to>
                                    </p:set>
                                    <p:anim calcmode="lin" valueType="num">
                                      <p:cBhvr additive="base">
                                        <p:cTn id="11" dur="1000" fill="hold"/>
                                        <p:tgtEl>
                                          <p:spTgt spid="38"/>
                                        </p:tgtEl>
                                        <p:attrNameLst>
                                          <p:attrName>ppt_x</p:attrName>
                                        </p:attrNameLst>
                                      </p:cBhvr>
                                      <p:tavLst>
                                        <p:tav tm="0">
                                          <p:val>
                                            <p:strVal val="#ppt_x"/>
                                          </p:val>
                                        </p:tav>
                                        <p:tav tm="100000">
                                          <p:val>
                                            <p:strVal val="#ppt_x"/>
                                          </p:val>
                                        </p:tav>
                                      </p:tavLst>
                                    </p:anim>
                                    <p:anim calcmode="lin" valueType="num">
                                      <p:cBhvr additive="base">
                                        <p:cTn id="12" dur="1000" fill="hold"/>
                                        <p:tgtEl>
                                          <p:spTgt spid="38"/>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500"/>
                                  </p:stCondLst>
                                  <p:childTnLst>
                                    <p:set>
                                      <p:cBhvr>
                                        <p:cTn id="14" dur="1" fill="hold">
                                          <p:stCondLst>
                                            <p:cond delay="0"/>
                                          </p:stCondLst>
                                        </p:cTn>
                                        <p:tgtEl>
                                          <p:spTgt spid="39"/>
                                        </p:tgtEl>
                                        <p:attrNameLst>
                                          <p:attrName>style.visibility</p:attrName>
                                        </p:attrNameLst>
                                      </p:cBhvr>
                                      <p:to>
                                        <p:strVal val="visible"/>
                                      </p:to>
                                    </p:set>
                                    <p:anim calcmode="lin" valueType="num">
                                      <p:cBhvr additive="base">
                                        <p:cTn id="15" dur="1000" fill="hold"/>
                                        <p:tgtEl>
                                          <p:spTgt spid="39"/>
                                        </p:tgtEl>
                                        <p:attrNameLst>
                                          <p:attrName>ppt_x</p:attrName>
                                        </p:attrNameLst>
                                      </p:cBhvr>
                                      <p:tavLst>
                                        <p:tav tm="0">
                                          <p:val>
                                            <p:strVal val="#ppt_x"/>
                                          </p:val>
                                        </p:tav>
                                        <p:tav tm="100000">
                                          <p:val>
                                            <p:strVal val="#ppt_x"/>
                                          </p:val>
                                        </p:tav>
                                      </p:tavLst>
                                    </p:anim>
                                    <p:anim calcmode="lin" valueType="num">
                                      <p:cBhvr additive="base">
                                        <p:cTn id="16" dur="10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8" grpId="0" animBg="1"/>
      <p:bldP spid="39" grpId="0" animBg="1"/>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03819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50013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27FBBE9-01A8-41B3-BCBD-ABA72C46476D}"/>
              </a:ext>
            </a:extLst>
          </p:cNvPr>
          <p:cNvSpPr/>
          <p:nvPr userDrawn="1"/>
        </p:nvSpPr>
        <p:spPr>
          <a:xfrm>
            <a:off x="781742" y="647700"/>
            <a:ext cx="10628516" cy="5524500"/>
          </a:xfrm>
          <a:prstGeom prst="rect">
            <a:avLst/>
          </a:prstGeom>
          <a:solidFill>
            <a:srgbClr val="F5F5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0" name="Picture Placeholder 9">
            <a:extLst>
              <a:ext uri="{FF2B5EF4-FFF2-40B4-BE49-F238E27FC236}">
                <a16:creationId xmlns:a16="http://schemas.microsoft.com/office/drawing/2014/main" id="{16626C03-6007-473B-A06E-B7E4A8ECCBEB}"/>
              </a:ext>
            </a:extLst>
          </p:cNvPr>
          <p:cNvSpPr>
            <a:spLocks noGrp="1"/>
          </p:cNvSpPr>
          <p:nvPr>
            <p:ph type="pic" sz="quarter" idx="11"/>
          </p:nvPr>
        </p:nvSpPr>
        <p:spPr>
          <a:xfrm>
            <a:off x="4234511" y="1567338"/>
            <a:ext cx="1809479" cy="1809505"/>
          </a:xfrm>
          <a:custGeom>
            <a:avLst/>
            <a:gdLst>
              <a:gd name="connsiteX0" fmla="*/ 3619429 w 3619429"/>
              <a:gd name="connsiteY0" fmla="*/ 0 h 3619010"/>
              <a:gd name="connsiteX1" fmla="*/ 3619429 w 3619429"/>
              <a:gd name="connsiteY1" fmla="*/ 3619010 h 3619010"/>
              <a:gd name="connsiteX2" fmla="*/ 0 w 3619429"/>
              <a:gd name="connsiteY2" fmla="*/ 3619010 h 3619010"/>
              <a:gd name="connsiteX3" fmla="*/ 917060 w 3619429"/>
              <a:gd name="connsiteY3" fmla="*/ 1505980 h 3619010"/>
              <a:gd name="connsiteX4" fmla="*/ 1507235 w 3619429"/>
              <a:gd name="connsiteY4" fmla="*/ 916362 h 3619010"/>
              <a:gd name="connsiteX5" fmla="*/ 3619429 w 3619429"/>
              <a:gd name="connsiteY5" fmla="*/ 0 h 361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9429" h="3619010">
                <a:moveTo>
                  <a:pt x="3619429" y="0"/>
                </a:moveTo>
                <a:lnTo>
                  <a:pt x="3619429" y="3619010"/>
                </a:lnTo>
                <a:lnTo>
                  <a:pt x="0" y="3619010"/>
                </a:lnTo>
                <a:cubicBezTo>
                  <a:pt x="25520" y="2851308"/>
                  <a:pt x="331207" y="2091415"/>
                  <a:pt x="917060" y="1505980"/>
                </a:cubicBezTo>
                <a:cubicBezTo>
                  <a:pt x="1507235" y="916362"/>
                  <a:pt x="1507235" y="916362"/>
                  <a:pt x="1507235" y="916362"/>
                </a:cubicBezTo>
                <a:cubicBezTo>
                  <a:pt x="2092530" y="331486"/>
                  <a:pt x="2852145" y="25939"/>
                  <a:pt x="3619429"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1" name="Picture Placeholder 10">
            <a:extLst>
              <a:ext uri="{FF2B5EF4-FFF2-40B4-BE49-F238E27FC236}">
                <a16:creationId xmlns:a16="http://schemas.microsoft.com/office/drawing/2014/main" id="{9B2AE7C4-0A22-4F30-A3B2-9DED1CA11D74}"/>
              </a:ext>
            </a:extLst>
          </p:cNvPr>
          <p:cNvSpPr>
            <a:spLocks noGrp="1"/>
          </p:cNvSpPr>
          <p:nvPr>
            <p:ph type="pic" sz="quarter" idx="12"/>
          </p:nvPr>
        </p:nvSpPr>
        <p:spPr>
          <a:xfrm>
            <a:off x="6148567" y="1567269"/>
            <a:ext cx="1811710" cy="1809575"/>
          </a:xfrm>
          <a:custGeom>
            <a:avLst/>
            <a:gdLst>
              <a:gd name="connsiteX0" fmla="*/ 0 w 3623892"/>
              <a:gd name="connsiteY0" fmla="*/ 0 h 3619150"/>
              <a:gd name="connsiteX1" fmla="*/ 2116795 w 3623892"/>
              <a:gd name="connsiteY1" fmla="*/ 916502 h 3619150"/>
              <a:gd name="connsiteX2" fmla="*/ 2706832 w 3623892"/>
              <a:gd name="connsiteY2" fmla="*/ 1506120 h 3619150"/>
              <a:gd name="connsiteX3" fmla="*/ 3623892 w 3623892"/>
              <a:gd name="connsiteY3" fmla="*/ 3619150 h 3619150"/>
              <a:gd name="connsiteX4" fmla="*/ 0 w 3623892"/>
              <a:gd name="connsiteY4" fmla="*/ 3619150 h 3619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3892" h="3619150">
                <a:moveTo>
                  <a:pt x="0" y="0"/>
                </a:moveTo>
                <a:cubicBezTo>
                  <a:pt x="768958" y="24823"/>
                  <a:pt x="1530385" y="330370"/>
                  <a:pt x="2116795" y="916502"/>
                </a:cubicBezTo>
                <a:cubicBezTo>
                  <a:pt x="2706832" y="1506120"/>
                  <a:pt x="2706832" y="1506120"/>
                  <a:pt x="2706832" y="1506120"/>
                </a:cubicBezTo>
                <a:cubicBezTo>
                  <a:pt x="3292684" y="2091554"/>
                  <a:pt x="3598371" y="2851447"/>
                  <a:pt x="3623892" y="3619150"/>
                </a:cubicBezTo>
                <a:lnTo>
                  <a:pt x="0" y="361915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3" name="Picture Placeholder 12">
            <a:extLst>
              <a:ext uri="{FF2B5EF4-FFF2-40B4-BE49-F238E27FC236}">
                <a16:creationId xmlns:a16="http://schemas.microsoft.com/office/drawing/2014/main" id="{5CDF9D7B-941A-415D-BDFE-5C75BA34C490}"/>
              </a:ext>
            </a:extLst>
          </p:cNvPr>
          <p:cNvSpPr>
            <a:spLocks noGrp="1"/>
          </p:cNvSpPr>
          <p:nvPr>
            <p:ph type="pic" sz="quarter" idx="13"/>
          </p:nvPr>
        </p:nvSpPr>
        <p:spPr>
          <a:xfrm>
            <a:off x="6148567" y="3481436"/>
            <a:ext cx="1811710" cy="1809436"/>
          </a:xfrm>
          <a:custGeom>
            <a:avLst/>
            <a:gdLst>
              <a:gd name="connsiteX0" fmla="*/ 0 w 3623892"/>
              <a:gd name="connsiteY0" fmla="*/ 0 h 3618871"/>
              <a:gd name="connsiteX1" fmla="*/ 3623892 w 3623892"/>
              <a:gd name="connsiteY1" fmla="*/ 0 h 3618871"/>
              <a:gd name="connsiteX2" fmla="*/ 2706832 w 3623892"/>
              <a:gd name="connsiteY2" fmla="*/ 2112891 h 3618871"/>
              <a:gd name="connsiteX3" fmla="*/ 2116795 w 3623892"/>
              <a:gd name="connsiteY3" fmla="*/ 2702509 h 3618871"/>
              <a:gd name="connsiteX4" fmla="*/ 0 w 3623892"/>
              <a:gd name="connsiteY4" fmla="*/ 3618871 h 3618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3892" h="3618871">
                <a:moveTo>
                  <a:pt x="0" y="0"/>
                </a:moveTo>
                <a:lnTo>
                  <a:pt x="3623892" y="0"/>
                </a:lnTo>
                <a:cubicBezTo>
                  <a:pt x="3598371" y="767563"/>
                  <a:pt x="3292684" y="1527456"/>
                  <a:pt x="2706832" y="2112891"/>
                </a:cubicBezTo>
                <a:cubicBezTo>
                  <a:pt x="2116795" y="2702509"/>
                  <a:pt x="2116795" y="2702509"/>
                  <a:pt x="2116795" y="2702509"/>
                </a:cubicBezTo>
                <a:cubicBezTo>
                  <a:pt x="1530385" y="3288640"/>
                  <a:pt x="768958" y="3594048"/>
                  <a:pt x="0" y="3618871"/>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2" name="Picture Placeholder 11">
            <a:extLst>
              <a:ext uri="{FF2B5EF4-FFF2-40B4-BE49-F238E27FC236}">
                <a16:creationId xmlns:a16="http://schemas.microsoft.com/office/drawing/2014/main" id="{4D0EF85B-C725-43BD-B23E-017F645E770B}"/>
              </a:ext>
            </a:extLst>
          </p:cNvPr>
          <p:cNvSpPr>
            <a:spLocks noGrp="1"/>
          </p:cNvSpPr>
          <p:nvPr>
            <p:ph type="pic" sz="quarter" idx="14"/>
          </p:nvPr>
        </p:nvSpPr>
        <p:spPr>
          <a:xfrm>
            <a:off x="4234511" y="3481435"/>
            <a:ext cx="1809479" cy="1809366"/>
          </a:xfrm>
          <a:custGeom>
            <a:avLst/>
            <a:gdLst>
              <a:gd name="connsiteX0" fmla="*/ 0 w 3619429"/>
              <a:gd name="connsiteY0" fmla="*/ 0 h 3618732"/>
              <a:gd name="connsiteX1" fmla="*/ 3619429 w 3619429"/>
              <a:gd name="connsiteY1" fmla="*/ 0 h 3618732"/>
              <a:gd name="connsiteX2" fmla="*/ 3619429 w 3619429"/>
              <a:gd name="connsiteY2" fmla="*/ 3618732 h 3618732"/>
              <a:gd name="connsiteX3" fmla="*/ 1507235 w 3619429"/>
              <a:gd name="connsiteY3" fmla="*/ 2702509 h 3618732"/>
              <a:gd name="connsiteX4" fmla="*/ 917060 w 3619429"/>
              <a:gd name="connsiteY4" fmla="*/ 2112891 h 3618732"/>
              <a:gd name="connsiteX5" fmla="*/ 0 w 3619429"/>
              <a:gd name="connsiteY5" fmla="*/ 0 h 361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9429" h="3618732">
                <a:moveTo>
                  <a:pt x="0" y="0"/>
                </a:moveTo>
                <a:lnTo>
                  <a:pt x="3619429" y="0"/>
                </a:lnTo>
                <a:lnTo>
                  <a:pt x="3619429" y="3618732"/>
                </a:lnTo>
                <a:cubicBezTo>
                  <a:pt x="2852145" y="3592793"/>
                  <a:pt x="2092530" y="3287385"/>
                  <a:pt x="1507235" y="2702509"/>
                </a:cubicBezTo>
                <a:cubicBezTo>
                  <a:pt x="917060" y="2112891"/>
                  <a:pt x="917060" y="2112891"/>
                  <a:pt x="917060" y="2112891"/>
                </a:cubicBezTo>
                <a:cubicBezTo>
                  <a:pt x="331207" y="1527456"/>
                  <a:pt x="25520" y="767563"/>
                  <a:pt x="0"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4900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decel="10000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500" fill="hold"/>
                                        <p:tgtEl>
                                          <p:spTgt spid="10"/>
                                        </p:tgtEl>
                                        <p:attrNameLst>
                                          <p:attrName>ppt_x</p:attrName>
                                        </p:attrNameLst>
                                      </p:cBhvr>
                                      <p:tavLst>
                                        <p:tav tm="0">
                                          <p:val>
                                            <p:strVal val="0-#ppt_w/2"/>
                                          </p:val>
                                        </p:tav>
                                        <p:tav tm="100000">
                                          <p:val>
                                            <p:strVal val="#ppt_x"/>
                                          </p:val>
                                        </p:tav>
                                      </p:tavLst>
                                    </p:anim>
                                    <p:anim calcmode="lin" valueType="num">
                                      <p:cBhvr additive="base">
                                        <p:cTn id="8" dur="1500" fill="hold"/>
                                        <p:tgtEl>
                                          <p:spTgt spid="10"/>
                                        </p:tgtEl>
                                        <p:attrNameLst>
                                          <p:attrName>ppt_y</p:attrName>
                                        </p:attrNameLst>
                                      </p:cBhvr>
                                      <p:tavLst>
                                        <p:tav tm="0">
                                          <p:val>
                                            <p:strVal val="0-#ppt_h/2"/>
                                          </p:val>
                                        </p:tav>
                                        <p:tav tm="100000">
                                          <p:val>
                                            <p:strVal val="#ppt_y"/>
                                          </p:val>
                                        </p:tav>
                                      </p:tavLst>
                                    </p:anim>
                                  </p:childTnLst>
                                </p:cTn>
                              </p:par>
                              <p:par>
                                <p:cTn id="9" presetID="2" presetClass="entr" presetSubtype="3" decel="10000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500" fill="hold"/>
                                        <p:tgtEl>
                                          <p:spTgt spid="11"/>
                                        </p:tgtEl>
                                        <p:attrNameLst>
                                          <p:attrName>ppt_x</p:attrName>
                                        </p:attrNameLst>
                                      </p:cBhvr>
                                      <p:tavLst>
                                        <p:tav tm="0">
                                          <p:val>
                                            <p:strVal val="1+#ppt_w/2"/>
                                          </p:val>
                                        </p:tav>
                                        <p:tav tm="100000">
                                          <p:val>
                                            <p:strVal val="#ppt_x"/>
                                          </p:val>
                                        </p:tav>
                                      </p:tavLst>
                                    </p:anim>
                                    <p:anim calcmode="lin" valueType="num">
                                      <p:cBhvr additive="base">
                                        <p:cTn id="12" dur="1500" fill="hold"/>
                                        <p:tgtEl>
                                          <p:spTgt spid="11"/>
                                        </p:tgtEl>
                                        <p:attrNameLst>
                                          <p:attrName>ppt_y</p:attrName>
                                        </p:attrNameLst>
                                      </p:cBhvr>
                                      <p:tavLst>
                                        <p:tav tm="0">
                                          <p:val>
                                            <p:strVal val="0-#ppt_h/2"/>
                                          </p:val>
                                        </p:tav>
                                        <p:tav tm="100000">
                                          <p:val>
                                            <p:strVal val="#ppt_y"/>
                                          </p:val>
                                        </p:tav>
                                      </p:tavLst>
                                    </p:anim>
                                  </p:childTnLst>
                                </p:cTn>
                              </p:par>
                              <p:par>
                                <p:cTn id="13" presetID="2" presetClass="entr" presetSubtype="6" decel="10000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1500" fill="hold"/>
                                        <p:tgtEl>
                                          <p:spTgt spid="13"/>
                                        </p:tgtEl>
                                        <p:attrNameLst>
                                          <p:attrName>ppt_x</p:attrName>
                                        </p:attrNameLst>
                                      </p:cBhvr>
                                      <p:tavLst>
                                        <p:tav tm="0">
                                          <p:val>
                                            <p:strVal val="1+#ppt_w/2"/>
                                          </p:val>
                                        </p:tav>
                                        <p:tav tm="100000">
                                          <p:val>
                                            <p:strVal val="#ppt_x"/>
                                          </p:val>
                                        </p:tav>
                                      </p:tavLst>
                                    </p:anim>
                                    <p:anim calcmode="lin" valueType="num">
                                      <p:cBhvr additive="base">
                                        <p:cTn id="16" dur="150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12" decel="10000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1500" fill="hold"/>
                                        <p:tgtEl>
                                          <p:spTgt spid="12"/>
                                        </p:tgtEl>
                                        <p:attrNameLst>
                                          <p:attrName>ppt_x</p:attrName>
                                        </p:attrNameLst>
                                      </p:cBhvr>
                                      <p:tavLst>
                                        <p:tav tm="0">
                                          <p:val>
                                            <p:strVal val="0-#ppt_w/2"/>
                                          </p:val>
                                        </p:tav>
                                        <p:tav tm="100000">
                                          <p:val>
                                            <p:strVal val="#ppt_x"/>
                                          </p:val>
                                        </p:tav>
                                      </p:tavLst>
                                    </p:anim>
                                    <p:anim calcmode="lin" valueType="num">
                                      <p:cBhvr additive="base">
                                        <p:cTn id="20" dur="1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2" grpId="0"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76F69F73-D8F6-4011-B18F-94501EB735F8}"/>
              </a:ext>
            </a:extLst>
          </p:cNvPr>
          <p:cNvSpPr>
            <a:spLocks noGrp="1"/>
          </p:cNvSpPr>
          <p:nvPr>
            <p:ph type="pic" sz="quarter" idx="11"/>
          </p:nvPr>
        </p:nvSpPr>
        <p:spPr>
          <a:xfrm>
            <a:off x="0" y="0"/>
            <a:ext cx="7089833" cy="6858000"/>
          </a:xfrm>
          <a:custGeom>
            <a:avLst/>
            <a:gdLst>
              <a:gd name="connsiteX0" fmla="*/ 0 w 7829549"/>
              <a:gd name="connsiteY0" fmla="*/ 0 h 7543801"/>
              <a:gd name="connsiteX1" fmla="*/ 7829549 w 7829549"/>
              <a:gd name="connsiteY1" fmla="*/ 0 h 7543801"/>
              <a:gd name="connsiteX2" fmla="*/ 7829549 w 7829549"/>
              <a:gd name="connsiteY2" fmla="*/ 7543801 h 7543801"/>
              <a:gd name="connsiteX3" fmla="*/ 0 w 7829549"/>
              <a:gd name="connsiteY3" fmla="*/ 7543801 h 7543801"/>
            </a:gdLst>
            <a:ahLst/>
            <a:cxnLst>
              <a:cxn ang="0">
                <a:pos x="connsiteX0" y="connsiteY0"/>
              </a:cxn>
              <a:cxn ang="0">
                <a:pos x="connsiteX1" y="connsiteY1"/>
              </a:cxn>
              <a:cxn ang="0">
                <a:pos x="connsiteX2" y="connsiteY2"/>
              </a:cxn>
              <a:cxn ang="0">
                <a:pos x="connsiteX3" y="connsiteY3"/>
              </a:cxn>
            </a:cxnLst>
            <a:rect l="l" t="t" r="r" b="b"/>
            <a:pathLst>
              <a:path w="7829549" h="7543801">
                <a:moveTo>
                  <a:pt x="0" y="0"/>
                </a:moveTo>
                <a:lnTo>
                  <a:pt x="7829549" y="0"/>
                </a:lnTo>
                <a:lnTo>
                  <a:pt x="7829549" y="7543801"/>
                </a:lnTo>
                <a:lnTo>
                  <a:pt x="0" y="754380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274239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200" fill="hold"/>
                                        <p:tgtEl>
                                          <p:spTgt spid="2"/>
                                        </p:tgtEl>
                                        <p:attrNameLst>
                                          <p:attrName>ppt_x</p:attrName>
                                        </p:attrNameLst>
                                      </p:cBhvr>
                                      <p:tavLst>
                                        <p:tav tm="0">
                                          <p:val>
                                            <p:strVal val="0-#ppt_w/2"/>
                                          </p:val>
                                        </p:tav>
                                        <p:tav tm="100000">
                                          <p:val>
                                            <p:strVal val="#ppt_x"/>
                                          </p:val>
                                        </p:tav>
                                      </p:tavLst>
                                    </p:anim>
                                    <p:anim calcmode="lin" valueType="num">
                                      <p:cBhvr additive="base">
                                        <p:cTn id="8" dur="12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76F69F73-D8F6-4011-B18F-94501EB735F8}"/>
              </a:ext>
            </a:extLst>
          </p:cNvPr>
          <p:cNvSpPr>
            <a:spLocks noGrp="1"/>
          </p:cNvSpPr>
          <p:nvPr>
            <p:ph type="pic" sz="quarter" idx="11"/>
          </p:nvPr>
        </p:nvSpPr>
        <p:spPr>
          <a:xfrm>
            <a:off x="5102167" y="0"/>
            <a:ext cx="7089833" cy="6858000"/>
          </a:xfrm>
          <a:custGeom>
            <a:avLst/>
            <a:gdLst>
              <a:gd name="connsiteX0" fmla="*/ 0 w 7829549"/>
              <a:gd name="connsiteY0" fmla="*/ 0 h 7543801"/>
              <a:gd name="connsiteX1" fmla="*/ 7829549 w 7829549"/>
              <a:gd name="connsiteY1" fmla="*/ 0 h 7543801"/>
              <a:gd name="connsiteX2" fmla="*/ 7829549 w 7829549"/>
              <a:gd name="connsiteY2" fmla="*/ 7543801 h 7543801"/>
              <a:gd name="connsiteX3" fmla="*/ 0 w 7829549"/>
              <a:gd name="connsiteY3" fmla="*/ 7543801 h 7543801"/>
            </a:gdLst>
            <a:ahLst/>
            <a:cxnLst>
              <a:cxn ang="0">
                <a:pos x="connsiteX0" y="connsiteY0"/>
              </a:cxn>
              <a:cxn ang="0">
                <a:pos x="connsiteX1" y="connsiteY1"/>
              </a:cxn>
              <a:cxn ang="0">
                <a:pos x="connsiteX2" y="connsiteY2"/>
              </a:cxn>
              <a:cxn ang="0">
                <a:pos x="connsiteX3" y="connsiteY3"/>
              </a:cxn>
            </a:cxnLst>
            <a:rect l="l" t="t" r="r" b="b"/>
            <a:pathLst>
              <a:path w="7829549" h="7543801">
                <a:moveTo>
                  <a:pt x="0" y="0"/>
                </a:moveTo>
                <a:lnTo>
                  <a:pt x="7829549" y="0"/>
                </a:lnTo>
                <a:lnTo>
                  <a:pt x="7829549" y="7543801"/>
                </a:lnTo>
                <a:lnTo>
                  <a:pt x="0" y="754380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557058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200" fill="hold"/>
                                        <p:tgtEl>
                                          <p:spTgt spid="2"/>
                                        </p:tgtEl>
                                        <p:attrNameLst>
                                          <p:attrName>ppt_x</p:attrName>
                                        </p:attrNameLst>
                                      </p:cBhvr>
                                      <p:tavLst>
                                        <p:tav tm="0">
                                          <p:val>
                                            <p:strVal val="1+#ppt_w/2"/>
                                          </p:val>
                                        </p:tav>
                                        <p:tav tm="100000">
                                          <p:val>
                                            <p:strVal val="#ppt_x"/>
                                          </p:val>
                                        </p:tav>
                                      </p:tavLst>
                                    </p:anim>
                                    <p:anim calcmode="lin" valueType="num">
                                      <p:cBhvr additive="base">
                                        <p:cTn id="8" dur="12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6D274C1B-F416-4535-A30F-5AC7BEA62FC9}"/>
              </a:ext>
            </a:extLst>
          </p:cNvPr>
          <p:cNvSpPr>
            <a:spLocks noGrp="1"/>
          </p:cNvSpPr>
          <p:nvPr>
            <p:ph type="pic" sz="quarter" idx="11"/>
          </p:nvPr>
        </p:nvSpPr>
        <p:spPr>
          <a:xfrm>
            <a:off x="2628821" y="87924"/>
            <a:ext cx="6934359" cy="6682152"/>
          </a:xfrm>
          <a:custGeom>
            <a:avLst/>
            <a:gdLst>
              <a:gd name="connsiteX0" fmla="*/ 0 w 7829549"/>
              <a:gd name="connsiteY0" fmla="*/ 0 h 7543801"/>
              <a:gd name="connsiteX1" fmla="*/ 7829549 w 7829549"/>
              <a:gd name="connsiteY1" fmla="*/ 0 h 7543801"/>
              <a:gd name="connsiteX2" fmla="*/ 7829549 w 7829549"/>
              <a:gd name="connsiteY2" fmla="*/ 7543801 h 7543801"/>
              <a:gd name="connsiteX3" fmla="*/ 0 w 7829549"/>
              <a:gd name="connsiteY3" fmla="*/ 7543801 h 7543801"/>
            </a:gdLst>
            <a:ahLst/>
            <a:cxnLst>
              <a:cxn ang="0">
                <a:pos x="connsiteX0" y="connsiteY0"/>
              </a:cxn>
              <a:cxn ang="0">
                <a:pos x="connsiteX1" y="connsiteY1"/>
              </a:cxn>
              <a:cxn ang="0">
                <a:pos x="connsiteX2" y="connsiteY2"/>
              </a:cxn>
              <a:cxn ang="0">
                <a:pos x="connsiteX3" y="connsiteY3"/>
              </a:cxn>
            </a:cxnLst>
            <a:rect l="l" t="t" r="r" b="b"/>
            <a:pathLst>
              <a:path w="7829549" h="7543801">
                <a:moveTo>
                  <a:pt x="0" y="0"/>
                </a:moveTo>
                <a:lnTo>
                  <a:pt x="7829549" y="0"/>
                </a:lnTo>
                <a:lnTo>
                  <a:pt x="7829549" y="7543801"/>
                </a:lnTo>
                <a:lnTo>
                  <a:pt x="0" y="754380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9970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accel="50000" decel="50000" autoRev="1" fill="hold" grpId="0" nodeType="withEffect">
                                  <p:stCondLst>
                                    <p:cond delay="0"/>
                                  </p:stCondLst>
                                  <p:childTnLst>
                                    <p:animScale>
                                      <p:cBhvr>
                                        <p:cTn id="6" dur="2450" fill="hold"/>
                                        <p:tgtEl>
                                          <p:spTgt spid="2"/>
                                        </p:tgtEl>
                                      </p:cBhvr>
                                      <p:by x="80000" y="8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31ABC818-5E9D-48F2-A020-37EA8A501CC1}"/>
              </a:ext>
            </a:extLst>
          </p:cNvPr>
          <p:cNvSpPr>
            <a:spLocks noGrp="1"/>
          </p:cNvSpPr>
          <p:nvPr>
            <p:ph type="pic" sz="quarter" idx="11"/>
          </p:nvPr>
        </p:nvSpPr>
        <p:spPr>
          <a:xfrm>
            <a:off x="541501" y="667781"/>
            <a:ext cx="5730875" cy="5522440"/>
          </a:xfrm>
          <a:custGeom>
            <a:avLst/>
            <a:gdLst>
              <a:gd name="connsiteX0" fmla="*/ 0 w 7829549"/>
              <a:gd name="connsiteY0" fmla="*/ 0 h 7543801"/>
              <a:gd name="connsiteX1" fmla="*/ 7829549 w 7829549"/>
              <a:gd name="connsiteY1" fmla="*/ 0 h 7543801"/>
              <a:gd name="connsiteX2" fmla="*/ 7829549 w 7829549"/>
              <a:gd name="connsiteY2" fmla="*/ 7543801 h 7543801"/>
              <a:gd name="connsiteX3" fmla="*/ 0 w 7829549"/>
              <a:gd name="connsiteY3" fmla="*/ 7543801 h 7543801"/>
            </a:gdLst>
            <a:ahLst/>
            <a:cxnLst>
              <a:cxn ang="0">
                <a:pos x="connsiteX0" y="connsiteY0"/>
              </a:cxn>
              <a:cxn ang="0">
                <a:pos x="connsiteX1" y="connsiteY1"/>
              </a:cxn>
              <a:cxn ang="0">
                <a:pos x="connsiteX2" y="connsiteY2"/>
              </a:cxn>
              <a:cxn ang="0">
                <a:pos x="connsiteX3" y="connsiteY3"/>
              </a:cxn>
            </a:cxnLst>
            <a:rect l="l" t="t" r="r" b="b"/>
            <a:pathLst>
              <a:path w="7829549" h="7543801">
                <a:moveTo>
                  <a:pt x="0" y="0"/>
                </a:moveTo>
                <a:lnTo>
                  <a:pt x="7829549" y="0"/>
                </a:lnTo>
                <a:lnTo>
                  <a:pt x="7829549" y="7543801"/>
                </a:lnTo>
                <a:lnTo>
                  <a:pt x="0" y="754380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875697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accel="50000" decel="50000" autoRev="1" fill="hold" grpId="0" nodeType="withEffect">
                                  <p:stCondLst>
                                    <p:cond delay="0"/>
                                  </p:stCondLst>
                                  <p:childTnLst>
                                    <p:animScale>
                                      <p:cBhvr>
                                        <p:cTn id="6" dur="2450" fill="hold"/>
                                        <p:tgtEl>
                                          <p:spTgt spid="3"/>
                                        </p:tgtEl>
                                      </p:cBhvr>
                                      <p:by x="80000" y="8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91B2C5E7-8FB6-4D6C-8714-4D257F1BD667}"/>
              </a:ext>
            </a:extLst>
          </p:cNvPr>
          <p:cNvSpPr>
            <a:spLocks noGrp="1"/>
          </p:cNvSpPr>
          <p:nvPr>
            <p:ph type="pic" sz="quarter" idx="11"/>
          </p:nvPr>
        </p:nvSpPr>
        <p:spPr>
          <a:xfrm>
            <a:off x="7048652" y="311049"/>
            <a:ext cx="3434079" cy="6220975"/>
          </a:xfrm>
          <a:custGeom>
            <a:avLst/>
            <a:gdLst>
              <a:gd name="connsiteX0" fmla="*/ 0 w 7555958"/>
              <a:gd name="connsiteY0" fmla="*/ 0 h 13686144"/>
              <a:gd name="connsiteX1" fmla="*/ 7555958 w 7555958"/>
              <a:gd name="connsiteY1" fmla="*/ 0 h 13686144"/>
              <a:gd name="connsiteX2" fmla="*/ 7555958 w 7555958"/>
              <a:gd name="connsiteY2" fmla="*/ 13686144 h 13686144"/>
              <a:gd name="connsiteX3" fmla="*/ 0 w 7555958"/>
              <a:gd name="connsiteY3" fmla="*/ 13686144 h 13686144"/>
            </a:gdLst>
            <a:ahLst/>
            <a:cxnLst>
              <a:cxn ang="0">
                <a:pos x="connsiteX0" y="connsiteY0"/>
              </a:cxn>
              <a:cxn ang="0">
                <a:pos x="connsiteX1" y="connsiteY1"/>
              </a:cxn>
              <a:cxn ang="0">
                <a:pos x="connsiteX2" y="connsiteY2"/>
              </a:cxn>
              <a:cxn ang="0">
                <a:pos x="connsiteX3" y="connsiteY3"/>
              </a:cxn>
            </a:cxnLst>
            <a:rect l="l" t="t" r="r" b="b"/>
            <a:pathLst>
              <a:path w="7555958" h="13686144">
                <a:moveTo>
                  <a:pt x="0" y="0"/>
                </a:moveTo>
                <a:lnTo>
                  <a:pt x="7555958" y="0"/>
                </a:lnTo>
                <a:lnTo>
                  <a:pt x="7555958" y="13686144"/>
                </a:lnTo>
                <a:lnTo>
                  <a:pt x="0" y="1368614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194489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7649B2-2893-4336-9F6A-E261B8C7C7DB}"/>
              </a:ext>
            </a:extLst>
          </p:cNvPr>
          <p:cNvSpPr/>
          <p:nvPr userDrawn="1"/>
        </p:nvSpPr>
        <p:spPr>
          <a:xfrm>
            <a:off x="781742" y="647700"/>
            <a:ext cx="10628516" cy="5524500"/>
          </a:xfrm>
          <a:prstGeom prst="rect">
            <a:avLst/>
          </a:prstGeom>
          <a:solidFill>
            <a:schemeClr val="accent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Picture Placeholder 3">
            <a:extLst>
              <a:ext uri="{FF2B5EF4-FFF2-40B4-BE49-F238E27FC236}">
                <a16:creationId xmlns:a16="http://schemas.microsoft.com/office/drawing/2014/main" id="{32F397F7-DD9C-4592-9C0D-0951AFFDEA22}"/>
              </a:ext>
            </a:extLst>
          </p:cNvPr>
          <p:cNvSpPr>
            <a:spLocks noGrp="1"/>
          </p:cNvSpPr>
          <p:nvPr>
            <p:ph type="pic" sz="quarter" idx="11"/>
          </p:nvPr>
        </p:nvSpPr>
        <p:spPr>
          <a:xfrm>
            <a:off x="6096000" y="0"/>
            <a:ext cx="5314258" cy="6858000"/>
          </a:xfrm>
          <a:custGeom>
            <a:avLst/>
            <a:gdLst>
              <a:gd name="connsiteX0" fmla="*/ 0 w 7555958"/>
              <a:gd name="connsiteY0" fmla="*/ 0 h 13686144"/>
              <a:gd name="connsiteX1" fmla="*/ 7555958 w 7555958"/>
              <a:gd name="connsiteY1" fmla="*/ 0 h 13686144"/>
              <a:gd name="connsiteX2" fmla="*/ 7555958 w 7555958"/>
              <a:gd name="connsiteY2" fmla="*/ 13686144 h 13686144"/>
              <a:gd name="connsiteX3" fmla="*/ 0 w 7555958"/>
              <a:gd name="connsiteY3" fmla="*/ 13686144 h 13686144"/>
            </a:gdLst>
            <a:ahLst/>
            <a:cxnLst>
              <a:cxn ang="0">
                <a:pos x="connsiteX0" y="connsiteY0"/>
              </a:cxn>
              <a:cxn ang="0">
                <a:pos x="connsiteX1" y="connsiteY1"/>
              </a:cxn>
              <a:cxn ang="0">
                <a:pos x="connsiteX2" y="connsiteY2"/>
              </a:cxn>
              <a:cxn ang="0">
                <a:pos x="connsiteX3" y="connsiteY3"/>
              </a:cxn>
            </a:cxnLst>
            <a:rect l="l" t="t" r="r" b="b"/>
            <a:pathLst>
              <a:path w="7555958" h="13686144">
                <a:moveTo>
                  <a:pt x="0" y="0"/>
                </a:moveTo>
                <a:lnTo>
                  <a:pt x="7555958" y="0"/>
                </a:lnTo>
                <a:lnTo>
                  <a:pt x="7555958" y="13686144"/>
                </a:lnTo>
                <a:lnTo>
                  <a:pt x="0" y="1368614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7" name="Picture Placeholder 4">
            <a:extLst>
              <a:ext uri="{FF2B5EF4-FFF2-40B4-BE49-F238E27FC236}">
                <a16:creationId xmlns:a16="http://schemas.microsoft.com/office/drawing/2014/main" id="{A72BF187-8D1A-47D0-8FF0-646D171F86C0}"/>
              </a:ext>
            </a:extLst>
          </p:cNvPr>
          <p:cNvSpPr>
            <a:spLocks noGrp="1"/>
          </p:cNvSpPr>
          <p:nvPr>
            <p:ph type="pic" sz="quarter" idx="12"/>
          </p:nvPr>
        </p:nvSpPr>
        <p:spPr>
          <a:xfrm>
            <a:off x="4234637" y="1566613"/>
            <a:ext cx="3722726" cy="3724774"/>
          </a:xfrm>
          <a:custGeom>
            <a:avLst/>
            <a:gdLst>
              <a:gd name="connsiteX0" fmla="*/ 3723211 w 7446422"/>
              <a:gd name="connsiteY0" fmla="*/ 0 h 7449548"/>
              <a:gd name="connsiteX1" fmla="*/ 5939522 w 7446422"/>
              <a:gd name="connsiteY1" fmla="*/ 917977 h 7449548"/>
              <a:gd name="connsiteX2" fmla="*/ 6528831 w 7446422"/>
              <a:gd name="connsiteY2" fmla="*/ 1507532 h 7449548"/>
              <a:gd name="connsiteX3" fmla="*/ 6528831 w 7446422"/>
              <a:gd name="connsiteY3" fmla="*/ 5942017 h 7449548"/>
              <a:gd name="connsiteX4" fmla="*/ 5939522 w 7446422"/>
              <a:gd name="connsiteY4" fmla="*/ 6531572 h 7449548"/>
              <a:gd name="connsiteX5" fmla="*/ 1506900 w 7446422"/>
              <a:gd name="connsiteY5" fmla="*/ 6531572 h 7449548"/>
              <a:gd name="connsiteX6" fmla="*/ 917591 w 7446422"/>
              <a:gd name="connsiteY6" fmla="*/ 5942017 h 7449548"/>
              <a:gd name="connsiteX7" fmla="*/ 917591 w 7446422"/>
              <a:gd name="connsiteY7" fmla="*/ 1507532 h 7449548"/>
              <a:gd name="connsiteX8" fmla="*/ 1506900 w 7446422"/>
              <a:gd name="connsiteY8" fmla="*/ 917977 h 7449548"/>
              <a:gd name="connsiteX9" fmla="*/ 3723211 w 7446422"/>
              <a:gd name="connsiteY9" fmla="*/ 0 h 7449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446422" h="7449548">
                <a:moveTo>
                  <a:pt x="3723211" y="0"/>
                </a:moveTo>
                <a:cubicBezTo>
                  <a:pt x="4525503" y="0"/>
                  <a:pt x="5327795" y="305992"/>
                  <a:pt x="5939522" y="917977"/>
                </a:cubicBezTo>
                <a:cubicBezTo>
                  <a:pt x="6528831" y="1507532"/>
                  <a:pt x="6528831" y="1507532"/>
                  <a:pt x="6528831" y="1507532"/>
                </a:cubicBezTo>
                <a:cubicBezTo>
                  <a:pt x="7752286" y="2731501"/>
                  <a:pt x="7752286" y="4718048"/>
                  <a:pt x="6528831" y="5942017"/>
                </a:cubicBezTo>
                <a:cubicBezTo>
                  <a:pt x="5939522" y="6531572"/>
                  <a:pt x="5939522" y="6531572"/>
                  <a:pt x="5939522" y="6531572"/>
                </a:cubicBezTo>
                <a:cubicBezTo>
                  <a:pt x="4716068" y="7755541"/>
                  <a:pt x="2730355" y="7755541"/>
                  <a:pt x="1506900" y="6531572"/>
                </a:cubicBezTo>
                <a:cubicBezTo>
                  <a:pt x="917591" y="5942017"/>
                  <a:pt x="917591" y="5942017"/>
                  <a:pt x="917591" y="5942017"/>
                </a:cubicBezTo>
                <a:cubicBezTo>
                  <a:pt x="-305864" y="4718048"/>
                  <a:pt x="-305864" y="2731501"/>
                  <a:pt x="917591" y="1507532"/>
                </a:cubicBezTo>
                <a:cubicBezTo>
                  <a:pt x="1506900" y="917977"/>
                  <a:pt x="1506900" y="917977"/>
                  <a:pt x="1506900" y="917977"/>
                </a:cubicBezTo>
                <a:cubicBezTo>
                  <a:pt x="2118628" y="305992"/>
                  <a:pt x="2920920" y="0"/>
                  <a:pt x="3723211" y="0"/>
                </a:cubicBezTo>
                <a:close/>
              </a:path>
            </a:pathLst>
          </a:custGeom>
          <a:pattFill prst="pct60">
            <a:fgClr>
              <a:schemeClr val="bg1"/>
            </a:fgClr>
            <a:bgClr>
              <a:schemeClr val="bg1">
                <a:lumMod val="85000"/>
              </a:schemeClr>
            </a:bgClr>
          </a:pattFill>
          <a:effectLst>
            <a:outerShdw blurRad="431800" dist="88900" dir="2700000" algn="tl" rotWithShape="0">
              <a:schemeClr val="accent2">
                <a:lumMod val="75000"/>
                <a:alpha val="40000"/>
              </a:schemeClr>
            </a:outerShdw>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987890991"/>
      </p:ext>
    </p:extLst>
  </p:cSld>
  <p:clrMapOvr>
    <a:masterClrMapping/>
  </p:clrMapOvr>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7649B2-2893-4336-9F6A-E261B8C7C7DB}"/>
              </a:ext>
            </a:extLst>
          </p:cNvPr>
          <p:cNvSpPr/>
          <p:nvPr userDrawn="1"/>
        </p:nvSpPr>
        <p:spPr>
          <a:xfrm>
            <a:off x="781742" y="647700"/>
            <a:ext cx="10628516" cy="5524500"/>
          </a:xfrm>
          <a:prstGeom prst="rect">
            <a:avLst/>
          </a:prstGeom>
          <a:solidFill>
            <a:schemeClr val="accent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Picture Placeholder 3">
            <a:extLst>
              <a:ext uri="{FF2B5EF4-FFF2-40B4-BE49-F238E27FC236}">
                <a16:creationId xmlns:a16="http://schemas.microsoft.com/office/drawing/2014/main" id="{32F397F7-DD9C-4592-9C0D-0951AFFDEA22}"/>
              </a:ext>
            </a:extLst>
          </p:cNvPr>
          <p:cNvSpPr>
            <a:spLocks noGrp="1"/>
          </p:cNvSpPr>
          <p:nvPr>
            <p:ph type="pic" sz="quarter" idx="11"/>
          </p:nvPr>
        </p:nvSpPr>
        <p:spPr>
          <a:xfrm>
            <a:off x="781742" y="0"/>
            <a:ext cx="5314258" cy="6858000"/>
          </a:xfrm>
          <a:custGeom>
            <a:avLst/>
            <a:gdLst>
              <a:gd name="connsiteX0" fmla="*/ 0 w 7555958"/>
              <a:gd name="connsiteY0" fmla="*/ 0 h 13686144"/>
              <a:gd name="connsiteX1" fmla="*/ 7555958 w 7555958"/>
              <a:gd name="connsiteY1" fmla="*/ 0 h 13686144"/>
              <a:gd name="connsiteX2" fmla="*/ 7555958 w 7555958"/>
              <a:gd name="connsiteY2" fmla="*/ 13686144 h 13686144"/>
              <a:gd name="connsiteX3" fmla="*/ 0 w 7555958"/>
              <a:gd name="connsiteY3" fmla="*/ 13686144 h 13686144"/>
            </a:gdLst>
            <a:ahLst/>
            <a:cxnLst>
              <a:cxn ang="0">
                <a:pos x="connsiteX0" y="connsiteY0"/>
              </a:cxn>
              <a:cxn ang="0">
                <a:pos x="connsiteX1" y="connsiteY1"/>
              </a:cxn>
              <a:cxn ang="0">
                <a:pos x="connsiteX2" y="connsiteY2"/>
              </a:cxn>
              <a:cxn ang="0">
                <a:pos x="connsiteX3" y="connsiteY3"/>
              </a:cxn>
            </a:cxnLst>
            <a:rect l="l" t="t" r="r" b="b"/>
            <a:pathLst>
              <a:path w="7555958" h="13686144">
                <a:moveTo>
                  <a:pt x="0" y="0"/>
                </a:moveTo>
                <a:lnTo>
                  <a:pt x="7555958" y="0"/>
                </a:lnTo>
                <a:lnTo>
                  <a:pt x="7555958" y="13686144"/>
                </a:lnTo>
                <a:lnTo>
                  <a:pt x="0" y="1368614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7" name="Picture Placeholder 4">
            <a:extLst>
              <a:ext uri="{FF2B5EF4-FFF2-40B4-BE49-F238E27FC236}">
                <a16:creationId xmlns:a16="http://schemas.microsoft.com/office/drawing/2014/main" id="{A72BF187-8D1A-47D0-8FF0-646D171F86C0}"/>
              </a:ext>
            </a:extLst>
          </p:cNvPr>
          <p:cNvSpPr>
            <a:spLocks noGrp="1"/>
          </p:cNvSpPr>
          <p:nvPr>
            <p:ph type="pic" sz="quarter" idx="12"/>
          </p:nvPr>
        </p:nvSpPr>
        <p:spPr>
          <a:xfrm>
            <a:off x="4234637" y="1566613"/>
            <a:ext cx="3722726" cy="3724774"/>
          </a:xfrm>
          <a:custGeom>
            <a:avLst/>
            <a:gdLst>
              <a:gd name="connsiteX0" fmla="*/ 3723211 w 7446422"/>
              <a:gd name="connsiteY0" fmla="*/ 0 h 7449548"/>
              <a:gd name="connsiteX1" fmla="*/ 5939522 w 7446422"/>
              <a:gd name="connsiteY1" fmla="*/ 917977 h 7449548"/>
              <a:gd name="connsiteX2" fmla="*/ 6528831 w 7446422"/>
              <a:gd name="connsiteY2" fmla="*/ 1507532 h 7449548"/>
              <a:gd name="connsiteX3" fmla="*/ 6528831 w 7446422"/>
              <a:gd name="connsiteY3" fmla="*/ 5942017 h 7449548"/>
              <a:gd name="connsiteX4" fmla="*/ 5939522 w 7446422"/>
              <a:gd name="connsiteY4" fmla="*/ 6531572 h 7449548"/>
              <a:gd name="connsiteX5" fmla="*/ 1506900 w 7446422"/>
              <a:gd name="connsiteY5" fmla="*/ 6531572 h 7449548"/>
              <a:gd name="connsiteX6" fmla="*/ 917591 w 7446422"/>
              <a:gd name="connsiteY6" fmla="*/ 5942017 h 7449548"/>
              <a:gd name="connsiteX7" fmla="*/ 917591 w 7446422"/>
              <a:gd name="connsiteY7" fmla="*/ 1507532 h 7449548"/>
              <a:gd name="connsiteX8" fmla="*/ 1506900 w 7446422"/>
              <a:gd name="connsiteY8" fmla="*/ 917977 h 7449548"/>
              <a:gd name="connsiteX9" fmla="*/ 3723211 w 7446422"/>
              <a:gd name="connsiteY9" fmla="*/ 0 h 7449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446422" h="7449548">
                <a:moveTo>
                  <a:pt x="3723211" y="0"/>
                </a:moveTo>
                <a:cubicBezTo>
                  <a:pt x="4525503" y="0"/>
                  <a:pt x="5327795" y="305992"/>
                  <a:pt x="5939522" y="917977"/>
                </a:cubicBezTo>
                <a:cubicBezTo>
                  <a:pt x="6528831" y="1507532"/>
                  <a:pt x="6528831" y="1507532"/>
                  <a:pt x="6528831" y="1507532"/>
                </a:cubicBezTo>
                <a:cubicBezTo>
                  <a:pt x="7752286" y="2731501"/>
                  <a:pt x="7752286" y="4718048"/>
                  <a:pt x="6528831" y="5942017"/>
                </a:cubicBezTo>
                <a:cubicBezTo>
                  <a:pt x="5939522" y="6531572"/>
                  <a:pt x="5939522" y="6531572"/>
                  <a:pt x="5939522" y="6531572"/>
                </a:cubicBezTo>
                <a:cubicBezTo>
                  <a:pt x="4716068" y="7755541"/>
                  <a:pt x="2730355" y="7755541"/>
                  <a:pt x="1506900" y="6531572"/>
                </a:cubicBezTo>
                <a:cubicBezTo>
                  <a:pt x="917591" y="5942017"/>
                  <a:pt x="917591" y="5942017"/>
                  <a:pt x="917591" y="5942017"/>
                </a:cubicBezTo>
                <a:cubicBezTo>
                  <a:pt x="-305864" y="4718048"/>
                  <a:pt x="-305864" y="2731501"/>
                  <a:pt x="917591" y="1507532"/>
                </a:cubicBezTo>
                <a:cubicBezTo>
                  <a:pt x="1506900" y="917977"/>
                  <a:pt x="1506900" y="917977"/>
                  <a:pt x="1506900" y="917977"/>
                </a:cubicBezTo>
                <a:cubicBezTo>
                  <a:pt x="2118628" y="305992"/>
                  <a:pt x="2920920" y="0"/>
                  <a:pt x="3723211" y="0"/>
                </a:cubicBezTo>
                <a:close/>
              </a:path>
            </a:pathLst>
          </a:custGeom>
          <a:pattFill prst="pct60">
            <a:fgClr>
              <a:schemeClr val="bg1"/>
            </a:fgClr>
            <a:bgClr>
              <a:schemeClr val="bg1">
                <a:lumMod val="85000"/>
              </a:schemeClr>
            </a:bgClr>
          </a:pattFill>
          <a:effectLst>
            <a:outerShdw blurRad="431800" dist="88900" dir="2700000" algn="tl" rotWithShape="0">
              <a:schemeClr val="accent2">
                <a:lumMod val="75000"/>
                <a:alpha val="40000"/>
              </a:schemeClr>
            </a:outerShdw>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937908371"/>
      </p:ext>
    </p:extLst>
  </p:cSld>
  <p:clrMapOvr>
    <a:masterClrMapping/>
  </p:clrMapOvr>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7649B2-2893-4336-9F6A-E261B8C7C7DB}"/>
              </a:ext>
            </a:extLst>
          </p:cNvPr>
          <p:cNvSpPr/>
          <p:nvPr userDrawn="1"/>
        </p:nvSpPr>
        <p:spPr>
          <a:xfrm>
            <a:off x="781742" y="647700"/>
            <a:ext cx="10628516" cy="5524500"/>
          </a:xfrm>
          <a:prstGeom prst="rect">
            <a:avLst/>
          </a:prstGeom>
          <a:solidFill>
            <a:schemeClr val="accent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Picture Placeholder 3">
            <a:extLst>
              <a:ext uri="{FF2B5EF4-FFF2-40B4-BE49-F238E27FC236}">
                <a16:creationId xmlns:a16="http://schemas.microsoft.com/office/drawing/2014/main" id="{32F397F7-DD9C-4592-9C0D-0951AFFDEA22}"/>
              </a:ext>
            </a:extLst>
          </p:cNvPr>
          <p:cNvSpPr>
            <a:spLocks noGrp="1"/>
          </p:cNvSpPr>
          <p:nvPr>
            <p:ph type="pic" sz="quarter" idx="11"/>
          </p:nvPr>
        </p:nvSpPr>
        <p:spPr>
          <a:xfrm>
            <a:off x="781742" y="647700"/>
            <a:ext cx="10628516" cy="5524500"/>
          </a:xfrm>
          <a:custGeom>
            <a:avLst/>
            <a:gdLst>
              <a:gd name="connsiteX0" fmla="*/ 0 w 7555958"/>
              <a:gd name="connsiteY0" fmla="*/ 0 h 13686144"/>
              <a:gd name="connsiteX1" fmla="*/ 7555958 w 7555958"/>
              <a:gd name="connsiteY1" fmla="*/ 0 h 13686144"/>
              <a:gd name="connsiteX2" fmla="*/ 7555958 w 7555958"/>
              <a:gd name="connsiteY2" fmla="*/ 13686144 h 13686144"/>
              <a:gd name="connsiteX3" fmla="*/ 0 w 7555958"/>
              <a:gd name="connsiteY3" fmla="*/ 13686144 h 13686144"/>
            </a:gdLst>
            <a:ahLst/>
            <a:cxnLst>
              <a:cxn ang="0">
                <a:pos x="connsiteX0" y="connsiteY0"/>
              </a:cxn>
              <a:cxn ang="0">
                <a:pos x="connsiteX1" y="connsiteY1"/>
              </a:cxn>
              <a:cxn ang="0">
                <a:pos x="connsiteX2" y="connsiteY2"/>
              </a:cxn>
              <a:cxn ang="0">
                <a:pos x="connsiteX3" y="connsiteY3"/>
              </a:cxn>
            </a:cxnLst>
            <a:rect l="l" t="t" r="r" b="b"/>
            <a:pathLst>
              <a:path w="7555958" h="13686144">
                <a:moveTo>
                  <a:pt x="0" y="0"/>
                </a:moveTo>
                <a:lnTo>
                  <a:pt x="7555958" y="0"/>
                </a:lnTo>
                <a:lnTo>
                  <a:pt x="7555958" y="13686144"/>
                </a:lnTo>
                <a:lnTo>
                  <a:pt x="0" y="1368614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7" name="Picture Placeholder 4">
            <a:extLst>
              <a:ext uri="{FF2B5EF4-FFF2-40B4-BE49-F238E27FC236}">
                <a16:creationId xmlns:a16="http://schemas.microsoft.com/office/drawing/2014/main" id="{A72BF187-8D1A-47D0-8FF0-646D171F86C0}"/>
              </a:ext>
            </a:extLst>
          </p:cNvPr>
          <p:cNvSpPr>
            <a:spLocks noGrp="1"/>
          </p:cNvSpPr>
          <p:nvPr>
            <p:ph type="pic" sz="quarter" idx="12"/>
          </p:nvPr>
        </p:nvSpPr>
        <p:spPr>
          <a:xfrm>
            <a:off x="4234637" y="1566613"/>
            <a:ext cx="3722726" cy="3724774"/>
          </a:xfrm>
          <a:custGeom>
            <a:avLst/>
            <a:gdLst>
              <a:gd name="connsiteX0" fmla="*/ 3723211 w 7446422"/>
              <a:gd name="connsiteY0" fmla="*/ 0 h 7449548"/>
              <a:gd name="connsiteX1" fmla="*/ 5939522 w 7446422"/>
              <a:gd name="connsiteY1" fmla="*/ 917977 h 7449548"/>
              <a:gd name="connsiteX2" fmla="*/ 6528831 w 7446422"/>
              <a:gd name="connsiteY2" fmla="*/ 1507532 h 7449548"/>
              <a:gd name="connsiteX3" fmla="*/ 6528831 w 7446422"/>
              <a:gd name="connsiteY3" fmla="*/ 5942017 h 7449548"/>
              <a:gd name="connsiteX4" fmla="*/ 5939522 w 7446422"/>
              <a:gd name="connsiteY4" fmla="*/ 6531572 h 7449548"/>
              <a:gd name="connsiteX5" fmla="*/ 1506900 w 7446422"/>
              <a:gd name="connsiteY5" fmla="*/ 6531572 h 7449548"/>
              <a:gd name="connsiteX6" fmla="*/ 917591 w 7446422"/>
              <a:gd name="connsiteY6" fmla="*/ 5942017 h 7449548"/>
              <a:gd name="connsiteX7" fmla="*/ 917591 w 7446422"/>
              <a:gd name="connsiteY7" fmla="*/ 1507532 h 7449548"/>
              <a:gd name="connsiteX8" fmla="*/ 1506900 w 7446422"/>
              <a:gd name="connsiteY8" fmla="*/ 917977 h 7449548"/>
              <a:gd name="connsiteX9" fmla="*/ 3723211 w 7446422"/>
              <a:gd name="connsiteY9" fmla="*/ 0 h 7449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446422" h="7449548">
                <a:moveTo>
                  <a:pt x="3723211" y="0"/>
                </a:moveTo>
                <a:cubicBezTo>
                  <a:pt x="4525503" y="0"/>
                  <a:pt x="5327795" y="305992"/>
                  <a:pt x="5939522" y="917977"/>
                </a:cubicBezTo>
                <a:cubicBezTo>
                  <a:pt x="6528831" y="1507532"/>
                  <a:pt x="6528831" y="1507532"/>
                  <a:pt x="6528831" y="1507532"/>
                </a:cubicBezTo>
                <a:cubicBezTo>
                  <a:pt x="7752286" y="2731501"/>
                  <a:pt x="7752286" y="4718048"/>
                  <a:pt x="6528831" y="5942017"/>
                </a:cubicBezTo>
                <a:cubicBezTo>
                  <a:pt x="5939522" y="6531572"/>
                  <a:pt x="5939522" y="6531572"/>
                  <a:pt x="5939522" y="6531572"/>
                </a:cubicBezTo>
                <a:cubicBezTo>
                  <a:pt x="4716068" y="7755541"/>
                  <a:pt x="2730355" y="7755541"/>
                  <a:pt x="1506900" y="6531572"/>
                </a:cubicBezTo>
                <a:cubicBezTo>
                  <a:pt x="917591" y="5942017"/>
                  <a:pt x="917591" y="5942017"/>
                  <a:pt x="917591" y="5942017"/>
                </a:cubicBezTo>
                <a:cubicBezTo>
                  <a:pt x="-305864" y="4718048"/>
                  <a:pt x="-305864" y="2731501"/>
                  <a:pt x="917591" y="1507532"/>
                </a:cubicBezTo>
                <a:cubicBezTo>
                  <a:pt x="1506900" y="917977"/>
                  <a:pt x="1506900" y="917977"/>
                  <a:pt x="1506900" y="917977"/>
                </a:cubicBezTo>
                <a:cubicBezTo>
                  <a:pt x="2118628" y="305992"/>
                  <a:pt x="2920920" y="0"/>
                  <a:pt x="3723211" y="0"/>
                </a:cubicBezTo>
                <a:close/>
              </a:path>
            </a:pathLst>
          </a:custGeom>
          <a:pattFill prst="pct60">
            <a:fgClr>
              <a:schemeClr val="bg1"/>
            </a:fgClr>
            <a:bgClr>
              <a:schemeClr val="bg1">
                <a:lumMod val="85000"/>
              </a:schemeClr>
            </a:bgClr>
          </a:pattFill>
          <a:effectLst>
            <a:outerShdw blurRad="431800" dist="88900" dir="2700000" algn="tl" rotWithShape="0">
              <a:schemeClr val="accent2">
                <a:lumMod val="75000"/>
                <a:alpha val="40000"/>
              </a:schemeClr>
            </a:outerShdw>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467439040"/>
      </p:ext>
    </p:extLst>
  </p:cSld>
  <p:clrMapOvr>
    <a:masterClrMapping/>
  </p:clrMapOvr>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7649B2-2893-4336-9F6A-E261B8C7C7DB}"/>
              </a:ext>
            </a:extLst>
          </p:cNvPr>
          <p:cNvSpPr/>
          <p:nvPr userDrawn="1"/>
        </p:nvSpPr>
        <p:spPr>
          <a:xfrm>
            <a:off x="781742" y="647700"/>
            <a:ext cx="10628516" cy="55245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 name="Picture Placeholder 10">
            <a:extLst>
              <a:ext uri="{FF2B5EF4-FFF2-40B4-BE49-F238E27FC236}">
                <a16:creationId xmlns:a16="http://schemas.microsoft.com/office/drawing/2014/main" id="{6728625E-6B6D-4448-A9CE-A0E975CADDAB}"/>
              </a:ext>
            </a:extLst>
          </p:cNvPr>
          <p:cNvSpPr>
            <a:spLocks noGrp="1"/>
          </p:cNvSpPr>
          <p:nvPr>
            <p:ph type="pic" sz="quarter" idx="12"/>
          </p:nvPr>
        </p:nvSpPr>
        <p:spPr>
          <a:xfrm>
            <a:off x="1722705" y="1644735"/>
            <a:ext cx="2113814" cy="2114978"/>
          </a:xfrm>
          <a:custGeom>
            <a:avLst/>
            <a:gdLst>
              <a:gd name="connsiteX0" fmla="*/ 2114090 w 4228179"/>
              <a:gd name="connsiteY0" fmla="*/ 0 h 4229956"/>
              <a:gd name="connsiteX1" fmla="*/ 3372541 w 4228179"/>
              <a:gd name="connsiteY1" fmla="*/ 521240 h 4229956"/>
              <a:gd name="connsiteX2" fmla="*/ 3707159 w 4228179"/>
              <a:gd name="connsiteY2" fmla="*/ 855998 h 4229956"/>
              <a:gd name="connsiteX3" fmla="*/ 3707159 w 4228179"/>
              <a:gd name="connsiteY3" fmla="*/ 3373959 h 4229956"/>
              <a:gd name="connsiteX4" fmla="*/ 3372541 w 4228179"/>
              <a:gd name="connsiteY4" fmla="*/ 3708717 h 4229956"/>
              <a:gd name="connsiteX5" fmla="*/ 855638 w 4228179"/>
              <a:gd name="connsiteY5" fmla="*/ 3708717 h 4229956"/>
              <a:gd name="connsiteX6" fmla="*/ 521021 w 4228179"/>
              <a:gd name="connsiteY6" fmla="*/ 3373959 h 4229956"/>
              <a:gd name="connsiteX7" fmla="*/ 521021 w 4228179"/>
              <a:gd name="connsiteY7" fmla="*/ 855998 h 4229956"/>
              <a:gd name="connsiteX8" fmla="*/ 855638 w 4228179"/>
              <a:gd name="connsiteY8" fmla="*/ 521240 h 4229956"/>
              <a:gd name="connsiteX9" fmla="*/ 2114090 w 4228179"/>
              <a:gd name="connsiteY9" fmla="*/ 0 h 422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28179" h="4229956">
                <a:moveTo>
                  <a:pt x="2114090" y="0"/>
                </a:moveTo>
                <a:cubicBezTo>
                  <a:pt x="2569642" y="1"/>
                  <a:pt x="3025194" y="173747"/>
                  <a:pt x="3372541" y="521240"/>
                </a:cubicBezTo>
                <a:cubicBezTo>
                  <a:pt x="3707159" y="855998"/>
                  <a:pt x="3707159" y="855998"/>
                  <a:pt x="3707159" y="855998"/>
                </a:cubicBezTo>
                <a:cubicBezTo>
                  <a:pt x="4401853" y="1550985"/>
                  <a:pt x="4401853" y="2678973"/>
                  <a:pt x="3707159" y="3373959"/>
                </a:cubicBezTo>
                <a:cubicBezTo>
                  <a:pt x="3372541" y="3708717"/>
                  <a:pt x="3372541" y="3708717"/>
                  <a:pt x="3372541" y="3708717"/>
                </a:cubicBezTo>
                <a:cubicBezTo>
                  <a:pt x="2677847" y="4403703"/>
                  <a:pt x="1550332" y="4403703"/>
                  <a:pt x="855638" y="3708717"/>
                </a:cubicBezTo>
                <a:cubicBezTo>
                  <a:pt x="521021" y="3373959"/>
                  <a:pt x="521021" y="3373959"/>
                  <a:pt x="521021" y="3373959"/>
                </a:cubicBezTo>
                <a:cubicBezTo>
                  <a:pt x="-173674" y="2678973"/>
                  <a:pt x="-173674" y="1550985"/>
                  <a:pt x="521021" y="855998"/>
                </a:cubicBezTo>
                <a:cubicBezTo>
                  <a:pt x="855638" y="521240"/>
                  <a:pt x="855638" y="521240"/>
                  <a:pt x="855638" y="521240"/>
                </a:cubicBezTo>
                <a:cubicBezTo>
                  <a:pt x="1202985" y="173747"/>
                  <a:pt x="1658537" y="1"/>
                  <a:pt x="2114090" y="0"/>
                </a:cubicBezTo>
                <a:close/>
              </a:path>
            </a:pathLst>
          </a:custGeom>
          <a:pattFill prst="pct60">
            <a:fgClr>
              <a:schemeClr val="bg1"/>
            </a:fgClr>
            <a:bgClr>
              <a:schemeClr val="bg1">
                <a:lumMod val="85000"/>
              </a:schemeClr>
            </a:bgClr>
          </a:pattFill>
          <a:effectLst>
            <a:outerShdw blurRad="431800" dist="88900" dir="2700000" algn="tl" rotWithShape="0">
              <a:schemeClr val="accent2">
                <a:lumMod val="75000"/>
                <a:alpha val="40000"/>
              </a:schemeClr>
            </a:outerShdw>
          </a:effectLst>
        </p:spPr>
        <p:txBody>
          <a:bodyPr wrap="square" anchor="ctr">
            <a:noAutofit/>
          </a:bodyPr>
          <a:lstStyle>
            <a:lvl1pPr marL="0" indent="0" algn="ctr">
              <a:buFontTx/>
              <a:buNone/>
              <a:defRPr sz="1200"/>
            </a:lvl1pPr>
          </a:lstStyle>
          <a:p>
            <a:endParaRPr lang="en-US"/>
          </a:p>
        </p:txBody>
      </p:sp>
      <p:sp>
        <p:nvSpPr>
          <p:cNvPr id="12" name="Picture Placeholder 11">
            <a:extLst>
              <a:ext uri="{FF2B5EF4-FFF2-40B4-BE49-F238E27FC236}">
                <a16:creationId xmlns:a16="http://schemas.microsoft.com/office/drawing/2014/main" id="{A881A622-5ED1-414C-9662-B95DD44606CA}"/>
              </a:ext>
            </a:extLst>
          </p:cNvPr>
          <p:cNvSpPr>
            <a:spLocks noGrp="1"/>
          </p:cNvSpPr>
          <p:nvPr>
            <p:ph type="pic" sz="quarter" idx="13"/>
          </p:nvPr>
        </p:nvSpPr>
        <p:spPr>
          <a:xfrm>
            <a:off x="5047424" y="1644735"/>
            <a:ext cx="2113814" cy="2114978"/>
          </a:xfrm>
          <a:custGeom>
            <a:avLst/>
            <a:gdLst>
              <a:gd name="connsiteX0" fmla="*/ 2114090 w 4228179"/>
              <a:gd name="connsiteY0" fmla="*/ 0 h 4229956"/>
              <a:gd name="connsiteX1" fmla="*/ 3372541 w 4228179"/>
              <a:gd name="connsiteY1" fmla="*/ 521240 h 4229956"/>
              <a:gd name="connsiteX2" fmla="*/ 3707159 w 4228179"/>
              <a:gd name="connsiteY2" fmla="*/ 855998 h 4229956"/>
              <a:gd name="connsiteX3" fmla="*/ 3707159 w 4228179"/>
              <a:gd name="connsiteY3" fmla="*/ 3373959 h 4229956"/>
              <a:gd name="connsiteX4" fmla="*/ 3372541 w 4228179"/>
              <a:gd name="connsiteY4" fmla="*/ 3708717 h 4229956"/>
              <a:gd name="connsiteX5" fmla="*/ 855638 w 4228179"/>
              <a:gd name="connsiteY5" fmla="*/ 3708717 h 4229956"/>
              <a:gd name="connsiteX6" fmla="*/ 521021 w 4228179"/>
              <a:gd name="connsiteY6" fmla="*/ 3373959 h 4229956"/>
              <a:gd name="connsiteX7" fmla="*/ 521021 w 4228179"/>
              <a:gd name="connsiteY7" fmla="*/ 855998 h 4229956"/>
              <a:gd name="connsiteX8" fmla="*/ 855638 w 4228179"/>
              <a:gd name="connsiteY8" fmla="*/ 521240 h 4229956"/>
              <a:gd name="connsiteX9" fmla="*/ 2114090 w 4228179"/>
              <a:gd name="connsiteY9" fmla="*/ 0 h 422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28179" h="4229956">
                <a:moveTo>
                  <a:pt x="2114090" y="0"/>
                </a:moveTo>
                <a:cubicBezTo>
                  <a:pt x="2569642" y="1"/>
                  <a:pt x="3025194" y="173747"/>
                  <a:pt x="3372541" y="521240"/>
                </a:cubicBezTo>
                <a:cubicBezTo>
                  <a:pt x="3707159" y="855998"/>
                  <a:pt x="3707159" y="855998"/>
                  <a:pt x="3707159" y="855998"/>
                </a:cubicBezTo>
                <a:cubicBezTo>
                  <a:pt x="4401853" y="1550985"/>
                  <a:pt x="4401853" y="2678973"/>
                  <a:pt x="3707159" y="3373959"/>
                </a:cubicBezTo>
                <a:cubicBezTo>
                  <a:pt x="3372541" y="3708717"/>
                  <a:pt x="3372541" y="3708717"/>
                  <a:pt x="3372541" y="3708717"/>
                </a:cubicBezTo>
                <a:cubicBezTo>
                  <a:pt x="2677847" y="4403703"/>
                  <a:pt x="1550332" y="4403703"/>
                  <a:pt x="855638" y="3708717"/>
                </a:cubicBezTo>
                <a:cubicBezTo>
                  <a:pt x="521021" y="3373959"/>
                  <a:pt x="521021" y="3373959"/>
                  <a:pt x="521021" y="3373959"/>
                </a:cubicBezTo>
                <a:cubicBezTo>
                  <a:pt x="-173674" y="2678973"/>
                  <a:pt x="-173674" y="1550985"/>
                  <a:pt x="521021" y="855998"/>
                </a:cubicBezTo>
                <a:cubicBezTo>
                  <a:pt x="855638" y="521240"/>
                  <a:pt x="855638" y="521240"/>
                  <a:pt x="855638" y="521240"/>
                </a:cubicBezTo>
                <a:cubicBezTo>
                  <a:pt x="1202985" y="173747"/>
                  <a:pt x="1658537" y="1"/>
                  <a:pt x="2114090" y="0"/>
                </a:cubicBezTo>
                <a:close/>
              </a:path>
            </a:pathLst>
          </a:custGeom>
          <a:pattFill prst="pct60">
            <a:fgClr>
              <a:schemeClr val="bg1"/>
            </a:fgClr>
            <a:bgClr>
              <a:schemeClr val="bg1">
                <a:lumMod val="85000"/>
              </a:schemeClr>
            </a:bgClr>
          </a:pattFill>
          <a:effectLst>
            <a:outerShdw blurRad="431800" dist="88900" dir="2700000" algn="tl" rotWithShape="0">
              <a:schemeClr val="accent2">
                <a:lumMod val="75000"/>
                <a:alpha val="40000"/>
              </a:schemeClr>
            </a:outerShdw>
          </a:effectLst>
        </p:spPr>
        <p:txBody>
          <a:bodyPr wrap="square" anchor="ctr">
            <a:noAutofit/>
          </a:bodyPr>
          <a:lstStyle>
            <a:lvl1pPr marL="0" indent="0" algn="ctr">
              <a:buFontTx/>
              <a:buNone/>
              <a:defRPr sz="1200"/>
            </a:lvl1pPr>
          </a:lstStyle>
          <a:p>
            <a:endParaRPr lang="en-US"/>
          </a:p>
        </p:txBody>
      </p:sp>
      <p:sp>
        <p:nvSpPr>
          <p:cNvPr id="13" name="Picture Placeholder 12">
            <a:extLst>
              <a:ext uri="{FF2B5EF4-FFF2-40B4-BE49-F238E27FC236}">
                <a16:creationId xmlns:a16="http://schemas.microsoft.com/office/drawing/2014/main" id="{B18B9413-65B0-4ACE-9084-2052012466BD}"/>
              </a:ext>
            </a:extLst>
          </p:cNvPr>
          <p:cNvSpPr>
            <a:spLocks noGrp="1"/>
          </p:cNvSpPr>
          <p:nvPr>
            <p:ph type="pic" sz="quarter" idx="14"/>
          </p:nvPr>
        </p:nvSpPr>
        <p:spPr>
          <a:xfrm>
            <a:off x="8410396" y="1644735"/>
            <a:ext cx="2113815" cy="2114978"/>
          </a:xfrm>
          <a:custGeom>
            <a:avLst/>
            <a:gdLst>
              <a:gd name="connsiteX0" fmla="*/ 2114090 w 4228180"/>
              <a:gd name="connsiteY0" fmla="*/ 0 h 4229956"/>
              <a:gd name="connsiteX1" fmla="*/ 3372542 w 4228180"/>
              <a:gd name="connsiteY1" fmla="*/ 521240 h 4229956"/>
              <a:gd name="connsiteX2" fmla="*/ 3707158 w 4228180"/>
              <a:gd name="connsiteY2" fmla="*/ 855998 h 4229956"/>
              <a:gd name="connsiteX3" fmla="*/ 3707158 w 4228180"/>
              <a:gd name="connsiteY3" fmla="*/ 3373959 h 4229956"/>
              <a:gd name="connsiteX4" fmla="*/ 3372542 w 4228180"/>
              <a:gd name="connsiteY4" fmla="*/ 3708717 h 4229956"/>
              <a:gd name="connsiteX5" fmla="*/ 855638 w 4228180"/>
              <a:gd name="connsiteY5" fmla="*/ 3708717 h 4229956"/>
              <a:gd name="connsiteX6" fmla="*/ 521020 w 4228180"/>
              <a:gd name="connsiteY6" fmla="*/ 3373959 h 4229956"/>
              <a:gd name="connsiteX7" fmla="*/ 521020 w 4228180"/>
              <a:gd name="connsiteY7" fmla="*/ 855998 h 4229956"/>
              <a:gd name="connsiteX8" fmla="*/ 855638 w 4228180"/>
              <a:gd name="connsiteY8" fmla="*/ 521240 h 4229956"/>
              <a:gd name="connsiteX9" fmla="*/ 2114090 w 4228180"/>
              <a:gd name="connsiteY9" fmla="*/ 0 h 422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28180" h="4229956">
                <a:moveTo>
                  <a:pt x="2114090" y="0"/>
                </a:moveTo>
                <a:cubicBezTo>
                  <a:pt x="2569642" y="1"/>
                  <a:pt x="3025194" y="173747"/>
                  <a:pt x="3372542" y="521240"/>
                </a:cubicBezTo>
                <a:cubicBezTo>
                  <a:pt x="3707158" y="855998"/>
                  <a:pt x="3707158" y="855998"/>
                  <a:pt x="3707158" y="855998"/>
                </a:cubicBezTo>
                <a:cubicBezTo>
                  <a:pt x="4401854" y="1550985"/>
                  <a:pt x="4401854" y="2678973"/>
                  <a:pt x="3707158" y="3373959"/>
                </a:cubicBezTo>
                <a:cubicBezTo>
                  <a:pt x="3372542" y="3708717"/>
                  <a:pt x="3372542" y="3708717"/>
                  <a:pt x="3372542" y="3708717"/>
                </a:cubicBezTo>
                <a:cubicBezTo>
                  <a:pt x="2677846" y="4403703"/>
                  <a:pt x="1550332" y="4403703"/>
                  <a:pt x="855638" y="3708717"/>
                </a:cubicBezTo>
                <a:cubicBezTo>
                  <a:pt x="521020" y="3373959"/>
                  <a:pt x="521020" y="3373959"/>
                  <a:pt x="521020" y="3373959"/>
                </a:cubicBezTo>
                <a:cubicBezTo>
                  <a:pt x="-173674" y="2678973"/>
                  <a:pt x="-173674" y="1550985"/>
                  <a:pt x="521020" y="855998"/>
                </a:cubicBezTo>
                <a:cubicBezTo>
                  <a:pt x="855638" y="521240"/>
                  <a:pt x="855638" y="521240"/>
                  <a:pt x="855638" y="521240"/>
                </a:cubicBezTo>
                <a:cubicBezTo>
                  <a:pt x="1202986" y="173747"/>
                  <a:pt x="1658538" y="1"/>
                  <a:pt x="2114090" y="0"/>
                </a:cubicBezTo>
                <a:close/>
              </a:path>
            </a:pathLst>
          </a:custGeom>
          <a:pattFill prst="pct60">
            <a:fgClr>
              <a:schemeClr val="bg1"/>
            </a:fgClr>
            <a:bgClr>
              <a:schemeClr val="bg1">
                <a:lumMod val="85000"/>
              </a:schemeClr>
            </a:bgClr>
          </a:pattFill>
          <a:effectLst>
            <a:outerShdw blurRad="431800" dist="88900" dir="2700000" algn="tl" rotWithShape="0">
              <a:schemeClr val="accent2">
                <a:lumMod val="75000"/>
                <a:alpha val="40000"/>
              </a:schemeClr>
            </a:outerShdw>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120897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6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90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2_Title Slide">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7F699BD0-E3CD-4B7D-9308-5545CC5626CF}"/>
              </a:ext>
            </a:extLst>
          </p:cNvPr>
          <p:cNvSpPr>
            <a:spLocks noGrp="1"/>
          </p:cNvSpPr>
          <p:nvPr>
            <p:ph type="pic" sz="quarter" idx="13"/>
          </p:nvPr>
        </p:nvSpPr>
        <p:spPr>
          <a:xfrm>
            <a:off x="-1" y="0"/>
            <a:ext cx="12192001" cy="6858000"/>
          </a:xfrm>
          <a:custGeom>
            <a:avLst/>
            <a:gdLst>
              <a:gd name="connsiteX0" fmla="*/ 0 w 4593771"/>
              <a:gd name="connsiteY0" fmla="*/ 0 h 4085303"/>
              <a:gd name="connsiteX1" fmla="*/ 4593771 w 4593771"/>
              <a:gd name="connsiteY1" fmla="*/ 0 h 4085303"/>
              <a:gd name="connsiteX2" fmla="*/ 4593771 w 4593771"/>
              <a:gd name="connsiteY2" fmla="*/ 4085303 h 4085303"/>
              <a:gd name="connsiteX3" fmla="*/ 0 w 4593771"/>
              <a:gd name="connsiteY3" fmla="*/ 4085303 h 4085303"/>
            </a:gdLst>
            <a:ahLst/>
            <a:cxnLst>
              <a:cxn ang="0">
                <a:pos x="connsiteX0" y="connsiteY0"/>
              </a:cxn>
              <a:cxn ang="0">
                <a:pos x="connsiteX1" y="connsiteY1"/>
              </a:cxn>
              <a:cxn ang="0">
                <a:pos x="connsiteX2" y="connsiteY2"/>
              </a:cxn>
              <a:cxn ang="0">
                <a:pos x="connsiteX3" y="connsiteY3"/>
              </a:cxn>
            </a:cxnLst>
            <a:rect l="l" t="t" r="r" b="b"/>
            <a:pathLst>
              <a:path w="4593771" h="4085303">
                <a:moveTo>
                  <a:pt x="0" y="0"/>
                </a:moveTo>
                <a:lnTo>
                  <a:pt x="4593771" y="0"/>
                </a:lnTo>
                <a:lnTo>
                  <a:pt x="4593771" y="4085303"/>
                </a:lnTo>
                <a:lnTo>
                  <a:pt x="0" y="4085303"/>
                </a:lnTo>
                <a:close/>
              </a:path>
            </a:pathLst>
          </a:custGeom>
          <a:pattFill prst="pct60">
            <a:fgClr>
              <a:schemeClr val="bg1"/>
            </a:fgClr>
            <a:bgClr>
              <a:schemeClr val="bg1">
                <a:lumMod val="85000"/>
              </a:schemeClr>
            </a:bgClr>
          </a:pattFill>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030078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decel="100000" fill="hold" grpId="0" nodeType="withEffect">
                                  <p:stCondLst>
                                    <p:cond delay="0"/>
                                  </p:stCondLst>
                                  <p:childTnLst>
                                    <p:animScale>
                                      <p:cBhvr>
                                        <p:cTn id="6" dur="5200" fill="hold"/>
                                        <p:tgtEl>
                                          <p:spTgt spid="28"/>
                                        </p:tgtEl>
                                      </p:cBhvr>
                                      <p:by x="14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3_Title Slide">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3F2F8012-EE85-4E61-B325-F04045D1F0AB}"/>
              </a:ext>
            </a:extLst>
          </p:cNvPr>
          <p:cNvSpPr>
            <a:spLocks noGrp="1"/>
          </p:cNvSpPr>
          <p:nvPr>
            <p:ph type="pic" sz="quarter" idx="13"/>
          </p:nvPr>
        </p:nvSpPr>
        <p:spPr>
          <a:xfrm>
            <a:off x="3580934" y="647700"/>
            <a:ext cx="7943610" cy="5505450"/>
          </a:xfrm>
          <a:custGeom>
            <a:avLst/>
            <a:gdLst>
              <a:gd name="connsiteX0" fmla="*/ 0 w 15889288"/>
              <a:gd name="connsiteY0" fmla="*/ 0 h 11010900"/>
              <a:gd name="connsiteX1" fmla="*/ 15889288 w 15889288"/>
              <a:gd name="connsiteY1" fmla="*/ 0 h 11010900"/>
              <a:gd name="connsiteX2" fmla="*/ 15889288 w 15889288"/>
              <a:gd name="connsiteY2" fmla="*/ 11010900 h 11010900"/>
              <a:gd name="connsiteX3" fmla="*/ 0 w 15889288"/>
              <a:gd name="connsiteY3" fmla="*/ 11010900 h 11010900"/>
            </a:gdLst>
            <a:ahLst/>
            <a:cxnLst>
              <a:cxn ang="0">
                <a:pos x="connsiteX0" y="connsiteY0"/>
              </a:cxn>
              <a:cxn ang="0">
                <a:pos x="connsiteX1" y="connsiteY1"/>
              </a:cxn>
              <a:cxn ang="0">
                <a:pos x="connsiteX2" y="connsiteY2"/>
              </a:cxn>
              <a:cxn ang="0">
                <a:pos x="connsiteX3" y="connsiteY3"/>
              </a:cxn>
            </a:cxnLst>
            <a:rect l="l" t="t" r="r" b="b"/>
            <a:pathLst>
              <a:path w="15889288" h="11010900">
                <a:moveTo>
                  <a:pt x="0" y="0"/>
                </a:moveTo>
                <a:lnTo>
                  <a:pt x="15889288" y="0"/>
                </a:lnTo>
                <a:lnTo>
                  <a:pt x="15889288" y="11010900"/>
                </a:lnTo>
                <a:lnTo>
                  <a:pt x="0" y="11010900"/>
                </a:lnTo>
                <a:close/>
              </a:path>
            </a:pathLst>
          </a:custGeom>
          <a:pattFill prst="pct60">
            <a:fgClr>
              <a:schemeClr val="bg1"/>
            </a:fgClr>
            <a:bgClr>
              <a:schemeClr val="bg1">
                <a:lumMod val="85000"/>
              </a:schemeClr>
            </a:bgClr>
          </a:pattFill>
        </p:spPr>
        <p:txBody>
          <a:bodyPr wrap="square" anchor="ctr">
            <a:noAutofit/>
          </a:bodyPr>
          <a:lstStyle>
            <a:lvl1pPr marL="0" indent="0" algn="ctr">
              <a:buFontTx/>
              <a:buNone/>
              <a:defRPr sz="1200"/>
            </a:lvl1pPr>
          </a:lstStyle>
          <a:p>
            <a:endParaRPr lang="en-US"/>
          </a:p>
        </p:txBody>
      </p:sp>
      <p:sp>
        <p:nvSpPr>
          <p:cNvPr id="36" name="Picture Placeholder 35">
            <a:extLst>
              <a:ext uri="{FF2B5EF4-FFF2-40B4-BE49-F238E27FC236}">
                <a16:creationId xmlns:a16="http://schemas.microsoft.com/office/drawing/2014/main" id="{FCCFAD53-D99C-4483-BBC4-1C6952C442AD}"/>
              </a:ext>
            </a:extLst>
          </p:cNvPr>
          <p:cNvSpPr>
            <a:spLocks noGrp="1"/>
          </p:cNvSpPr>
          <p:nvPr>
            <p:ph type="pic" sz="quarter" idx="14"/>
          </p:nvPr>
        </p:nvSpPr>
        <p:spPr>
          <a:xfrm>
            <a:off x="3580934" y="7012382"/>
            <a:ext cx="7943610" cy="5505450"/>
          </a:xfrm>
          <a:custGeom>
            <a:avLst/>
            <a:gdLst>
              <a:gd name="connsiteX0" fmla="*/ 0 w 15889288"/>
              <a:gd name="connsiteY0" fmla="*/ 0 h 11010900"/>
              <a:gd name="connsiteX1" fmla="*/ 15889288 w 15889288"/>
              <a:gd name="connsiteY1" fmla="*/ 0 h 11010900"/>
              <a:gd name="connsiteX2" fmla="*/ 15889288 w 15889288"/>
              <a:gd name="connsiteY2" fmla="*/ 11010900 h 11010900"/>
              <a:gd name="connsiteX3" fmla="*/ 0 w 15889288"/>
              <a:gd name="connsiteY3" fmla="*/ 11010900 h 11010900"/>
            </a:gdLst>
            <a:ahLst/>
            <a:cxnLst>
              <a:cxn ang="0">
                <a:pos x="connsiteX0" y="connsiteY0"/>
              </a:cxn>
              <a:cxn ang="0">
                <a:pos x="connsiteX1" y="connsiteY1"/>
              </a:cxn>
              <a:cxn ang="0">
                <a:pos x="connsiteX2" y="connsiteY2"/>
              </a:cxn>
              <a:cxn ang="0">
                <a:pos x="connsiteX3" y="connsiteY3"/>
              </a:cxn>
            </a:cxnLst>
            <a:rect l="l" t="t" r="r" b="b"/>
            <a:pathLst>
              <a:path w="15889288" h="11010900">
                <a:moveTo>
                  <a:pt x="0" y="0"/>
                </a:moveTo>
                <a:lnTo>
                  <a:pt x="15889288" y="0"/>
                </a:lnTo>
                <a:lnTo>
                  <a:pt x="15889288" y="11010900"/>
                </a:lnTo>
                <a:lnTo>
                  <a:pt x="0" y="11010900"/>
                </a:lnTo>
                <a:close/>
              </a:path>
            </a:pathLst>
          </a:custGeom>
          <a:pattFill prst="pct60">
            <a:fgClr>
              <a:schemeClr val="bg1"/>
            </a:fgClr>
            <a:bgClr>
              <a:schemeClr val="bg1">
                <a:lumMod val="85000"/>
              </a:schemeClr>
            </a:bgClr>
          </a:pattFill>
        </p:spPr>
        <p:txBody>
          <a:bodyPr wrap="square" anchor="ctr">
            <a:noAutofit/>
          </a:bodyPr>
          <a:lstStyle>
            <a:lvl1pPr marL="0" indent="0" algn="ctr">
              <a:buFontTx/>
              <a:buNone/>
              <a:defRPr sz="1200"/>
            </a:lvl1pPr>
          </a:lstStyle>
          <a:p>
            <a:endParaRPr lang="en-US"/>
          </a:p>
        </p:txBody>
      </p:sp>
      <p:sp>
        <p:nvSpPr>
          <p:cNvPr id="37" name="Picture Placeholder 36">
            <a:extLst>
              <a:ext uri="{FF2B5EF4-FFF2-40B4-BE49-F238E27FC236}">
                <a16:creationId xmlns:a16="http://schemas.microsoft.com/office/drawing/2014/main" id="{2B27640E-DC5B-4F3D-B3BD-3BD42A3AC63A}"/>
              </a:ext>
            </a:extLst>
          </p:cNvPr>
          <p:cNvSpPr>
            <a:spLocks noGrp="1"/>
          </p:cNvSpPr>
          <p:nvPr>
            <p:ph type="pic" sz="quarter" idx="15"/>
          </p:nvPr>
        </p:nvSpPr>
        <p:spPr>
          <a:xfrm>
            <a:off x="3580934" y="-5788152"/>
            <a:ext cx="7943610" cy="5505450"/>
          </a:xfrm>
          <a:custGeom>
            <a:avLst/>
            <a:gdLst>
              <a:gd name="connsiteX0" fmla="*/ 0 w 15889288"/>
              <a:gd name="connsiteY0" fmla="*/ 0 h 11010900"/>
              <a:gd name="connsiteX1" fmla="*/ 15889288 w 15889288"/>
              <a:gd name="connsiteY1" fmla="*/ 0 h 11010900"/>
              <a:gd name="connsiteX2" fmla="*/ 15889288 w 15889288"/>
              <a:gd name="connsiteY2" fmla="*/ 11010900 h 11010900"/>
              <a:gd name="connsiteX3" fmla="*/ 0 w 15889288"/>
              <a:gd name="connsiteY3" fmla="*/ 11010900 h 11010900"/>
            </a:gdLst>
            <a:ahLst/>
            <a:cxnLst>
              <a:cxn ang="0">
                <a:pos x="connsiteX0" y="connsiteY0"/>
              </a:cxn>
              <a:cxn ang="0">
                <a:pos x="connsiteX1" y="connsiteY1"/>
              </a:cxn>
              <a:cxn ang="0">
                <a:pos x="connsiteX2" y="connsiteY2"/>
              </a:cxn>
              <a:cxn ang="0">
                <a:pos x="connsiteX3" y="connsiteY3"/>
              </a:cxn>
            </a:cxnLst>
            <a:rect l="l" t="t" r="r" b="b"/>
            <a:pathLst>
              <a:path w="15889288" h="11010900">
                <a:moveTo>
                  <a:pt x="0" y="0"/>
                </a:moveTo>
                <a:lnTo>
                  <a:pt x="15889288" y="0"/>
                </a:lnTo>
                <a:lnTo>
                  <a:pt x="15889288" y="11010900"/>
                </a:lnTo>
                <a:lnTo>
                  <a:pt x="0" y="11010900"/>
                </a:lnTo>
                <a:close/>
              </a:path>
            </a:pathLst>
          </a:custGeom>
          <a:pattFill prst="pct60">
            <a:fgClr>
              <a:schemeClr val="bg1"/>
            </a:fgClr>
            <a:bgClr>
              <a:schemeClr val="bg1">
                <a:lumMod val="85000"/>
              </a:schemeClr>
            </a:bgClr>
          </a:pattFill>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589436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400"/>
                                  </p:stCondLst>
                                  <p:childTnLst>
                                    <p:animMotion origin="layout" path="M -5.92371E-7 -3.33333E-6 L -5.92371E-7 -0.92233 " pathEditMode="relative" rAng="0" ptsTypes="AA">
                                      <p:cBhvr>
                                        <p:cTn id="6" dur="2300" fill="hold"/>
                                        <p:tgtEl>
                                          <p:spTgt spid="31"/>
                                        </p:tgtEl>
                                        <p:attrNameLst>
                                          <p:attrName>ppt_x</p:attrName>
                                          <p:attrName>ppt_y</p:attrName>
                                        </p:attrNameLst>
                                      </p:cBhvr>
                                      <p:rCtr x="0" y="-46123"/>
                                    </p:animMotion>
                                  </p:childTnLst>
                                </p:cTn>
                              </p:par>
                              <p:par>
                                <p:cTn id="7" presetID="42" presetClass="path" presetSubtype="0" accel="50000" decel="50000" fill="hold" grpId="0" nodeType="withEffect">
                                  <p:stCondLst>
                                    <p:cond delay="0"/>
                                  </p:stCondLst>
                                  <p:childTnLst>
                                    <p:animMotion origin="layout" path="M -5.92371E-7 -2.59259E-6 L -5.92371E-7 -0.92801 " pathEditMode="relative" rAng="0" ptsTypes="AA">
                                      <p:cBhvr>
                                        <p:cTn id="8" dur="2100" fill="hold"/>
                                        <p:tgtEl>
                                          <p:spTgt spid="36"/>
                                        </p:tgtEl>
                                        <p:attrNameLst>
                                          <p:attrName>ppt_x</p:attrName>
                                          <p:attrName>ppt_y</p:attrName>
                                        </p:attrNameLst>
                                      </p:cBhvr>
                                      <p:rCtr x="0" y="-46400"/>
                                    </p:animMotion>
                                  </p:childTnLst>
                                </p:cTn>
                              </p:par>
                            </p:childTnLst>
                          </p:cTn>
                        </p:par>
                      </p:childTnLst>
                    </p:cTn>
                  </p:par>
                  <p:par>
                    <p:cTn id="9" fill="hold">
                      <p:stCondLst>
                        <p:cond delay="indefinite"/>
                      </p:stCondLst>
                      <p:childTnLst>
                        <p:par>
                          <p:cTn id="10" fill="hold">
                            <p:stCondLst>
                              <p:cond delay="0"/>
                            </p:stCondLst>
                            <p:childTnLst>
                              <p:par>
                                <p:cTn id="11" presetID="2" presetClass="exit" presetSubtype="4" accel="47619" decel="47619" fill="hold" grpId="1" nodeType="clickEffect">
                                  <p:stCondLst>
                                    <p:cond delay="500"/>
                                  </p:stCondLst>
                                  <p:childTnLst>
                                    <p:anim calcmode="lin" valueType="num">
                                      <p:cBhvr additive="base">
                                        <p:cTn id="12" dur="2100"/>
                                        <p:tgtEl>
                                          <p:spTgt spid="36"/>
                                        </p:tgtEl>
                                        <p:attrNameLst>
                                          <p:attrName>ppt_x</p:attrName>
                                        </p:attrNameLst>
                                      </p:cBhvr>
                                      <p:tavLst>
                                        <p:tav tm="0">
                                          <p:val>
                                            <p:strVal val="ppt_x"/>
                                          </p:val>
                                        </p:tav>
                                        <p:tav tm="100000">
                                          <p:val>
                                            <p:strVal val="ppt_x"/>
                                          </p:val>
                                        </p:tav>
                                      </p:tavLst>
                                    </p:anim>
                                    <p:anim calcmode="lin" valueType="num">
                                      <p:cBhvr additive="base">
                                        <p:cTn id="13" dur="2100"/>
                                        <p:tgtEl>
                                          <p:spTgt spid="36"/>
                                        </p:tgtEl>
                                        <p:attrNameLst>
                                          <p:attrName>ppt_y</p:attrName>
                                        </p:attrNameLst>
                                      </p:cBhvr>
                                      <p:tavLst>
                                        <p:tav tm="0">
                                          <p:val>
                                            <p:strVal val="ppt_y"/>
                                          </p:val>
                                        </p:tav>
                                        <p:tav tm="100000">
                                          <p:val>
                                            <p:strVal val="1+ppt_h/2"/>
                                          </p:val>
                                        </p:tav>
                                      </p:tavLst>
                                    </p:anim>
                                    <p:set>
                                      <p:cBhvr>
                                        <p:cTn id="14" dur="1" fill="hold">
                                          <p:stCondLst>
                                            <p:cond delay="2099"/>
                                          </p:stCondLst>
                                        </p:cTn>
                                        <p:tgtEl>
                                          <p:spTgt spid="36"/>
                                        </p:tgtEl>
                                        <p:attrNameLst>
                                          <p:attrName>style.visibility</p:attrName>
                                        </p:attrNameLst>
                                      </p:cBhvr>
                                      <p:to>
                                        <p:strVal val="hidden"/>
                                      </p:to>
                                    </p:set>
                                  </p:childTnLst>
                                </p:cTn>
                              </p:par>
                              <p:par>
                                <p:cTn id="15" presetID="42" presetClass="path" presetSubtype="0" accel="50000" decel="50000" fill="hold" grpId="0" nodeType="withEffect">
                                  <p:stCondLst>
                                    <p:cond delay="0"/>
                                  </p:stCondLst>
                                  <p:childTnLst>
                                    <p:animMotion origin="layout" path="M -5.92371E-7 2.59259E-6 L -5.92371E-7 0.93819 " pathEditMode="relative" rAng="0" ptsTypes="AA">
                                      <p:cBhvr>
                                        <p:cTn id="16" dur="2400" fill="hold"/>
                                        <p:tgtEl>
                                          <p:spTgt spid="37"/>
                                        </p:tgtEl>
                                        <p:attrNameLst>
                                          <p:attrName>ppt_x</p:attrName>
                                          <p:attrName>ppt_y</p:attrName>
                                        </p:attrNameLst>
                                      </p:cBhvr>
                                      <p:rCtr x="0" y="4691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6" grpId="0" animBg="1"/>
      <p:bldP spid="36" grpId="1" animBg="1"/>
      <p:bldP spid="37" grpId="0" animBg="1"/>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B984625-FC00-409A-89CA-74509D2E04EF}"/>
              </a:ext>
            </a:extLst>
          </p:cNvPr>
          <p:cNvSpPr>
            <a:spLocks noGrp="1"/>
          </p:cNvSpPr>
          <p:nvPr>
            <p:ph type="pic" sz="quarter" idx="13"/>
          </p:nvPr>
        </p:nvSpPr>
        <p:spPr>
          <a:xfrm>
            <a:off x="799732" y="3495977"/>
            <a:ext cx="2594922" cy="2595260"/>
          </a:xfrm>
          <a:custGeom>
            <a:avLst/>
            <a:gdLst>
              <a:gd name="connsiteX0" fmla="*/ 0 w 5190519"/>
              <a:gd name="connsiteY0" fmla="*/ 0 h 5190519"/>
              <a:gd name="connsiteX1" fmla="*/ 5190519 w 5190519"/>
              <a:gd name="connsiteY1" fmla="*/ 0 h 5190519"/>
              <a:gd name="connsiteX2" fmla="*/ 5190519 w 5190519"/>
              <a:gd name="connsiteY2" fmla="*/ 5190519 h 5190519"/>
              <a:gd name="connsiteX3" fmla="*/ 0 w 5190519"/>
              <a:gd name="connsiteY3" fmla="*/ 5190519 h 5190519"/>
            </a:gdLst>
            <a:ahLst/>
            <a:cxnLst>
              <a:cxn ang="0">
                <a:pos x="connsiteX0" y="connsiteY0"/>
              </a:cxn>
              <a:cxn ang="0">
                <a:pos x="connsiteX1" y="connsiteY1"/>
              </a:cxn>
              <a:cxn ang="0">
                <a:pos x="connsiteX2" y="connsiteY2"/>
              </a:cxn>
              <a:cxn ang="0">
                <a:pos x="connsiteX3" y="connsiteY3"/>
              </a:cxn>
            </a:cxnLst>
            <a:rect l="l" t="t" r="r" b="b"/>
            <a:pathLst>
              <a:path w="5190519" h="5190519">
                <a:moveTo>
                  <a:pt x="0" y="0"/>
                </a:moveTo>
                <a:lnTo>
                  <a:pt x="5190519" y="0"/>
                </a:lnTo>
                <a:lnTo>
                  <a:pt x="5190519" y="5190519"/>
                </a:lnTo>
                <a:lnTo>
                  <a:pt x="0" y="519051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0" name="Picture Placeholder 9">
            <a:extLst>
              <a:ext uri="{FF2B5EF4-FFF2-40B4-BE49-F238E27FC236}">
                <a16:creationId xmlns:a16="http://schemas.microsoft.com/office/drawing/2014/main" id="{A8A64EF6-6AAD-4A8E-A2BA-D31872C0F165}"/>
              </a:ext>
            </a:extLst>
          </p:cNvPr>
          <p:cNvSpPr>
            <a:spLocks noGrp="1"/>
          </p:cNvSpPr>
          <p:nvPr>
            <p:ph type="pic" sz="quarter" idx="14"/>
          </p:nvPr>
        </p:nvSpPr>
        <p:spPr>
          <a:xfrm>
            <a:off x="799732" y="776288"/>
            <a:ext cx="2594922" cy="2595260"/>
          </a:xfrm>
          <a:custGeom>
            <a:avLst/>
            <a:gdLst>
              <a:gd name="connsiteX0" fmla="*/ 0 w 5190519"/>
              <a:gd name="connsiteY0" fmla="*/ 0 h 5190519"/>
              <a:gd name="connsiteX1" fmla="*/ 5190519 w 5190519"/>
              <a:gd name="connsiteY1" fmla="*/ 0 h 5190519"/>
              <a:gd name="connsiteX2" fmla="*/ 5190519 w 5190519"/>
              <a:gd name="connsiteY2" fmla="*/ 5190519 h 5190519"/>
              <a:gd name="connsiteX3" fmla="*/ 0 w 5190519"/>
              <a:gd name="connsiteY3" fmla="*/ 5190519 h 5190519"/>
            </a:gdLst>
            <a:ahLst/>
            <a:cxnLst>
              <a:cxn ang="0">
                <a:pos x="connsiteX0" y="connsiteY0"/>
              </a:cxn>
              <a:cxn ang="0">
                <a:pos x="connsiteX1" y="connsiteY1"/>
              </a:cxn>
              <a:cxn ang="0">
                <a:pos x="connsiteX2" y="connsiteY2"/>
              </a:cxn>
              <a:cxn ang="0">
                <a:pos x="connsiteX3" y="connsiteY3"/>
              </a:cxn>
            </a:cxnLst>
            <a:rect l="l" t="t" r="r" b="b"/>
            <a:pathLst>
              <a:path w="5190519" h="5190519">
                <a:moveTo>
                  <a:pt x="0" y="0"/>
                </a:moveTo>
                <a:lnTo>
                  <a:pt x="5190519" y="0"/>
                </a:lnTo>
                <a:lnTo>
                  <a:pt x="5190519" y="5190519"/>
                </a:lnTo>
                <a:lnTo>
                  <a:pt x="0" y="519051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8" name="Picture Placeholder 7">
            <a:extLst>
              <a:ext uri="{FF2B5EF4-FFF2-40B4-BE49-F238E27FC236}">
                <a16:creationId xmlns:a16="http://schemas.microsoft.com/office/drawing/2014/main" id="{CB58EF59-6144-4377-881E-7F3DA3CB9356}"/>
              </a:ext>
            </a:extLst>
          </p:cNvPr>
          <p:cNvSpPr>
            <a:spLocks noGrp="1"/>
          </p:cNvSpPr>
          <p:nvPr>
            <p:ph type="pic" sz="quarter" idx="15"/>
          </p:nvPr>
        </p:nvSpPr>
        <p:spPr>
          <a:xfrm>
            <a:off x="6220412" y="776288"/>
            <a:ext cx="5171855" cy="5305426"/>
          </a:xfrm>
          <a:custGeom>
            <a:avLst/>
            <a:gdLst>
              <a:gd name="connsiteX0" fmla="*/ 0 w 10345056"/>
              <a:gd name="connsiteY0" fmla="*/ 0 h 10610851"/>
              <a:gd name="connsiteX1" fmla="*/ 10345056 w 10345056"/>
              <a:gd name="connsiteY1" fmla="*/ 0 h 10610851"/>
              <a:gd name="connsiteX2" fmla="*/ 10345056 w 10345056"/>
              <a:gd name="connsiteY2" fmla="*/ 10610851 h 10610851"/>
              <a:gd name="connsiteX3" fmla="*/ 0 w 10345056"/>
              <a:gd name="connsiteY3" fmla="*/ 10610851 h 10610851"/>
            </a:gdLst>
            <a:ahLst/>
            <a:cxnLst>
              <a:cxn ang="0">
                <a:pos x="connsiteX0" y="connsiteY0"/>
              </a:cxn>
              <a:cxn ang="0">
                <a:pos x="connsiteX1" y="connsiteY1"/>
              </a:cxn>
              <a:cxn ang="0">
                <a:pos x="connsiteX2" y="connsiteY2"/>
              </a:cxn>
              <a:cxn ang="0">
                <a:pos x="connsiteX3" y="connsiteY3"/>
              </a:cxn>
            </a:cxnLst>
            <a:rect l="l" t="t" r="r" b="b"/>
            <a:pathLst>
              <a:path w="10345056" h="10610851">
                <a:moveTo>
                  <a:pt x="0" y="0"/>
                </a:moveTo>
                <a:lnTo>
                  <a:pt x="10345056" y="0"/>
                </a:lnTo>
                <a:lnTo>
                  <a:pt x="10345056" y="10610851"/>
                </a:lnTo>
                <a:lnTo>
                  <a:pt x="0" y="1061085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428075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2000" fill="hold"/>
                                        <p:tgtEl>
                                          <p:spTgt spid="8"/>
                                        </p:tgtEl>
                                        <p:attrNameLst>
                                          <p:attrName>ppt_x</p:attrName>
                                        </p:attrNameLst>
                                      </p:cBhvr>
                                      <p:tavLst>
                                        <p:tav tm="0">
                                          <p:val>
                                            <p:strVal val="#ppt_x"/>
                                          </p:val>
                                        </p:tav>
                                        <p:tav tm="100000">
                                          <p:val>
                                            <p:strVal val="#ppt_x"/>
                                          </p:val>
                                        </p:tav>
                                      </p:tavLst>
                                    </p:anim>
                                    <p:anim calcmode="lin" valueType="num">
                                      <p:cBhvr additive="base">
                                        <p:cTn id="8" dur="20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20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2000" fill="hold"/>
                                        <p:tgtEl>
                                          <p:spTgt spid="10"/>
                                        </p:tgtEl>
                                        <p:attrNameLst>
                                          <p:attrName>ppt_x</p:attrName>
                                        </p:attrNameLst>
                                      </p:cBhvr>
                                      <p:tavLst>
                                        <p:tav tm="0">
                                          <p:val>
                                            <p:strVal val="#ppt_x"/>
                                          </p:val>
                                        </p:tav>
                                        <p:tav tm="100000">
                                          <p:val>
                                            <p:strVal val="#ppt_x"/>
                                          </p:val>
                                        </p:tav>
                                      </p:tavLst>
                                    </p:anim>
                                    <p:anim calcmode="lin" valueType="num">
                                      <p:cBhvr additive="base">
                                        <p:cTn id="12" dur="20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4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2000" fill="hold"/>
                                        <p:tgtEl>
                                          <p:spTgt spid="9"/>
                                        </p:tgtEl>
                                        <p:attrNameLst>
                                          <p:attrName>ppt_x</p:attrName>
                                        </p:attrNameLst>
                                      </p:cBhvr>
                                      <p:tavLst>
                                        <p:tav tm="0">
                                          <p:val>
                                            <p:strVal val="#ppt_x"/>
                                          </p:val>
                                        </p:tav>
                                        <p:tav tm="100000">
                                          <p:val>
                                            <p:strVal val="#ppt_x"/>
                                          </p:val>
                                        </p:tav>
                                      </p:tavLst>
                                    </p:anim>
                                    <p:anim calcmode="lin" valueType="num">
                                      <p:cBhvr additive="base">
                                        <p:cTn id="16" dur="20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8" grpId="0" animBg="1"/>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8A1CA22-A2E7-46D9-8A5B-5A4B32A3659E}"/>
              </a:ext>
            </a:extLst>
          </p:cNvPr>
          <p:cNvSpPr>
            <a:spLocks noGrp="1"/>
          </p:cNvSpPr>
          <p:nvPr>
            <p:ph type="pic" sz="quarter" idx="13"/>
          </p:nvPr>
        </p:nvSpPr>
        <p:spPr>
          <a:xfrm>
            <a:off x="781742" y="647700"/>
            <a:ext cx="2657129" cy="5524500"/>
          </a:xfrm>
          <a:custGeom>
            <a:avLst/>
            <a:gdLst>
              <a:gd name="connsiteX0" fmla="*/ 0 w 5314950"/>
              <a:gd name="connsiteY0" fmla="*/ 0 h 11049000"/>
              <a:gd name="connsiteX1" fmla="*/ 5314950 w 5314950"/>
              <a:gd name="connsiteY1" fmla="*/ 0 h 11049000"/>
              <a:gd name="connsiteX2" fmla="*/ 5314950 w 5314950"/>
              <a:gd name="connsiteY2" fmla="*/ 11049000 h 11049000"/>
              <a:gd name="connsiteX3" fmla="*/ 0 w 5314950"/>
              <a:gd name="connsiteY3" fmla="*/ 11049000 h 11049000"/>
            </a:gdLst>
            <a:ahLst/>
            <a:cxnLst>
              <a:cxn ang="0">
                <a:pos x="connsiteX0" y="connsiteY0"/>
              </a:cxn>
              <a:cxn ang="0">
                <a:pos x="connsiteX1" y="connsiteY1"/>
              </a:cxn>
              <a:cxn ang="0">
                <a:pos x="connsiteX2" y="connsiteY2"/>
              </a:cxn>
              <a:cxn ang="0">
                <a:pos x="connsiteX3" y="connsiteY3"/>
              </a:cxn>
            </a:cxnLst>
            <a:rect l="l" t="t" r="r" b="b"/>
            <a:pathLst>
              <a:path w="5314950" h="11049000">
                <a:moveTo>
                  <a:pt x="0" y="0"/>
                </a:moveTo>
                <a:lnTo>
                  <a:pt x="5314950" y="0"/>
                </a:lnTo>
                <a:lnTo>
                  <a:pt x="5314950" y="11049000"/>
                </a:lnTo>
                <a:lnTo>
                  <a:pt x="0" y="110490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1" name="Picture Placeholder 10">
            <a:extLst>
              <a:ext uri="{FF2B5EF4-FFF2-40B4-BE49-F238E27FC236}">
                <a16:creationId xmlns:a16="http://schemas.microsoft.com/office/drawing/2014/main" id="{9662144D-BFFA-4B4C-BD9A-DDB9AD2576C4}"/>
              </a:ext>
            </a:extLst>
          </p:cNvPr>
          <p:cNvSpPr>
            <a:spLocks noGrp="1"/>
          </p:cNvSpPr>
          <p:nvPr>
            <p:ph type="pic" sz="quarter" idx="14"/>
          </p:nvPr>
        </p:nvSpPr>
        <p:spPr>
          <a:xfrm>
            <a:off x="3438871" y="647700"/>
            <a:ext cx="2657129" cy="5524500"/>
          </a:xfrm>
          <a:custGeom>
            <a:avLst/>
            <a:gdLst>
              <a:gd name="connsiteX0" fmla="*/ 0 w 5314950"/>
              <a:gd name="connsiteY0" fmla="*/ 0 h 11049000"/>
              <a:gd name="connsiteX1" fmla="*/ 5314950 w 5314950"/>
              <a:gd name="connsiteY1" fmla="*/ 0 h 11049000"/>
              <a:gd name="connsiteX2" fmla="*/ 5314950 w 5314950"/>
              <a:gd name="connsiteY2" fmla="*/ 11049000 h 11049000"/>
              <a:gd name="connsiteX3" fmla="*/ 0 w 5314950"/>
              <a:gd name="connsiteY3" fmla="*/ 11049000 h 11049000"/>
            </a:gdLst>
            <a:ahLst/>
            <a:cxnLst>
              <a:cxn ang="0">
                <a:pos x="connsiteX0" y="connsiteY0"/>
              </a:cxn>
              <a:cxn ang="0">
                <a:pos x="connsiteX1" y="connsiteY1"/>
              </a:cxn>
              <a:cxn ang="0">
                <a:pos x="connsiteX2" y="connsiteY2"/>
              </a:cxn>
              <a:cxn ang="0">
                <a:pos x="connsiteX3" y="connsiteY3"/>
              </a:cxn>
            </a:cxnLst>
            <a:rect l="l" t="t" r="r" b="b"/>
            <a:pathLst>
              <a:path w="5314950" h="11049000">
                <a:moveTo>
                  <a:pt x="0" y="0"/>
                </a:moveTo>
                <a:lnTo>
                  <a:pt x="5314950" y="0"/>
                </a:lnTo>
                <a:lnTo>
                  <a:pt x="5314950" y="11049000"/>
                </a:lnTo>
                <a:lnTo>
                  <a:pt x="0" y="110490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2" name="Picture Placeholder 11">
            <a:extLst>
              <a:ext uri="{FF2B5EF4-FFF2-40B4-BE49-F238E27FC236}">
                <a16:creationId xmlns:a16="http://schemas.microsoft.com/office/drawing/2014/main" id="{8E8DCF79-7C12-4EE4-B377-E5D1CE363160}"/>
              </a:ext>
            </a:extLst>
          </p:cNvPr>
          <p:cNvSpPr>
            <a:spLocks noGrp="1"/>
          </p:cNvSpPr>
          <p:nvPr>
            <p:ph type="pic" sz="quarter" idx="15"/>
          </p:nvPr>
        </p:nvSpPr>
        <p:spPr>
          <a:xfrm>
            <a:off x="6096000" y="647700"/>
            <a:ext cx="2657129" cy="5524500"/>
          </a:xfrm>
          <a:custGeom>
            <a:avLst/>
            <a:gdLst>
              <a:gd name="connsiteX0" fmla="*/ 0 w 5314950"/>
              <a:gd name="connsiteY0" fmla="*/ 0 h 11049000"/>
              <a:gd name="connsiteX1" fmla="*/ 5314950 w 5314950"/>
              <a:gd name="connsiteY1" fmla="*/ 0 h 11049000"/>
              <a:gd name="connsiteX2" fmla="*/ 5314950 w 5314950"/>
              <a:gd name="connsiteY2" fmla="*/ 11049000 h 11049000"/>
              <a:gd name="connsiteX3" fmla="*/ 0 w 5314950"/>
              <a:gd name="connsiteY3" fmla="*/ 11049000 h 11049000"/>
            </a:gdLst>
            <a:ahLst/>
            <a:cxnLst>
              <a:cxn ang="0">
                <a:pos x="connsiteX0" y="connsiteY0"/>
              </a:cxn>
              <a:cxn ang="0">
                <a:pos x="connsiteX1" y="connsiteY1"/>
              </a:cxn>
              <a:cxn ang="0">
                <a:pos x="connsiteX2" y="connsiteY2"/>
              </a:cxn>
              <a:cxn ang="0">
                <a:pos x="connsiteX3" y="connsiteY3"/>
              </a:cxn>
            </a:cxnLst>
            <a:rect l="l" t="t" r="r" b="b"/>
            <a:pathLst>
              <a:path w="5314950" h="11049000">
                <a:moveTo>
                  <a:pt x="0" y="0"/>
                </a:moveTo>
                <a:lnTo>
                  <a:pt x="5314950" y="0"/>
                </a:lnTo>
                <a:lnTo>
                  <a:pt x="5314950" y="11049000"/>
                </a:lnTo>
                <a:lnTo>
                  <a:pt x="0" y="110490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3" name="Picture Placeholder 12">
            <a:extLst>
              <a:ext uri="{FF2B5EF4-FFF2-40B4-BE49-F238E27FC236}">
                <a16:creationId xmlns:a16="http://schemas.microsoft.com/office/drawing/2014/main" id="{C0BA5F7F-E14B-4487-8788-8F182B33097D}"/>
              </a:ext>
            </a:extLst>
          </p:cNvPr>
          <p:cNvSpPr>
            <a:spLocks noGrp="1"/>
          </p:cNvSpPr>
          <p:nvPr>
            <p:ph type="pic" sz="quarter" idx="16"/>
          </p:nvPr>
        </p:nvSpPr>
        <p:spPr>
          <a:xfrm>
            <a:off x="8753129" y="647700"/>
            <a:ext cx="2657129" cy="5524500"/>
          </a:xfrm>
          <a:custGeom>
            <a:avLst/>
            <a:gdLst>
              <a:gd name="connsiteX0" fmla="*/ 0 w 5314950"/>
              <a:gd name="connsiteY0" fmla="*/ 0 h 11049000"/>
              <a:gd name="connsiteX1" fmla="*/ 5314950 w 5314950"/>
              <a:gd name="connsiteY1" fmla="*/ 0 h 11049000"/>
              <a:gd name="connsiteX2" fmla="*/ 5314950 w 5314950"/>
              <a:gd name="connsiteY2" fmla="*/ 11049000 h 11049000"/>
              <a:gd name="connsiteX3" fmla="*/ 0 w 5314950"/>
              <a:gd name="connsiteY3" fmla="*/ 11049000 h 11049000"/>
            </a:gdLst>
            <a:ahLst/>
            <a:cxnLst>
              <a:cxn ang="0">
                <a:pos x="connsiteX0" y="connsiteY0"/>
              </a:cxn>
              <a:cxn ang="0">
                <a:pos x="connsiteX1" y="connsiteY1"/>
              </a:cxn>
              <a:cxn ang="0">
                <a:pos x="connsiteX2" y="connsiteY2"/>
              </a:cxn>
              <a:cxn ang="0">
                <a:pos x="connsiteX3" y="connsiteY3"/>
              </a:cxn>
            </a:cxnLst>
            <a:rect l="l" t="t" r="r" b="b"/>
            <a:pathLst>
              <a:path w="5314950" h="11049000">
                <a:moveTo>
                  <a:pt x="0" y="0"/>
                </a:moveTo>
                <a:lnTo>
                  <a:pt x="5314950" y="0"/>
                </a:lnTo>
                <a:lnTo>
                  <a:pt x="5314950" y="11049000"/>
                </a:lnTo>
                <a:lnTo>
                  <a:pt x="0" y="110490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72421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2200" fill="hold"/>
                                        <p:tgtEl>
                                          <p:spTgt spid="10"/>
                                        </p:tgtEl>
                                        <p:attrNameLst>
                                          <p:attrName>ppt_x</p:attrName>
                                        </p:attrNameLst>
                                      </p:cBhvr>
                                      <p:tavLst>
                                        <p:tav tm="0">
                                          <p:val>
                                            <p:strVal val="#ppt_x"/>
                                          </p:val>
                                        </p:tav>
                                        <p:tav tm="100000">
                                          <p:val>
                                            <p:strVal val="#ppt_x"/>
                                          </p:val>
                                        </p:tav>
                                      </p:tavLst>
                                    </p:anim>
                                    <p:anim calcmode="lin" valueType="num">
                                      <p:cBhvr additive="base">
                                        <p:cTn id="8" dur="22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20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2200" fill="hold"/>
                                        <p:tgtEl>
                                          <p:spTgt spid="11"/>
                                        </p:tgtEl>
                                        <p:attrNameLst>
                                          <p:attrName>ppt_x</p:attrName>
                                        </p:attrNameLst>
                                      </p:cBhvr>
                                      <p:tavLst>
                                        <p:tav tm="0">
                                          <p:val>
                                            <p:strVal val="#ppt_x"/>
                                          </p:val>
                                        </p:tav>
                                        <p:tav tm="100000">
                                          <p:val>
                                            <p:strVal val="#ppt_x"/>
                                          </p:val>
                                        </p:tav>
                                      </p:tavLst>
                                    </p:anim>
                                    <p:anim calcmode="lin" valueType="num">
                                      <p:cBhvr additive="base">
                                        <p:cTn id="12" dur="22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40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2200" fill="hold"/>
                                        <p:tgtEl>
                                          <p:spTgt spid="12"/>
                                        </p:tgtEl>
                                        <p:attrNameLst>
                                          <p:attrName>ppt_x</p:attrName>
                                        </p:attrNameLst>
                                      </p:cBhvr>
                                      <p:tavLst>
                                        <p:tav tm="0">
                                          <p:val>
                                            <p:strVal val="#ppt_x"/>
                                          </p:val>
                                        </p:tav>
                                        <p:tav tm="100000">
                                          <p:val>
                                            <p:strVal val="#ppt_x"/>
                                          </p:val>
                                        </p:tav>
                                      </p:tavLst>
                                    </p:anim>
                                    <p:anim calcmode="lin" valueType="num">
                                      <p:cBhvr additive="base">
                                        <p:cTn id="16" dur="2200" fill="hold"/>
                                        <p:tgtEl>
                                          <p:spTgt spid="12"/>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60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2200" fill="hold"/>
                                        <p:tgtEl>
                                          <p:spTgt spid="13"/>
                                        </p:tgtEl>
                                        <p:attrNameLst>
                                          <p:attrName>ppt_x</p:attrName>
                                        </p:attrNameLst>
                                      </p:cBhvr>
                                      <p:tavLst>
                                        <p:tav tm="0">
                                          <p:val>
                                            <p:strVal val="#ppt_x"/>
                                          </p:val>
                                        </p:tav>
                                        <p:tav tm="100000">
                                          <p:val>
                                            <p:strVal val="#ppt_x"/>
                                          </p:val>
                                        </p:tav>
                                      </p:tavLst>
                                    </p:anim>
                                    <p:anim calcmode="lin" valueType="num">
                                      <p:cBhvr additive="base">
                                        <p:cTn id="20" dur="22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484B905-8BF0-4A76-9E10-57BE3387F891}"/>
              </a:ext>
            </a:extLst>
          </p:cNvPr>
          <p:cNvSpPr/>
          <p:nvPr userDrawn="1"/>
        </p:nvSpPr>
        <p:spPr>
          <a:xfrm>
            <a:off x="781742" y="647700"/>
            <a:ext cx="10628516" cy="5524500"/>
          </a:xfrm>
          <a:prstGeom prst="rect">
            <a:avLst/>
          </a:prstGeom>
          <a:solidFill>
            <a:schemeClr val="accent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 name="Picture Placeholder 5">
            <a:extLst>
              <a:ext uri="{FF2B5EF4-FFF2-40B4-BE49-F238E27FC236}">
                <a16:creationId xmlns:a16="http://schemas.microsoft.com/office/drawing/2014/main" id="{390A452D-DFE3-48E8-956D-B964AE99D0C7}"/>
              </a:ext>
            </a:extLst>
          </p:cNvPr>
          <p:cNvSpPr>
            <a:spLocks noGrp="1"/>
          </p:cNvSpPr>
          <p:nvPr>
            <p:ph type="pic" sz="quarter" idx="13"/>
          </p:nvPr>
        </p:nvSpPr>
        <p:spPr>
          <a:xfrm>
            <a:off x="1086501" y="1057275"/>
            <a:ext cx="4704737" cy="4705350"/>
          </a:xfrm>
          <a:custGeom>
            <a:avLst/>
            <a:gdLst>
              <a:gd name="connsiteX0" fmla="*/ 0 w 9410700"/>
              <a:gd name="connsiteY0" fmla="*/ 0 h 9410700"/>
              <a:gd name="connsiteX1" fmla="*/ 9410700 w 9410700"/>
              <a:gd name="connsiteY1" fmla="*/ 0 h 9410700"/>
              <a:gd name="connsiteX2" fmla="*/ 9410700 w 9410700"/>
              <a:gd name="connsiteY2" fmla="*/ 9410700 h 9410700"/>
              <a:gd name="connsiteX3" fmla="*/ 0 w 9410700"/>
              <a:gd name="connsiteY3" fmla="*/ 9410700 h 9410700"/>
            </a:gdLst>
            <a:ahLst/>
            <a:cxnLst>
              <a:cxn ang="0">
                <a:pos x="connsiteX0" y="connsiteY0"/>
              </a:cxn>
              <a:cxn ang="0">
                <a:pos x="connsiteX1" y="connsiteY1"/>
              </a:cxn>
              <a:cxn ang="0">
                <a:pos x="connsiteX2" y="connsiteY2"/>
              </a:cxn>
              <a:cxn ang="0">
                <a:pos x="connsiteX3" y="connsiteY3"/>
              </a:cxn>
            </a:cxnLst>
            <a:rect l="l" t="t" r="r" b="b"/>
            <a:pathLst>
              <a:path w="9410700" h="9410700">
                <a:moveTo>
                  <a:pt x="0" y="0"/>
                </a:moveTo>
                <a:lnTo>
                  <a:pt x="9410700" y="0"/>
                </a:lnTo>
                <a:lnTo>
                  <a:pt x="9410700" y="9410700"/>
                </a:lnTo>
                <a:lnTo>
                  <a:pt x="0" y="94107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7" name="Picture Placeholder 6">
            <a:extLst>
              <a:ext uri="{FF2B5EF4-FFF2-40B4-BE49-F238E27FC236}">
                <a16:creationId xmlns:a16="http://schemas.microsoft.com/office/drawing/2014/main" id="{11D63369-5C3A-4822-ACB3-46071185D785}"/>
              </a:ext>
            </a:extLst>
          </p:cNvPr>
          <p:cNvSpPr>
            <a:spLocks noGrp="1"/>
          </p:cNvSpPr>
          <p:nvPr>
            <p:ph type="pic" sz="quarter" idx="14"/>
          </p:nvPr>
        </p:nvSpPr>
        <p:spPr>
          <a:xfrm>
            <a:off x="6400759" y="1057275"/>
            <a:ext cx="4704737" cy="4705350"/>
          </a:xfrm>
          <a:custGeom>
            <a:avLst/>
            <a:gdLst>
              <a:gd name="connsiteX0" fmla="*/ 0 w 9410699"/>
              <a:gd name="connsiteY0" fmla="*/ 0 h 9410700"/>
              <a:gd name="connsiteX1" fmla="*/ 9410699 w 9410699"/>
              <a:gd name="connsiteY1" fmla="*/ 0 h 9410700"/>
              <a:gd name="connsiteX2" fmla="*/ 9410699 w 9410699"/>
              <a:gd name="connsiteY2" fmla="*/ 9410700 h 9410700"/>
              <a:gd name="connsiteX3" fmla="*/ 0 w 9410699"/>
              <a:gd name="connsiteY3" fmla="*/ 9410700 h 9410700"/>
            </a:gdLst>
            <a:ahLst/>
            <a:cxnLst>
              <a:cxn ang="0">
                <a:pos x="connsiteX0" y="connsiteY0"/>
              </a:cxn>
              <a:cxn ang="0">
                <a:pos x="connsiteX1" y="connsiteY1"/>
              </a:cxn>
              <a:cxn ang="0">
                <a:pos x="connsiteX2" y="connsiteY2"/>
              </a:cxn>
              <a:cxn ang="0">
                <a:pos x="connsiteX3" y="connsiteY3"/>
              </a:cxn>
            </a:cxnLst>
            <a:rect l="l" t="t" r="r" b="b"/>
            <a:pathLst>
              <a:path w="9410699" h="9410700">
                <a:moveTo>
                  <a:pt x="0" y="0"/>
                </a:moveTo>
                <a:lnTo>
                  <a:pt x="9410699" y="0"/>
                </a:lnTo>
                <a:lnTo>
                  <a:pt x="9410699" y="9410700"/>
                </a:lnTo>
                <a:lnTo>
                  <a:pt x="0" y="94107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53732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200" fill="hold"/>
                                        <p:tgtEl>
                                          <p:spTgt spid="6"/>
                                        </p:tgtEl>
                                        <p:attrNameLst>
                                          <p:attrName>ppt_x</p:attrName>
                                        </p:attrNameLst>
                                      </p:cBhvr>
                                      <p:tavLst>
                                        <p:tav tm="0">
                                          <p:val>
                                            <p:strVal val="#ppt_x"/>
                                          </p:val>
                                        </p:tav>
                                        <p:tav tm="100000">
                                          <p:val>
                                            <p:strVal val="#ppt_x"/>
                                          </p:val>
                                        </p:tav>
                                      </p:tavLst>
                                    </p:anim>
                                    <p:anim calcmode="lin" valueType="num">
                                      <p:cBhvr additive="base">
                                        <p:cTn id="8" dur="22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2200" fill="hold"/>
                                        <p:tgtEl>
                                          <p:spTgt spid="7"/>
                                        </p:tgtEl>
                                        <p:attrNameLst>
                                          <p:attrName>ppt_x</p:attrName>
                                        </p:attrNameLst>
                                      </p:cBhvr>
                                      <p:tavLst>
                                        <p:tav tm="0">
                                          <p:val>
                                            <p:strVal val="#ppt_x"/>
                                          </p:val>
                                        </p:tav>
                                        <p:tav tm="100000">
                                          <p:val>
                                            <p:strVal val="#ppt_x"/>
                                          </p:val>
                                        </p:tav>
                                      </p:tavLst>
                                    </p:anim>
                                    <p:anim calcmode="lin" valueType="num">
                                      <p:cBhvr additive="base">
                                        <p:cTn id="12" dur="22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72C1527C-1238-4997-83A0-B93C0C1A119C}"/>
              </a:ext>
            </a:extLst>
          </p:cNvPr>
          <p:cNvSpPr>
            <a:spLocks noGrp="1"/>
          </p:cNvSpPr>
          <p:nvPr>
            <p:ph type="pic" sz="quarter" idx="13"/>
          </p:nvPr>
        </p:nvSpPr>
        <p:spPr>
          <a:xfrm>
            <a:off x="3501078" y="776288"/>
            <a:ext cx="2594922" cy="2595260"/>
          </a:xfrm>
          <a:custGeom>
            <a:avLst/>
            <a:gdLst>
              <a:gd name="connsiteX0" fmla="*/ 0 w 5190519"/>
              <a:gd name="connsiteY0" fmla="*/ 0 h 5190519"/>
              <a:gd name="connsiteX1" fmla="*/ 5190519 w 5190519"/>
              <a:gd name="connsiteY1" fmla="*/ 0 h 5190519"/>
              <a:gd name="connsiteX2" fmla="*/ 5190519 w 5190519"/>
              <a:gd name="connsiteY2" fmla="*/ 5190519 h 5190519"/>
              <a:gd name="connsiteX3" fmla="*/ 0 w 5190519"/>
              <a:gd name="connsiteY3" fmla="*/ 5190519 h 5190519"/>
            </a:gdLst>
            <a:ahLst/>
            <a:cxnLst>
              <a:cxn ang="0">
                <a:pos x="connsiteX0" y="connsiteY0"/>
              </a:cxn>
              <a:cxn ang="0">
                <a:pos x="connsiteX1" y="connsiteY1"/>
              </a:cxn>
              <a:cxn ang="0">
                <a:pos x="connsiteX2" y="connsiteY2"/>
              </a:cxn>
              <a:cxn ang="0">
                <a:pos x="connsiteX3" y="connsiteY3"/>
              </a:cxn>
            </a:cxnLst>
            <a:rect l="l" t="t" r="r" b="b"/>
            <a:pathLst>
              <a:path w="5190519" h="5190519">
                <a:moveTo>
                  <a:pt x="0" y="0"/>
                </a:moveTo>
                <a:lnTo>
                  <a:pt x="5190519" y="0"/>
                </a:lnTo>
                <a:lnTo>
                  <a:pt x="5190519" y="5190519"/>
                </a:lnTo>
                <a:lnTo>
                  <a:pt x="0" y="519051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4" name="Picture Placeholder 13">
            <a:extLst>
              <a:ext uri="{FF2B5EF4-FFF2-40B4-BE49-F238E27FC236}">
                <a16:creationId xmlns:a16="http://schemas.microsoft.com/office/drawing/2014/main" id="{F2C28264-6FA4-467B-BDE9-EC8733C2D740}"/>
              </a:ext>
            </a:extLst>
          </p:cNvPr>
          <p:cNvSpPr>
            <a:spLocks noGrp="1"/>
          </p:cNvSpPr>
          <p:nvPr>
            <p:ph type="pic" sz="quarter" idx="14"/>
          </p:nvPr>
        </p:nvSpPr>
        <p:spPr>
          <a:xfrm>
            <a:off x="6220414" y="776287"/>
            <a:ext cx="5189844" cy="5314950"/>
          </a:xfrm>
          <a:custGeom>
            <a:avLst/>
            <a:gdLst>
              <a:gd name="connsiteX0" fmla="*/ 0 w 10381040"/>
              <a:gd name="connsiteY0" fmla="*/ 0 h 10629899"/>
              <a:gd name="connsiteX1" fmla="*/ 10381040 w 10381040"/>
              <a:gd name="connsiteY1" fmla="*/ 0 h 10629899"/>
              <a:gd name="connsiteX2" fmla="*/ 10381040 w 10381040"/>
              <a:gd name="connsiteY2" fmla="*/ 10629899 h 10629899"/>
              <a:gd name="connsiteX3" fmla="*/ 0 w 10381040"/>
              <a:gd name="connsiteY3" fmla="*/ 10629899 h 10629899"/>
            </a:gdLst>
            <a:ahLst/>
            <a:cxnLst>
              <a:cxn ang="0">
                <a:pos x="connsiteX0" y="connsiteY0"/>
              </a:cxn>
              <a:cxn ang="0">
                <a:pos x="connsiteX1" y="connsiteY1"/>
              </a:cxn>
              <a:cxn ang="0">
                <a:pos x="connsiteX2" y="connsiteY2"/>
              </a:cxn>
              <a:cxn ang="0">
                <a:pos x="connsiteX3" y="connsiteY3"/>
              </a:cxn>
            </a:cxnLst>
            <a:rect l="l" t="t" r="r" b="b"/>
            <a:pathLst>
              <a:path w="10381040" h="10629899">
                <a:moveTo>
                  <a:pt x="0" y="0"/>
                </a:moveTo>
                <a:lnTo>
                  <a:pt x="10381040" y="0"/>
                </a:lnTo>
                <a:lnTo>
                  <a:pt x="10381040" y="10629899"/>
                </a:lnTo>
                <a:lnTo>
                  <a:pt x="0" y="1062989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6" name="Picture Placeholder 15">
            <a:extLst>
              <a:ext uri="{FF2B5EF4-FFF2-40B4-BE49-F238E27FC236}">
                <a16:creationId xmlns:a16="http://schemas.microsoft.com/office/drawing/2014/main" id="{843876E8-A094-40A5-860F-FA8679BF447F}"/>
              </a:ext>
            </a:extLst>
          </p:cNvPr>
          <p:cNvSpPr>
            <a:spLocks noGrp="1"/>
          </p:cNvSpPr>
          <p:nvPr>
            <p:ph type="pic" sz="quarter" idx="15"/>
          </p:nvPr>
        </p:nvSpPr>
        <p:spPr>
          <a:xfrm>
            <a:off x="3501078" y="3495978"/>
            <a:ext cx="2594922" cy="2595260"/>
          </a:xfrm>
          <a:custGeom>
            <a:avLst/>
            <a:gdLst>
              <a:gd name="connsiteX0" fmla="*/ 0 w 5190519"/>
              <a:gd name="connsiteY0" fmla="*/ 0 h 5190519"/>
              <a:gd name="connsiteX1" fmla="*/ 5190519 w 5190519"/>
              <a:gd name="connsiteY1" fmla="*/ 0 h 5190519"/>
              <a:gd name="connsiteX2" fmla="*/ 5190519 w 5190519"/>
              <a:gd name="connsiteY2" fmla="*/ 5190519 h 5190519"/>
              <a:gd name="connsiteX3" fmla="*/ 0 w 5190519"/>
              <a:gd name="connsiteY3" fmla="*/ 5190519 h 5190519"/>
            </a:gdLst>
            <a:ahLst/>
            <a:cxnLst>
              <a:cxn ang="0">
                <a:pos x="connsiteX0" y="connsiteY0"/>
              </a:cxn>
              <a:cxn ang="0">
                <a:pos x="connsiteX1" y="connsiteY1"/>
              </a:cxn>
              <a:cxn ang="0">
                <a:pos x="connsiteX2" y="connsiteY2"/>
              </a:cxn>
              <a:cxn ang="0">
                <a:pos x="connsiteX3" y="connsiteY3"/>
              </a:cxn>
            </a:cxnLst>
            <a:rect l="l" t="t" r="r" b="b"/>
            <a:pathLst>
              <a:path w="5190519" h="5190519">
                <a:moveTo>
                  <a:pt x="0" y="0"/>
                </a:moveTo>
                <a:lnTo>
                  <a:pt x="5190519" y="0"/>
                </a:lnTo>
                <a:lnTo>
                  <a:pt x="5190519" y="5190519"/>
                </a:lnTo>
                <a:lnTo>
                  <a:pt x="0" y="519051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7" name="Picture Placeholder 16">
            <a:extLst>
              <a:ext uri="{FF2B5EF4-FFF2-40B4-BE49-F238E27FC236}">
                <a16:creationId xmlns:a16="http://schemas.microsoft.com/office/drawing/2014/main" id="{E87560AE-CEDB-48AC-B2BF-85B52DE0F146}"/>
              </a:ext>
            </a:extLst>
          </p:cNvPr>
          <p:cNvSpPr>
            <a:spLocks noGrp="1"/>
          </p:cNvSpPr>
          <p:nvPr>
            <p:ph type="pic" sz="quarter" idx="16"/>
          </p:nvPr>
        </p:nvSpPr>
        <p:spPr>
          <a:xfrm>
            <a:off x="781742" y="3495978"/>
            <a:ext cx="2594922" cy="2595260"/>
          </a:xfrm>
          <a:custGeom>
            <a:avLst/>
            <a:gdLst>
              <a:gd name="connsiteX0" fmla="*/ 0 w 5190519"/>
              <a:gd name="connsiteY0" fmla="*/ 0 h 5190519"/>
              <a:gd name="connsiteX1" fmla="*/ 5190519 w 5190519"/>
              <a:gd name="connsiteY1" fmla="*/ 0 h 5190519"/>
              <a:gd name="connsiteX2" fmla="*/ 5190519 w 5190519"/>
              <a:gd name="connsiteY2" fmla="*/ 5190519 h 5190519"/>
              <a:gd name="connsiteX3" fmla="*/ 0 w 5190519"/>
              <a:gd name="connsiteY3" fmla="*/ 5190519 h 5190519"/>
            </a:gdLst>
            <a:ahLst/>
            <a:cxnLst>
              <a:cxn ang="0">
                <a:pos x="connsiteX0" y="connsiteY0"/>
              </a:cxn>
              <a:cxn ang="0">
                <a:pos x="connsiteX1" y="connsiteY1"/>
              </a:cxn>
              <a:cxn ang="0">
                <a:pos x="connsiteX2" y="connsiteY2"/>
              </a:cxn>
              <a:cxn ang="0">
                <a:pos x="connsiteX3" y="connsiteY3"/>
              </a:cxn>
            </a:cxnLst>
            <a:rect l="l" t="t" r="r" b="b"/>
            <a:pathLst>
              <a:path w="5190519" h="5190519">
                <a:moveTo>
                  <a:pt x="0" y="0"/>
                </a:moveTo>
                <a:lnTo>
                  <a:pt x="5190519" y="0"/>
                </a:lnTo>
                <a:lnTo>
                  <a:pt x="5190519" y="5190519"/>
                </a:lnTo>
                <a:lnTo>
                  <a:pt x="0" y="519051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501937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2200" fill="hold"/>
                                        <p:tgtEl>
                                          <p:spTgt spid="14"/>
                                        </p:tgtEl>
                                        <p:attrNameLst>
                                          <p:attrName>ppt_x</p:attrName>
                                        </p:attrNameLst>
                                      </p:cBhvr>
                                      <p:tavLst>
                                        <p:tav tm="0">
                                          <p:val>
                                            <p:strVal val="#ppt_x"/>
                                          </p:val>
                                        </p:tav>
                                        <p:tav tm="100000">
                                          <p:val>
                                            <p:strVal val="#ppt_x"/>
                                          </p:val>
                                        </p:tav>
                                      </p:tavLst>
                                    </p:anim>
                                    <p:anim calcmode="lin" valueType="num">
                                      <p:cBhvr additive="base">
                                        <p:cTn id="8" dur="22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2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2200" fill="hold"/>
                                        <p:tgtEl>
                                          <p:spTgt spid="15"/>
                                        </p:tgtEl>
                                        <p:attrNameLst>
                                          <p:attrName>ppt_x</p:attrName>
                                        </p:attrNameLst>
                                      </p:cBhvr>
                                      <p:tavLst>
                                        <p:tav tm="0">
                                          <p:val>
                                            <p:strVal val="#ppt_x"/>
                                          </p:val>
                                        </p:tav>
                                        <p:tav tm="100000">
                                          <p:val>
                                            <p:strVal val="#ppt_x"/>
                                          </p:val>
                                        </p:tav>
                                      </p:tavLst>
                                    </p:anim>
                                    <p:anim calcmode="lin" valueType="num">
                                      <p:cBhvr additive="base">
                                        <p:cTn id="12" dur="2200" fill="hold"/>
                                        <p:tgtEl>
                                          <p:spTgt spid="15"/>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20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2200" fill="hold"/>
                                        <p:tgtEl>
                                          <p:spTgt spid="16"/>
                                        </p:tgtEl>
                                        <p:attrNameLst>
                                          <p:attrName>ppt_x</p:attrName>
                                        </p:attrNameLst>
                                      </p:cBhvr>
                                      <p:tavLst>
                                        <p:tav tm="0">
                                          <p:val>
                                            <p:strVal val="#ppt_x"/>
                                          </p:val>
                                        </p:tav>
                                        <p:tav tm="100000">
                                          <p:val>
                                            <p:strVal val="#ppt_x"/>
                                          </p:val>
                                        </p:tav>
                                      </p:tavLst>
                                    </p:anim>
                                    <p:anim calcmode="lin" valueType="num">
                                      <p:cBhvr additive="base">
                                        <p:cTn id="16" dur="2200" fill="hold"/>
                                        <p:tgtEl>
                                          <p:spTgt spid="16"/>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40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2200" fill="hold"/>
                                        <p:tgtEl>
                                          <p:spTgt spid="17"/>
                                        </p:tgtEl>
                                        <p:attrNameLst>
                                          <p:attrName>ppt_x</p:attrName>
                                        </p:attrNameLst>
                                      </p:cBhvr>
                                      <p:tavLst>
                                        <p:tav tm="0">
                                          <p:val>
                                            <p:strVal val="#ppt_x"/>
                                          </p:val>
                                        </p:tav>
                                        <p:tav tm="100000">
                                          <p:val>
                                            <p:strVal val="#ppt_x"/>
                                          </p:val>
                                        </p:tav>
                                      </p:tavLst>
                                    </p:anim>
                                    <p:anim calcmode="lin" valueType="num">
                                      <p:cBhvr additive="base">
                                        <p:cTn id="20" dur="22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4" grpId="0" animBg="1"/>
      <p:bldP spid="16" grpId="0" animBg="1"/>
      <p:bldP spid="17" grpId="0" animBg="1"/>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3399DF4-D239-4B46-A59E-3F2D266B8AC5}"/>
              </a:ext>
            </a:extLst>
          </p:cNvPr>
          <p:cNvSpPr/>
          <p:nvPr userDrawn="1"/>
        </p:nvSpPr>
        <p:spPr>
          <a:xfrm>
            <a:off x="781742" y="647700"/>
            <a:ext cx="10628516" cy="5524500"/>
          </a:xfrm>
          <a:prstGeom prst="rect">
            <a:avLst/>
          </a:prstGeom>
          <a:solidFill>
            <a:schemeClr val="accent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Tree>
    <p:extLst>
      <p:ext uri="{BB962C8B-B14F-4D97-AF65-F5344CB8AC3E}">
        <p14:creationId xmlns:p14="http://schemas.microsoft.com/office/powerpoint/2010/main" val="3055471824"/>
      </p:ext>
    </p:extLst>
  </p:cSld>
  <p:clrMapOvr>
    <a:masterClrMapping/>
  </p:clrMapOvr>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A83F5516-0B38-4D10-8A01-707E02BE0653}"/>
              </a:ext>
            </a:extLst>
          </p:cNvPr>
          <p:cNvSpPr>
            <a:spLocks noGrp="1"/>
          </p:cNvSpPr>
          <p:nvPr>
            <p:ph type="pic" sz="quarter" idx="11"/>
          </p:nvPr>
        </p:nvSpPr>
        <p:spPr>
          <a:xfrm>
            <a:off x="781742" y="-8443912"/>
            <a:ext cx="10628517" cy="14616112"/>
          </a:xfrm>
          <a:custGeom>
            <a:avLst/>
            <a:gdLst>
              <a:gd name="connsiteX0" fmla="*/ 0 w 21259801"/>
              <a:gd name="connsiteY0" fmla="*/ 0 h 29232224"/>
              <a:gd name="connsiteX1" fmla="*/ 21259801 w 21259801"/>
              <a:gd name="connsiteY1" fmla="*/ 0 h 29232224"/>
              <a:gd name="connsiteX2" fmla="*/ 21259801 w 21259801"/>
              <a:gd name="connsiteY2" fmla="*/ 2133600 h 29232224"/>
              <a:gd name="connsiteX3" fmla="*/ 21259801 w 21259801"/>
              <a:gd name="connsiteY3" fmla="*/ 10972800 h 29232224"/>
              <a:gd name="connsiteX4" fmla="*/ 21259801 w 21259801"/>
              <a:gd name="connsiteY4" fmla="*/ 29232224 h 29232224"/>
              <a:gd name="connsiteX5" fmla="*/ 0 w 21259801"/>
              <a:gd name="connsiteY5" fmla="*/ 29232224 h 29232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59801" h="29232224">
                <a:moveTo>
                  <a:pt x="0" y="0"/>
                </a:moveTo>
                <a:lnTo>
                  <a:pt x="21259801" y="0"/>
                </a:lnTo>
                <a:lnTo>
                  <a:pt x="21259801" y="2133600"/>
                </a:lnTo>
                <a:lnTo>
                  <a:pt x="21259801" y="10972800"/>
                </a:lnTo>
                <a:lnTo>
                  <a:pt x="21259801" y="29232224"/>
                </a:lnTo>
                <a:lnTo>
                  <a:pt x="0" y="29232224"/>
                </a:lnTo>
                <a:close/>
              </a:path>
            </a:pathLst>
          </a:custGeom>
          <a:pattFill prst="pct60">
            <a:fgClr>
              <a:schemeClr val="bg1"/>
            </a:fgClr>
            <a:bgClr>
              <a:schemeClr val="bg1">
                <a:lumMod val="85000"/>
              </a:schemeClr>
            </a:bgClr>
          </a:pattFill>
          <a:ln>
            <a:noFill/>
          </a:ln>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924857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decel="100000" autoRev="1" fill="hold" grpId="0" nodeType="withEffect">
                                  <p:stCondLst>
                                    <p:cond delay="0"/>
                                  </p:stCondLst>
                                  <p:childTnLst>
                                    <p:animMotion origin="layout" path="M 5.55112E-17 -5E-6 L 5.55112E-17 1.32119 " pathEditMode="relative" rAng="0" ptsTypes="AA">
                                      <p:cBhvr>
                                        <p:cTn id="6" dur="16000" fill="hold"/>
                                        <p:tgtEl>
                                          <p:spTgt spid="6"/>
                                        </p:tgtEl>
                                        <p:attrNameLst>
                                          <p:attrName>ppt_x</p:attrName>
                                          <p:attrName>ppt_y</p:attrName>
                                        </p:attrNameLst>
                                      </p:cBhvr>
                                      <p:rCtr x="0" y="6605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3399DF4-D239-4B46-A59E-3F2D266B8AC5}"/>
              </a:ext>
            </a:extLst>
          </p:cNvPr>
          <p:cNvSpPr/>
          <p:nvPr userDrawn="1"/>
        </p:nvSpPr>
        <p:spPr>
          <a:xfrm>
            <a:off x="781742" y="666750"/>
            <a:ext cx="10628516" cy="5524500"/>
          </a:xfrm>
          <a:prstGeom prst="rect">
            <a:avLst/>
          </a:prstGeom>
          <a:solidFill>
            <a:schemeClr val="accent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1" name="Picture Placeholder 20">
            <a:extLst>
              <a:ext uri="{FF2B5EF4-FFF2-40B4-BE49-F238E27FC236}">
                <a16:creationId xmlns:a16="http://schemas.microsoft.com/office/drawing/2014/main" id="{92263DCA-1DEE-49D2-80CB-CF9032EF06FE}"/>
              </a:ext>
            </a:extLst>
          </p:cNvPr>
          <p:cNvSpPr>
            <a:spLocks noGrp="1"/>
          </p:cNvSpPr>
          <p:nvPr>
            <p:ph type="pic" sz="quarter" idx="13"/>
          </p:nvPr>
        </p:nvSpPr>
        <p:spPr>
          <a:xfrm>
            <a:off x="1514278" y="933450"/>
            <a:ext cx="1438088" cy="1571625"/>
          </a:xfrm>
          <a:custGeom>
            <a:avLst/>
            <a:gdLst>
              <a:gd name="connsiteX0" fmla="*/ 0 w 2876550"/>
              <a:gd name="connsiteY0" fmla="*/ 0 h 3143250"/>
              <a:gd name="connsiteX1" fmla="*/ 2876550 w 2876550"/>
              <a:gd name="connsiteY1" fmla="*/ 0 h 3143250"/>
              <a:gd name="connsiteX2" fmla="*/ 2876550 w 2876550"/>
              <a:gd name="connsiteY2" fmla="*/ 3143250 h 3143250"/>
              <a:gd name="connsiteX3" fmla="*/ 0 w 2876550"/>
              <a:gd name="connsiteY3" fmla="*/ 3143250 h 3143250"/>
            </a:gdLst>
            <a:ahLst/>
            <a:cxnLst>
              <a:cxn ang="0">
                <a:pos x="connsiteX0" y="connsiteY0"/>
              </a:cxn>
              <a:cxn ang="0">
                <a:pos x="connsiteX1" y="connsiteY1"/>
              </a:cxn>
              <a:cxn ang="0">
                <a:pos x="connsiteX2" y="connsiteY2"/>
              </a:cxn>
              <a:cxn ang="0">
                <a:pos x="connsiteX3" y="connsiteY3"/>
              </a:cxn>
            </a:cxnLst>
            <a:rect l="l" t="t" r="r" b="b"/>
            <a:pathLst>
              <a:path w="2876550" h="3143250">
                <a:moveTo>
                  <a:pt x="0" y="0"/>
                </a:moveTo>
                <a:lnTo>
                  <a:pt x="2876550" y="0"/>
                </a:lnTo>
                <a:lnTo>
                  <a:pt x="2876550" y="3143250"/>
                </a:lnTo>
                <a:lnTo>
                  <a:pt x="0" y="3143250"/>
                </a:lnTo>
                <a:close/>
              </a:path>
            </a:pathLst>
          </a:custGeom>
          <a:pattFill prst="pct60">
            <a:fgClr>
              <a:schemeClr val="bg1"/>
            </a:fgClr>
            <a:bgClr>
              <a:schemeClr val="bg1">
                <a:lumMod val="85000"/>
              </a:schemeClr>
            </a:bgClr>
          </a:pattFill>
          <a:effectLst>
            <a:outerShdw blurRad="660400" dist="190500" dir="5400000" algn="t" rotWithShape="0">
              <a:schemeClr val="accent1">
                <a:alpha val="40000"/>
              </a:schemeClr>
            </a:outerShdw>
          </a:effectLst>
        </p:spPr>
        <p:txBody>
          <a:bodyPr wrap="square" anchor="ctr">
            <a:noAutofit/>
          </a:bodyPr>
          <a:lstStyle>
            <a:lvl1pPr marL="0" indent="0" algn="ctr">
              <a:buFontTx/>
              <a:buNone/>
              <a:defRPr sz="1200"/>
            </a:lvl1pPr>
          </a:lstStyle>
          <a:p>
            <a:endParaRPr lang="en-US"/>
          </a:p>
        </p:txBody>
      </p:sp>
      <p:sp>
        <p:nvSpPr>
          <p:cNvPr id="22" name="Picture Placeholder 21">
            <a:extLst>
              <a:ext uri="{FF2B5EF4-FFF2-40B4-BE49-F238E27FC236}">
                <a16:creationId xmlns:a16="http://schemas.microsoft.com/office/drawing/2014/main" id="{743896C4-BC14-436C-ADB0-09DC41D72F17}"/>
              </a:ext>
            </a:extLst>
          </p:cNvPr>
          <p:cNvSpPr>
            <a:spLocks noGrp="1"/>
          </p:cNvSpPr>
          <p:nvPr>
            <p:ph type="pic" sz="quarter" idx="14"/>
          </p:nvPr>
        </p:nvSpPr>
        <p:spPr>
          <a:xfrm>
            <a:off x="4089397" y="933450"/>
            <a:ext cx="1438088" cy="1571625"/>
          </a:xfrm>
          <a:custGeom>
            <a:avLst/>
            <a:gdLst>
              <a:gd name="connsiteX0" fmla="*/ 0 w 2876550"/>
              <a:gd name="connsiteY0" fmla="*/ 0 h 3143250"/>
              <a:gd name="connsiteX1" fmla="*/ 2876550 w 2876550"/>
              <a:gd name="connsiteY1" fmla="*/ 0 h 3143250"/>
              <a:gd name="connsiteX2" fmla="*/ 2876550 w 2876550"/>
              <a:gd name="connsiteY2" fmla="*/ 3143250 h 3143250"/>
              <a:gd name="connsiteX3" fmla="*/ 0 w 2876550"/>
              <a:gd name="connsiteY3" fmla="*/ 3143250 h 3143250"/>
            </a:gdLst>
            <a:ahLst/>
            <a:cxnLst>
              <a:cxn ang="0">
                <a:pos x="connsiteX0" y="connsiteY0"/>
              </a:cxn>
              <a:cxn ang="0">
                <a:pos x="connsiteX1" y="connsiteY1"/>
              </a:cxn>
              <a:cxn ang="0">
                <a:pos x="connsiteX2" y="connsiteY2"/>
              </a:cxn>
              <a:cxn ang="0">
                <a:pos x="connsiteX3" y="connsiteY3"/>
              </a:cxn>
            </a:cxnLst>
            <a:rect l="l" t="t" r="r" b="b"/>
            <a:pathLst>
              <a:path w="2876550" h="3143250">
                <a:moveTo>
                  <a:pt x="0" y="0"/>
                </a:moveTo>
                <a:lnTo>
                  <a:pt x="2876550" y="0"/>
                </a:lnTo>
                <a:lnTo>
                  <a:pt x="2876550" y="3143250"/>
                </a:lnTo>
                <a:lnTo>
                  <a:pt x="0" y="3143250"/>
                </a:lnTo>
                <a:close/>
              </a:path>
            </a:pathLst>
          </a:custGeom>
          <a:pattFill prst="pct60">
            <a:fgClr>
              <a:schemeClr val="bg1"/>
            </a:fgClr>
            <a:bgClr>
              <a:schemeClr val="bg1">
                <a:lumMod val="85000"/>
              </a:schemeClr>
            </a:bgClr>
          </a:pattFill>
          <a:effectLst>
            <a:outerShdw blurRad="660400" dist="190500" dir="5400000" algn="t" rotWithShape="0">
              <a:schemeClr val="accent1">
                <a:alpha val="40000"/>
              </a:schemeClr>
            </a:outerShdw>
          </a:effectLst>
        </p:spPr>
        <p:txBody>
          <a:bodyPr wrap="square" anchor="ctr">
            <a:noAutofit/>
          </a:bodyPr>
          <a:lstStyle>
            <a:lvl1pPr marL="0" indent="0" algn="ctr">
              <a:buFontTx/>
              <a:buNone/>
              <a:defRPr sz="1200"/>
            </a:lvl1pPr>
          </a:lstStyle>
          <a:p>
            <a:endParaRPr lang="en-US"/>
          </a:p>
        </p:txBody>
      </p:sp>
      <p:sp>
        <p:nvSpPr>
          <p:cNvPr id="23" name="Picture Placeholder 22">
            <a:extLst>
              <a:ext uri="{FF2B5EF4-FFF2-40B4-BE49-F238E27FC236}">
                <a16:creationId xmlns:a16="http://schemas.microsoft.com/office/drawing/2014/main" id="{0A1AA56A-4341-4938-9A18-9B4699C88FDC}"/>
              </a:ext>
            </a:extLst>
          </p:cNvPr>
          <p:cNvSpPr>
            <a:spLocks noGrp="1"/>
          </p:cNvSpPr>
          <p:nvPr>
            <p:ph type="pic" sz="quarter" idx="15"/>
          </p:nvPr>
        </p:nvSpPr>
        <p:spPr>
          <a:xfrm>
            <a:off x="6664516" y="933450"/>
            <a:ext cx="1438088" cy="1571625"/>
          </a:xfrm>
          <a:custGeom>
            <a:avLst/>
            <a:gdLst>
              <a:gd name="connsiteX0" fmla="*/ 0 w 2876550"/>
              <a:gd name="connsiteY0" fmla="*/ 0 h 3143250"/>
              <a:gd name="connsiteX1" fmla="*/ 2876550 w 2876550"/>
              <a:gd name="connsiteY1" fmla="*/ 0 h 3143250"/>
              <a:gd name="connsiteX2" fmla="*/ 2876550 w 2876550"/>
              <a:gd name="connsiteY2" fmla="*/ 3143250 h 3143250"/>
              <a:gd name="connsiteX3" fmla="*/ 0 w 2876550"/>
              <a:gd name="connsiteY3" fmla="*/ 3143250 h 3143250"/>
            </a:gdLst>
            <a:ahLst/>
            <a:cxnLst>
              <a:cxn ang="0">
                <a:pos x="connsiteX0" y="connsiteY0"/>
              </a:cxn>
              <a:cxn ang="0">
                <a:pos x="connsiteX1" y="connsiteY1"/>
              </a:cxn>
              <a:cxn ang="0">
                <a:pos x="connsiteX2" y="connsiteY2"/>
              </a:cxn>
              <a:cxn ang="0">
                <a:pos x="connsiteX3" y="connsiteY3"/>
              </a:cxn>
            </a:cxnLst>
            <a:rect l="l" t="t" r="r" b="b"/>
            <a:pathLst>
              <a:path w="2876550" h="3143250">
                <a:moveTo>
                  <a:pt x="0" y="0"/>
                </a:moveTo>
                <a:lnTo>
                  <a:pt x="2876550" y="0"/>
                </a:lnTo>
                <a:lnTo>
                  <a:pt x="2876550" y="3143250"/>
                </a:lnTo>
                <a:lnTo>
                  <a:pt x="0" y="3143250"/>
                </a:lnTo>
                <a:close/>
              </a:path>
            </a:pathLst>
          </a:custGeom>
          <a:pattFill prst="pct60">
            <a:fgClr>
              <a:schemeClr val="bg1"/>
            </a:fgClr>
            <a:bgClr>
              <a:schemeClr val="bg1">
                <a:lumMod val="85000"/>
              </a:schemeClr>
            </a:bgClr>
          </a:pattFill>
          <a:effectLst>
            <a:outerShdw blurRad="660400" dist="190500" dir="5400000" algn="t" rotWithShape="0">
              <a:schemeClr val="accent1">
                <a:alpha val="40000"/>
              </a:schemeClr>
            </a:outerShdw>
          </a:effectLst>
        </p:spPr>
        <p:txBody>
          <a:bodyPr wrap="square" anchor="ctr">
            <a:noAutofit/>
          </a:bodyPr>
          <a:lstStyle>
            <a:lvl1pPr marL="0" indent="0" algn="ctr">
              <a:buFontTx/>
              <a:buNone/>
              <a:defRPr sz="1200"/>
            </a:lvl1pPr>
          </a:lstStyle>
          <a:p>
            <a:endParaRPr lang="en-US"/>
          </a:p>
        </p:txBody>
      </p:sp>
      <p:sp>
        <p:nvSpPr>
          <p:cNvPr id="24" name="Picture Placeholder 23">
            <a:extLst>
              <a:ext uri="{FF2B5EF4-FFF2-40B4-BE49-F238E27FC236}">
                <a16:creationId xmlns:a16="http://schemas.microsoft.com/office/drawing/2014/main" id="{DAF6D4B1-9881-4261-92C1-B717CE6B512B}"/>
              </a:ext>
            </a:extLst>
          </p:cNvPr>
          <p:cNvSpPr>
            <a:spLocks noGrp="1"/>
          </p:cNvSpPr>
          <p:nvPr>
            <p:ph type="pic" sz="quarter" idx="16"/>
          </p:nvPr>
        </p:nvSpPr>
        <p:spPr>
          <a:xfrm>
            <a:off x="9239635" y="933450"/>
            <a:ext cx="1438088" cy="1571625"/>
          </a:xfrm>
          <a:custGeom>
            <a:avLst/>
            <a:gdLst>
              <a:gd name="connsiteX0" fmla="*/ 0 w 2876550"/>
              <a:gd name="connsiteY0" fmla="*/ 0 h 3143250"/>
              <a:gd name="connsiteX1" fmla="*/ 2876550 w 2876550"/>
              <a:gd name="connsiteY1" fmla="*/ 0 h 3143250"/>
              <a:gd name="connsiteX2" fmla="*/ 2876550 w 2876550"/>
              <a:gd name="connsiteY2" fmla="*/ 3143250 h 3143250"/>
              <a:gd name="connsiteX3" fmla="*/ 0 w 2876550"/>
              <a:gd name="connsiteY3" fmla="*/ 3143250 h 3143250"/>
            </a:gdLst>
            <a:ahLst/>
            <a:cxnLst>
              <a:cxn ang="0">
                <a:pos x="connsiteX0" y="connsiteY0"/>
              </a:cxn>
              <a:cxn ang="0">
                <a:pos x="connsiteX1" y="connsiteY1"/>
              </a:cxn>
              <a:cxn ang="0">
                <a:pos x="connsiteX2" y="connsiteY2"/>
              </a:cxn>
              <a:cxn ang="0">
                <a:pos x="connsiteX3" y="connsiteY3"/>
              </a:cxn>
            </a:cxnLst>
            <a:rect l="l" t="t" r="r" b="b"/>
            <a:pathLst>
              <a:path w="2876550" h="3143250">
                <a:moveTo>
                  <a:pt x="0" y="0"/>
                </a:moveTo>
                <a:lnTo>
                  <a:pt x="2876550" y="0"/>
                </a:lnTo>
                <a:lnTo>
                  <a:pt x="2876550" y="3143250"/>
                </a:lnTo>
                <a:lnTo>
                  <a:pt x="0" y="3143250"/>
                </a:lnTo>
                <a:close/>
              </a:path>
            </a:pathLst>
          </a:custGeom>
          <a:pattFill prst="pct60">
            <a:fgClr>
              <a:schemeClr val="bg1"/>
            </a:fgClr>
            <a:bgClr>
              <a:schemeClr val="bg1">
                <a:lumMod val="85000"/>
              </a:schemeClr>
            </a:bgClr>
          </a:pattFill>
          <a:effectLst>
            <a:outerShdw blurRad="660400" dist="190500" dir="5400000" algn="t" rotWithShape="0">
              <a:schemeClr val="accent1">
                <a:alpha val="40000"/>
              </a:schemeClr>
            </a:outerShdw>
          </a:effectLst>
        </p:spPr>
        <p:txBody>
          <a:bodyPr wrap="square" anchor="ctr">
            <a:noAutofit/>
          </a:bodyPr>
          <a:lstStyle>
            <a:lvl1pPr marL="0" indent="0" algn="ctr">
              <a:buFontTx/>
              <a:buNone/>
              <a:defRPr sz="1200"/>
            </a:lvl1pPr>
          </a:lstStyle>
          <a:p>
            <a:endParaRPr lang="en-US"/>
          </a:p>
        </p:txBody>
      </p:sp>
      <p:sp>
        <p:nvSpPr>
          <p:cNvPr id="25" name="Picture Placeholder 24">
            <a:extLst>
              <a:ext uri="{FF2B5EF4-FFF2-40B4-BE49-F238E27FC236}">
                <a16:creationId xmlns:a16="http://schemas.microsoft.com/office/drawing/2014/main" id="{4E6DD8C9-03BB-49E3-A9B8-A0EFEABFBD22}"/>
              </a:ext>
            </a:extLst>
          </p:cNvPr>
          <p:cNvSpPr>
            <a:spLocks noGrp="1"/>
          </p:cNvSpPr>
          <p:nvPr>
            <p:ph type="pic" sz="quarter" idx="17"/>
          </p:nvPr>
        </p:nvSpPr>
        <p:spPr>
          <a:xfrm>
            <a:off x="1514278" y="3714750"/>
            <a:ext cx="1438088" cy="1571625"/>
          </a:xfrm>
          <a:custGeom>
            <a:avLst/>
            <a:gdLst>
              <a:gd name="connsiteX0" fmla="*/ 0 w 2876550"/>
              <a:gd name="connsiteY0" fmla="*/ 0 h 3143250"/>
              <a:gd name="connsiteX1" fmla="*/ 2876550 w 2876550"/>
              <a:gd name="connsiteY1" fmla="*/ 0 h 3143250"/>
              <a:gd name="connsiteX2" fmla="*/ 2876550 w 2876550"/>
              <a:gd name="connsiteY2" fmla="*/ 3143250 h 3143250"/>
              <a:gd name="connsiteX3" fmla="*/ 0 w 2876550"/>
              <a:gd name="connsiteY3" fmla="*/ 3143250 h 3143250"/>
            </a:gdLst>
            <a:ahLst/>
            <a:cxnLst>
              <a:cxn ang="0">
                <a:pos x="connsiteX0" y="connsiteY0"/>
              </a:cxn>
              <a:cxn ang="0">
                <a:pos x="connsiteX1" y="connsiteY1"/>
              </a:cxn>
              <a:cxn ang="0">
                <a:pos x="connsiteX2" y="connsiteY2"/>
              </a:cxn>
              <a:cxn ang="0">
                <a:pos x="connsiteX3" y="connsiteY3"/>
              </a:cxn>
            </a:cxnLst>
            <a:rect l="l" t="t" r="r" b="b"/>
            <a:pathLst>
              <a:path w="2876550" h="3143250">
                <a:moveTo>
                  <a:pt x="0" y="0"/>
                </a:moveTo>
                <a:lnTo>
                  <a:pt x="2876550" y="0"/>
                </a:lnTo>
                <a:lnTo>
                  <a:pt x="2876550" y="3143250"/>
                </a:lnTo>
                <a:lnTo>
                  <a:pt x="0" y="3143250"/>
                </a:lnTo>
                <a:close/>
              </a:path>
            </a:pathLst>
          </a:custGeom>
          <a:pattFill prst="pct60">
            <a:fgClr>
              <a:schemeClr val="bg1"/>
            </a:fgClr>
            <a:bgClr>
              <a:schemeClr val="bg1">
                <a:lumMod val="85000"/>
              </a:schemeClr>
            </a:bgClr>
          </a:pattFill>
          <a:effectLst>
            <a:outerShdw blurRad="660400" dist="190500" dir="5400000" algn="t" rotWithShape="0">
              <a:schemeClr val="accent1">
                <a:alpha val="40000"/>
              </a:schemeClr>
            </a:outerShdw>
          </a:effectLst>
        </p:spPr>
        <p:txBody>
          <a:bodyPr wrap="square" anchor="ctr">
            <a:noAutofit/>
          </a:bodyPr>
          <a:lstStyle>
            <a:lvl1pPr marL="0" indent="0" algn="ctr">
              <a:buFontTx/>
              <a:buNone/>
              <a:defRPr sz="1200"/>
            </a:lvl1pPr>
          </a:lstStyle>
          <a:p>
            <a:endParaRPr lang="en-US"/>
          </a:p>
        </p:txBody>
      </p:sp>
      <p:sp>
        <p:nvSpPr>
          <p:cNvPr id="26" name="Picture Placeholder 25">
            <a:extLst>
              <a:ext uri="{FF2B5EF4-FFF2-40B4-BE49-F238E27FC236}">
                <a16:creationId xmlns:a16="http://schemas.microsoft.com/office/drawing/2014/main" id="{DFAB2594-68AE-46A3-9D9A-148C9A705C00}"/>
              </a:ext>
            </a:extLst>
          </p:cNvPr>
          <p:cNvSpPr>
            <a:spLocks noGrp="1"/>
          </p:cNvSpPr>
          <p:nvPr>
            <p:ph type="pic" sz="quarter" idx="18"/>
          </p:nvPr>
        </p:nvSpPr>
        <p:spPr>
          <a:xfrm>
            <a:off x="4089397" y="3714750"/>
            <a:ext cx="1438088" cy="1571625"/>
          </a:xfrm>
          <a:custGeom>
            <a:avLst/>
            <a:gdLst>
              <a:gd name="connsiteX0" fmla="*/ 0 w 2876550"/>
              <a:gd name="connsiteY0" fmla="*/ 0 h 3143250"/>
              <a:gd name="connsiteX1" fmla="*/ 2876550 w 2876550"/>
              <a:gd name="connsiteY1" fmla="*/ 0 h 3143250"/>
              <a:gd name="connsiteX2" fmla="*/ 2876550 w 2876550"/>
              <a:gd name="connsiteY2" fmla="*/ 3143250 h 3143250"/>
              <a:gd name="connsiteX3" fmla="*/ 0 w 2876550"/>
              <a:gd name="connsiteY3" fmla="*/ 3143250 h 3143250"/>
            </a:gdLst>
            <a:ahLst/>
            <a:cxnLst>
              <a:cxn ang="0">
                <a:pos x="connsiteX0" y="connsiteY0"/>
              </a:cxn>
              <a:cxn ang="0">
                <a:pos x="connsiteX1" y="connsiteY1"/>
              </a:cxn>
              <a:cxn ang="0">
                <a:pos x="connsiteX2" y="connsiteY2"/>
              </a:cxn>
              <a:cxn ang="0">
                <a:pos x="connsiteX3" y="connsiteY3"/>
              </a:cxn>
            </a:cxnLst>
            <a:rect l="l" t="t" r="r" b="b"/>
            <a:pathLst>
              <a:path w="2876550" h="3143250">
                <a:moveTo>
                  <a:pt x="0" y="0"/>
                </a:moveTo>
                <a:lnTo>
                  <a:pt x="2876550" y="0"/>
                </a:lnTo>
                <a:lnTo>
                  <a:pt x="2876550" y="3143250"/>
                </a:lnTo>
                <a:lnTo>
                  <a:pt x="0" y="3143250"/>
                </a:lnTo>
                <a:close/>
              </a:path>
            </a:pathLst>
          </a:custGeom>
          <a:pattFill prst="pct60">
            <a:fgClr>
              <a:schemeClr val="bg1"/>
            </a:fgClr>
            <a:bgClr>
              <a:schemeClr val="bg1">
                <a:lumMod val="85000"/>
              </a:schemeClr>
            </a:bgClr>
          </a:pattFill>
          <a:effectLst>
            <a:outerShdw blurRad="660400" dist="190500" dir="5400000" algn="t" rotWithShape="0">
              <a:schemeClr val="accent1">
                <a:alpha val="40000"/>
              </a:schemeClr>
            </a:outerShdw>
          </a:effectLst>
        </p:spPr>
        <p:txBody>
          <a:bodyPr wrap="square" anchor="ctr">
            <a:noAutofit/>
          </a:bodyPr>
          <a:lstStyle>
            <a:lvl1pPr marL="0" indent="0" algn="ctr">
              <a:buFontTx/>
              <a:buNone/>
              <a:defRPr sz="1200"/>
            </a:lvl1pPr>
          </a:lstStyle>
          <a:p>
            <a:endParaRPr lang="en-US"/>
          </a:p>
        </p:txBody>
      </p:sp>
      <p:sp>
        <p:nvSpPr>
          <p:cNvPr id="27" name="Picture Placeholder 26">
            <a:extLst>
              <a:ext uri="{FF2B5EF4-FFF2-40B4-BE49-F238E27FC236}">
                <a16:creationId xmlns:a16="http://schemas.microsoft.com/office/drawing/2014/main" id="{5DF9FA7A-DB60-4682-8CAB-2AC84C80FAD2}"/>
              </a:ext>
            </a:extLst>
          </p:cNvPr>
          <p:cNvSpPr>
            <a:spLocks noGrp="1"/>
          </p:cNvSpPr>
          <p:nvPr>
            <p:ph type="pic" sz="quarter" idx="19"/>
          </p:nvPr>
        </p:nvSpPr>
        <p:spPr>
          <a:xfrm>
            <a:off x="6664516" y="3714750"/>
            <a:ext cx="1438088" cy="1571625"/>
          </a:xfrm>
          <a:custGeom>
            <a:avLst/>
            <a:gdLst>
              <a:gd name="connsiteX0" fmla="*/ 0 w 2876550"/>
              <a:gd name="connsiteY0" fmla="*/ 0 h 3143250"/>
              <a:gd name="connsiteX1" fmla="*/ 2876550 w 2876550"/>
              <a:gd name="connsiteY1" fmla="*/ 0 h 3143250"/>
              <a:gd name="connsiteX2" fmla="*/ 2876550 w 2876550"/>
              <a:gd name="connsiteY2" fmla="*/ 3143250 h 3143250"/>
              <a:gd name="connsiteX3" fmla="*/ 0 w 2876550"/>
              <a:gd name="connsiteY3" fmla="*/ 3143250 h 3143250"/>
            </a:gdLst>
            <a:ahLst/>
            <a:cxnLst>
              <a:cxn ang="0">
                <a:pos x="connsiteX0" y="connsiteY0"/>
              </a:cxn>
              <a:cxn ang="0">
                <a:pos x="connsiteX1" y="connsiteY1"/>
              </a:cxn>
              <a:cxn ang="0">
                <a:pos x="connsiteX2" y="connsiteY2"/>
              </a:cxn>
              <a:cxn ang="0">
                <a:pos x="connsiteX3" y="connsiteY3"/>
              </a:cxn>
            </a:cxnLst>
            <a:rect l="l" t="t" r="r" b="b"/>
            <a:pathLst>
              <a:path w="2876550" h="3143250">
                <a:moveTo>
                  <a:pt x="0" y="0"/>
                </a:moveTo>
                <a:lnTo>
                  <a:pt x="2876550" y="0"/>
                </a:lnTo>
                <a:lnTo>
                  <a:pt x="2876550" y="3143250"/>
                </a:lnTo>
                <a:lnTo>
                  <a:pt x="0" y="3143250"/>
                </a:lnTo>
                <a:close/>
              </a:path>
            </a:pathLst>
          </a:custGeom>
          <a:pattFill prst="pct60">
            <a:fgClr>
              <a:schemeClr val="bg1"/>
            </a:fgClr>
            <a:bgClr>
              <a:schemeClr val="bg1">
                <a:lumMod val="85000"/>
              </a:schemeClr>
            </a:bgClr>
          </a:pattFill>
          <a:effectLst>
            <a:outerShdw blurRad="660400" dist="190500" dir="5400000" algn="t" rotWithShape="0">
              <a:schemeClr val="accent1">
                <a:alpha val="40000"/>
              </a:schemeClr>
            </a:outerShdw>
          </a:effectLst>
        </p:spPr>
        <p:txBody>
          <a:bodyPr wrap="square" anchor="ctr">
            <a:noAutofit/>
          </a:bodyPr>
          <a:lstStyle>
            <a:lvl1pPr marL="0" indent="0" algn="ctr">
              <a:buFontTx/>
              <a:buNone/>
              <a:defRPr sz="1200"/>
            </a:lvl1pPr>
          </a:lstStyle>
          <a:p>
            <a:endParaRPr lang="en-US"/>
          </a:p>
        </p:txBody>
      </p:sp>
      <p:sp>
        <p:nvSpPr>
          <p:cNvPr id="28" name="Picture Placeholder 27">
            <a:extLst>
              <a:ext uri="{FF2B5EF4-FFF2-40B4-BE49-F238E27FC236}">
                <a16:creationId xmlns:a16="http://schemas.microsoft.com/office/drawing/2014/main" id="{16669351-C444-4EC3-976D-DAFD767ED96C}"/>
              </a:ext>
            </a:extLst>
          </p:cNvPr>
          <p:cNvSpPr>
            <a:spLocks noGrp="1"/>
          </p:cNvSpPr>
          <p:nvPr>
            <p:ph type="pic" sz="quarter" idx="20"/>
          </p:nvPr>
        </p:nvSpPr>
        <p:spPr>
          <a:xfrm>
            <a:off x="9239635" y="3714750"/>
            <a:ext cx="1438088" cy="1571625"/>
          </a:xfrm>
          <a:custGeom>
            <a:avLst/>
            <a:gdLst>
              <a:gd name="connsiteX0" fmla="*/ 0 w 2876550"/>
              <a:gd name="connsiteY0" fmla="*/ 0 h 3143250"/>
              <a:gd name="connsiteX1" fmla="*/ 2876550 w 2876550"/>
              <a:gd name="connsiteY1" fmla="*/ 0 h 3143250"/>
              <a:gd name="connsiteX2" fmla="*/ 2876550 w 2876550"/>
              <a:gd name="connsiteY2" fmla="*/ 3143250 h 3143250"/>
              <a:gd name="connsiteX3" fmla="*/ 0 w 2876550"/>
              <a:gd name="connsiteY3" fmla="*/ 3143250 h 3143250"/>
            </a:gdLst>
            <a:ahLst/>
            <a:cxnLst>
              <a:cxn ang="0">
                <a:pos x="connsiteX0" y="connsiteY0"/>
              </a:cxn>
              <a:cxn ang="0">
                <a:pos x="connsiteX1" y="connsiteY1"/>
              </a:cxn>
              <a:cxn ang="0">
                <a:pos x="connsiteX2" y="connsiteY2"/>
              </a:cxn>
              <a:cxn ang="0">
                <a:pos x="connsiteX3" y="connsiteY3"/>
              </a:cxn>
            </a:cxnLst>
            <a:rect l="l" t="t" r="r" b="b"/>
            <a:pathLst>
              <a:path w="2876550" h="3143250">
                <a:moveTo>
                  <a:pt x="0" y="0"/>
                </a:moveTo>
                <a:lnTo>
                  <a:pt x="2876550" y="0"/>
                </a:lnTo>
                <a:lnTo>
                  <a:pt x="2876550" y="3143250"/>
                </a:lnTo>
                <a:lnTo>
                  <a:pt x="0" y="3143250"/>
                </a:lnTo>
                <a:close/>
              </a:path>
            </a:pathLst>
          </a:custGeom>
          <a:pattFill prst="pct60">
            <a:fgClr>
              <a:schemeClr val="bg1"/>
            </a:fgClr>
            <a:bgClr>
              <a:schemeClr val="bg1">
                <a:lumMod val="85000"/>
              </a:schemeClr>
            </a:bgClr>
          </a:pattFill>
          <a:effectLst>
            <a:outerShdw blurRad="660400" dist="190500" dir="5400000" algn="t" rotWithShape="0">
              <a:schemeClr val="accent1">
                <a:alpha val="40000"/>
              </a:schemeClr>
            </a:outerShdw>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815533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1000" fill="hold"/>
                                        <p:tgtEl>
                                          <p:spTgt spid="21"/>
                                        </p:tgtEl>
                                        <p:attrNameLst>
                                          <p:attrName>ppt_x</p:attrName>
                                        </p:attrNameLst>
                                      </p:cBhvr>
                                      <p:tavLst>
                                        <p:tav tm="0">
                                          <p:val>
                                            <p:strVal val="1+#ppt_w/2"/>
                                          </p:val>
                                        </p:tav>
                                        <p:tav tm="100000">
                                          <p:val>
                                            <p:strVal val="#ppt_x"/>
                                          </p:val>
                                        </p:tav>
                                      </p:tavLst>
                                    </p:anim>
                                    <p:anim calcmode="lin" valueType="num">
                                      <p:cBhvr additive="base">
                                        <p:cTn id="8" dur="10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0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1000" fill="hold"/>
                                        <p:tgtEl>
                                          <p:spTgt spid="22"/>
                                        </p:tgtEl>
                                        <p:attrNameLst>
                                          <p:attrName>ppt_x</p:attrName>
                                        </p:attrNameLst>
                                      </p:cBhvr>
                                      <p:tavLst>
                                        <p:tav tm="0">
                                          <p:val>
                                            <p:strVal val="1+#ppt_w/2"/>
                                          </p:val>
                                        </p:tav>
                                        <p:tav tm="100000">
                                          <p:val>
                                            <p:strVal val="#ppt_x"/>
                                          </p:val>
                                        </p:tav>
                                      </p:tavLst>
                                    </p:anim>
                                    <p:anim calcmode="lin" valueType="num">
                                      <p:cBhvr additive="base">
                                        <p:cTn id="12" dur="1000" fill="hold"/>
                                        <p:tgtEl>
                                          <p:spTgt spid="22"/>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20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1000" fill="hold"/>
                                        <p:tgtEl>
                                          <p:spTgt spid="23"/>
                                        </p:tgtEl>
                                        <p:attrNameLst>
                                          <p:attrName>ppt_x</p:attrName>
                                        </p:attrNameLst>
                                      </p:cBhvr>
                                      <p:tavLst>
                                        <p:tav tm="0">
                                          <p:val>
                                            <p:strVal val="1+#ppt_w/2"/>
                                          </p:val>
                                        </p:tav>
                                        <p:tav tm="100000">
                                          <p:val>
                                            <p:strVal val="#ppt_x"/>
                                          </p:val>
                                        </p:tav>
                                      </p:tavLst>
                                    </p:anim>
                                    <p:anim calcmode="lin" valueType="num">
                                      <p:cBhvr additive="base">
                                        <p:cTn id="16" dur="1000" fill="hold"/>
                                        <p:tgtEl>
                                          <p:spTgt spid="23"/>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30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1000" fill="hold"/>
                                        <p:tgtEl>
                                          <p:spTgt spid="24"/>
                                        </p:tgtEl>
                                        <p:attrNameLst>
                                          <p:attrName>ppt_x</p:attrName>
                                        </p:attrNameLst>
                                      </p:cBhvr>
                                      <p:tavLst>
                                        <p:tav tm="0">
                                          <p:val>
                                            <p:strVal val="1+#ppt_w/2"/>
                                          </p:val>
                                        </p:tav>
                                        <p:tav tm="100000">
                                          <p:val>
                                            <p:strVal val="#ppt_x"/>
                                          </p:val>
                                        </p:tav>
                                      </p:tavLst>
                                    </p:anim>
                                    <p:anim calcmode="lin" valueType="num">
                                      <p:cBhvr additive="base">
                                        <p:cTn id="20" dur="1000" fill="hold"/>
                                        <p:tgtEl>
                                          <p:spTgt spid="24"/>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400"/>
                                  </p:stCondLst>
                                  <p:childTnLst>
                                    <p:set>
                                      <p:cBhvr>
                                        <p:cTn id="22" dur="1" fill="hold">
                                          <p:stCondLst>
                                            <p:cond delay="0"/>
                                          </p:stCondLst>
                                        </p:cTn>
                                        <p:tgtEl>
                                          <p:spTgt spid="28"/>
                                        </p:tgtEl>
                                        <p:attrNameLst>
                                          <p:attrName>style.visibility</p:attrName>
                                        </p:attrNameLst>
                                      </p:cBhvr>
                                      <p:to>
                                        <p:strVal val="visible"/>
                                      </p:to>
                                    </p:set>
                                    <p:anim calcmode="lin" valueType="num">
                                      <p:cBhvr additive="base">
                                        <p:cTn id="23" dur="1000" fill="hold"/>
                                        <p:tgtEl>
                                          <p:spTgt spid="28"/>
                                        </p:tgtEl>
                                        <p:attrNameLst>
                                          <p:attrName>ppt_x</p:attrName>
                                        </p:attrNameLst>
                                      </p:cBhvr>
                                      <p:tavLst>
                                        <p:tav tm="0">
                                          <p:val>
                                            <p:strVal val="0-#ppt_w/2"/>
                                          </p:val>
                                        </p:tav>
                                        <p:tav tm="100000">
                                          <p:val>
                                            <p:strVal val="#ppt_x"/>
                                          </p:val>
                                        </p:tav>
                                      </p:tavLst>
                                    </p:anim>
                                    <p:anim calcmode="lin" valueType="num">
                                      <p:cBhvr additive="base">
                                        <p:cTn id="24" dur="1000" fill="hold"/>
                                        <p:tgtEl>
                                          <p:spTgt spid="28"/>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p:stCondLst>
                                    <p:cond delay="500"/>
                                  </p:stCondLst>
                                  <p:childTnLst>
                                    <p:set>
                                      <p:cBhvr>
                                        <p:cTn id="26" dur="1" fill="hold">
                                          <p:stCondLst>
                                            <p:cond delay="0"/>
                                          </p:stCondLst>
                                        </p:cTn>
                                        <p:tgtEl>
                                          <p:spTgt spid="27"/>
                                        </p:tgtEl>
                                        <p:attrNameLst>
                                          <p:attrName>style.visibility</p:attrName>
                                        </p:attrNameLst>
                                      </p:cBhvr>
                                      <p:to>
                                        <p:strVal val="visible"/>
                                      </p:to>
                                    </p:set>
                                    <p:anim calcmode="lin" valueType="num">
                                      <p:cBhvr additive="base">
                                        <p:cTn id="27" dur="1000" fill="hold"/>
                                        <p:tgtEl>
                                          <p:spTgt spid="27"/>
                                        </p:tgtEl>
                                        <p:attrNameLst>
                                          <p:attrName>ppt_x</p:attrName>
                                        </p:attrNameLst>
                                      </p:cBhvr>
                                      <p:tavLst>
                                        <p:tav tm="0">
                                          <p:val>
                                            <p:strVal val="0-#ppt_w/2"/>
                                          </p:val>
                                        </p:tav>
                                        <p:tav tm="100000">
                                          <p:val>
                                            <p:strVal val="#ppt_x"/>
                                          </p:val>
                                        </p:tav>
                                      </p:tavLst>
                                    </p:anim>
                                    <p:anim calcmode="lin" valueType="num">
                                      <p:cBhvr additive="base">
                                        <p:cTn id="28" dur="1000" fill="hold"/>
                                        <p:tgtEl>
                                          <p:spTgt spid="27"/>
                                        </p:tgtEl>
                                        <p:attrNameLst>
                                          <p:attrName>ppt_y</p:attrName>
                                        </p:attrNameLst>
                                      </p:cBhvr>
                                      <p:tavLst>
                                        <p:tav tm="0">
                                          <p:val>
                                            <p:strVal val="#ppt_y"/>
                                          </p:val>
                                        </p:tav>
                                        <p:tav tm="100000">
                                          <p:val>
                                            <p:strVal val="#ppt_y"/>
                                          </p:val>
                                        </p:tav>
                                      </p:tavLst>
                                    </p:anim>
                                  </p:childTnLst>
                                </p:cTn>
                              </p:par>
                              <p:par>
                                <p:cTn id="29" presetID="2" presetClass="entr" presetSubtype="8" decel="100000" fill="hold" grpId="0" nodeType="withEffect">
                                  <p:stCondLst>
                                    <p:cond delay="600"/>
                                  </p:stCondLst>
                                  <p:childTnLst>
                                    <p:set>
                                      <p:cBhvr>
                                        <p:cTn id="30" dur="1" fill="hold">
                                          <p:stCondLst>
                                            <p:cond delay="0"/>
                                          </p:stCondLst>
                                        </p:cTn>
                                        <p:tgtEl>
                                          <p:spTgt spid="26"/>
                                        </p:tgtEl>
                                        <p:attrNameLst>
                                          <p:attrName>style.visibility</p:attrName>
                                        </p:attrNameLst>
                                      </p:cBhvr>
                                      <p:to>
                                        <p:strVal val="visible"/>
                                      </p:to>
                                    </p:set>
                                    <p:anim calcmode="lin" valueType="num">
                                      <p:cBhvr additive="base">
                                        <p:cTn id="31" dur="1000" fill="hold"/>
                                        <p:tgtEl>
                                          <p:spTgt spid="26"/>
                                        </p:tgtEl>
                                        <p:attrNameLst>
                                          <p:attrName>ppt_x</p:attrName>
                                        </p:attrNameLst>
                                      </p:cBhvr>
                                      <p:tavLst>
                                        <p:tav tm="0">
                                          <p:val>
                                            <p:strVal val="0-#ppt_w/2"/>
                                          </p:val>
                                        </p:tav>
                                        <p:tav tm="100000">
                                          <p:val>
                                            <p:strVal val="#ppt_x"/>
                                          </p:val>
                                        </p:tav>
                                      </p:tavLst>
                                    </p:anim>
                                    <p:anim calcmode="lin" valueType="num">
                                      <p:cBhvr additive="base">
                                        <p:cTn id="32" dur="1000" fill="hold"/>
                                        <p:tgtEl>
                                          <p:spTgt spid="26"/>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700"/>
                                  </p:stCondLst>
                                  <p:childTnLst>
                                    <p:set>
                                      <p:cBhvr>
                                        <p:cTn id="34" dur="1" fill="hold">
                                          <p:stCondLst>
                                            <p:cond delay="0"/>
                                          </p:stCondLst>
                                        </p:cTn>
                                        <p:tgtEl>
                                          <p:spTgt spid="25"/>
                                        </p:tgtEl>
                                        <p:attrNameLst>
                                          <p:attrName>style.visibility</p:attrName>
                                        </p:attrNameLst>
                                      </p:cBhvr>
                                      <p:to>
                                        <p:strVal val="visible"/>
                                      </p:to>
                                    </p:set>
                                    <p:anim calcmode="lin" valueType="num">
                                      <p:cBhvr additive="base">
                                        <p:cTn id="35" dur="1000" fill="hold"/>
                                        <p:tgtEl>
                                          <p:spTgt spid="25"/>
                                        </p:tgtEl>
                                        <p:attrNameLst>
                                          <p:attrName>ppt_x</p:attrName>
                                        </p:attrNameLst>
                                      </p:cBhvr>
                                      <p:tavLst>
                                        <p:tav tm="0">
                                          <p:val>
                                            <p:strVal val="0-#ppt_w/2"/>
                                          </p:val>
                                        </p:tav>
                                        <p:tav tm="100000">
                                          <p:val>
                                            <p:strVal val="#ppt_x"/>
                                          </p:val>
                                        </p:tav>
                                      </p:tavLst>
                                    </p:anim>
                                    <p:anim calcmode="lin" valueType="num">
                                      <p:cBhvr additive="base">
                                        <p:cTn id="36" dur="10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Lst>
  </p:timing>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3399DF4-D239-4B46-A59E-3F2D266B8AC5}"/>
              </a:ext>
            </a:extLst>
          </p:cNvPr>
          <p:cNvSpPr/>
          <p:nvPr userDrawn="1"/>
        </p:nvSpPr>
        <p:spPr>
          <a:xfrm>
            <a:off x="781742" y="647700"/>
            <a:ext cx="10628516" cy="5524500"/>
          </a:xfrm>
          <a:prstGeom prst="rect">
            <a:avLst/>
          </a:prstGeom>
          <a:solidFill>
            <a:schemeClr val="accent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Picture Placeholder 11">
            <a:extLst>
              <a:ext uri="{FF2B5EF4-FFF2-40B4-BE49-F238E27FC236}">
                <a16:creationId xmlns:a16="http://schemas.microsoft.com/office/drawing/2014/main" id="{CBD3B56C-6673-4097-B43C-40AB7C20EEC2}"/>
              </a:ext>
            </a:extLst>
          </p:cNvPr>
          <p:cNvSpPr>
            <a:spLocks noGrp="1"/>
          </p:cNvSpPr>
          <p:nvPr>
            <p:ph type="pic" sz="quarter" idx="13"/>
          </p:nvPr>
        </p:nvSpPr>
        <p:spPr>
          <a:xfrm>
            <a:off x="3457125" y="1193177"/>
            <a:ext cx="2474760" cy="2071688"/>
          </a:xfrm>
          <a:custGeom>
            <a:avLst/>
            <a:gdLst>
              <a:gd name="connsiteX0" fmla="*/ 0 w 4950165"/>
              <a:gd name="connsiteY0" fmla="*/ 0 h 4143375"/>
              <a:gd name="connsiteX1" fmla="*/ 4950165 w 4950165"/>
              <a:gd name="connsiteY1" fmla="*/ 0 h 4143375"/>
              <a:gd name="connsiteX2" fmla="*/ 4950165 w 4950165"/>
              <a:gd name="connsiteY2" fmla="*/ 4143375 h 4143375"/>
              <a:gd name="connsiteX3" fmla="*/ 0 w 4950165"/>
              <a:gd name="connsiteY3" fmla="*/ 4143375 h 4143375"/>
            </a:gdLst>
            <a:ahLst/>
            <a:cxnLst>
              <a:cxn ang="0">
                <a:pos x="connsiteX0" y="connsiteY0"/>
              </a:cxn>
              <a:cxn ang="0">
                <a:pos x="connsiteX1" y="connsiteY1"/>
              </a:cxn>
              <a:cxn ang="0">
                <a:pos x="connsiteX2" y="connsiteY2"/>
              </a:cxn>
              <a:cxn ang="0">
                <a:pos x="connsiteX3" y="connsiteY3"/>
              </a:cxn>
            </a:cxnLst>
            <a:rect l="l" t="t" r="r" b="b"/>
            <a:pathLst>
              <a:path w="4950165" h="4143375">
                <a:moveTo>
                  <a:pt x="0" y="0"/>
                </a:moveTo>
                <a:lnTo>
                  <a:pt x="4950165" y="0"/>
                </a:lnTo>
                <a:lnTo>
                  <a:pt x="4950165" y="4143375"/>
                </a:lnTo>
                <a:lnTo>
                  <a:pt x="0" y="4143375"/>
                </a:lnTo>
                <a:close/>
              </a:path>
            </a:pathLst>
          </a:custGeom>
          <a:pattFill prst="pct60">
            <a:fgClr>
              <a:schemeClr val="bg1"/>
            </a:fgClr>
            <a:bgClr>
              <a:schemeClr val="bg1">
                <a:lumMod val="85000"/>
              </a:schemeClr>
            </a:bgClr>
          </a:pattFill>
          <a:effectLst>
            <a:outerShdw blurRad="660400" dist="190500" dir="5400000" algn="t" rotWithShape="0">
              <a:schemeClr val="accent1">
                <a:alpha val="40000"/>
              </a:schemeClr>
            </a:outerShdw>
          </a:effectLst>
        </p:spPr>
        <p:txBody>
          <a:bodyPr wrap="square" anchor="ctr">
            <a:noAutofit/>
          </a:bodyPr>
          <a:lstStyle>
            <a:lvl1pPr marL="0" indent="0" algn="ctr">
              <a:buFontTx/>
              <a:buNone/>
              <a:defRPr sz="1200"/>
            </a:lvl1pPr>
          </a:lstStyle>
          <a:p>
            <a:endParaRPr lang="en-US"/>
          </a:p>
        </p:txBody>
      </p:sp>
      <p:sp>
        <p:nvSpPr>
          <p:cNvPr id="13" name="Picture Placeholder 12">
            <a:extLst>
              <a:ext uri="{FF2B5EF4-FFF2-40B4-BE49-F238E27FC236}">
                <a16:creationId xmlns:a16="http://schemas.microsoft.com/office/drawing/2014/main" id="{84AD6E42-B8ED-45FE-80BA-270BE28BE3EB}"/>
              </a:ext>
            </a:extLst>
          </p:cNvPr>
          <p:cNvSpPr>
            <a:spLocks noGrp="1"/>
          </p:cNvSpPr>
          <p:nvPr>
            <p:ph type="pic" sz="quarter" idx="14"/>
          </p:nvPr>
        </p:nvSpPr>
        <p:spPr>
          <a:xfrm>
            <a:off x="6260114" y="1193177"/>
            <a:ext cx="2474760" cy="2071688"/>
          </a:xfrm>
          <a:custGeom>
            <a:avLst/>
            <a:gdLst>
              <a:gd name="connsiteX0" fmla="*/ 0 w 4950164"/>
              <a:gd name="connsiteY0" fmla="*/ 0 h 4143375"/>
              <a:gd name="connsiteX1" fmla="*/ 4950164 w 4950164"/>
              <a:gd name="connsiteY1" fmla="*/ 0 h 4143375"/>
              <a:gd name="connsiteX2" fmla="*/ 4950164 w 4950164"/>
              <a:gd name="connsiteY2" fmla="*/ 4143375 h 4143375"/>
              <a:gd name="connsiteX3" fmla="*/ 0 w 4950164"/>
              <a:gd name="connsiteY3" fmla="*/ 4143375 h 4143375"/>
            </a:gdLst>
            <a:ahLst/>
            <a:cxnLst>
              <a:cxn ang="0">
                <a:pos x="connsiteX0" y="connsiteY0"/>
              </a:cxn>
              <a:cxn ang="0">
                <a:pos x="connsiteX1" y="connsiteY1"/>
              </a:cxn>
              <a:cxn ang="0">
                <a:pos x="connsiteX2" y="connsiteY2"/>
              </a:cxn>
              <a:cxn ang="0">
                <a:pos x="connsiteX3" y="connsiteY3"/>
              </a:cxn>
            </a:cxnLst>
            <a:rect l="l" t="t" r="r" b="b"/>
            <a:pathLst>
              <a:path w="4950164" h="4143375">
                <a:moveTo>
                  <a:pt x="0" y="0"/>
                </a:moveTo>
                <a:lnTo>
                  <a:pt x="4950164" y="0"/>
                </a:lnTo>
                <a:lnTo>
                  <a:pt x="4950164" y="4143375"/>
                </a:lnTo>
                <a:lnTo>
                  <a:pt x="0" y="4143375"/>
                </a:lnTo>
                <a:close/>
              </a:path>
            </a:pathLst>
          </a:custGeom>
          <a:pattFill prst="pct60">
            <a:fgClr>
              <a:schemeClr val="bg1"/>
            </a:fgClr>
            <a:bgClr>
              <a:schemeClr val="bg1">
                <a:lumMod val="85000"/>
              </a:schemeClr>
            </a:bgClr>
          </a:pattFill>
          <a:effectLst>
            <a:outerShdw blurRad="660400" dist="190500" dir="5400000" algn="t" rotWithShape="0">
              <a:schemeClr val="accent1">
                <a:alpha val="40000"/>
              </a:schemeClr>
            </a:outerShdw>
          </a:effectLst>
        </p:spPr>
        <p:txBody>
          <a:bodyPr wrap="square" anchor="ctr">
            <a:noAutofit/>
          </a:bodyPr>
          <a:lstStyle>
            <a:lvl1pPr marL="0" indent="0" algn="ctr">
              <a:buFontTx/>
              <a:buNone/>
              <a:defRPr sz="1200"/>
            </a:lvl1pPr>
          </a:lstStyle>
          <a:p>
            <a:endParaRPr lang="en-US"/>
          </a:p>
        </p:txBody>
      </p:sp>
      <p:sp>
        <p:nvSpPr>
          <p:cNvPr id="14" name="Picture Placeholder 13">
            <a:extLst>
              <a:ext uri="{FF2B5EF4-FFF2-40B4-BE49-F238E27FC236}">
                <a16:creationId xmlns:a16="http://schemas.microsoft.com/office/drawing/2014/main" id="{BB2CF020-4972-4FDF-8E27-E1B874D0649C}"/>
              </a:ext>
            </a:extLst>
          </p:cNvPr>
          <p:cNvSpPr>
            <a:spLocks noGrp="1"/>
          </p:cNvSpPr>
          <p:nvPr>
            <p:ph type="pic" sz="quarter" idx="15"/>
          </p:nvPr>
        </p:nvSpPr>
        <p:spPr>
          <a:xfrm>
            <a:off x="3457125" y="3593137"/>
            <a:ext cx="2474760" cy="2071688"/>
          </a:xfrm>
          <a:custGeom>
            <a:avLst/>
            <a:gdLst>
              <a:gd name="connsiteX0" fmla="*/ 0 w 4950165"/>
              <a:gd name="connsiteY0" fmla="*/ 0 h 4143375"/>
              <a:gd name="connsiteX1" fmla="*/ 4950165 w 4950165"/>
              <a:gd name="connsiteY1" fmla="*/ 0 h 4143375"/>
              <a:gd name="connsiteX2" fmla="*/ 4950165 w 4950165"/>
              <a:gd name="connsiteY2" fmla="*/ 4143375 h 4143375"/>
              <a:gd name="connsiteX3" fmla="*/ 0 w 4950165"/>
              <a:gd name="connsiteY3" fmla="*/ 4143375 h 4143375"/>
            </a:gdLst>
            <a:ahLst/>
            <a:cxnLst>
              <a:cxn ang="0">
                <a:pos x="connsiteX0" y="connsiteY0"/>
              </a:cxn>
              <a:cxn ang="0">
                <a:pos x="connsiteX1" y="connsiteY1"/>
              </a:cxn>
              <a:cxn ang="0">
                <a:pos x="connsiteX2" y="connsiteY2"/>
              </a:cxn>
              <a:cxn ang="0">
                <a:pos x="connsiteX3" y="connsiteY3"/>
              </a:cxn>
            </a:cxnLst>
            <a:rect l="l" t="t" r="r" b="b"/>
            <a:pathLst>
              <a:path w="4950165" h="4143375">
                <a:moveTo>
                  <a:pt x="0" y="0"/>
                </a:moveTo>
                <a:lnTo>
                  <a:pt x="4950165" y="0"/>
                </a:lnTo>
                <a:lnTo>
                  <a:pt x="4950165" y="4143375"/>
                </a:lnTo>
                <a:lnTo>
                  <a:pt x="0" y="4143375"/>
                </a:lnTo>
                <a:close/>
              </a:path>
            </a:pathLst>
          </a:custGeom>
          <a:pattFill prst="pct60">
            <a:fgClr>
              <a:schemeClr val="bg1"/>
            </a:fgClr>
            <a:bgClr>
              <a:schemeClr val="bg1">
                <a:lumMod val="85000"/>
              </a:schemeClr>
            </a:bgClr>
          </a:pattFill>
          <a:effectLst>
            <a:outerShdw blurRad="660400" dist="190500" dir="5400000" algn="t" rotWithShape="0">
              <a:schemeClr val="accent1">
                <a:alpha val="40000"/>
              </a:schemeClr>
            </a:outerShdw>
          </a:effectLst>
        </p:spPr>
        <p:txBody>
          <a:bodyPr wrap="square" anchor="ctr">
            <a:noAutofit/>
          </a:bodyPr>
          <a:lstStyle>
            <a:lvl1pPr marL="0" indent="0" algn="ctr">
              <a:buFontTx/>
              <a:buNone/>
              <a:defRPr sz="1200"/>
            </a:lvl1pPr>
          </a:lstStyle>
          <a:p>
            <a:endParaRPr lang="en-US"/>
          </a:p>
        </p:txBody>
      </p:sp>
      <p:sp>
        <p:nvSpPr>
          <p:cNvPr id="15" name="Picture Placeholder 14">
            <a:extLst>
              <a:ext uri="{FF2B5EF4-FFF2-40B4-BE49-F238E27FC236}">
                <a16:creationId xmlns:a16="http://schemas.microsoft.com/office/drawing/2014/main" id="{7DEDE4E0-4295-4EC1-B674-5609175C4D60}"/>
              </a:ext>
            </a:extLst>
          </p:cNvPr>
          <p:cNvSpPr>
            <a:spLocks noGrp="1"/>
          </p:cNvSpPr>
          <p:nvPr>
            <p:ph type="pic" sz="quarter" idx="16"/>
          </p:nvPr>
        </p:nvSpPr>
        <p:spPr>
          <a:xfrm>
            <a:off x="6260114" y="3593137"/>
            <a:ext cx="2474760" cy="2071688"/>
          </a:xfrm>
          <a:custGeom>
            <a:avLst/>
            <a:gdLst>
              <a:gd name="connsiteX0" fmla="*/ 0 w 4950164"/>
              <a:gd name="connsiteY0" fmla="*/ 0 h 4143375"/>
              <a:gd name="connsiteX1" fmla="*/ 4950164 w 4950164"/>
              <a:gd name="connsiteY1" fmla="*/ 0 h 4143375"/>
              <a:gd name="connsiteX2" fmla="*/ 4950164 w 4950164"/>
              <a:gd name="connsiteY2" fmla="*/ 4143375 h 4143375"/>
              <a:gd name="connsiteX3" fmla="*/ 0 w 4950164"/>
              <a:gd name="connsiteY3" fmla="*/ 4143375 h 4143375"/>
            </a:gdLst>
            <a:ahLst/>
            <a:cxnLst>
              <a:cxn ang="0">
                <a:pos x="connsiteX0" y="connsiteY0"/>
              </a:cxn>
              <a:cxn ang="0">
                <a:pos x="connsiteX1" y="connsiteY1"/>
              </a:cxn>
              <a:cxn ang="0">
                <a:pos x="connsiteX2" y="connsiteY2"/>
              </a:cxn>
              <a:cxn ang="0">
                <a:pos x="connsiteX3" y="connsiteY3"/>
              </a:cxn>
            </a:cxnLst>
            <a:rect l="l" t="t" r="r" b="b"/>
            <a:pathLst>
              <a:path w="4950164" h="4143375">
                <a:moveTo>
                  <a:pt x="0" y="0"/>
                </a:moveTo>
                <a:lnTo>
                  <a:pt x="4950164" y="0"/>
                </a:lnTo>
                <a:lnTo>
                  <a:pt x="4950164" y="4143375"/>
                </a:lnTo>
                <a:lnTo>
                  <a:pt x="0" y="4143375"/>
                </a:lnTo>
                <a:close/>
              </a:path>
            </a:pathLst>
          </a:custGeom>
          <a:pattFill prst="pct60">
            <a:fgClr>
              <a:schemeClr val="bg1"/>
            </a:fgClr>
            <a:bgClr>
              <a:schemeClr val="bg1">
                <a:lumMod val="85000"/>
              </a:schemeClr>
            </a:bgClr>
          </a:pattFill>
          <a:effectLst>
            <a:outerShdw blurRad="660400" dist="190500" dir="5400000" algn="t" rotWithShape="0">
              <a:schemeClr val="accent1">
                <a:alpha val="40000"/>
              </a:schemeClr>
            </a:outerShdw>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759382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2000" fill="hold"/>
                                        <p:tgtEl>
                                          <p:spTgt spid="12"/>
                                        </p:tgtEl>
                                        <p:attrNameLst>
                                          <p:attrName>ppt_x</p:attrName>
                                        </p:attrNameLst>
                                      </p:cBhvr>
                                      <p:tavLst>
                                        <p:tav tm="0">
                                          <p:val>
                                            <p:strVal val="#ppt_x"/>
                                          </p:val>
                                        </p:tav>
                                        <p:tav tm="100000">
                                          <p:val>
                                            <p:strVal val="#ppt_x"/>
                                          </p:val>
                                        </p:tav>
                                      </p:tavLst>
                                    </p:anim>
                                    <p:anim calcmode="lin" valueType="num">
                                      <p:cBhvr additive="base">
                                        <p:cTn id="8" dur="20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10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2000" fill="hold"/>
                                        <p:tgtEl>
                                          <p:spTgt spid="13"/>
                                        </p:tgtEl>
                                        <p:attrNameLst>
                                          <p:attrName>ppt_x</p:attrName>
                                        </p:attrNameLst>
                                      </p:cBhvr>
                                      <p:tavLst>
                                        <p:tav tm="0">
                                          <p:val>
                                            <p:strVal val="#ppt_x"/>
                                          </p:val>
                                        </p:tav>
                                        <p:tav tm="100000">
                                          <p:val>
                                            <p:strVal val="#ppt_x"/>
                                          </p:val>
                                        </p:tav>
                                      </p:tavLst>
                                    </p:anim>
                                    <p:anim calcmode="lin" valueType="num">
                                      <p:cBhvr additive="base">
                                        <p:cTn id="12" dur="20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20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2000" fill="hold"/>
                                        <p:tgtEl>
                                          <p:spTgt spid="14"/>
                                        </p:tgtEl>
                                        <p:attrNameLst>
                                          <p:attrName>ppt_x</p:attrName>
                                        </p:attrNameLst>
                                      </p:cBhvr>
                                      <p:tavLst>
                                        <p:tav tm="0">
                                          <p:val>
                                            <p:strVal val="#ppt_x"/>
                                          </p:val>
                                        </p:tav>
                                        <p:tav tm="100000">
                                          <p:val>
                                            <p:strVal val="#ppt_x"/>
                                          </p:val>
                                        </p:tav>
                                      </p:tavLst>
                                    </p:anim>
                                    <p:anim calcmode="lin" valueType="num">
                                      <p:cBhvr additive="base">
                                        <p:cTn id="16" dur="2000" fill="hold"/>
                                        <p:tgtEl>
                                          <p:spTgt spid="14"/>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30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2000" fill="hold"/>
                                        <p:tgtEl>
                                          <p:spTgt spid="15"/>
                                        </p:tgtEl>
                                        <p:attrNameLst>
                                          <p:attrName>ppt_x</p:attrName>
                                        </p:attrNameLst>
                                      </p:cBhvr>
                                      <p:tavLst>
                                        <p:tav tm="0">
                                          <p:val>
                                            <p:strVal val="#ppt_x"/>
                                          </p:val>
                                        </p:tav>
                                        <p:tav tm="100000">
                                          <p:val>
                                            <p:strVal val="#ppt_x"/>
                                          </p:val>
                                        </p:tav>
                                      </p:tavLst>
                                    </p:anim>
                                    <p:anim calcmode="lin" valueType="num">
                                      <p:cBhvr additive="base">
                                        <p:cTn id="20" dur="20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CDD5BDAE-070D-466F-9878-EB1BC2848ED8}"/>
              </a:ext>
            </a:extLst>
          </p:cNvPr>
          <p:cNvSpPr>
            <a:spLocks noGrp="1"/>
          </p:cNvSpPr>
          <p:nvPr>
            <p:ph type="pic" sz="quarter" idx="11"/>
          </p:nvPr>
        </p:nvSpPr>
        <p:spPr>
          <a:xfrm>
            <a:off x="781742" y="647700"/>
            <a:ext cx="10628516" cy="5524500"/>
          </a:xfrm>
          <a:custGeom>
            <a:avLst/>
            <a:gdLst>
              <a:gd name="connsiteX0" fmla="*/ 0 w 7829549"/>
              <a:gd name="connsiteY0" fmla="*/ 0 h 7543801"/>
              <a:gd name="connsiteX1" fmla="*/ 7829549 w 7829549"/>
              <a:gd name="connsiteY1" fmla="*/ 0 h 7543801"/>
              <a:gd name="connsiteX2" fmla="*/ 7829549 w 7829549"/>
              <a:gd name="connsiteY2" fmla="*/ 7543801 h 7543801"/>
              <a:gd name="connsiteX3" fmla="*/ 0 w 7829549"/>
              <a:gd name="connsiteY3" fmla="*/ 7543801 h 7543801"/>
            </a:gdLst>
            <a:ahLst/>
            <a:cxnLst>
              <a:cxn ang="0">
                <a:pos x="connsiteX0" y="connsiteY0"/>
              </a:cxn>
              <a:cxn ang="0">
                <a:pos x="connsiteX1" y="connsiteY1"/>
              </a:cxn>
              <a:cxn ang="0">
                <a:pos x="connsiteX2" y="connsiteY2"/>
              </a:cxn>
              <a:cxn ang="0">
                <a:pos x="connsiteX3" y="connsiteY3"/>
              </a:cxn>
            </a:cxnLst>
            <a:rect l="l" t="t" r="r" b="b"/>
            <a:pathLst>
              <a:path w="7829549" h="7543801">
                <a:moveTo>
                  <a:pt x="0" y="0"/>
                </a:moveTo>
                <a:lnTo>
                  <a:pt x="7829549" y="0"/>
                </a:lnTo>
                <a:lnTo>
                  <a:pt x="7829549" y="7543801"/>
                </a:lnTo>
                <a:lnTo>
                  <a:pt x="0" y="754380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590981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200" fill="hold"/>
                                        <p:tgtEl>
                                          <p:spTgt spid="2"/>
                                        </p:tgtEl>
                                        <p:attrNameLst>
                                          <p:attrName>ppt_x</p:attrName>
                                        </p:attrNameLst>
                                      </p:cBhvr>
                                      <p:tavLst>
                                        <p:tav tm="0">
                                          <p:val>
                                            <p:strVal val="#ppt_x"/>
                                          </p:val>
                                        </p:tav>
                                        <p:tav tm="100000">
                                          <p:val>
                                            <p:strVal val="#ppt_x"/>
                                          </p:val>
                                        </p:tav>
                                      </p:tavLst>
                                    </p:anim>
                                    <p:anim calcmode="lin" valueType="num">
                                      <p:cBhvr additive="base">
                                        <p:cTn id="8" dur="22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CDD5BDAE-070D-466F-9878-EB1BC2848ED8}"/>
              </a:ext>
            </a:extLst>
          </p:cNvPr>
          <p:cNvSpPr>
            <a:spLocks noGrp="1"/>
          </p:cNvSpPr>
          <p:nvPr>
            <p:ph type="pic" sz="quarter" idx="11"/>
          </p:nvPr>
        </p:nvSpPr>
        <p:spPr>
          <a:xfrm>
            <a:off x="781742" y="647700"/>
            <a:ext cx="10628516" cy="5524500"/>
          </a:xfrm>
          <a:custGeom>
            <a:avLst/>
            <a:gdLst>
              <a:gd name="connsiteX0" fmla="*/ 0 w 7829549"/>
              <a:gd name="connsiteY0" fmla="*/ 0 h 7543801"/>
              <a:gd name="connsiteX1" fmla="*/ 7829549 w 7829549"/>
              <a:gd name="connsiteY1" fmla="*/ 0 h 7543801"/>
              <a:gd name="connsiteX2" fmla="*/ 7829549 w 7829549"/>
              <a:gd name="connsiteY2" fmla="*/ 7543801 h 7543801"/>
              <a:gd name="connsiteX3" fmla="*/ 0 w 7829549"/>
              <a:gd name="connsiteY3" fmla="*/ 7543801 h 7543801"/>
            </a:gdLst>
            <a:ahLst/>
            <a:cxnLst>
              <a:cxn ang="0">
                <a:pos x="connsiteX0" y="connsiteY0"/>
              </a:cxn>
              <a:cxn ang="0">
                <a:pos x="connsiteX1" y="connsiteY1"/>
              </a:cxn>
              <a:cxn ang="0">
                <a:pos x="connsiteX2" y="connsiteY2"/>
              </a:cxn>
              <a:cxn ang="0">
                <a:pos x="connsiteX3" y="connsiteY3"/>
              </a:cxn>
            </a:cxnLst>
            <a:rect l="l" t="t" r="r" b="b"/>
            <a:pathLst>
              <a:path w="7829549" h="7543801">
                <a:moveTo>
                  <a:pt x="0" y="0"/>
                </a:moveTo>
                <a:lnTo>
                  <a:pt x="7829549" y="0"/>
                </a:lnTo>
                <a:lnTo>
                  <a:pt x="7829549" y="7543801"/>
                </a:lnTo>
                <a:lnTo>
                  <a:pt x="0" y="754380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368684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200" fill="hold"/>
                                        <p:tgtEl>
                                          <p:spTgt spid="2"/>
                                        </p:tgtEl>
                                        <p:attrNameLst>
                                          <p:attrName>ppt_x</p:attrName>
                                        </p:attrNameLst>
                                      </p:cBhvr>
                                      <p:tavLst>
                                        <p:tav tm="0">
                                          <p:val>
                                            <p:strVal val="#ppt_x"/>
                                          </p:val>
                                        </p:tav>
                                        <p:tav tm="100000">
                                          <p:val>
                                            <p:strVal val="#ppt_x"/>
                                          </p:val>
                                        </p:tav>
                                      </p:tavLst>
                                    </p:anim>
                                    <p:anim calcmode="lin" valueType="num">
                                      <p:cBhvr additive="base">
                                        <p:cTn id="8" dur="22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8EC47BBF-5081-44C2-A39B-5B7D55A2CAC4}"/>
              </a:ext>
            </a:extLst>
          </p:cNvPr>
          <p:cNvSpPr>
            <a:spLocks noGrp="1"/>
          </p:cNvSpPr>
          <p:nvPr>
            <p:ph type="pic" sz="quarter" idx="11"/>
          </p:nvPr>
        </p:nvSpPr>
        <p:spPr>
          <a:xfrm>
            <a:off x="781742" y="647700"/>
            <a:ext cx="5314258" cy="5524500"/>
          </a:xfrm>
          <a:custGeom>
            <a:avLst/>
            <a:gdLst>
              <a:gd name="connsiteX0" fmla="*/ 0 w 10629899"/>
              <a:gd name="connsiteY0" fmla="*/ 0 h 11049000"/>
              <a:gd name="connsiteX1" fmla="*/ 10629899 w 10629899"/>
              <a:gd name="connsiteY1" fmla="*/ 0 h 11049000"/>
              <a:gd name="connsiteX2" fmla="*/ 10629899 w 10629899"/>
              <a:gd name="connsiteY2" fmla="*/ 11049000 h 11049000"/>
              <a:gd name="connsiteX3" fmla="*/ 0 w 10629899"/>
              <a:gd name="connsiteY3" fmla="*/ 11049000 h 11049000"/>
            </a:gdLst>
            <a:ahLst/>
            <a:cxnLst>
              <a:cxn ang="0">
                <a:pos x="connsiteX0" y="connsiteY0"/>
              </a:cxn>
              <a:cxn ang="0">
                <a:pos x="connsiteX1" y="connsiteY1"/>
              </a:cxn>
              <a:cxn ang="0">
                <a:pos x="connsiteX2" y="connsiteY2"/>
              </a:cxn>
              <a:cxn ang="0">
                <a:pos x="connsiteX3" y="connsiteY3"/>
              </a:cxn>
            </a:cxnLst>
            <a:rect l="l" t="t" r="r" b="b"/>
            <a:pathLst>
              <a:path w="10629899" h="11049000">
                <a:moveTo>
                  <a:pt x="0" y="0"/>
                </a:moveTo>
                <a:lnTo>
                  <a:pt x="10629899" y="0"/>
                </a:lnTo>
                <a:lnTo>
                  <a:pt x="10629899" y="11049000"/>
                </a:lnTo>
                <a:lnTo>
                  <a:pt x="0" y="110490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9" name="Picture Placeholder 8">
            <a:extLst>
              <a:ext uri="{FF2B5EF4-FFF2-40B4-BE49-F238E27FC236}">
                <a16:creationId xmlns:a16="http://schemas.microsoft.com/office/drawing/2014/main" id="{D59F983A-E9C3-445F-A7F1-45E2008FDCDD}"/>
              </a:ext>
            </a:extLst>
          </p:cNvPr>
          <p:cNvSpPr>
            <a:spLocks noGrp="1"/>
          </p:cNvSpPr>
          <p:nvPr>
            <p:ph type="pic" sz="quarter" idx="12"/>
          </p:nvPr>
        </p:nvSpPr>
        <p:spPr>
          <a:xfrm>
            <a:off x="6096001" y="3429000"/>
            <a:ext cx="2638804" cy="2743200"/>
          </a:xfrm>
          <a:custGeom>
            <a:avLst/>
            <a:gdLst>
              <a:gd name="connsiteX0" fmla="*/ 0 w 5278295"/>
              <a:gd name="connsiteY0" fmla="*/ 0 h 5486400"/>
              <a:gd name="connsiteX1" fmla="*/ 5278295 w 5278295"/>
              <a:gd name="connsiteY1" fmla="*/ 0 h 5486400"/>
              <a:gd name="connsiteX2" fmla="*/ 5278295 w 5278295"/>
              <a:gd name="connsiteY2" fmla="*/ 5486400 h 5486400"/>
              <a:gd name="connsiteX3" fmla="*/ 0 w 5278295"/>
              <a:gd name="connsiteY3" fmla="*/ 5486400 h 5486400"/>
            </a:gdLst>
            <a:ahLst/>
            <a:cxnLst>
              <a:cxn ang="0">
                <a:pos x="connsiteX0" y="connsiteY0"/>
              </a:cxn>
              <a:cxn ang="0">
                <a:pos x="connsiteX1" y="connsiteY1"/>
              </a:cxn>
              <a:cxn ang="0">
                <a:pos x="connsiteX2" y="connsiteY2"/>
              </a:cxn>
              <a:cxn ang="0">
                <a:pos x="connsiteX3" y="connsiteY3"/>
              </a:cxn>
            </a:cxnLst>
            <a:rect l="l" t="t" r="r" b="b"/>
            <a:pathLst>
              <a:path w="5278295" h="5486400">
                <a:moveTo>
                  <a:pt x="0" y="0"/>
                </a:moveTo>
                <a:lnTo>
                  <a:pt x="5278295" y="0"/>
                </a:lnTo>
                <a:lnTo>
                  <a:pt x="5278295" y="5486400"/>
                </a:lnTo>
                <a:lnTo>
                  <a:pt x="0" y="54864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1" name="Picture Placeholder 10">
            <a:extLst>
              <a:ext uri="{FF2B5EF4-FFF2-40B4-BE49-F238E27FC236}">
                <a16:creationId xmlns:a16="http://schemas.microsoft.com/office/drawing/2014/main" id="{BDE4FB34-EA53-468B-BEDD-E3F16B8A7852}"/>
              </a:ext>
            </a:extLst>
          </p:cNvPr>
          <p:cNvSpPr>
            <a:spLocks noGrp="1"/>
          </p:cNvSpPr>
          <p:nvPr>
            <p:ph type="pic" sz="quarter" idx="13"/>
          </p:nvPr>
        </p:nvSpPr>
        <p:spPr>
          <a:xfrm>
            <a:off x="8734804" y="647700"/>
            <a:ext cx="2675454" cy="2781300"/>
          </a:xfrm>
          <a:custGeom>
            <a:avLst/>
            <a:gdLst>
              <a:gd name="connsiteX0" fmla="*/ 0 w 5351604"/>
              <a:gd name="connsiteY0" fmla="*/ 0 h 5562600"/>
              <a:gd name="connsiteX1" fmla="*/ 5351604 w 5351604"/>
              <a:gd name="connsiteY1" fmla="*/ 0 h 5562600"/>
              <a:gd name="connsiteX2" fmla="*/ 5351604 w 5351604"/>
              <a:gd name="connsiteY2" fmla="*/ 5562600 h 5562600"/>
              <a:gd name="connsiteX3" fmla="*/ 0 w 5351604"/>
              <a:gd name="connsiteY3" fmla="*/ 5562600 h 5562600"/>
            </a:gdLst>
            <a:ahLst/>
            <a:cxnLst>
              <a:cxn ang="0">
                <a:pos x="connsiteX0" y="connsiteY0"/>
              </a:cxn>
              <a:cxn ang="0">
                <a:pos x="connsiteX1" y="connsiteY1"/>
              </a:cxn>
              <a:cxn ang="0">
                <a:pos x="connsiteX2" y="connsiteY2"/>
              </a:cxn>
              <a:cxn ang="0">
                <a:pos x="connsiteX3" y="connsiteY3"/>
              </a:cxn>
            </a:cxnLst>
            <a:rect l="l" t="t" r="r" b="b"/>
            <a:pathLst>
              <a:path w="5351604" h="5562600">
                <a:moveTo>
                  <a:pt x="0" y="0"/>
                </a:moveTo>
                <a:lnTo>
                  <a:pt x="5351604" y="0"/>
                </a:lnTo>
                <a:lnTo>
                  <a:pt x="5351604" y="5562600"/>
                </a:lnTo>
                <a:lnTo>
                  <a:pt x="0" y="55626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72961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2200" fill="hold"/>
                                        <p:tgtEl>
                                          <p:spTgt spid="8"/>
                                        </p:tgtEl>
                                        <p:attrNameLst>
                                          <p:attrName>ppt_x</p:attrName>
                                        </p:attrNameLst>
                                      </p:cBhvr>
                                      <p:tavLst>
                                        <p:tav tm="0">
                                          <p:val>
                                            <p:strVal val="#ppt_x"/>
                                          </p:val>
                                        </p:tav>
                                        <p:tav tm="100000">
                                          <p:val>
                                            <p:strVal val="#ppt_x"/>
                                          </p:val>
                                        </p:tav>
                                      </p:tavLst>
                                    </p:anim>
                                    <p:anim calcmode="lin" valueType="num">
                                      <p:cBhvr additive="base">
                                        <p:cTn id="8" dur="22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2200" fill="hold"/>
                                        <p:tgtEl>
                                          <p:spTgt spid="9"/>
                                        </p:tgtEl>
                                        <p:attrNameLst>
                                          <p:attrName>ppt_x</p:attrName>
                                        </p:attrNameLst>
                                      </p:cBhvr>
                                      <p:tavLst>
                                        <p:tav tm="0">
                                          <p:val>
                                            <p:strVal val="#ppt_x"/>
                                          </p:val>
                                        </p:tav>
                                        <p:tav tm="100000">
                                          <p:val>
                                            <p:strVal val="#ppt_x"/>
                                          </p:val>
                                        </p:tav>
                                      </p:tavLst>
                                    </p:anim>
                                    <p:anim calcmode="lin" valueType="num">
                                      <p:cBhvr additive="base">
                                        <p:cTn id="12" dur="22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2200" fill="hold"/>
                                        <p:tgtEl>
                                          <p:spTgt spid="11"/>
                                        </p:tgtEl>
                                        <p:attrNameLst>
                                          <p:attrName>ppt_x</p:attrName>
                                        </p:attrNameLst>
                                      </p:cBhvr>
                                      <p:tavLst>
                                        <p:tav tm="0">
                                          <p:val>
                                            <p:strVal val="#ppt_x"/>
                                          </p:val>
                                        </p:tav>
                                        <p:tav tm="100000">
                                          <p:val>
                                            <p:strVal val="#ppt_x"/>
                                          </p:val>
                                        </p:tav>
                                      </p:tavLst>
                                    </p:anim>
                                    <p:anim calcmode="lin" valueType="num">
                                      <p:cBhvr additive="base">
                                        <p:cTn id="16" dur="22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1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7649B2-2893-4336-9F6A-E261B8C7C7DB}"/>
              </a:ext>
            </a:extLst>
          </p:cNvPr>
          <p:cNvSpPr/>
          <p:nvPr userDrawn="1"/>
        </p:nvSpPr>
        <p:spPr>
          <a:xfrm>
            <a:off x="781742" y="647700"/>
            <a:ext cx="10628516" cy="5524500"/>
          </a:xfrm>
          <a:prstGeom prst="rect">
            <a:avLst/>
          </a:pr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 name="Picture Placeholder 4">
            <a:extLst>
              <a:ext uri="{FF2B5EF4-FFF2-40B4-BE49-F238E27FC236}">
                <a16:creationId xmlns:a16="http://schemas.microsoft.com/office/drawing/2014/main" id="{4B65CD39-C441-4C4E-B863-AA8AF4602A49}"/>
              </a:ext>
            </a:extLst>
          </p:cNvPr>
          <p:cNvSpPr>
            <a:spLocks noGrp="1"/>
          </p:cNvSpPr>
          <p:nvPr>
            <p:ph type="pic" sz="quarter" idx="11"/>
          </p:nvPr>
        </p:nvSpPr>
        <p:spPr>
          <a:xfrm>
            <a:off x="6739288" y="1416471"/>
            <a:ext cx="4022844" cy="4025057"/>
          </a:xfrm>
          <a:custGeom>
            <a:avLst/>
            <a:gdLst>
              <a:gd name="connsiteX0" fmla="*/ 4023368 w 8046736"/>
              <a:gd name="connsiteY0" fmla="*/ 0 h 8050114"/>
              <a:gd name="connsiteX1" fmla="*/ 6418354 w 8046736"/>
              <a:gd name="connsiteY1" fmla="*/ 991982 h 8050114"/>
              <a:gd name="connsiteX2" fmla="*/ 7055170 w 8046736"/>
              <a:gd name="connsiteY2" fmla="*/ 1629066 h 8050114"/>
              <a:gd name="connsiteX3" fmla="*/ 7055170 w 8046736"/>
              <a:gd name="connsiteY3" fmla="*/ 6421048 h 8050114"/>
              <a:gd name="connsiteX4" fmla="*/ 6418354 w 8046736"/>
              <a:gd name="connsiteY4" fmla="*/ 7058133 h 8050114"/>
              <a:gd name="connsiteX5" fmla="*/ 1628382 w 8046736"/>
              <a:gd name="connsiteY5" fmla="*/ 7058133 h 8050114"/>
              <a:gd name="connsiteX6" fmla="*/ 991565 w 8046736"/>
              <a:gd name="connsiteY6" fmla="*/ 6421048 h 8050114"/>
              <a:gd name="connsiteX7" fmla="*/ 991565 w 8046736"/>
              <a:gd name="connsiteY7" fmla="*/ 1629066 h 8050114"/>
              <a:gd name="connsiteX8" fmla="*/ 1628382 w 8046736"/>
              <a:gd name="connsiteY8" fmla="*/ 991982 h 8050114"/>
              <a:gd name="connsiteX9" fmla="*/ 4023368 w 8046736"/>
              <a:gd name="connsiteY9" fmla="*/ 0 h 805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36" h="8050114">
                <a:moveTo>
                  <a:pt x="4023368" y="0"/>
                </a:moveTo>
                <a:cubicBezTo>
                  <a:pt x="4890340" y="0"/>
                  <a:pt x="5757310" y="330660"/>
                  <a:pt x="6418354" y="991982"/>
                </a:cubicBezTo>
                <a:cubicBezTo>
                  <a:pt x="7055170" y="1629066"/>
                  <a:pt x="7055170" y="1629066"/>
                  <a:pt x="7055170" y="1629066"/>
                </a:cubicBezTo>
                <a:cubicBezTo>
                  <a:pt x="8377258" y="2951708"/>
                  <a:pt x="8377258" y="5098406"/>
                  <a:pt x="7055170" y="6421048"/>
                </a:cubicBezTo>
                <a:cubicBezTo>
                  <a:pt x="6418354" y="7058133"/>
                  <a:pt x="6418354" y="7058133"/>
                  <a:pt x="6418354" y="7058133"/>
                </a:cubicBezTo>
                <a:cubicBezTo>
                  <a:pt x="5096266" y="8380775"/>
                  <a:pt x="2950470" y="8380775"/>
                  <a:pt x="1628382" y="7058133"/>
                </a:cubicBezTo>
                <a:cubicBezTo>
                  <a:pt x="991565" y="6421048"/>
                  <a:pt x="991565" y="6421048"/>
                  <a:pt x="991565" y="6421048"/>
                </a:cubicBezTo>
                <a:cubicBezTo>
                  <a:pt x="-330522" y="5098406"/>
                  <a:pt x="-330522" y="2951708"/>
                  <a:pt x="991565" y="1629066"/>
                </a:cubicBezTo>
                <a:cubicBezTo>
                  <a:pt x="1628382" y="991982"/>
                  <a:pt x="1628382" y="991982"/>
                  <a:pt x="1628382" y="991982"/>
                </a:cubicBezTo>
                <a:cubicBezTo>
                  <a:pt x="2289426" y="330660"/>
                  <a:pt x="3156397" y="0"/>
                  <a:pt x="4023368"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743523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7649B2-2893-4336-9F6A-E261B8C7C7DB}"/>
              </a:ext>
            </a:extLst>
          </p:cNvPr>
          <p:cNvSpPr/>
          <p:nvPr userDrawn="1"/>
        </p:nvSpPr>
        <p:spPr>
          <a:xfrm>
            <a:off x="781742" y="647700"/>
            <a:ext cx="10628516" cy="5524500"/>
          </a:xfrm>
          <a:prstGeom prst="rect">
            <a:avLst/>
          </a:pr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 name="Picture Placeholder 4">
            <a:extLst>
              <a:ext uri="{FF2B5EF4-FFF2-40B4-BE49-F238E27FC236}">
                <a16:creationId xmlns:a16="http://schemas.microsoft.com/office/drawing/2014/main" id="{4B65CD39-C441-4C4E-B863-AA8AF4602A49}"/>
              </a:ext>
            </a:extLst>
          </p:cNvPr>
          <p:cNvSpPr>
            <a:spLocks noGrp="1"/>
          </p:cNvSpPr>
          <p:nvPr>
            <p:ph type="pic" sz="quarter" idx="11"/>
          </p:nvPr>
        </p:nvSpPr>
        <p:spPr>
          <a:xfrm>
            <a:off x="1982384" y="1916958"/>
            <a:ext cx="3022422" cy="3024085"/>
          </a:xfrm>
          <a:custGeom>
            <a:avLst/>
            <a:gdLst>
              <a:gd name="connsiteX0" fmla="*/ 4023368 w 8046736"/>
              <a:gd name="connsiteY0" fmla="*/ 0 h 8050114"/>
              <a:gd name="connsiteX1" fmla="*/ 6418354 w 8046736"/>
              <a:gd name="connsiteY1" fmla="*/ 991982 h 8050114"/>
              <a:gd name="connsiteX2" fmla="*/ 7055170 w 8046736"/>
              <a:gd name="connsiteY2" fmla="*/ 1629066 h 8050114"/>
              <a:gd name="connsiteX3" fmla="*/ 7055170 w 8046736"/>
              <a:gd name="connsiteY3" fmla="*/ 6421048 h 8050114"/>
              <a:gd name="connsiteX4" fmla="*/ 6418354 w 8046736"/>
              <a:gd name="connsiteY4" fmla="*/ 7058133 h 8050114"/>
              <a:gd name="connsiteX5" fmla="*/ 1628382 w 8046736"/>
              <a:gd name="connsiteY5" fmla="*/ 7058133 h 8050114"/>
              <a:gd name="connsiteX6" fmla="*/ 991565 w 8046736"/>
              <a:gd name="connsiteY6" fmla="*/ 6421048 h 8050114"/>
              <a:gd name="connsiteX7" fmla="*/ 991565 w 8046736"/>
              <a:gd name="connsiteY7" fmla="*/ 1629066 h 8050114"/>
              <a:gd name="connsiteX8" fmla="*/ 1628382 w 8046736"/>
              <a:gd name="connsiteY8" fmla="*/ 991982 h 8050114"/>
              <a:gd name="connsiteX9" fmla="*/ 4023368 w 8046736"/>
              <a:gd name="connsiteY9" fmla="*/ 0 h 805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36" h="8050114">
                <a:moveTo>
                  <a:pt x="4023368" y="0"/>
                </a:moveTo>
                <a:cubicBezTo>
                  <a:pt x="4890340" y="0"/>
                  <a:pt x="5757310" y="330660"/>
                  <a:pt x="6418354" y="991982"/>
                </a:cubicBezTo>
                <a:cubicBezTo>
                  <a:pt x="7055170" y="1629066"/>
                  <a:pt x="7055170" y="1629066"/>
                  <a:pt x="7055170" y="1629066"/>
                </a:cubicBezTo>
                <a:cubicBezTo>
                  <a:pt x="8377258" y="2951708"/>
                  <a:pt x="8377258" y="5098406"/>
                  <a:pt x="7055170" y="6421048"/>
                </a:cubicBezTo>
                <a:cubicBezTo>
                  <a:pt x="6418354" y="7058133"/>
                  <a:pt x="6418354" y="7058133"/>
                  <a:pt x="6418354" y="7058133"/>
                </a:cubicBezTo>
                <a:cubicBezTo>
                  <a:pt x="5096266" y="8380775"/>
                  <a:pt x="2950470" y="8380775"/>
                  <a:pt x="1628382" y="7058133"/>
                </a:cubicBezTo>
                <a:cubicBezTo>
                  <a:pt x="991565" y="6421048"/>
                  <a:pt x="991565" y="6421048"/>
                  <a:pt x="991565" y="6421048"/>
                </a:cubicBezTo>
                <a:cubicBezTo>
                  <a:pt x="-330522" y="5098406"/>
                  <a:pt x="-330522" y="2951708"/>
                  <a:pt x="991565" y="1629066"/>
                </a:cubicBezTo>
                <a:cubicBezTo>
                  <a:pt x="1628382" y="991982"/>
                  <a:pt x="1628382" y="991982"/>
                  <a:pt x="1628382" y="991982"/>
                </a:cubicBezTo>
                <a:cubicBezTo>
                  <a:pt x="2289426" y="330660"/>
                  <a:pt x="3156397" y="0"/>
                  <a:pt x="4023368"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4" name="Picture Placeholder 3">
            <a:extLst>
              <a:ext uri="{FF2B5EF4-FFF2-40B4-BE49-F238E27FC236}">
                <a16:creationId xmlns:a16="http://schemas.microsoft.com/office/drawing/2014/main" id="{84A0D30C-ACF0-4BE4-AC21-104BED13B44F}"/>
              </a:ext>
            </a:extLst>
          </p:cNvPr>
          <p:cNvSpPr>
            <a:spLocks noGrp="1"/>
          </p:cNvSpPr>
          <p:nvPr>
            <p:ph type="pic" sz="quarter" idx="12"/>
          </p:nvPr>
        </p:nvSpPr>
        <p:spPr>
          <a:xfrm>
            <a:off x="1652950" y="5007997"/>
            <a:ext cx="658867" cy="659230"/>
          </a:xfrm>
          <a:custGeom>
            <a:avLst/>
            <a:gdLst>
              <a:gd name="connsiteX0" fmla="*/ 4023368 w 8046736"/>
              <a:gd name="connsiteY0" fmla="*/ 0 h 8050114"/>
              <a:gd name="connsiteX1" fmla="*/ 6418354 w 8046736"/>
              <a:gd name="connsiteY1" fmla="*/ 991982 h 8050114"/>
              <a:gd name="connsiteX2" fmla="*/ 7055170 w 8046736"/>
              <a:gd name="connsiteY2" fmla="*/ 1629066 h 8050114"/>
              <a:gd name="connsiteX3" fmla="*/ 7055170 w 8046736"/>
              <a:gd name="connsiteY3" fmla="*/ 6421048 h 8050114"/>
              <a:gd name="connsiteX4" fmla="*/ 6418354 w 8046736"/>
              <a:gd name="connsiteY4" fmla="*/ 7058133 h 8050114"/>
              <a:gd name="connsiteX5" fmla="*/ 1628382 w 8046736"/>
              <a:gd name="connsiteY5" fmla="*/ 7058133 h 8050114"/>
              <a:gd name="connsiteX6" fmla="*/ 991565 w 8046736"/>
              <a:gd name="connsiteY6" fmla="*/ 6421048 h 8050114"/>
              <a:gd name="connsiteX7" fmla="*/ 991565 w 8046736"/>
              <a:gd name="connsiteY7" fmla="*/ 1629066 h 8050114"/>
              <a:gd name="connsiteX8" fmla="*/ 1628382 w 8046736"/>
              <a:gd name="connsiteY8" fmla="*/ 991982 h 8050114"/>
              <a:gd name="connsiteX9" fmla="*/ 4023368 w 8046736"/>
              <a:gd name="connsiteY9" fmla="*/ 0 h 805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36" h="8050114">
                <a:moveTo>
                  <a:pt x="4023368" y="0"/>
                </a:moveTo>
                <a:cubicBezTo>
                  <a:pt x="4890340" y="0"/>
                  <a:pt x="5757310" y="330660"/>
                  <a:pt x="6418354" y="991982"/>
                </a:cubicBezTo>
                <a:cubicBezTo>
                  <a:pt x="7055170" y="1629066"/>
                  <a:pt x="7055170" y="1629066"/>
                  <a:pt x="7055170" y="1629066"/>
                </a:cubicBezTo>
                <a:cubicBezTo>
                  <a:pt x="8377258" y="2951708"/>
                  <a:pt x="8377258" y="5098406"/>
                  <a:pt x="7055170" y="6421048"/>
                </a:cubicBezTo>
                <a:cubicBezTo>
                  <a:pt x="6418354" y="7058133"/>
                  <a:pt x="6418354" y="7058133"/>
                  <a:pt x="6418354" y="7058133"/>
                </a:cubicBezTo>
                <a:cubicBezTo>
                  <a:pt x="5096266" y="8380775"/>
                  <a:pt x="2950470" y="8380775"/>
                  <a:pt x="1628382" y="7058133"/>
                </a:cubicBezTo>
                <a:cubicBezTo>
                  <a:pt x="991565" y="6421048"/>
                  <a:pt x="991565" y="6421048"/>
                  <a:pt x="991565" y="6421048"/>
                </a:cubicBezTo>
                <a:cubicBezTo>
                  <a:pt x="-330522" y="5098406"/>
                  <a:pt x="-330522" y="2951708"/>
                  <a:pt x="991565" y="1629066"/>
                </a:cubicBezTo>
                <a:cubicBezTo>
                  <a:pt x="1628382" y="991982"/>
                  <a:pt x="1628382" y="991982"/>
                  <a:pt x="1628382" y="991982"/>
                </a:cubicBezTo>
                <a:cubicBezTo>
                  <a:pt x="2289426" y="330660"/>
                  <a:pt x="3156397" y="0"/>
                  <a:pt x="4023368"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6" name="Picture Placeholder 5">
            <a:extLst>
              <a:ext uri="{FF2B5EF4-FFF2-40B4-BE49-F238E27FC236}">
                <a16:creationId xmlns:a16="http://schemas.microsoft.com/office/drawing/2014/main" id="{C34A3B7E-1B59-4F43-AA45-6E749DBEF8D0}"/>
              </a:ext>
            </a:extLst>
          </p:cNvPr>
          <p:cNvSpPr>
            <a:spLocks noGrp="1"/>
          </p:cNvSpPr>
          <p:nvPr>
            <p:ph type="pic" sz="quarter" idx="13"/>
          </p:nvPr>
        </p:nvSpPr>
        <p:spPr>
          <a:xfrm>
            <a:off x="699968" y="3094492"/>
            <a:ext cx="793621" cy="794057"/>
          </a:xfrm>
          <a:custGeom>
            <a:avLst/>
            <a:gdLst>
              <a:gd name="connsiteX0" fmla="*/ 4023368 w 8046736"/>
              <a:gd name="connsiteY0" fmla="*/ 0 h 8050114"/>
              <a:gd name="connsiteX1" fmla="*/ 6418354 w 8046736"/>
              <a:gd name="connsiteY1" fmla="*/ 991982 h 8050114"/>
              <a:gd name="connsiteX2" fmla="*/ 7055170 w 8046736"/>
              <a:gd name="connsiteY2" fmla="*/ 1629066 h 8050114"/>
              <a:gd name="connsiteX3" fmla="*/ 7055170 w 8046736"/>
              <a:gd name="connsiteY3" fmla="*/ 6421048 h 8050114"/>
              <a:gd name="connsiteX4" fmla="*/ 6418354 w 8046736"/>
              <a:gd name="connsiteY4" fmla="*/ 7058133 h 8050114"/>
              <a:gd name="connsiteX5" fmla="*/ 1628382 w 8046736"/>
              <a:gd name="connsiteY5" fmla="*/ 7058133 h 8050114"/>
              <a:gd name="connsiteX6" fmla="*/ 991565 w 8046736"/>
              <a:gd name="connsiteY6" fmla="*/ 6421048 h 8050114"/>
              <a:gd name="connsiteX7" fmla="*/ 991565 w 8046736"/>
              <a:gd name="connsiteY7" fmla="*/ 1629066 h 8050114"/>
              <a:gd name="connsiteX8" fmla="*/ 1628382 w 8046736"/>
              <a:gd name="connsiteY8" fmla="*/ 991982 h 8050114"/>
              <a:gd name="connsiteX9" fmla="*/ 4023368 w 8046736"/>
              <a:gd name="connsiteY9" fmla="*/ 0 h 805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36" h="8050114">
                <a:moveTo>
                  <a:pt x="4023368" y="0"/>
                </a:moveTo>
                <a:cubicBezTo>
                  <a:pt x="4890340" y="0"/>
                  <a:pt x="5757310" y="330660"/>
                  <a:pt x="6418354" y="991982"/>
                </a:cubicBezTo>
                <a:cubicBezTo>
                  <a:pt x="7055170" y="1629066"/>
                  <a:pt x="7055170" y="1629066"/>
                  <a:pt x="7055170" y="1629066"/>
                </a:cubicBezTo>
                <a:cubicBezTo>
                  <a:pt x="8377258" y="2951708"/>
                  <a:pt x="8377258" y="5098406"/>
                  <a:pt x="7055170" y="6421048"/>
                </a:cubicBezTo>
                <a:cubicBezTo>
                  <a:pt x="6418354" y="7058133"/>
                  <a:pt x="6418354" y="7058133"/>
                  <a:pt x="6418354" y="7058133"/>
                </a:cubicBezTo>
                <a:cubicBezTo>
                  <a:pt x="5096266" y="8380775"/>
                  <a:pt x="2950470" y="8380775"/>
                  <a:pt x="1628382" y="7058133"/>
                </a:cubicBezTo>
                <a:cubicBezTo>
                  <a:pt x="991565" y="6421048"/>
                  <a:pt x="991565" y="6421048"/>
                  <a:pt x="991565" y="6421048"/>
                </a:cubicBezTo>
                <a:cubicBezTo>
                  <a:pt x="-330522" y="5098406"/>
                  <a:pt x="-330522" y="2951708"/>
                  <a:pt x="991565" y="1629066"/>
                </a:cubicBezTo>
                <a:cubicBezTo>
                  <a:pt x="1628382" y="991982"/>
                  <a:pt x="1628382" y="991982"/>
                  <a:pt x="1628382" y="991982"/>
                </a:cubicBezTo>
                <a:cubicBezTo>
                  <a:pt x="2289426" y="330660"/>
                  <a:pt x="3156397" y="0"/>
                  <a:pt x="4023368"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7" name="Picture Placeholder 6">
            <a:extLst>
              <a:ext uri="{FF2B5EF4-FFF2-40B4-BE49-F238E27FC236}">
                <a16:creationId xmlns:a16="http://schemas.microsoft.com/office/drawing/2014/main" id="{0E7420DC-E46C-44BE-A2FC-745D474ABE31}"/>
              </a:ext>
            </a:extLst>
          </p:cNvPr>
          <p:cNvSpPr>
            <a:spLocks noGrp="1"/>
          </p:cNvSpPr>
          <p:nvPr>
            <p:ph type="pic" sz="quarter" idx="14"/>
          </p:nvPr>
        </p:nvSpPr>
        <p:spPr>
          <a:xfrm>
            <a:off x="1852317" y="1286962"/>
            <a:ext cx="629650" cy="629996"/>
          </a:xfrm>
          <a:custGeom>
            <a:avLst/>
            <a:gdLst>
              <a:gd name="connsiteX0" fmla="*/ 4023368 w 8046736"/>
              <a:gd name="connsiteY0" fmla="*/ 0 h 8050114"/>
              <a:gd name="connsiteX1" fmla="*/ 6418354 w 8046736"/>
              <a:gd name="connsiteY1" fmla="*/ 991982 h 8050114"/>
              <a:gd name="connsiteX2" fmla="*/ 7055170 w 8046736"/>
              <a:gd name="connsiteY2" fmla="*/ 1629066 h 8050114"/>
              <a:gd name="connsiteX3" fmla="*/ 7055170 w 8046736"/>
              <a:gd name="connsiteY3" fmla="*/ 6421048 h 8050114"/>
              <a:gd name="connsiteX4" fmla="*/ 6418354 w 8046736"/>
              <a:gd name="connsiteY4" fmla="*/ 7058133 h 8050114"/>
              <a:gd name="connsiteX5" fmla="*/ 1628382 w 8046736"/>
              <a:gd name="connsiteY5" fmla="*/ 7058133 h 8050114"/>
              <a:gd name="connsiteX6" fmla="*/ 991565 w 8046736"/>
              <a:gd name="connsiteY6" fmla="*/ 6421048 h 8050114"/>
              <a:gd name="connsiteX7" fmla="*/ 991565 w 8046736"/>
              <a:gd name="connsiteY7" fmla="*/ 1629066 h 8050114"/>
              <a:gd name="connsiteX8" fmla="*/ 1628382 w 8046736"/>
              <a:gd name="connsiteY8" fmla="*/ 991982 h 8050114"/>
              <a:gd name="connsiteX9" fmla="*/ 4023368 w 8046736"/>
              <a:gd name="connsiteY9" fmla="*/ 0 h 805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46736" h="8050114">
                <a:moveTo>
                  <a:pt x="4023368" y="0"/>
                </a:moveTo>
                <a:cubicBezTo>
                  <a:pt x="4890340" y="0"/>
                  <a:pt x="5757310" y="330660"/>
                  <a:pt x="6418354" y="991982"/>
                </a:cubicBezTo>
                <a:cubicBezTo>
                  <a:pt x="7055170" y="1629066"/>
                  <a:pt x="7055170" y="1629066"/>
                  <a:pt x="7055170" y="1629066"/>
                </a:cubicBezTo>
                <a:cubicBezTo>
                  <a:pt x="8377258" y="2951708"/>
                  <a:pt x="8377258" y="5098406"/>
                  <a:pt x="7055170" y="6421048"/>
                </a:cubicBezTo>
                <a:cubicBezTo>
                  <a:pt x="6418354" y="7058133"/>
                  <a:pt x="6418354" y="7058133"/>
                  <a:pt x="6418354" y="7058133"/>
                </a:cubicBezTo>
                <a:cubicBezTo>
                  <a:pt x="5096266" y="8380775"/>
                  <a:pt x="2950470" y="8380775"/>
                  <a:pt x="1628382" y="7058133"/>
                </a:cubicBezTo>
                <a:cubicBezTo>
                  <a:pt x="991565" y="6421048"/>
                  <a:pt x="991565" y="6421048"/>
                  <a:pt x="991565" y="6421048"/>
                </a:cubicBezTo>
                <a:cubicBezTo>
                  <a:pt x="-330522" y="5098406"/>
                  <a:pt x="-330522" y="2951708"/>
                  <a:pt x="991565" y="1629066"/>
                </a:cubicBezTo>
                <a:cubicBezTo>
                  <a:pt x="1628382" y="991982"/>
                  <a:pt x="1628382" y="991982"/>
                  <a:pt x="1628382" y="991982"/>
                </a:cubicBezTo>
                <a:cubicBezTo>
                  <a:pt x="2289426" y="330660"/>
                  <a:pt x="3156397" y="0"/>
                  <a:pt x="4023368"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4004262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6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7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8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6" grpId="0" animBg="1"/>
      <p:bldP spid="7" grpId="0" animBg="1"/>
    </p:bldLst>
  </p:timing>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37_Title Slide">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99AC5CB4-5FF9-4E18-9D94-94478F1FCEBA}"/>
              </a:ext>
            </a:extLst>
          </p:cNvPr>
          <p:cNvSpPr>
            <a:spLocks noGrp="1"/>
          </p:cNvSpPr>
          <p:nvPr>
            <p:ph type="pic" sz="quarter" idx="11"/>
          </p:nvPr>
        </p:nvSpPr>
        <p:spPr>
          <a:xfrm>
            <a:off x="2628821" y="87924"/>
            <a:ext cx="6934359" cy="6682152"/>
          </a:xfrm>
          <a:custGeom>
            <a:avLst/>
            <a:gdLst>
              <a:gd name="connsiteX0" fmla="*/ 0 w 7829549"/>
              <a:gd name="connsiteY0" fmla="*/ 0 h 7543801"/>
              <a:gd name="connsiteX1" fmla="*/ 7829549 w 7829549"/>
              <a:gd name="connsiteY1" fmla="*/ 0 h 7543801"/>
              <a:gd name="connsiteX2" fmla="*/ 7829549 w 7829549"/>
              <a:gd name="connsiteY2" fmla="*/ 7543801 h 7543801"/>
              <a:gd name="connsiteX3" fmla="*/ 0 w 7829549"/>
              <a:gd name="connsiteY3" fmla="*/ 7543801 h 7543801"/>
            </a:gdLst>
            <a:ahLst/>
            <a:cxnLst>
              <a:cxn ang="0">
                <a:pos x="connsiteX0" y="connsiteY0"/>
              </a:cxn>
              <a:cxn ang="0">
                <a:pos x="connsiteX1" y="connsiteY1"/>
              </a:cxn>
              <a:cxn ang="0">
                <a:pos x="connsiteX2" y="connsiteY2"/>
              </a:cxn>
              <a:cxn ang="0">
                <a:pos x="connsiteX3" y="connsiteY3"/>
              </a:cxn>
            </a:cxnLst>
            <a:rect l="l" t="t" r="r" b="b"/>
            <a:pathLst>
              <a:path w="7829549" h="7543801">
                <a:moveTo>
                  <a:pt x="0" y="0"/>
                </a:moveTo>
                <a:lnTo>
                  <a:pt x="7829549" y="0"/>
                </a:lnTo>
                <a:lnTo>
                  <a:pt x="7829549" y="7543801"/>
                </a:lnTo>
                <a:lnTo>
                  <a:pt x="0" y="754380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127637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accel="50000" decel="50000" autoRev="1" fill="hold" grpId="0" nodeType="withEffect">
                                  <p:stCondLst>
                                    <p:cond delay="0"/>
                                  </p:stCondLst>
                                  <p:childTnLst>
                                    <p:animScale>
                                      <p:cBhvr>
                                        <p:cTn id="6" dur="2450" fill="hold"/>
                                        <p:tgtEl>
                                          <p:spTgt spid="3"/>
                                        </p:tgtEl>
                                      </p:cBhvr>
                                      <p:by x="80000" y="8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30_Title Slide">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99AC5CB4-5FF9-4E18-9D94-94478F1FCEBA}"/>
              </a:ext>
            </a:extLst>
          </p:cNvPr>
          <p:cNvSpPr>
            <a:spLocks noGrp="1"/>
          </p:cNvSpPr>
          <p:nvPr>
            <p:ph type="pic" sz="quarter" idx="11"/>
          </p:nvPr>
        </p:nvSpPr>
        <p:spPr>
          <a:xfrm>
            <a:off x="541501" y="667781"/>
            <a:ext cx="5730875" cy="5522440"/>
          </a:xfrm>
          <a:custGeom>
            <a:avLst/>
            <a:gdLst>
              <a:gd name="connsiteX0" fmla="*/ 0 w 7829549"/>
              <a:gd name="connsiteY0" fmla="*/ 0 h 7543801"/>
              <a:gd name="connsiteX1" fmla="*/ 7829549 w 7829549"/>
              <a:gd name="connsiteY1" fmla="*/ 0 h 7543801"/>
              <a:gd name="connsiteX2" fmla="*/ 7829549 w 7829549"/>
              <a:gd name="connsiteY2" fmla="*/ 7543801 h 7543801"/>
              <a:gd name="connsiteX3" fmla="*/ 0 w 7829549"/>
              <a:gd name="connsiteY3" fmla="*/ 7543801 h 7543801"/>
            </a:gdLst>
            <a:ahLst/>
            <a:cxnLst>
              <a:cxn ang="0">
                <a:pos x="connsiteX0" y="connsiteY0"/>
              </a:cxn>
              <a:cxn ang="0">
                <a:pos x="connsiteX1" y="connsiteY1"/>
              </a:cxn>
              <a:cxn ang="0">
                <a:pos x="connsiteX2" y="connsiteY2"/>
              </a:cxn>
              <a:cxn ang="0">
                <a:pos x="connsiteX3" y="connsiteY3"/>
              </a:cxn>
            </a:cxnLst>
            <a:rect l="l" t="t" r="r" b="b"/>
            <a:pathLst>
              <a:path w="7829549" h="7543801">
                <a:moveTo>
                  <a:pt x="0" y="0"/>
                </a:moveTo>
                <a:lnTo>
                  <a:pt x="7829549" y="0"/>
                </a:lnTo>
                <a:lnTo>
                  <a:pt x="7829549" y="7543801"/>
                </a:lnTo>
                <a:lnTo>
                  <a:pt x="0" y="754380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096628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accel="50000" decel="50000" autoRev="1" fill="hold" grpId="0" nodeType="withEffect">
                                  <p:stCondLst>
                                    <p:cond delay="0"/>
                                  </p:stCondLst>
                                  <p:childTnLst>
                                    <p:animScale>
                                      <p:cBhvr>
                                        <p:cTn id="6" dur="2450" fill="hold"/>
                                        <p:tgtEl>
                                          <p:spTgt spid="3"/>
                                        </p:tgtEl>
                                      </p:cBhvr>
                                      <p:by x="80000" y="8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31_Title Slide">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99AC5CB4-5FF9-4E18-9D94-94478F1FCEBA}"/>
              </a:ext>
            </a:extLst>
          </p:cNvPr>
          <p:cNvSpPr>
            <a:spLocks noGrp="1"/>
          </p:cNvSpPr>
          <p:nvPr>
            <p:ph type="pic" sz="quarter" idx="11"/>
          </p:nvPr>
        </p:nvSpPr>
        <p:spPr>
          <a:xfrm>
            <a:off x="4730924" y="-246184"/>
            <a:ext cx="7627794" cy="7350367"/>
          </a:xfrm>
          <a:custGeom>
            <a:avLst/>
            <a:gdLst>
              <a:gd name="connsiteX0" fmla="*/ 0 w 7829549"/>
              <a:gd name="connsiteY0" fmla="*/ 0 h 7543801"/>
              <a:gd name="connsiteX1" fmla="*/ 7829549 w 7829549"/>
              <a:gd name="connsiteY1" fmla="*/ 0 h 7543801"/>
              <a:gd name="connsiteX2" fmla="*/ 7829549 w 7829549"/>
              <a:gd name="connsiteY2" fmla="*/ 7543801 h 7543801"/>
              <a:gd name="connsiteX3" fmla="*/ 0 w 7829549"/>
              <a:gd name="connsiteY3" fmla="*/ 7543801 h 7543801"/>
            </a:gdLst>
            <a:ahLst/>
            <a:cxnLst>
              <a:cxn ang="0">
                <a:pos x="connsiteX0" y="connsiteY0"/>
              </a:cxn>
              <a:cxn ang="0">
                <a:pos x="connsiteX1" y="connsiteY1"/>
              </a:cxn>
              <a:cxn ang="0">
                <a:pos x="connsiteX2" y="connsiteY2"/>
              </a:cxn>
              <a:cxn ang="0">
                <a:pos x="connsiteX3" y="connsiteY3"/>
              </a:cxn>
            </a:cxnLst>
            <a:rect l="l" t="t" r="r" b="b"/>
            <a:pathLst>
              <a:path w="7829549" h="7543801">
                <a:moveTo>
                  <a:pt x="0" y="0"/>
                </a:moveTo>
                <a:lnTo>
                  <a:pt x="7829549" y="0"/>
                </a:lnTo>
                <a:lnTo>
                  <a:pt x="7829549" y="7543801"/>
                </a:lnTo>
                <a:lnTo>
                  <a:pt x="0" y="754380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70096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accel="50000" decel="50000" autoRev="1" fill="hold" grpId="0" nodeType="withEffect">
                                  <p:stCondLst>
                                    <p:cond delay="0"/>
                                  </p:stCondLst>
                                  <p:childTnLst>
                                    <p:animScale>
                                      <p:cBhvr>
                                        <p:cTn id="6" dur="4150" fill="hold"/>
                                        <p:tgtEl>
                                          <p:spTgt spid="3"/>
                                        </p:tgtEl>
                                      </p:cBhvr>
                                      <p:by x="80000" y="8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34_Title Slide">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99AC5CB4-5FF9-4E18-9D94-94478F1FCEBA}"/>
              </a:ext>
            </a:extLst>
          </p:cNvPr>
          <p:cNvSpPr>
            <a:spLocks noGrp="1"/>
          </p:cNvSpPr>
          <p:nvPr>
            <p:ph type="pic" sz="quarter" idx="11"/>
          </p:nvPr>
        </p:nvSpPr>
        <p:spPr>
          <a:xfrm>
            <a:off x="-335716" y="-246184"/>
            <a:ext cx="7627794" cy="7350367"/>
          </a:xfrm>
          <a:custGeom>
            <a:avLst/>
            <a:gdLst>
              <a:gd name="connsiteX0" fmla="*/ 0 w 7829549"/>
              <a:gd name="connsiteY0" fmla="*/ 0 h 7543801"/>
              <a:gd name="connsiteX1" fmla="*/ 7829549 w 7829549"/>
              <a:gd name="connsiteY1" fmla="*/ 0 h 7543801"/>
              <a:gd name="connsiteX2" fmla="*/ 7829549 w 7829549"/>
              <a:gd name="connsiteY2" fmla="*/ 7543801 h 7543801"/>
              <a:gd name="connsiteX3" fmla="*/ 0 w 7829549"/>
              <a:gd name="connsiteY3" fmla="*/ 7543801 h 7543801"/>
            </a:gdLst>
            <a:ahLst/>
            <a:cxnLst>
              <a:cxn ang="0">
                <a:pos x="connsiteX0" y="connsiteY0"/>
              </a:cxn>
              <a:cxn ang="0">
                <a:pos x="connsiteX1" y="connsiteY1"/>
              </a:cxn>
              <a:cxn ang="0">
                <a:pos x="connsiteX2" y="connsiteY2"/>
              </a:cxn>
              <a:cxn ang="0">
                <a:pos x="connsiteX3" y="connsiteY3"/>
              </a:cxn>
            </a:cxnLst>
            <a:rect l="l" t="t" r="r" b="b"/>
            <a:pathLst>
              <a:path w="7829549" h="7543801">
                <a:moveTo>
                  <a:pt x="0" y="0"/>
                </a:moveTo>
                <a:lnTo>
                  <a:pt x="7829549" y="0"/>
                </a:lnTo>
                <a:lnTo>
                  <a:pt x="7829549" y="7543801"/>
                </a:lnTo>
                <a:lnTo>
                  <a:pt x="0" y="754380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102227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accel="50000" decel="50000" autoRev="1" fill="hold" grpId="0" nodeType="withEffect">
                                  <p:stCondLst>
                                    <p:cond delay="0"/>
                                  </p:stCondLst>
                                  <p:childTnLst>
                                    <p:animScale>
                                      <p:cBhvr>
                                        <p:cTn id="6" dur="4150" fill="hold"/>
                                        <p:tgtEl>
                                          <p:spTgt spid="3"/>
                                        </p:tgtEl>
                                      </p:cBhvr>
                                      <p:by x="80000" y="8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35_Title Slide">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99AC5CB4-5FF9-4E18-9D94-94478F1FCEBA}"/>
              </a:ext>
            </a:extLst>
          </p:cNvPr>
          <p:cNvSpPr>
            <a:spLocks noGrp="1"/>
          </p:cNvSpPr>
          <p:nvPr>
            <p:ph type="pic" sz="quarter" idx="11"/>
          </p:nvPr>
        </p:nvSpPr>
        <p:spPr>
          <a:xfrm>
            <a:off x="1729597" y="-246184"/>
            <a:ext cx="8732806" cy="7350367"/>
          </a:xfrm>
          <a:custGeom>
            <a:avLst/>
            <a:gdLst>
              <a:gd name="connsiteX0" fmla="*/ 0 w 7829549"/>
              <a:gd name="connsiteY0" fmla="*/ 0 h 7543801"/>
              <a:gd name="connsiteX1" fmla="*/ 7829549 w 7829549"/>
              <a:gd name="connsiteY1" fmla="*/ 0 h 7543801"/>
              <a:gd name="connsiteX2" fmla="*/ 7829549 w 7829549"/>
              <a:gd name="connsiteY2" fmla="*/ 7543801 h 7543801"/>
              <a:gd name="connsiteX3" fmla="*/ 0 w 7829549"/>
              <a:gd name="connsiteY3" fmla="*/ 7543801 h 7543801"/>
            </a:gdLst>
            <a:ahLst/>
            <a:cxnLst>
              <a:cxn ang="0">
                <a:pos x="connsiteX0" y="connsiteY0"/>
              </a:cxn>
              <a:cxn ang="0">
                <a:pos x="connsiteX1" y="connsiteY1"/>
              </a:cxn>
              <a:cxn ang="0">
                <a:pos x="connsiteX2" y="connsiteY2"/>
              </a:cxn>
              <a:cxn ang="0">
                <a:pos x="connsiteX3" y="connsiteY3"/>
              </a:cxn>
            </a:cxnLst>
            <a:rect l="l" t="t" r="r" b="b"/>
            <a:pathLst>
              <a:path w="7829549" h="7543801">
                <a:moveTo>
                  <a:pt x="0" y="0"/>
                </a:moveTo>
                <a:lnTo>
                  <a:pt x="7829549" y="0"/>
                </a:lnTo>
                <a:lnTo>
                  <a:pt x="7829549" y="7543801"/>
                </a:lnTo>
                <a:lnTo>
                  <a:pt x="0" y="754380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693143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accel="50000" decel="50000" autoRev="1" fill="hold" grpId="0" nodeType="withEffect">
                                  <p:stCondLst>
                                    <p:cond delay="0"/>
                                  </p:stCondLst>
                                  <p:childTnLst>
                                    <p:animScale>
                                      <p:cBhvr>
                                        <p:cTn id="6" dur="4150" fill="hold"/>
                                        <p:tgtEl>
                                          <p:spTgt spid="3"/>
                                        </p:tgtEl>
                                      </p:cBhvr>
                                      <p:by x="80000" y="8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36_Title Slide">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99AC5CB4-5FF9-4E18-9D94-94478F1FCEBA}"/>
              </a:ext>
            </a:extLst>
          </p:cNvPr>
          <p:cNvSpPr>
            <a:spLocks noGrp="1"/>
          </p:cNvSpPr>
          <p:nvPr>
            <p:ph type="pic" sz="quarter" idx="11"/>
          </p:nvPr>
        </p:nvSpPr>
        <p:spPr>
          <a:xfrm>
            <a:off x="5879722" y="667781"/>
            <a:ext cx="5730875" cy="5522440"/>
          </a:xfrm>
          <a:custGeom>
            <a:avLst/>
            <a:gdLst>
              <a:gd name="connsiteX0" fmla="*/ 0 w 7829549"/>
              <a:gd name="connsiteY0" fmla="*/ 0 h 7543801"/>
              <a:gd name="connsiteX1" fmla="*/ 7829549 w 7829549"/>
              <a:gd name="connsiteY1" fmla="*/ 0 h 7543801"/>
              <a:gd name="connsiteX2" fmla="*/ 7829549 w 7829549"/>
              <a:gd name="connsiteY2" fmla="*/ 7543801 h 7543801"/>
              <a:gd name="connsiteX3" fmla="*/ 0 w 7829549"/>
              <a:gd name="connsiteY3" fmla="*/ 7543801 h 7543801"/>
            </a:gdLst>
            <a:ahLst/>
            <a:cxnLst>
              <a:cxn ang="0">
                <a:pos x="connsiteX0" y="connsiteY0"/>
              </a:cxn>
              <a:cxn ang="0">
                <a:pos x="connsiteX1" y="connsiteY1"/>
              </a:cxn>
              <a:cxn ang="0">
                <a:pos x="connsiteX2" y="connsiteY2"/>
              </a:cxn>
              <a:cxn ang="0">
                <a:pos x="connsiteX3" y="connsiteY3"/>
              </a:cxn>
            </a:cxnLst>
            <a:rect l="l" t="t" r="r" b="b"/>
            <a:pathLst>
              <a:path w="7829549" h="7543801">
                <a:moveTo>
                  <a:pt x="0" y="0"/>
                </a:moveTo>
                <a:lnTo>
                  <a:pt x="7829549" y="0"/>
                </a:lnTo>
                <a:lnTo>
                  <a:pt x="7829549" y="7543801"/>
                </a:lnTo>
                <a:lnTo>
                  <a:pt x="0" y="754380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994617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accel="50000" decel="50000" autoRev="1" fill="hold" grpId="0" nodeType="withEffect">
                                  <p:stCondLst>
                                    <p:cond delay="0"/>
                                  </p:stCondLst>
                                  <p:childTnLst>
                                    <p:animScale>
                                      <p:cBhvr>
                                        <p:cTn id="6" dur="2450" fill="hold"/>
                                        <p:tgtEl>
                                          <p:spTgt spid="3"/>
                                        </p:tgtEl>
                                      </p:cBhvr>
                                      <p:by x="80000" y="8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29_Title Slide">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99AC5CB4-5FF9-4E18-9D94-94478F1FCEBA}"/>
              </a:ext>
            </a:extLst>
          </p:cNvPr>
          <p:cNvSpPr>
            <a:spLocks noGrp="1"/>
          </p:cNvSpPr>
          <p:nvPr>
            <p:ph type="pic" sz="quarter" idx="11"/>
          </p:nvPr>
        </p:nvSpPr>
        <p:spPr>
          <a:xfrm>
            <a:off x="3230562" y="667781"/>
            <a:ext cx="5730875" cy="5522440"/>
          </a:xfrm>
          <a:custGeom>
            <a:avLst/>
            <a:gdLst>
              <a:gd name="connsiteX0" fmla="*/ 0 w 7829549"/>
              <a:gd name="connsiteY0" fmla="*/ 0 h 7543801"/>
              <a:gd name="connsiteX1" fmla="*/ 7829549 w 7829549"/>
              <a:gd name="connsiteY1" fmla="*/ 0 h 7543801"/>
              <a:gd name="connsiteX2" fmla="*/ 7829549 w 7829549"/>
              <a:gd name="connsiteY2" fmla="*/ 7543801 h 7543801"/>
              <a:gd name="connsiteX3" fmla="*/ 0 w 7829549"/>
              <a:gd name="connsiteY3" fmla="*/ 7543801 h 7543801"/>
            </a:gdLst>
            <a:ahLst/>
            <a:cxnLst>
              <a:cxn ang="0">
                <a:pos x="connsiteX0" y="connsiteY0"/>
              </a:cxn>
              <a:cxn ang="0">
                <a:pos x="connsiteX1" y="connsiteY1"/>
              </a:cxn>
              <a:cxn ang="0">
                <a:pos x="connsiteX2" y="connsiteY2"/>
              </a:cxn>
              <a:cxn ang="0">
                <a:pos x="connsiteX3" y="connsiteY3"/>
              </a:cxn>
            </a:cxnLst>
            <a:rect l="l" t="t" r="r" b="b"/>
            <a:pathLst>
              <a:path w="7829549" h="7543801">
                <a:moveTo>
                  <a:pt x="0" y="0"/>
                </a:moveTo>
                <a:lnTo>
                  <a:pt x="7829549" y="0"/>
                </a:lnTo>
                <a:lnTo>
                  <a:pt x="7829549" y="7543801"/>
                </a:lnTo>
                <a:lnTo>
                  <a:pt x="0" y="754380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288514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accel="50000" decel="50000" autoRev="1" fill="hold" grpId="0" nodeType="withEffect">
                                  <p:stCondLst>
                                    <p:cond delay="0"/>
                                  </p:stCondLst>
                                  <p:childTnLst>
                                    <p:animScale>
                                      <p:cBhvr>
                                        <p:cTn id="6" dur="2450" fill="hold"/>
                                        <p:tgtEl>
                                          <p:spTgt spid="3"/>
                                        </p:tgtEl>
                                      </p:cBhvr>
                                      <p:by x="80000" y="8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0_Custom Layou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76F69F73-D8F6-4011-B18F-94501EB735F8}"/>
              </a:ext>
            </a:extLst>
          </p:cNvPr>
          <p:cNvSpPr>
            <a:spLocks noGrp="1"/>
          </p:cNvSpPr>
          <p:nvPr>
            <p:ph type="pic" sz="quarter" idx="11"/>
          </p:nvPr>
        </p:nvSpPr>
        <p:spPr>
          <a:xfrm>
            <a:off x="781743" y="1953493"/>
            <a:ext cx="10628516" cy="4904509"/>
          </a:xfrm>
          <a:custGeom>
            <a:avLst/>
            <a:gdLst>
              <a:gd name="connsiteX0" fmla="*/ 0 w 7829549"/>
              <a:gd name="connsiteY0" fmla="*/ 0 h 7543801"/>
              <a:gd name="connsiteX1" fmla="*/ 7829549 w 7829549"/>
              <a:gd name="connsiteY1" fmla="*/ 0 h 7543801"/>
              <a:gd name="connsiteX2" fmla="*/ 7829549 w 7829549"/>
              <a:gd name="connsiteY2" fmla="*/ 7543801 h 7543801"/>
              <a:gd name="connsiteX3" fmla="*/ 0 w 7829549"/>
              <a:gd name="connsiteY3" fmla="*/ 7543801 h 7543801"/>
            </a:gdLst>
            <a:ahLst/>
            <a:cxnLst>
              <a:cxn ang="0">
                <a:pos x="connsiteX0" y="connsiteY0"/>
              </a:cxn>
              <a:cxn ang="0">
                <a:pos x="connsiteX1" y="connsiteY1"/>
              </a:cxn>
              <a:cxn ang="0">
                <a:pos x="connsiteX2" y="connsiteY2"/>
              </a:cxn>
              <a:cxn ang="0">
                <a:pos x="connsiteX3" y="connsiteY3"/>
              </a:cxn>
            </a:cxnLst>
            <a:rect l="l" t="t" r="r" b="b"/>
            <a:pathLst>
              <a:path w="7829549" h="7543801">
                <a:moveTo>
                  <a:pt x="0" y="0"/>
                </a:moveTo>
                <a:lnTo>
                  <a:pt x="7829549" y="0"/>
                </a:lnTo>
                <a:lnTo>
                  <a:pt x="7829549" y="7543801"/>
                </a:lnTo>
                <a:lnTo>
                  <a:pt x="0" y="754380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785562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1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300" fill="hold"/>
                                        <p:tgtEl>
                                          <p:spTgt spid="2"/>
                                        </p:tgtEl>
                                        <p:attrNameLst>
                                          <p:attrName>ppt_x</p:attrName>
                                        </p:attrNameLst>
                                      </p:cBhvr>
                                      <p:tavLst>
                                        <p:tav tm="0">
                                          <p:val>
                                            <p:strVal val="#ppt_x"/>
                                          </p:val>
                                        </p:tav>
                                        <p:tav tm="100000">
                                          <p:val>
                                            <p:strVal val="#ppt_x"/>
                                          </p:val>
                                        </p:tav>
                                      </p:tavLst>
                                    </p:anim>
                                    <p:anim calcmode="lin" valueType="num">
                                      <p:cBhvr additive="base">
                                        <p:cTn id="8" dur="13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76F69F73-D8F6-4011-B18F-94501EB735F8}"/>
              </a:ext>
            </a:extLst>
          </p:cNvPr>
          <p:cNvSpPr>
            <a:spLocks noGrp="1"/>
          </p:cNvSpPr>
          <p:nvPr>
            <p:ph type="pic" sz="quarter" idx="11"/>
          </p:nvPr>
        </p:nvSpPr>
        <p:spPr>
          <a:xfrm>
            <a:off x="781743" y="0"/>
            <a:ext cx="10628516" cy="4904509"/>
          </a:xfrm>
          <a:custGeom>
            <a:avLst/>
            <a:gdLst>
              <a:gd name="connsiteX0" fmla="*/ 0 w 7829549"/>
              <a:gd name="connsiteY0" fmla="*/ 0 h 7543801"/>
              <a:gd name="connsiteX1" fmla="*/ 7829549 w 7829549"/>
              <a:gd name="connsiteY1" fmla="*/ 0 h 7543801"/>
              <a:gd name="connsiteX2" fmla="*/ 7829549 w 7829549"/>
              <a:gd name="connsiteY2" fmla="*/ 7543801 h 7543801"/>
              <a:gd name="connsiteX3" fmla="*/ 0 w 7829549"/>
              <a:gd name="connsiteY3" fmla="*/ 7543801 h 7543801"/>
            </a:gdLst>
            <a:ahLst/>
            <a:cxnLst>
              <a:cxn ang="0">
                <a:pos x="connsiteX0" y="connsiteY0"/>
              </a:cxn>
              <a:cxn ang="0">
                <a:pos x="connsiteX1" y="connsiteY1"/>
              </a:cxn>
              <a:cxn ang="0">
                <a:pos x="connsiteX2" y="connsiteY2"/>
              </a:cxn>
              <a:cxn ang="0">
                <a:pos x="connsiteX3" y="connsiteY3"/>
              </a:cxn>
            </a:cxnLst>
            <a:rect l="l" t="t" r="r" b="b"/>
            <a:pathLst>
              <a:path w="7829549" h="7543801">
                <a:moveTo>
                  <a:pt x="0" y="0"/>
                </a:moveTo>
                <a:lnTo>
                  <a:pt x="7829549" y="0"/>
                </a:lnTo>
                <a:lnTo>
                  <a:pt x="7829549" y="7543801"/>
                </a:lnTo>
                <a:lnTo>
                  <a:pt x="0" y="754380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831893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1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300" fill="hold"/>
                                        <p:tgtEl>
                                          <p:spTgt spid="2"/>
                                        </p:tgtEl>
                                        <p:attrNameLst>
                                          <p:attrName>ppt_x</p:attrName>
                                        </p:attrNameLst>
                                      </p:cBhvr>
                                      <p:tavLst>
                                        <p:tav tm="0">
                                          <p:val>
                                            <p:strVal val="#ppt_x"/>
                                          </p:val>
                                        </p:tav>
                                        <p:tav tm="100000">
                                          <p:val>
                                            <p:strVal val="#ppt_x"/>
                                          </p:val>
                                        </p:tav>
                                      </p:tavLst>
                                    </p:anim>
                                    <p:anim calcmode="lin" valueType="num">
                                      <p:cBhvr additive="base">
                                        <p:cTn id="8" dur="13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4511B-B6CD-6DB0-2FF8-064C85F515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CF4CD1-AEF8-2DB8-924D-786FA51CBA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55E806-041C-E342-D6A3-A5ED4EBD0948}"/>
              </a:ext>
            </a:extLst>
          </p:cNvPr>
          <p:cNvSpPr>
            <a:spLocks noGrp="1"/>
          </p:cNvSpPr>
          <p:nvPr>
            <p:ph type="dt" sz="half" idx="10"/>
          </p:nvPr>
        </p:nvSpPr>
        <p:spPr/>
        <p:txBody>
          <a:bodyPr/>
          <a:lstStyle/>
          <a:p>
            <a:fld id="{2A42C9C4-B937-43C4-9FA9-C1F473DE3F09}" type="datetimeFigureOut">
              <a:rPr lang="en-US" smtClean="0"/>
              <a:t>12/5/2022</a:t>
            </a:fld>
            <a:endParaRPr lang="en-US"/>
          </a:p>
        </p:txBody>
      </p:sp>
      <p:sp>
        <p:nvSpPr>
          <p:cNvPr id="5" name="Footer Placeholder 4">
            <a:extLst>
              <a:ext uri="{FF2B5EF4-FFF2-40B4-BE49-F238E27FC236}">
                <a16:creationId xmlns:a16="http://schemas.microsoft.com/office/drawing/2014/main" id="{1D4BEE6A-8263-34AC-6096-97183ABFCA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B6693C-1DDE-44EC-A087-4140C040E94F}"/>
              </a:ext>
            </a:extLst>
          </p:cNvPr>
          <p:cNvSpPr>
            <a:spLocks noGrp="1"/>
          </p:cNvSpPr>
          <p:nvPr>
            <p:ph type="sldNum" sz="quarter" idx="12"/>
          </p:nvPr>
        </p:nvSpPr>
        <p:spPr/>
        <p:txBody>
          <a:bodyPr/>
          <a:lstStyle/>
          <a:p>
            <a:fld id="{0398B72D-880B-41A5-A203-1E18CD576375}" type="slidenum">
              <a:rPr lang="en-US" smtClean="0"/>
              <a:t>‹#›</a:t>
            </a:fld>
            <a:endParaRPr lang="en-US"/>
          </a:p>
        </p:txBody>
      </p:sp>
    </p:spTree>
    <p:extLst>
      <p:ext uri="{BB962C8B-B14F-4D97-AF65-F5344CB8AC3E}">
        <p14:creationId xmlns:p14="http://schemas.microsoft.com/office/powerpoint/2010/main" val="3902272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15562B8-40F2-4731-9234-F72F7B0C8FA9}"/>
              </a:ext>
            </a:extLst>
          </p:cNvPr>
          <p:cNvSpPr/>
          <p:nvPr userDrawn="1"/>
        </p:nvSpPr>
        <p:spPr>
          <a:xfrm rot="5400000">
            <a:off x="5941864" y="-5484724"/>
            <a:ext cx="491719" cy="1146116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Rectangle 1">
            <a:extLst>
              <a:ext uri="{FF2B5EF4-FFF2-40B4-BE49-F238E27FC236}">
                <a16:creationId xmlns:a16="http://schemas.microsoft.com/office/drawing/2014/main" id="{EED1674B-7819-4290-8EC6-DD14B5462434}"/>
              </a:ext>
            </a:extLst>
          </p:cNvPr>
          <p:cNvSpPr/>
          <p:nvPr userDrawn="1"/>
        </p:nvSpPr>
        <p:spPr>
          <a:xfrm>
            <a:off x="0" y="0"/>
            <a:ext cx="491655"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8" name="Rectangle 17">
            <a:extLst>
              <a:ext uri="{FF2B5EF4-FFF2-40B4-BE49-F238E27FC236}">
                <a16:creationId xmlns:a16="http://schemas.microsoft.com/office/drawing/2014/main" id="{9B4CB942-6ECB-49C3-BCDF-B7B7905525F3}"/>
              </a:ext>
            </a:extLst>
          </p:cNvPr>
          <p:cNvSpPr/>
          <p:nvPr userDrawn="1"/>
        </p:nvSpPr>
        <p:spPr>
          <a:xfrm rot="5400000">
            <a:off x="6078711" y="744711"/>
            <a:ext cx="491719" cy="1173486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9" name="Rectangle 18">
            <a:extLst>
              <a:ext uri="{FF2B5EF4-FFF2-40B4-BE49-F238E27FC236}">
                <a16:creationId xmlns:a16="http://schemas.microsoft.com/office/drawing/2014/main" id="{12A7B87B-45E7-4AE7-9E9F-48F570D39556}"/>
              </a:ext>
            </a:extLst>
          </p:cNvPr>
          <p:cNvSpPr/>
          <p:nvPr userDrawn="1"/>
        </p:nvSpPr>
        <p:spPr>
          <a:xfrm>
            <a:off x="11700345" y="0"/>
            <a:ext cx="491655"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cxnSp>
        <p:nvCxnSpPr>
          <p:cNvPr id="24" name="Straight Connector 23">
            <a:extLst>
              <a:ext uri="{FF2B5EF4-FFF2-40B4-BE49-F238E27FC236}">
                <a16:creationId xmlns:a16="http://schemas.microsoft.com/office/drawing/2014/main" id="{DE83E7B4-D919-418E-8C79-FE532F656603}"/>
              </a:ext>
            </a:extLst>
          </p:cNvPr>
          <p:cNvCxnSpPr/>
          <p:nvPr userDrawn="1"/>
        </p:nvCxnSpPr>
        <p:spPr>
          <a:xfrm>
            <a:off x="120026" y="152363"/>
            <a:ext cx="238296"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9D18541-68C2-4DF9-AC8A-1ECB0677CF50}"/>
              </a:ext>
            </a:extLst>
          </p:cNvPr>
          <p:cNvCxnSpPr>
            <a:cxnSpLocks/>
          </p:cNvCxnSpPr>
          <p:nvPr userDrawn="1"/>
        </p:nvCxnSpPr>
        <p:spPr>
          <a:xfrm>
            <a:off x="120026" y="227882"/>
            <a:ext cx="101742"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F6FCAEE-47CD-4C71-94C3-830250430BF7}"/>
              </a:ext>
            </a:extLst>
          </p:cNvPr>
          <p:cNvCxnSpPr>
            <a:cxnSpLocks/>
          </p:cNvCxnSpPr>
          <p:nvPr userDrawn="1"/>
        </p:nvCxnSpPr>
        <p:spPr>
          <a:xfrm>
            <a:off x="120026" y="303402"/>
            <a:ext cx="181333"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sp>
        <p:nvSpPr>
          <p:cNvPr id="27" name="Slide Number Placeholder 5">
            <a:extLst>
              <a:ext uri="{FF2B5EF4-FFF2-40B4-BE49-F238E27FC236}">
                <a16:creationId xmlns:a16="http://schemas.microsoft.com/office/drawing/2014/main" id="{920F7B99-6DE8-4F59-95D2-587A27CB4EB8}"/>
              </a:ext>
            </a:extLst>
          </p:cNvPr>
          <p:cNvSpPr txBox="1">
            <a:spLocks/>
          </p:cNvSpPr>
          <p:nvPr userDrawn="1"/>
        </p:nvSpPr>
        <p:spPr>
          <a:xfrm>
            <a:off x="164697" y="6458689"/>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chemeClr val="tx1">
                    <a:lumMod val="90000"/>
                    <a:lumOff val="10000"/>
                  </a:schemeClr>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chemeClr val="tx1">
                  <a:lumMod val="90000"/>
                  <a:lumOff val="10000"/>
                </a:scheme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9" name="Rectangle 28">
            <a:extLst>
              <a:ext uri="{FF2B5EF4-FFF2-40B4-BE49-F238E27FC236}">
                <a16:creationId xmlns:a16="http://schemas.microsoft.com/office/drawing/2014/main" id="{3C0BA415-90EF-494A-98BB-E4776AE09ABA}"/>
              </a:ext>
            </a:extLst>
          </p:cNvPr>
          <p:cNvSpPr/>
          <p:nvPr userDrawn="1"/>
        </p:nvSpPr>
        <p:spPr>
          <a:xfrm>
            <a:off x="727028" y="227883"/>
            <a:ext cx="1610876" cy="587829"/>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8" name="TextBox 27">
            <a:extLst>
              <a:ext uri="{FF2B5EF4-FFF2-40B4-BE49-F238E27FC236}">
                <a16:creationId xmlns:a16="http://schemas.microsoft.com/office/drawing/2014/main" id="{C0763060-CCE9-4A96-A067-6AC27B7E80B1}"/>
              </a:ext>
            </a:extLst>
          </p:cNvPr>
          <p:cNvSpPr txBox="1"/>
          <p:nvPr userDrawn="1"/>
        </p:nvSpPr>
        <p:spPr>
          <a:xfrm>
            <a:off x="901650" y="375603"/>
            <a:ext cx="1261632" cy="338554"/>
          </a:xfrm>
          <a:prstGeom prst="rect">
            <a:avLst/>
          </a:prstGeom>
          <a:noFill/>
        </p:spPr>
        <p:txBody>
          <a:bodyPr wrap="square" rtlCol="0">
            <a:spAutoFit/>
          </a:bodyPr>
          <a:lstStyle/>
          <a:p>
            <a:pPr algn="ctr"/>
            <a:r>
              <a:rPr lang="en-US" sz="1600" b="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Tree>
    <p:extLst>
      <p:ext uri="{BB962C8B-B14F-4D97-AF65-F5344CB8AC3E}">
        <p14:creationId xmlns:p14="http://schemas.microsoft.com/office/powerpoint/2010/main" val="148384091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15562B8-40F2-4731-9234-F72F7B0C8FA9}"/>
              </a:ext>
            </a:extLst>
          </p:cNvPr>
          <p:cNvSpPr/>
          <p:nvPr userDrawn="1"/>
        </p:nvSpPr>
        <p:spPr>
          <a:xfrm rot="5400000">
            <a:off x="5941864" y="-5484724"/>
            <a:ext cx="491719" cy="1146116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Rectangle 1">
            <a:extLst>
              <a:ext uri="{FF2B5EF4-FFF2-40B4-BE49-F238E27FC236}">
                <a16:creationId xmlns:a16="http://schemas.microsoft.com/office/drawing/2014/main" id="{EED1674B-7819-4290-8EC6-DD14B5462434}"/>
              </a:ext>
            </a:extLst>
          </p:cNvPr>
          <p:cNvSpPr/>
          <p:nvPr userDrawn="1"/>
        </p:nvSpPr>
        <p:spPr>
          <a:xfrm>
            <a:off x="0" y="0"/>
            <a:ext cx="491655"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8" name="Rectangle 17">
            <a:extLst>
              <a:ext uri="{FF2B5EF4-FFF2-40B4-BE49-F238E27FC236}">
                <a16:creationId xmlns:a16="http://schemas.microsoft.com/office/drawing/2014/main" id="{9B4CB942-6ECB-49C3-BCDF-B7B7905525F3}"/>
              </a:ext>
            </a:extLst>
          </p:cNvPr>
          <p:cNvSpPr/>
          <p:nvPr userDrawn="1"/>
        </p:nvSpPr>
        <p:spPr>
          <a:xfrm rot="5400000">
            <a:off x="6078711" y="744711"/>
            <a:ext cx="491719" cy="1173486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9" name="Rectangle 18">
            <a:extLst>
              <a:ext uri="{FF2B5EF4-FFF2-40B4-BE49-F238E27FC236}">
                <a16:creationId xmlns:a16="http://schemas.microsoft.com/office/drawing/2014/main" id="{12A7B87B-45E7-4AE7-9E9F-48F570D39556}"/>
              </a:ext>
            </a:extLst>
          </p:cNvPr>
          <p:cNvSpPr/>
          <p:nvPr userDrawn="1"/>
        </p:nvSpPr>
        <p:spPr>
          <a:xfrm>
            <a:off x="11700345" y="0"/>
            <a:ext cx="491655"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cxnSp>
        <p:nvCxnSpPr>
          <p:cNvPr id="24" name="Straight Connector 23">
            <a:extLst>
              <a:ext uri="{FF2B5EF4-FFF2-40B4-BE49-F238E27FC236}">
                <a16:creationId xmlns:a16="http://schemas.microsoft.com/office/drawing/2014/main" id="{DE83E7B4-D919-418E-8C79-FE532F656603}"/>
              </a:ext>
            </a:extLst>
          </p:cNvPr>
          <p:cNvCxnSpPr/>
          <p:nvPr userDrawn="1"/>
        </p:nvCxnSpPr>
        <p:spPr>
          <a:xfrm>
            <a:off x="120026" y="152363"/>
            <a:ext cx="238296"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9D18541-68C2-4DF9-AC8A-1ECB0677CF50}"/>
              </a:ext>
            </a:extLst>
          </p:cNvPr>
          <p:cNvCxnSpPr>
            <a:cxnSpLocks/>
          </p:cNvCxnSpPr>
          <p:nvPr userDrawn="1"/>
        </p:nvCxnSpPr>
        <p:spPr>
          <a:xfrm>
            <a:off x="120026" y="227882"/>
            <a:ext cx="101742"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F6FCAEE-47CD-4C71-94C3-830250430BF7}"/>
              </a:ext>
            </a:extLst>
          </p:cNvPr>
          <p:cNvCxnSpPr>
            <a:cxnSpLocks/>
          </p:cNvCxnSpPr>
          <p:nvPr userDrawn="1"/>
        </p:nvCxnSpPr>
        <p:spPr>
          <a:xfrm>
            <a:off x="120026" y="303402"/>
            <a:ext cx="181333"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sp>
        <p:nvSpPr>
          <p:cNvPr id="27" name="Slide Number Placeholder 5">
            <a:extLst>
              <a:ext uri="{FF2B5EF4-FFF2-40B4-BE49-F238E27FC236}">
                <a16:creationId xmlns:a16="http://schemas.microsoft.com/office/drawing/2014/main" id="{920F7B99-6DE8-4F59-95D2-587A27CB4EB8}"/>
              </a:ext>
            </a:extLst>
          </p:cNvPr>
          <p:cNvSpPr txBox="1">
            <a:spLocks/>
          </p:cNvSpPr>
          <p:nvPr userDrawn="1"/>
        </p:nvSpPr>
        <p:spPr>
          <a:xfrm>
            <a:off x="164697" y="6458689"/>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chemeClr val="tx1">
                    <a:lumMod val="90000"/>
                    <a:lumOff val="10000"/>
                  </a:schemeClr>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chemeClr val="tx1">
                  <a:lumMod val="90000"/>
                  <a:lumOff val="10000"/>
                </a:scheme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4" name="Rectangle: Rounded Corners 13">
            <a:extLst>
              <a:ext uri="{FF2B5EF4-FFF2-40B4-BE49-F238E27FC236}">
                <a16:creationId xmlns:a16="http://schemas.microsoft.com/office/drawing/2014/main" id="{FEB50162-B53A-4D53-985F-D3169468460F}"/>
              </a:ext>
            </a:extLst>
          </p:cNvPr>
          <p:cNvSpPr/>
          <p:nvPr userDrawn="1"/>
        </p:nvSpPr>
        <p:spPr>
          <a:xfrm>
            <a:off x="727028" y="227883"/>
            <a:ext cx="1610876" cy="587829"/>
          </a:xfrm>
          <a:prstGeom prst="roundRect">
            <a:avLst>
              <a:gd name="adj" fmla="val 50000"/>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5" name="TextBox 14">
            <a:extLst>
              <a:ext uri="{FF2B5EF4-FFF2-40B4-BE49-F238E27FC236}">
                <a16:creationId xmlns:a16="http://schemas.microsoft.com/office/drawing/2014/main" id="{6A5AA740-871A-4FDD-B5BE-77B04DD73008}"/>
              </a:ext>
            </a:extLst>
          </p:cNvPr>
          <p:cNvSpPr txBox="1"/>
          <p:nvPr userDrawn="1"/>
        </p:nvSpPr>
        <p:spPr>
          <a:xfrm>
            <a:off x="901650" y="375603"/>
            <a:ext cx="1261632" cy="338554"/>
          </a:xfrm>
          <a:prstGeom prst="rect">
            <a:avLst/>
          </a:prstGeom>
          <a:noFill/>
        </p:spPr>
        <p:txBody>
          <a:bodyPr wrap="square" rtlCol="0">
            <a:spAutoFit/>
          </a:bodyPr>
          <a:lstStyle/>
          <a:p>
            <a:pPr algn="ctr"/>
            <a:r>
              <a:rPr lang="en-US" sz="1600" b="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Tree>
    <p:extLst>
      <p:ext uri="{BB962C8B-B14F-4D97-AF65-F5344CB8AC3E}">
        <p14:creationId xmlns:p14="http://schemas.microsoft.com/office/powerpoint/2010/main" val="194866579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15562B8-40F2-4731-9234-F72F7B0C8FA9}"/>
              </a:ext>
            </a:extLst>
          </p:cNvPr>
          <p:cNvSpPr/>
          <p:nvPr userDrawn="1"/>
        </p:nvSpPr>
        <p:spPr>
          <a:xfrm rot="5400000">
            <a:off x="5941864" y="-5484724"/>
            <a:ext cx="491719" cy="1146116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Rectangle 1">
            <a:extLst>
              <a:ext uri="{FF2B5EF4-FFF2-40B4-BE49-F238E27FC236}">
                <a16:creationId xmlns:a16="http://schemas.microsoft.com/office/drawing/2014/main" id="{EED1674B-7819-4290-8EC6-DD14B5462434}"/>
              </a:ext>
            </a:extLst>
          </p:cNvPr>
          <p:cNvSpPr/>
          <p:nvPr userDrawn="1"/>
        </p:nvSpPr>
        <p:spPr>
          <a:xfrm>
            <a:off x="0" y="0"/>
            <a:ext cx="491655"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8" name="Rectangle 17">
            <a:extLst>
              <a:ext uri="{FF2B5EF4-FFF2-40B4-BE49-F238E27FC236}">
                <a16:creationId xmlns:a16="http://schemas.microsoft.com/office/drawing/2014/main" id="{9B4CB942-6ECB-49C3-BCDF-B7B7905525F3}"/>
              </a:ext>
            </a:extLst>
          </p:cNvPr>
          <p:cNvSpPr/>
          <p:nvPr userDrawn="1"/>
        </p:nvSpPr>
        <p:spPr>
          <a:xfrm rot="5400000">
            <a:off x="6078711" y="744711"/>
            <a:ext cx="491719" cy="1173486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9" name="Rectangle 18">
            <a:extLst>
              <a:ext uri="{FF2B5EF4-FFF2-40B4-BE49-F238E27FC236}">
                <a16:creationId xmlns:a16="http://schemas.microsoft.com/office/drawing/2014/main" id="{12A7B87B-45E7-4AE7-9E9F-48F570D39556}"/>
              </a:ext>
            </a:extLst>
          </p:cNvPr>
          <p:cNvSpPr/>
          <p:nvPr userDrawn="1"/>
        </p:nvSpPr>
        <p:spPr>
          <a:xfrm>
            <a:off x="11700345" y="0"/>
            <a:ext cx="491655"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cxnSp>
        <p:nvCxnSpPr>
          <p:cNvPr id="24" name="Straight Connector 23">
            <a:extLst>
              <a:ext uri="{FF2B5EF4-FFF2-40B4-BE49-F238E27FC236}">
                <a16:creationId xmlns:a16="http://schemas.microsoft.com/office/drawing/2014/main" id="{DE83E7B4-D919-418E-8C79-FE532F656603}"/>
              </a:ext>
            </a:extLst>
          </p:cNvPr>
          <p:cNvCxnSpPr/>
          <p:nvPr userDrawn="1"/>
        </p:nvCxnSpPr>
        <p:spPr>
          <a:xfrm>
            <a:off x="120026" y="152363"/>
            <a:ext cx="238296"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9D18541-68C2-4DF9-AC8A-1ECB0677CF50}"/>
              </a:ext>
            </a:extLst>
          </p:cNvPr>
          <p:cNvCxnSpPr>
            <a:cxnSpLocks/>
          </p:cNvCxnSpPr>
          <p:nvPr userDrawn="1"/>
        </p:nvCxnSpPr>
        <p:spPr>
          <a:xfrm>
            <a:off x="120026" y="227882"/>
            <a:ext cx="101742"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F6FCAEE-47CD-4C71-94C3-830250430BF7}"/>
              </a:ext>
            </a:extLst>
          </p:cNvPr>
          <p:cNvCxnSpPr>
            <a:cxnSpLocks/>
          </p:cNvCxnSpPr>
          <p:nvPr userDrawn="1"/>
        </p:nvCxnSpPr>
        <p:spPr>
          <a:xfrm>
            <a:off x="120026" y="303402"/>
            <a:ext cx="181333"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sp>
        <p:nvSpPr>
          <p:cNvPr id="27" name="Slide Number Placeholder 5">
            <a:extLst>
              <a:ext uri="{FF2B5EF4-FFF2-40B4-BE49-F238E27FC236}">
                <a16:creationId xmlns:a16="http://schemas.microsoft.com/office/drawing/2014/main" id="{920F7B99-6DE8-4F59-95D2-587A27CB4EB8}"/>
              </a:ext>
            </a:extLst>
          </p:cNvPr>
          <p:cNvSpPr txBox="1">
            <a:spLocks/>
          </p:cNvSpPr>
          <p:nvPr userDrawn="1"/>
        </p:nvSpPr>
        <p:spPr>
          <a:xfrm>
            <a:off x="164697" y="6458689"/>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chemeClr val="tx1">
                    <a:lumMod val="90000"/>
                    <a:lumOff val="10000"/>
                  </a:schemeClr>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chemeClr val="tx1">
                  <a:lumMod val="90000"/>
                  <a:lumOff val="10000"/>
                </a:scheme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2" name="TextBox 11">
            <a:extLst>
              <a:ext uri="{FF2B5EF4-FFF2-40B4-BE49-F238E27FC236}">
                <a16:creationId xmlns:a16="http://schemas.microsoft.com/office/drawing/2014/main" id="{C836E49E-6A53-4F4D-9EED-FA6EEC2123E3}"/>
              </a:ext>
            </a:extLst>
          </p:cNvPr>
          <p:cNvSpPr txBox="1"/>
          <p:nvPr userDrawn="1"/>
        </p:nvSpPr>
        <p:spPr>
          <a:xfrm>
            <a:off x="5465184" y="115055"/>
            <a:ext cx="1261632" cy="307777"/>
          </a:xfrm>
          <a:prstGeom prst="rect">
            <a:avLst/>
          </a:prstGeom>
          <a:noFill/>
        </p:spPr>
        <p:txBody>
          <a:bodyPr wrap="square" rtlCol="0">
            <a:spAutoFit/>
          </a:bodyPr>
          <a:lstStyle/>
          <a:p>
            <a:pPr algn="ctr"/>
            <a:r>
              <a:rPr lang="en-US" sz="1400" b="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Tree>
    <p:extLst>
      <p:ext uri="{BB962C8B-B14F-4D97-AF65-F5344CB8AC3E}">
        <p14:creationId xmlns:p14="http://schemas.microsoft.com/office/powerpoint/2010/main" val="343329007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F5F7554-38B1-48BE-91E4-43BCAA8E8FD1}"/>
              </a:ext>
            </a:extLst>
          </p:cNvPr>
          <p:cNvSpPr>
            <a:spLocks noGrp="1"/>
          </p:cNvSpPr>
          <p:nvPr>
            <p:ph type="pic" sz="quarter" idx="13"/>
          </p:nvPr>
        </p:nvSpPr>
        <p:spPr>
          <a:xfrm>
            <a:off x="6091625" y="495300"/>
            <a:ext cx="5604345" cy="5870981"/>
          </a:xfrm>
          <a:custGeom>
            <a:avLst/>
            <a:gdLst>
              <a:gd name="connsiteX0" fmla="*/ 0 w 11210150"/>
              <a:gd name="connsiteY0" fmla="*/ 0 h 11741961"/>
              <a:gd name="connsiteX1" fmla="*/ 11210150 w 11210150"/>
              <a:gd name="connsiteY1" fmla="*/ 0 h 11741961"/>
              <a:gd name="connsiteX2" fmla="*/ 11210150 w 11210150"/>
              <a:gd name="connsiteY2" fmla="*/ 11741961 h 11741961"/>
              <a:gd name="connsiteX3" fmla="*/ 0 w 11210150"/>
              <a:gd name="connsiteY3" fmla="*/ 11741961 h 11741961"/>
            </a:gdLst>
            <a:ahLst/>
            <a:cxnLst>
              <a:cxn ang="0">
                <a:pos x="connsiteX0" y="connsiteY0"/>
              </a:cxn>
              <a:cxn ang="0">
                <a:pos x="connsiteX1" y="connsiteY1"/>
              </a:cxn>
              <a:cxn ang="0">
                <a:pos x="connsiteX2" y="connsiteY2"/>
              </a:cxn>
              <a:cxn ang="0">
                <a:pos x="connsiteX3" y="connsiteY3"/>
              </a:cxn>
            </a:cxnLst>
            <a:rect l="l" t="t" r="r" b="b"/>
            <a:pathLst>
              <a:path w="11210150" h="11741961">
                <a:moveTo>
                  <a:pt x="0" y="0"/>
                </a:moveTo>
                <a:lnTo>
                  <a:pt x="11210150" y="0"/>
                </a:lnTo>
                <a:lnTo>
                  <a:pt x="11210150" y="11741961"/>
                </a:lnTo>
                <a:lnTo>
                  <a:pt x="0" y="1174196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56358075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518982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30_Custom Layou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484089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8_Custom Layout">
    <p:bg>
      <p:bgPr>
        <a:solidFill>
          <a:schemeClr val="bg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8482A689-CC2A-4F2B-BAB9-2127EA08A0C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740" y="0"/>
            <a:ext cx="12341479" cy="6858000"/>
          </a:xfrm>
          <a:prstGeom prst="rect">
            <a:avLst/>
          </a:prstGeom>
        </p:spPr>
      </p:pic>
      <p:sp>
        <p:nvSpPr>
          <p:cNvPr id="2" name="Slide Number Placeholder 5">
            <a:extLst>
              <a:ext uri="{FF2B5EF4-FFF2-40B4-BE49-F238E27FC236}">
                <a16:creationId xmlns:a16="http://schemas.microsoft.com/office/drawing/2014/main" id="{2E8DB23E-DC77-4E50-A38D-DDDDEEDB1A0B}"/>
              </a:ext>
            </a:extLst>
          </p:cNvPr>
          <p:cNvSpPr txBox="1">
            <a:spLocks/>
          </p:cNvSpPr>
          <p:nvPr userDrawn="1"/>
        </p:nvSpPr>
        <p:spPr>
          <a:xfrm>
            <a:off x="11881643" y="3283310"/>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 name="TextBox 2">
            <a:extLst>
              <a:ext uri="{FF2B5EF4-FFF2-40B4-BE49-F238E27FC236}">
                <a16:creationId xmlns:a16="http://schemas.microsoft.com/office/drawing/2014/main" id="{3737B9C2-6A96-4E56-8A5F-50BC1EAA29D4}"/>
              </a:ext>
            </a:extLst>
          </p:cNvPr>
          <p:cNvSpPr txBox="1"/>
          <p:nvPr userDrawn="1"/>
        </p:nvSpPr>
        <p:spPr>
          <a:xfrm>
            <a:off x="10782272" y="6444039"/>
            <a:ext cx="1261632" cy="338554"/>
          </a:xfrm>
          <a:prstGeom prst="rect">
            <a:avLst/>
          </a:prstGeom>
          <a:noFill/>
        </p:spPr>
        <p:txBody>
          <a:bodyPr wrap="square" rtlCol="0">
            <a:spAutoFit/>
          </a:bodyPr>
          <a:lstStyle/>
          <a:p>
            <a:pPr algn="r"/>
            <a:r>
              <a:rPr lang="en-US" sz="1600" b="0">
                <a:solidFill>
                  <a:schemeClr val="accent1"/>
                </a:solidFill>
                <a:latin typeface="Open Sans" panose="020B0606030504020204" pitchFamily="34" charset="0"/>
                <a:ea typeface="Open Sans" panose="020B0606030504020204" pitchFamily="34" charset="0"/>
                <a:cs typeface="Open Sans" panose="020B0606030504020204" pitchFamily="34" charset="0"/>
              </a:rPr>
              <a:t>MASSIVE X</a:t>
            </a:r>
          </a:p>
        </p:txBody>
      </p:sp>
    </p:spTree>
    <p:extLst>
      <p:ext uri="{BB962C8B-B14F-4D97-AF65-F5344CB8AC3E}">
        <p14:creationId xmlns:p14="http://schemas.microsoft.com/office/powerpoint/2010/main" val="139727042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9_Custom Layout">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2E8DB23E-DC77-4E50-A38D-DDDDEEDB1A0B}"/>
              </a:ext>
            </a:extLst>
          </p:cNvPr>
          <p:cNvSpPr txBox="1">
            <a:spLocks/>
          </p:cNvSpPr>
          <p:nvPr userDrawn="1"/>
        </p:nvSpPr>
        <p:spPr>
          <a:xfrm>
            <a:off x="11881643" y="3283310"/>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 name="TextBox 2">
            <a:extLst>
              <a:ext uri="{FF2B5EF4-FFF2-40B4-BE49-F238E27FC236}">
                <a16:creationId xmlns:a16="http://schemas.microsoft.com/office/drawing/2014/main" id="{3737B9C2-6A96-4E56-8A5F-50BC1EAA29D4}"/>
              </a:ext>
            </a:extLst>
          </p:cNvPr>
          <p:cNvSpPr txBox="1"/>
          <p:nvPr userDrawn="1"/>
        </p:nvSpPr>
        <p:spPr>
          <a:xfrm>
            <a:off x="10782272" y="6444039"/>
            <a:ext cx="1261632" cy="338554"/>
          </a:xfrm>
          <a:prstGeom prst="rect">
            <a:avLst/>
          </a:prstGeom>
          <a:noFill/>
        </p:spPr>
        <p:txBody>
          <a:bodyPr wrap="square" rtlCol="0">
            <a:spAutoFit/>
          </a:bodyPr>
          <a:lstStyle/>
          <a:p>
            <a:pPr algn="r"/>
            <a:r>
              <a:rPr lang="en-US" sz="1600" b="0">
                <a:solidFill>
                  <a:schemeClr val="accent1"/>
                </a:solidFill>
                <a:latin typeface="Open Sans" panose="020B0606030504020204" pitchFamily="34" charset="0"/>
                <a:ea typeface="Open Sans" panose="020B0606030504020204" pitchFamily="34" charset="0"/>
                <a:cs typeface="Open Sans" panose="020B0606030504020204" pitchFamily="34" charset="0"/>
              </a:rPr>
              <a:t>MASSIVE X</a:t>
            </a:r>
          </a:p>
        </p:txBody>
      </p:sp>
    </p:spTree>
    <p:extLst>
      <p:ext uri="{BB962C8B-B14F-4D97-AF65-F5344CB8AC3E}">
        <p14:creationId xmlns:p14="http://schemas.microsoft.com/office/powerpoint/2010/main" val="321662096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54E2DCC9-7A91-43AF-A2ED-33E09E36BADD}"/>
              </a:ext>
            </a:extLst>
          </p:cNvPr>
          <p:cNvSpPr>
            <a:spLocks noGrp="1"/>
          </p:cNvSpPr>
          <p:nvPr>
            <p:ph type="pic" sz="quarter" idx="13"/>
          </p:nvPr>
        </p:nvSpPr>
        <p:spPr>
          <a:xfrm>
            <a:off x="4140576" y="1473322"/>
            <a:ext cx="3910848" cy="3911357"/>
          </a:xfrm>
          <a:custGeom>
            <a:avLst/>
            <a:gdLst>
              <a:gd name="connsiteX0" fmla="*/ 0 w 7822714"/>
              <a:gd name="connsiteY0" fmla="*/ 0 h 7822714"/>
              <a:gd name="connsiteX1" fmla="*/ 7822714 w 7822714"/>
              <a:gd name="connsiteY1" fmla="*/ 0 h 7822714"/>
              <a:gd name="connsiteX2" fmla="*/ 7822714 w 7822714"/>
              <a:gd name="connsiteY2" fmla="*/ 7822714 h 7822714"/>
              <a:gd name="connsiteX3" fmla="*/ 0 w 7822714"/>
              <a:gd name="connsiteY3" fmla="*/ 7822714 h 7822714"/>
            </a:gdLst>
            <a:ahLst/>
            <a:cxnLst>
              <a:cxn ang="0">
                <a:pos x="connsiteX0" y="connsiteY0"/>
              </a:cxn>
              <a:cxn ang="0">
                <a:pos x="connsiteX1" y="connsiteY1"/>
              </a:cxn>
              <a:cxn ang="0">
                <a:pos x="connsiteX2" y="connsiteY2"/>
              </a:cxn>
              <a:cxn ang="0">
                <a:pos x="connsiteX3" y="connsiteY3"/>
              </a:cxn>
            </a:cxnLst>
            <a:rect l="l" t="t" r="r" b="b"/>
            <a:pathLst>
              <a:path w="7822714" h="7822714">
                <a:moveTo>
                  <a:pt x="0" y="0"/>
                </a:moveTo>
                <a:lnTo>
                  <a:pt x="7822714" y="0"/>
                </a:lnTo>
                <a:lnTo>
                  <a:pt x="7822714" y="7822714"/>
                </a:lnTo>
                <a:lnTo>
                  <a:pt x="0" y="782271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7" name="Rectangle 16">
            <a:extLst>
              <a:ext uri="{FF2B5EF4-FFF2-40B4-BE49-F238E27FC236}">
                <a16:creationId xmlns:a16="http://schemas.microsoft.com/office/drawing/2014/main" id="{E15562B8-40F2-4731-9234-F72F7B0C8FA9}"/>
              </a:ext>
            </a:extLst>
          </p:cNvPr>
          <p:cNvSpPr/>
          <p:nvPr userDrawn="1"/>
        </p:nvSpPr>
        <p:spPr>
          <a:xfrm rot="5400000">
            <a:off x="5941864" y="-5484724"/>
            <a:ext cx="491719" cy="1146116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Rectangle 1">
            <a:extLst>
              <a:ext uri="{FF2B5EF4-FFF2-40B4-BE49-F238E27FC236}">
                <a16:creationId xmlns:a16="http://schemas.microsoft.com/office/drawing/2014/main" id="{EED1674B-7819-4290-8EC6-DD14B5462434}"/>
              </a:ext>
            </a:extLst>
          </p:cNvPr>
          <p:cNvSpPr/>
          <p:nvPr userDrawn="1"/>
        </p:nvSpPr>
        <p:spPr>
          <a:xfrm>
            <a:off x="0" y="0"/>
            <a:ext cx="491655"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8" name="Rectangle 17">
            <a:extLst>
              <a:ext uri="{FF2B5EF4-FFF2-40B4-BE49-F238E27FC236}">
                <a16:creationId xmlns:a16="http://schemas.microsoft.com/office/drawing/2014/main" id="{9B4CB942-6ECB-49C3-BCDF-B7B7905525F3}"/>
              </a:ext>
            </a:extLst>
          </p:cNvPr>
          <p:cNvSpPr/>
          <p:nvPr userDrawn="1"/>
        </p:nvSpPr>
        <p:spPr>
          <a:xfrm rot="5400000">
            <a:off x="6078711" y="744711"/>
            <a:ext cx="491719" cy="1173486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9" name="Rectangle 18">
            <a:extLst>
              <a:ext uri="{FF2B5EF4-FFF2-40B4-BE49-F238E27FC236}">
                <a16:creationId xmlns:a16="http://schemas.microsoft.com/office/drawing/2014/main" id="{12A7B87B-45E7-4AE7-9E9F-48F570D39556}"/>
              </a:ext>
            </a:extLst>
          </p:cNvPr>
          <p:cNvSpPr/>
          <p:nvPr userDrawn="1"/>
        </p:nvSpPr>
        <p:spPr>
          <a:xfrm>
            <a:off x="11700345" y="0"/>
            <a:ext cx="491655"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cxnSp>
        <p:nvCxnSpPr>
          <p:cNvPr id="24" name="Straight Connector 23">
            <a:extLst>
              <a:ext uri="{FF2B5EF4-FFF2-40B4-BE49-F238E27FC236}">
                <a16:creationId xmlns:a16="http://schemas.microsoft.com/office/drawing/2014/main" id="{DE83E7B4-D919-418E-8C79-FE532F656603}"/>
              </a:ext>
            </a:extLst>
          </p:cNvPr>
          <p:cNvCxnSpPr/>
          <p:nvPr userDrawn="1"/>
        </p:nvCxnSpPr>
        <p:spPr>
          <a:xfrm>
            <a:off x="120026" y="152363"/>
            <a:ext cx="238296"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9D18541-68C2-4DF9-AC8A-1ECB0677CF50}"/>
              </a:ext>
            </a:extLst>
          </p:cNvPr>
          <p:cNvCxnSpPr>
            <a:cxnSpLocks/>
          </p:cNvCxnSpPr>
          <p:nvPr userDrawn="1"/>
        </p:nvCxnSpPr>
        <p:spPr>
          <a:xfrm>
            <a:off x="120026" y="227882"/>
            <a:ext cx="101742"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F6FCAEE-47CD-4C71-94C3-830250430BF7}"/>
              </a:ext>
            </a:extLst>
          </p:cNvPr>
          <p:cNvCxnSpPr>
            <a:cxnSpLocks/>
          </p:cNvCxnSpPr>
          <p:nvPr userDrawn="1"/>
        </p:nvCxnSpPr>
        <p:spPr>
          <a:xfrm>
            <a:off x="120026" y="303402"/>
            <a:ext cx="181333"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sp>
        <p:nvSpPr>
          <p:cNvPr id="27" name="Slide Number Placeholder 5">
            <a:extLst>
              <a:ext uri="{FF2B5EF4-FFF2-40B4-BE49-F238E27FC236}">
                <a16:creationId xmlns:a16="http://schemas.microsoft.com/office/drawing/2014/main" id="{920F7B99-6DE8-4F59-95D2-587A27CB4EB8}"/>
              </a:ext>
            </a:extLst>
          </p:cNvPr>
          <p:cNvSpPr txBox="1">
            <a:spLocks/>
          </p:cNvSpPr>
          <p:nvPr userDrawn="1"/>
        </p:nvSpPr>
        <p:spPr>
          <a:xfrm>
            <a:off x="164697" y="6458689"/>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chemeClr val="tx1">
                    <a:lumMod val="90000"/>
                    <a:lumOff val="10000"/>
                  </a:schemeClr>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chemeClr val="tx1">
                  <a:lumMod val="90000"/>
                  <a:lumOff val="10000"/>
                </a:scheme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2" name="TextBox 11">
            <a:extLst>
              <a:ext uri="{FF2B5EF4-FFF2-40B4-BE49-F238E27FC236}">
                <a16:creationId xmlns:a16="http://schemas.microsoft.com/office/drawing/2014/main" id="{C836E49E-6A53-4F4D-9EED-FA6EEC2123E3}"/>
              </a:ext>
            </a:extLst>
          </p:cNvPr>
          <p:cNvSpPr txBox="1"/>
          <p:nvPr userDrawn="1"/>
        </p:nvSpPr>
        <p:spPr>
          <a:xfrm>
            <a:off x="5465184" y="115055"/>
            <a:ext cx="1261632" cy="307777"/>
          </a:xfrm>
          <a:prstGeom prst="rect">
            <a:avLst/>
          </a:prstGeom>
          <a:noFill/>
        </p:spPr>
        <p:txBody>
          <a:bodyPr wrap="square" rtlCol="0">
            <a:spAutoFit/>
          </a:bodyPr>
          <a:lstStyle/>
          <a:p>
            <a:pPr algn="ctr"/>
            <a:r>
              <a:rPr lang="en-US" sz="1400" b="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Tree>
    <p:extLst>
      <p:ext uri="{BB962C8B-B14F-4D97-AF65-F5344CB8AC3E}">
        <p14:creationId xmlns:p14="http://schemas.microsoft.com/office/powerpoint/2010/main" val="236883389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15562B8-40F2-4731-9234-F72F7B0C8FA9}"/>
              </a:ext>
            </a:extLst>
          </p:cNvPr>
          <p:cNvSpPr/>
          <p:nvPr userDrawn="1"/>
        </p:nvSpPr>
        <p:spPr>
          <a:xfrm rot="5400000">
            <a:off x="5941864" y="-5484724"/>
            <a:ext cx="491719" cy="1146116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Rectangle 1">
            <a:extLst>
              <a:ext uri="{FF2B5EF4-FFF2-40B4-BE49-F238E27FC236}">
                <a16:creationId xmlns:a16="http://schemas.microsoft.com/office/drawing/2014/main" id="{EED1674B-7819-4290-8EC6-DD14B5462434}"/>
              </a:ext>
            </a:extLst>
          </p:cNvPr>
          <p:cNvSpPr/>
          <p:nvPr userDrawn="1"/>
        </p:nvSpPr>
        <p:spPr>
          <a:xfrm>
            <a:off x="0" y="0"/>
            <a:ext cx="491655"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8" name="Rectangle 17">
            <a:extLst>
              <a:ext uri="{FF2B5EF4-FFF2-40B4-BE49-F238E27FC236}">
                <a16:creationId xmlns:a16="http://schemas.microsoft.com/office/drawing/2014/main" id="{9B4CB942-6ECB-49C3-BCDF-B7B7905525F3}"/>
              </a:ext>
            </a:extLst>
          </p:cNvPr>
          <p:cNvSpPr/>
          <p:nvPr userDrawn="1"/>
        </p:nvSpPr>
        <p:spPr>
          <a:xfrm rot="5400000">
            <a:off x="6078711" y="744711"/>
            <a:ext cx="491719" cy="1173486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9" name="Rectangle 18">
            <a:extLst>
              <a:ext uri="{FF2B5EF4-FFF2-40B4-BE49-F238E27FC236}">
                <a16:creationId xmlns:a16="http://schemas.microsoft.com/office/drawing/2014/main" id="{12A7B87B-45E7-4AE7-9E9F-48F570D39556}"/>
              </a:ext>
            </a:extLst>
          </p:cNvPr>
          <p:cNvSpPr/>
          <p:nvPr userDrawn="1"/>
        </p:nvSpPr>
        <p:spPr>
          <a:xfrm>
            <a:off x="11700345" y="0"/>
            <a:ext cx="491655"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cxnSp>
        <p:nvCxnSpPr>
          <p:cNvPr id="24" name="Straight Connector 23">
            <a:extLst>
              <a:ext uri="{FF2B5EF4-FFF2-40B4-BE49-F238E27FC236}">
                <a16:creationId xmlns:a16="http://schemas.microsoft.com/office/drawing/2014/main" id="{DE83E7B4-D919-418E-8C79-FE532F656603}"/>
              </a:ext>
            </a:extLst>
          </p:cNvPr>
          <p:cNvCxnSpPr/>
          <p:nvPr userDrawn="1"/>
        </p:nvCxnSpPr>
        <p:spPr>
          <a:xfrm>
            <a:off x="120026" y="152363"/>
            <a:ext cx="238296"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9D18541-68C2-4DF9-AC8A-1ECB0677CF50}"/>
              </a:ext>
            </a:extLst>
          </p:cNvPr>
          <p:cNvCxnSpPr>
            <a:cxnSpLocks/>
          </p:cNvCxnSpPr>
          <p:nvPr userDrawn="1"/>
        </p:nvCxnSpPr>
        <p:spPr>
          <a:xfrm>
            <a:off x="120026" y="227882"/>
            <a:ext cx="101742"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F6FCAEE-47CD-4C71-94C3-830250430BF7}"/>
              </a:ext>
            </a:extLst>
          </p:cNvPr>
          <p:cNvCxnSpPr>
            <a:cxnSpLocks/>
          </p:cNvCxnSpPr>
          <p:nvPr userDrawn="1"/>
        </p:nvCxnSpPr>
        <p:spPr>
          <a:xfrm>
            <a:off x="120026" y="303402"/>
            <a:ext cx="181333"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sp>
        <p:nvSpPr>
          <p:cNvPr id="27" name="Slide Number Placeholder 5">
            <a:extLst>
              <a:ext uri="{FF2B5EF4-FFF2-40B4-BE49-F238E27FC236}">
                <a16:creationId xmlns:a16="http://schemas.microsoft.com/office/drawing/2014/main" id="{920F7B99-6DE8-4F59-95D2-587A27CB4EB8}"/>
              </a:ext>
            </a:extLst>
          </p:cNvPr>
          <p:cNvSpPr txBox="1">
            <a:spLocks/>
          </p:cNvSpPr>
          <p:nvPr userDrawn="1"/>
        </p:nvSpPr>
        <p:spPr>
          <a:xfrm>
            <a:off x="164697" y="6458689"/>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chemeClr val="tx1">
                    <a:lumMod val="90000"/>
                    <a:lumOff val="10000"/>
                  </a:schemeClr>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chemeClr val="tx1">
                  <a:lumMod val="90000"/>
                  <a:lumOff val="10000"/>
                </a:scheme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9" name="Rectangle 28">
            <a:extLst>
              <a:ext uri="{FF2B5EF4-FFF2-40B4-BE49-F238E27FC236}">
                <a16:creationId xmlns:a16="http://schemas.microsoft.com/office/drawing/2014/main" id="{3C0BA415-90EF-494A-98BB-E4776AE09ABA}"/>
              </a:ext>
            </a:extLst>
          </p:cNvPr>
          <p:cNvSpPr/>
          <p:nvPr userDrawn="1"/>
        </p:nvSpPr>
        <p:spPr>
          <a:xfrm>
            <a:off x="727028" y="227883"/>
            <a:ext cx="1610876" cy="587829"/>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8" name="TextBox 27">
            <a:extLst>
              <a:ext uri="{FF2B5EF4-FFF2-40B4-BE49-F238E27FC236}">
                <a16:creationId xmlns:a16="http://schemas.microsoft.com/office/drawing/2014/main" id="{C0763060-CCE9-4A96-A067-6AC27B7E80B1}"/>
              </a:ext>
            </a:extLst>
          </p:cNvPr>
          <p:cNvSpPr txBox="1"/>
          <p:nvPr userDrawn="1"/>
        </p:nvSpPr>
        <p:spPr>
          <a:xfrm>
            <a:off x="901650" y="375603"/>
            <a:ext cx="1261632" cy="338554"/>
          </a:xfrm>
          <a:prstGeom prst="rect">
            <a:avLst/>
          </a:prstGeom>
          <a:noFill/>
        </p:spPr>
        <p:txBody>
          <a:bodyPr wrap="square" rtlCol="0">
            <a:spAutoFit/>
          </a:bodyPr>
          <a:lstStyle/>
          <a:p>
            <a:pPr algn="ctr"/>
            <a:r>
              <a:rPr lang="en-US" sz="1600" b="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
        <p:nvSpPr>
          <p:cNvPr id="14" name="Picture Placeholder 13">
            <a:extLst>
              <a:ext uri="{FF2B5EF4-FFF2-40B4-BE49-F238E27FC236}">
                <a16:creationId xmlns:a16="http://schemas.microsoft.com/office/drawing/2014/main" id="{C411318C-4794-4780-B048-65BF2EFB2199}"/>
              </a:ext>
            </a:extLst>
          </p:cNvPr>
          <p:cNvSpPr>
            <a:spLocks noGrp="1"/>
          </p:cNvSpPr>
          <p:nvPr>
            <p:ph type="pic" sz="quarter" idx="12"/>
          </p:nvPr>
        </p:nvSpPr>
        <p:spPr>
          <a:xfrm>
            <a:off x="6096000" y="0"/>
            <a:ext cx="6096001" cy="6858000"/>
          </a:xfrm>
          <a:custGeom>
            <a:avLst/>
            <a:gdLst>
              <a:gd name="connsiteX0" fmla="*/ 0 w 12193589"/>
              <a:gd name="connsiteY0" fmla="*/ 0 h 13716000"/>
              <a:gd name="connsiteX1" fmla="*/ 12193589 w 12193589"/>
              <a:gd name="connsiteY1" fmla="*/ 0 h 13716000"/>
              <a:gd name="connsiteX2" fmla="*/ 12193589 w 12193589"/>
              <a:gd name="connsiteY2" fmla="*/ 13716000 h 13716000"/>
              <a:gd name="connsiteX3" fmla="*/ 0 w 12193589"/>
              <a:gd name="connsiteY3" fmla="*/ 13716000 h 13716000"/>
            </a:gdLst>
            <a:ahLst/>
            <a:cxnLst>
              <a:cxn ang="0">
                <a:pos x="connsiteX0" y="connsiteY0"/>
              </a:cxn>
              <a:cxn ang="0">
                <a:pos x="connsiteX1" y="connsiteY1"/>
              </a:cxn>
              <a:cxn ang="0">
                <a:pos x="connsiteX2" y="connsiteY2"/>
              </a:cxn>
              <a:cxn ang="0">
                <a:pos x="connsiteX3" y="connsiteY3"/>
              </a:cxn>
            </a:cxnLst>
            <a:rect l="l" t="t" r="r" b="b"/>
            <a:pathLst>
              <a:path w="12193589" h="13716000">
                <a:moveTo>
                  <a:pt x="0" y="0"/>
                </a:moveTo>
                <a:lnTo>
                  <a:pt x="12193589" y="0"/>
                </a:lnTo>
                <a:lnTo>
                  <a:pt x="12193589" y="13716000"/>
                </a:lnTo>
                <a:lnTo>
                  <a:pt x="0" y="137160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0" name="Picture Placeholder 19">
            <a:extLst>
              <a:ext uri="{FF2B5EF4-FFF2-40B4-BE49-F238E27FC236}">
                <a16:creationId xmlns:a16="http://schemas.microsoft.com/office/drawing/2014/main" id="{ED062986-BE9C-4DF7-95D3-186FF46BE184}"/>
              </a:ext>
            </a:extLst>
          </p:cNvPr>
          <p:cNvSpPr>
            <a:spLocks noGrp="1"/>
          </p:cNvSpPr>
          <p:nvPr>
            <p:ph type="pic" sz="quarter" idx="13"/>
          </p:nvPr>
        </p:nvSpPr>
        <p:spPr>
          <a:xfrm>
            <a:off x="4506893" y="1839686"/>
            <a:ext cx="3178215" cy="3178629"/>
          </a:xfrm>
          <a:custGeom>
            <a:avLst/>
            <a:gdLst>
              <a:gd name="connsiteX0" fmla="*/ 2180666 w 6357257"/>
              <a:gd name="connsiteY0" fmla="*/ 0 h 6357257"/>
              <a:gd name="connsiteX1" fmla="*/ 4176591 w 6357257"/>
              <a:gd name="connsiteY1" fmla="*/ 0 h 6357257"/>
              <a:gd name="connsiteX2" fmla="*/ 6357257 w 6357257"/>
              <a:gd name="connsiteY2" fmla="*/ 2180666 h 6357257"/>
              <a:gd name="connsiteX3" fmla="*/ 6357257 w 6357257"/>
              <a:gd name="connsiteY3" fmla="*/ 4176591 h 6357257"/>
              <a:gd name="connsiteX4" fmla="*/ 4176591 w 6357257"/>
              <a:gd name="connsiteY4" fmla="*/ 6357257 h 6357257"/>
              <a:gd name="connsiteX5" fmla="*/ 2180666 w 6357257"/>
              <a:gd name="connsiteY5" fmla="*/ 6357257 h 6357257"/>
              <a:gd name="connsiteX6" fmla="*/ 0 w 6357257"/>
              <a:gd name="connsiteY6" fmla="*/ 4176591 h 6357257"/>
              <a:gd name="connsiteX7" fmla="*/ 0 w 6357257"/>
              <a:gd name="connsiteY7" fmla="*/ 2180666 h 6357257"/>
              <a:gd name="connsiteX8" fmla="*/ 2180666 w 6357257"/>
              <a:gd name="connsiteY8" fmla="*/ 0 h 635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57257" h="6357257">
                <a:moveTo>
                  <a:pt x="2180666" y="0"/>
                </a:moveTo>
                <a:lnTo>
                  <a:pt x="4176591" y="0"/>
                </a:lnTo>
                <a:cubicBezTo>
                  <a:pt x="5380940" y="0"/>
                  <a:pt x="6357257" y="976317"/>
                  <a:pt x="6357257" y="2180666"/>
                </a:cubicBezTo>
                <a:lnTo>
                  <a:pt x="6357257" y="4176591"/>
                </a:lnTo>
                <a:cubicBezTo>
                  <a:pt x="6357257" y="5380940"/>
                  <a:pt x="5380940" y="6357257"/>
                  <a:pt x="4176591" y="6357257"/>
                </a:cubicBezTo>
                <a:lnTo>
                  <a:pt x="2180666" y="6357257"/>
                </a:lnTo>
                <a:cubicBezTo>
                  <a:pt x="976317" y="6357257"/>
                  <a:pt x="0" y="5380940"/>
                  <a:pt x="0" y="4176591"/>
                </a:cubicBezTo>
                <a:lnTo>
                  <a:pt x="0" y="2180666"/>
                </a:lnTo>
                <a:cubicBezTo>
                  <a:pt x="0" y="976317"/>
                  <a:pt x="976317" y="0"/>
                  <a:pt x="2180666"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829860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10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1300" fill="hold"/>
                                        <p:tgtEl>
                                          <p:spTgt spid="20"/>
                                        </p:tgtEl>
                                        <p:attrNameLst>
                                          <p:attrName>ppt_x</p:attrName>
                                        </p:attrNameLst>
                                      </p:cBhvr>
                                      <p:tavLst>
                                        <p:tav tm="0">
                                          <p:val>
                                            <p:strVal val="1+#ppt_w/2"/>
                                          </p:val>
                                        </p:tav>
                                        <p:tav tm="100000">
                                          <p:val>
                                            <p:strVal val="#ppt_x"/>
                                          </p:val>
                                        </p:tav>
                                      </p:tavLst>
                                    </p:anim>
                                    <p:anim calcmode="lin" valueType="num">
                                      <p:cBhvr additive="base">
                                        <p:cTn id="8" dur="1300" fill="hold"/>
                                        <p:tgtEl>
                                          <p:spTgt spid="20"/>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10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1300" fill="hold"/>
                                        <p:tgtEl>
                                          <p:spTgt spid="14"/>
                                        </p:tgtEl>
                                        <p:attrNameLst>
                                          <p:attrName>ppt_x</p:attrName>
                                        </p:attrNameLst>
                                      </p:cBhvr>
                                      <p:tavLst>
                                        <p:tav tm="0">
                                          <p:val>
                                            <p:strVal val="1+#ppt_w/2"/>
                                          </p:val>
                                        </p:tav>
                                        <p:tav tm="100000">
                                          <p:val>
                                            <p:strVal val="#ppt_x"/>
                                          </p:val>
                                        </p:tav>
                                      </p:tavLst>
                                    </p:anim>
                                    <p:anim calcmode="lin" valueType="num">
                                      <p:cBhvr additive="base">
                                        <p:cTn id="12" dur="13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0" grpId="0" animBg="1"/>
    </p:bld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15562B8-40F2-4731-9234-F72F7B0C8FA9}"/>
              </a:ext>
            </a:extLst>
          </p:cNvPr>
          <p:cNvSpPr/>
          <p:nvPr userDrawn="1"/>
        </p:nvSpPr>
        <p:spPr>
          <a:xfrm rot="5400000">
            <a:off x="5941864" y="-5484724"/>
            <a:ext cx="491719" cy="1146116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Rectangle 1">
            <a:extLst>
              <a:ext uri="{FF2B5EF4-FFF2-40B4-BE49-F238E27FC236}">
                <a16:creationId xmlns:a16="http://schemas.microsoft.com/office/drawing/2014/main" id="{EED1674B-7819-4290-8EC6-DD14B5462434}"/>
              </a:ext>
            </a:extLst>
          </p:cNvPr>
          <p:cNvSpPr/>
          <p:nvPr userDrawn="1"/>
        </p:nvSpPr>
        <p:spPr>
          <a:xfrm>
            <a:off x="0" y="0"/>
            <a:ext cx="491655"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8" name="Rectangle 17">
            <a:extLst>
              <a:ext uri="{FF2B5EF4-FFF2-40B4-BE49-F238E27FC236}">
                <a16:creationId xmlns:a16="http://schemas.microsoft.com/office/drawing/2014/main" id="{9B4CB942-6ECB-49C3-BCDF-B7B7905525F3}"/>
              </a:ext>
            </a:extLst>
          </p:cNvPr>
          <p:cNvSpPr/>
          <p:nvPr userDrawn="1"/>
        </p:nvSpPr>
        <p:spPr>
          <a:xfrm rot="5400000">
            <a:off x="6078711" y="744711"/>
            <a:ext cx="491719" cy="1173486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9" name="Rectangle 18">
            <a:extLst>
              <a:ext uri="{FF2B5EF4-FFF2-40B4-BE49-F238E27FC236}">
                <a16:creationId xmlns:a16="http://schemas.microsoft.com/office/drawing/2014/main" id="{12A7B87B-45E7-4AE7-9E9F-48F570D39556}"/>
              </a:ext>
            </a:extLst>
          </p:cNvPr>
          <p:cNvSpPr/>
          <p:nvPr userDrawn="1"/>
        </p:nvSpPr>
        <p:spPr>
          <a:xfrm>
            <a:off x="11700345" y="0"/>
            <a:ext cx="491655"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cxnSp>
        <p:nvCxnSpPr>
          <p:cNvPr id="24" name="Straight Connector 23">
            <a:extLst>
              <a:ext uri="{FF2B5EF4-FFF2-40B4-BE49-F238E27FC236}">
                <a16:creationId xmlns:a16="http://schemas.microsoft.com/office/drawing/2014/main" id="{DE83E7B4-D919-418E-8C79-FE532F656603}"/>
              </a:ext>
            </a:extLst>
          </p:cNvPr>
          <p:cNvCxnSpPr/>
          <p:nvPr userDrawn="1"/>
        </p:nvCxnSpPr>
        <p:spPr>
          <a:xfrm>
            <a:off x="11792505" y="152363"/>
            <a:ext cx="238296"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9D18541-68C2-4DF9-AC8A-1ECB0677CF50}"/>
              </a:ext>
            </a:extLst>
          </p:cNvPr>
          <p:cNvCxnSpPr>
            <a:cxnSpLocks/>
          </p:cNvCxnSpPr>
          <p:nvPr userDrawn="1"/>
        </p:nvCxnSpPr>
        <p:spPr>
          <a:xfrm>
            <a:off x="11792504" y="227882"/>
            <a:ext cx="101742"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F6FCAEE-47CD-4C71-94C3-830250430BF7}"/>
              </a:ext>
            </a:extLst>
          </p:cNvPr>
          <p:cNvCxnSpPr>
            <a:cxnSpLocks/>
          </p:cNvCxnSpPr>
          <p:nvPr userDrawn="1"/>
        </p:nvCxnSpPr>
        <p:spPr>
          <a:xfrm>
            <a:off x="11792505" y="303402"/>
            <a:ext cx="181333"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sp>
        <p:nvSpPr>
          <p:cNvPr id="27" name="Slide Number Placeholder 5">
            <a:extLst>
              <a:ext uri="{FF2B5EF4-FFF2-40B4-BE49-F238E27FC236}">
                <a16:creationId xmlns:a16="http://schemas.microsoft.com/office/drawing/2014/main" id="{920F7B99-6DE8-4F59-95D2-587A27CB4EB8}"/>
              </a:ext>
            </a:extLst>
          </p:cNvPr>
          <p:cNvSpPr txBox="1">
            <a:spLocks/>
          </p:cNvSpPr>
          <p:nvPr userDrawn="1"/>
        </p:nvSpPr>
        <p:spPr>
          <a:xfrm>
            <a:off x="11837176" y="6458689"/>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chemeClr val="tx1">
                    <a:lumMod val="90000"/>
                    <a:lumOff val="10000"/>
                  </a:schemeClr>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chemeClr val="tx1">
                  <a:lumMod val="90000"/>
                  <a:lumOff val="10000"/>
                </a:scheme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9" name="Rectangle 28">
            <a:extLst>
              <a:ext uri="{FF2B5EF4-FFF2-40B4-BE49-F238E27FC236}">
                <a16:creationId xmlns:a16="http://schemas.microsoft.com/office/drawing/2014/main" id="{3C0BA415-90EF-494A-98BB-E4776AE09ABA}"/>
              </a:ext>
            </a:extLst>
          </p:cNvPr>
          <p:cNvSpPr/>
          <p:nvPr userDrawn="1"/>
        </p:nvSpPr>
        <p:spPr>
          <a:xfrm>
            <a:off x="9912533" y="227883"/>
            <a:ext cx="1610876" cy="587829"/>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8" name="TextBox 27">
            <a:extLst>
              <a:ext uri="{FF2B5EF4-FFF2-40B4-BE49-F238E27FC236}">
                <a16:creationId xmlns:a16="http://schemas.microsoft.com/office/drawing/2014/main" id="{C0763060-CCE9-4A96-A067-6AC27B7E80B1}"/>
              </a:ext>
            </a:extLst>
          </p:cNvPr>
          <p:cNvSpPr txBox="1"/>
          <p:nvPr userDrawn="1"/>
        </p:nvSpPr>
        <p:spPr>
          <a:xfrm>
            <a:off x="10087155" y="375603"/>
            <a:ext cx="1261632" cy="338554"/>
          </a:xfrm>
          <a:prstGeom prst="rect">
            <a:avLst/>
          </a:prstGeom>
          <a:noFill/>
        </p:spPr>
        <p:txBody>
          <a:bodyPr wrap="square" rtlCol="0">
            <a:spAutoFit/>
          </a:bodyPr>
          <a:lstStyle/>
          <a:p>
            <a:pPr algn="ctr"/>
            <a:r>
              <a:rPr lang="en-US" sz="1600" b="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
        <p:nvSpPr>
          <p:cNvPr id="14" name="Picture Placeholder 13">
            <a:extLst>
              <a:ext uri="{FF2B5EF4-FFF2-40B4-BE49-F238E27FC236}">
                <a16:creationId xmlns:a16="http://schemas.microsoft.com/office/drawing/2014/main" id="{C411318C-4794-4780-B048-65BF2EFB2199}"/>
              </a:ext>
            </a:extLst>
          </p:cNvPr>
          <p:cNvSpPr>
            <a:spLocks noGrp="1"/>
          </p:cNvSpPr>
          <p:nvPr>
            <p:ph type="pic" sz="quarter" idx="12"/>
          </p:nvPr>
        </p:nvSpPr>
        <p:spPr>
          <a:xfrm>
            <a:off x="3048000" y="0"/>
            <a:ext cx="6096001" cy="6858000"/>
          </a:xfrm>
          <a:custGeom>
            <a:avLst/>
            <a:gdLst>
              <a:gd name="connsiteX0" fmla="*/ 0 w 12193589"/>
              <a:gd name="connsiteY0" fmla="*/ 0 h 13716000"/>
              <a:gd name="connsiteX1" fmla="*/ 12193589 w 12193589"/>
              <a:gd name="connsiteY1" fmla="*/ 0 h 13716000"/>
              <a:gd name="connsiteX2" fmla="*/ 12193589 w 12193589"/>
              <a:gd name="connsiteY2" fmla="*/ 13716000 h 13716000"/>
              <a:gd name="connsiteX3" fmla="*/ 0 w 12193589"/>
              <a:gd name="connsiteY3" fmla="*/ 13716000 h 13716000"/>
            </a:gdLst>
            <a:ahLst/>
            <a:cxnLst>
              <a:cxn ang="0">
                <a:pos x="connsiteX0" y="connsiteY0"/>
              </a:cxn>
              <a:cxn ang="0">
                <a:pos x="connsiteX1" y="connsiteY1"/>
              </a:cxn>
              <a:cxn ang="0">
                <a:pos x="connsiteX2" y="connsiteY2"/>
              </a:cxn>
              <a:cxn ang="0">
                <a:pos x="connsiteX3" y="connsiteY3"/>
              </a:cxn>
            </a:cxnLst>
            <a:rect l="l" t="t" r="r" b="b"/>
            <a:pathLst>
              <a:path w="12193589" h="13716000">
                <a:moveTo>
                  <a:pt x="0" y="0"/>
                </a:moveTo>
                <a:lnTo>
                  <a:pt x="12193589" y="0"/>
                </a:lnTo>
                <a:lnTo>
                  <a:pt x="12193589" y="13716000"/>
                </a:lnTo>
                <a:lnTo>
                  <a:pt x="0" y="137160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0" name="Picture Placeholder 19">
            <a:extLst>
              <a:ext uri="{FF2B5EF4-FFF2-40B4-BE49-F238E27FC236}">
                <a16:creationId xmlns:a16="http://schemas.microsoft.com/office/drawing/2014/main" id="{ED062986-BE9C-4DF7-95D3-186FF46BE184}"/>
              </a:ext>
            </a:extLst>
          </p:cNvPr>
          <p:cNvSpPr>
            <a:spLocks noGrp="1"/>
          </p:cNvSpPr>
          <p:nvPr>
            <p:ph type="pic" sz="quarter" idx="13"/>
          </p:nvPr>
        </p:nvSpPr>
        <p:spPr>
          <a:xfrm>
            <a:off x="4506893" y="1839686"/>
            <a:ext cx="3178215" cy="3178629"/>
          </a:xfrm>
          <a:custGeom>
            <a:avLst/>
            <a:gdLst>
              <a:gd name="connsiteX0" fmla="*/ 2180666 w 6357257"/>
              <a:gd name="connsiteY0" fmla="*/ 0 h 6357257"/>
              <a:gd name="connsiteX1" fmla="*/ 4176591 w 6357257"/>
              <a:gd name="connsiteY1" fmla="*/ 0 h 6357257"/>
              <a:gd name="connsiteX2" fmla="*/ 6357257 w 6357257"/>
              <a:gd name="connsiteY2" fmla="*/ 2180666 h 6357257"/>
              <a:gd name="connsiteX3" fmla="*/ 6357257 w 6357257"/>
              <a:gd name="connsiteY3" fmla="*/ 4176591 h 6357257"/>
              <a:gd name="connsiteX4" fmla="*/ 4176591 w 6357257"/>
              <a:gd name="connsiteY4" fmla="*/ 6357257 h 6357257"/>
              <a:gd name="connsiteX5" fmla="*/ 2180666 w 6357257"/>
              <a:gd name="connsiteY5" fmla="*/ 6357257 h 6357257"/>
              <a:gd name="connsiteX6" fmla="*/ 0 w 6357257"/>
              <a:gd name="connsiteY6" fmla="*/ 4176591 h 6357257"/>
              <a:gd name="connsiteX7" fmla="*/ 0 w 6357257"/>
              <a:gd name="connsiteY7" fmla="*/ 2180666 h 6357257"/>
              <a:gd name="connsiteX8" fmla="*/ 2180666 w 6357257"/>
              <a:gd name="connsiteY8" fmla="*/ 0 h 635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57257" h="6357257">
                <a:moveTo>
                  <a:pt x="2180666" y="0"/>
                </a:moveTo>
                <a:lnTo>
                  <a:pt x="4176591" y="0"/>
                </a:lnTo>
                <a:cubicBezTo>
                  <a:pt x="5380940" y="0"/>
                  <a:pt x="6357257" y="976317"/>
                  <a:pt x="6357257" y="2180666"/>
                </a:cubicBezTo>
                <a:lnTo>
                  <a:pt x="6357257" y="4176591"/>
                </a:lnTo>
                <a:cubicBezTo>
                  <a:pt x="6357257" y="5380940"/>
                  <a:pt x="5380940" y="6357257"/>
                  <a:pt x="4176591" y="6357257"/>
                </a:cubicBezTo>
                <a:lnTo>
                  <a:pt x="2180666" y="6357257"/>
                </a:lnTo>
                <a:cubicBezTo>
                  <a:pt x="976317" y="6357257"/>
                  <a:pt x="0" y="5380940"/>
                  <a:pt x="0" y="4176591"/>
                </a:cubicBezTo>
                <a:lnTo>
                  <a:pt x="0" y="2180666"/>
                </a:lnTo>
                <a:cubicBezTo>
                  <a:pt x="0" y="976317"/>
                  <a:pt x="976317" y="0"/>
                  <a:pt x="2180666"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194294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2" presetClass="entr" presetSubtype="8" decel="100000" fill="hold" grpId="0" nodeType="withEffect">
                                  <p:stCondLst>
                                    <p:cond delay="60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1500" fill="hold"/>
                                        <p:tgtEl>
                                          <p:spTgt spid="14"/>
                                        </p:tgtEl>
                                        <p:attrNameLst>
                                          <p:attrName>ppt_x</p:attrName>
                                        </p:attrNameLst>
                                      </p:cBhvr>
                                      <p:tavLst>
                                        <p:tav tm="0">
                                          <p:val>
                                            <p:strVal val="0-#ppt_w/2"/>
                                          </p:val>
                                        </p:tav>
                                        <p:tav tm="100000">
                                          <p:val>
                                            <p:strVal val="#ppt_x"/>
                                          </p:val>
                                        </p:tav>
                                      </p:tavLst>
                                    </p:anim>
                                    <p:anim calcmode="lin" valueType="num">
                                      <p:cBhvr additive="base">
                                        <p:cTn id="11" dur="1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0" grpId="0" animBg="1"/>
    </p:bld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15562B8-40F2-4731-9234-F72F7B0C8FA9}"/>
              </a:ext>
            </a:extLst>
          </p:cNvPr>
          <p:cNvSpPr/>
          <p:nvPr userDrawn="1"/>
        </p:nvSpPr>
        <p:spPr>
          <a:xfrm rot="5400000">
            <a:off x="5941864" y="-5484724"/>
            <a:ext cx="491719" cy="1146116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Rectangle 1">
            <a:extLst>
              <a:ext uri="{FF2B5EF4-FFF2-40B4-BE49-F238E27FC236}">
                <a16:creationId xmlns:a16="http://schemas.microsoft.com/office/drawing/2014/main" id="{EED1674B-7819-4290-8EC6-DD14B5462434}"/>
              </a:ext>
            </a:extLst>
          </p:cNvPr>
          <p:cNvSpPr/>
          <p:nvPr userDrawn="1"/>
        </p:nvSpPr>
        <p:spPr>
          <a:xfrm>
            <a:off x="0" y="0"/>
            <a:ext cx="491655"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8" name="Rectangle 17">
            <a:extLst>
              <a:ext uri="{FF2B5EF4-FFF2-40B4-BE49-F238E27FC236}">
                <a16:creationId xmlns:a16="http://schemas.microsoft.com/office/drawing/2014/main" id="{9B4CB942-6ECB-49C3-BCDF-B7B7905525F3}"/>
              </a:ext>
            </a:extLst>
          </p:cNvPr>
          <p:cNvSpPr/>
          <p:nvPr userDrawn="1"/>
        </p:nvSpPr>
        <p:spPr>
          <a:xfrm rot="5400000">
            <a:off x="6078711" y="744711"/>
            <a:ext cx="491719" cy="1173486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9" name="Rectangle 18">
            <a:extLst>
              <a:ext uri="{FF2B5EF4-FFF2-40B4-BE49-F238E27FC236}">
                <a16:creationId xmlns:a16="http://schemas.microsoft.com/office/drawing/2014/main" id="{12A7B87B-45E7-4AE7-9E9F-48F570D39556}"/>
              </a:ext>
            </a:extLst>
          </p:cNvPr>
          <p:cNvSpPr/>
          <p:nvPr userDrawn="1"/>
        </p:nvSpPr>
        <p:spPr>
          <a:xfrm>
            <a:off x="11700345" y="0"/>
            <a:ext cx="491655"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cxnSp>
        <p:nvCxnSpPr>
          <p:cNvPr id="24" name="Straight Connector 23">
            <a:extLst>
              <a:ext uri="{FF2B5EF4-FFF2-40B4-BE49-F238E27FC236}">
                <a16:creationId xmlns:a16="http://schemas.microsoft.com/office/drawing/2014/main" id="{DE83E7B4-D919-418E-8C79-FE532F656603}"/>
              </a:ext>
            </a:extLst>
          </p:cNvPr>
          <p:cNvCxnSpPr/>
          <p:nvPr userDrawn="1"/>
        </p:nvCxnSpPr>
        <p:spPr>
          <a:xfrm>
            <a:off x="11792505" y="152363"/>
            <a:ext cx="238296"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9D18541-68C2-4DF9-AC8A-1ECB0677CF50}"/>
              </a:ext>
            </a:extLst>
          </p:cNvPr>
          <p:cNvCxnSpPr>
            <a:cxnSpLocks/>
          </p:cNvCxnSpPr>
          <p:nvPr userDrawn="1"/>
        </p:nvCxnSpPr>
        <p:spPr>
          <a:xfrm>
            <a:off x="11792504" y="227882"/>
            <a:ext cx="101742"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F6FCAEE-47CD-4C71-94C3-830250430BF7}"/>
              </a:ext>
            </a:extLst>
          </p:cNvPr>
          <p:cNvCxnSpPr>
            <a:cxnSpLocks/>
          </p:cNvCxnSpPr>
          <p:nvPr userDrawn="1"/>
        </p:nvCxnSpPr>
        <p:spPr>
          <a:xfrm>
            <a:off x="11792505" y="303402"/>
            <a:ext cx="181333"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sp>
        <p:nvSpPr>
          <p:cNvPr id="27" name="Slide Number Placeholder 5">
            <a:extLst>
              <a:ext uri="{FF2B5EF4-FFF2-40B4-BE49-F238E27FC236}">
                <a16:creationId xmlns:a16="http://schemas.microsoft.com/office/drawing/2014/main" id="{920F7B99-6DE8-4F59-95D2-587A27CB4EB8}"/>
              </a:ext>
            </a:extLst>
          </p:cNvPr>
          <p:cNvSpPr txBox="1">
            <a:spLocks/>
          </p:cNvSpPr>
          <p:nvPr userDrawn="1"/>
        </p:nvSpPr>
        <p:spPr>
          <a:xfrm>
            <a:off x="11837176" y="6458689"/>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chemeClr val="tx1">
                    <a:lumMod val="90000"/>
                    <a:lumOff val="10000"/>
                  </a:schemeClr>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chemeClr val="tx1">
                  <a:lumMod val="90000"/>
                  <a:lumOff val="10000"/>
                </a:scheme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9" name="Rectangle 28">
            <a:extLst>
              <a:ext uri="{FF2B5EF4-FFF2-40B4-BE49-F238E27FC236}">
                <a16:creationId xmlns:a16="http://schemas.microsoft.com/office/drawing/2014/main" id="{3C0BA415-90EF-494A-98BB-E4776AE09ABA}"/>
              </a:ext>
            </a:extLst>
          </p:cNvPr>
          <p:cNvSpPr/>
          <p:nvPr userDrawn="1"/>
        </p:nvSpPr>
        <p:spPr>
          <a:xfrm>
            <a:off x="9912533" y="227883"/>
            <a:ext cx="1610876" cy="587829"/>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8" name="TextBox 27">
            <a:extLst>
              <a:ext uri="{FF2B5EF4-FFF2-40B4-BE49-F238E27FC236}">
                <a16:creationId xmlns:a16="http://schemas.microsoft.com/office/drawing/2014/main" id="{C0763060-CCE9-4A96-A067-6AC27B7E80B1}"/>
              </a:ext>
            </a:extLst>
          </p:cNvPr>
          <p:cNvSpPr txBox="1"/>
          <p:nvPr userDrawn="1"/>
        </p:nvSpPr>
        <p:spPr>
          <a:xfrm>
            <a:off x="10087155" y="375603"/>
            <a:ext cx="1261632" cy="338554"/>
          </a:xfrm>
          <a:prstGeom prst="rect">
            <a:avLst/>
          </a:prstGeom>
          <a:noFill/>
        </p:spPr>
        <p:txBody>
          <a:bodyPr wrap="square" rtlCol="0">
            <a:spAutoFit/>
          </a:bodyPr>
          <a:lstStyle/>
          <a:p>
            <a:pPr algn="ctr"/>
            <a:r>
              <a:rPr lang="en-US" sz="1600" b="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
        <p:nvSpPr>
          <p:cNvPr id="14" name="Picture Placeholder 13">
            <a:extLst>
              <a:ext uri="{FF2B5EF4-FFF2-40B4-BE49-F238E27FC236}">
                <a16:creationId xmlns:a16="http://schemas.microsoft.com/office/drawing/2014/main" id="{C411318C-4794-4780-B048-65BF2EFB2199}"/>
              </a:ext>
            </a:extLst>
          </p:cNvPr>
          <p:cNvSpPr>
            <a:spLocks noGrp="1"/>
          </p:cNvSpPr>
          <p:nvPr>
            <p:ph type="pic" sz="quarter" idx="12"/>
          </p:nvPr>
        </p:nvSpPr>
        <p:spPr>
          <a:xfrm>
            <a:off x="-1" y="0"/>
            <a:ext cx="6096001" cy="6858000"/>
          </a:xfrm>
          <a:custGeom>
            <a:avLst/>
            <a:gdLst>
              <a:gd name="connsiteX0" fmla="*/ 0 w 12193589"/>
              <a:gd name="connsiteY0" fmla="*/ 0 h 13716000"/>
              <a:gd name="connsiteX1" fmla="*/ 12193589 w 12193589"/>
              <a:gd name="connsiteY1" fmla="*/ 0 h 13716000"/>
              <a:gd name="connsiteX2" fmla="*/ 12193589 w 12193589"/>
              <a:gd name="connsiteY2" fmla="*/ 13716000 h 13716000"/>
              <a:gd name="connsiteX3" fmla="*/ 0 w 12193589"/>
              <a:gd name="connsiteY3" fmla="*/ 13716000 h 13716000"/>
            </a:gdLst>
            <a:ahLst/>
            <a:cxnLst>
              <a:cxn ang="0">
                <a:pos x="connsiteX0" y="connsiteY0"/>
              </a:cxn>
              <a:cxn ang="0">
                <a:pos x="connsiteX1" y="connsiteY1"/>
              </a:cxn>
              <a:cxn ang="0">
                <a:pos x="connsiteX2" y="connsiteY2"/>
              </a:cxn>
              <a:cxn ang="0">
                <a:pos x="connsiteX3" y="connsiteY3"/>
              </a:cxn>
            </a:cxnLst>
            <a:rect l="l" t="t" r="r" b="b"/>
            <a:pathLst>
              <a:path w="12193589" h="13716000">
                <a:moveTo>
                  <a:pt x="0" y="0"/>
                </a:moveTo>
                <a:lnTo>
                  <a:pt x="12193589" y="0"/>
                </a:lnTo>
                <a:lnTo>
                  <a:pt x="12193589" y="13716000"/>
                </a:lnTo>
                <a:lnTo>
                  <a:pt x="0" y="137160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0" name="Picture Placeholder 19">
            <a:extLst>
              <a:ext uri="{FF2B5EF4-FFF2-40B4-BE49-F238E27FC236}">
                <a16:creationId xmlns:a16="http://schemas.microsoft.com/office/drawing/2014/main" id="{ED062986-BE9C-4DF7-95D3-186FF46BE184}"/>
              </a:ext>
            </a:extLst>
          </p:cNvPr>
          <p:cNvSpPr>
            <a:spLocks noGrp="1"/>
          </p:cNvSpPr>
          <p:nvPr>
            <p:ph type="pic" sz="quarter" idx="13"/>
          </p:nvPr>
        </p:nvSpPr>
        <p:spPr>
          <a:xfrm>
            <a:off x="4506893" y="1839686"/>
            <a:ext cx="3178215" cy="3178629"/>
          </a:xfrm>
          <a:custGeom>
            <a:avLst/>
            <a:gdLst>
              <a:gd name="connsiteX0" fmla="*/ 2180666 w 6357257"/>
              <a:gd name="connsiteY0" fmla="*/ 0 h 6357257"/>
              <a:gd name="connsiteX1" fmla="*/ 4176591 w 6357257"/>
              <a:gd name="connsiteY1" fmla="*/ 0 h 6357257"/>
              <a:gd name="connsiteX2" fmla="*/ 6357257 w 6357257"/>
              <a:gd name="connsiteY2" fmla="*/ 2180666 h 6357257"/>
              <a:gd name="connsiteX3" fmla="*/ 6357257 w 6357257"/>
              <a:gd name="connsiteY3" fmla="*/ 4176591 h 6357257"/>
              <a:gd name="connsiteX4" fmla="*/ 4176591 w 6357257"/>
              <a:gd name="connsiteY4" fmla="*/ 6357257 h 6357257"/>
              <a:gd name="connsiteX5" fmla="*/ 2180666 w 6357257"/>
              <a:gd name="connsiteY5" fmla="*/ 6357257 h 6357257"/>
              <a:gd name="connsiteX6" fmla="*/ 0 w 6357257"/>
              <a:gd name="connsiteY6" fmla="*/ 4176591 h 6357257"/>
              <a:gd name="connsiteX7" fmla="*/ 0 w 6357257"/>
              <a:gd name="connsiteY7" fmla="*/ 2180666 h 6357257"/>
              <a:gd name="connsiteX8" fmla="*/ 2180666 w 6357257"/>
              <a:gd name="connsiteY8" fmla="*/ 0 h 635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57257" h="6357257">
                <a:moveTo>
                  <a:pt x="2180666" y="0"/>
                </a:moveTo>
                <a:lnTo>
                  <a:pt x="4176591" y="0"/>
                </a:lnTo>
                <a:cubicBezTo>
                  <a:pt x="5380940" y="0"/>
                  <a:pt x="6357257" y="976317"/>
                  <a:pt x="6357257" y="2180666"/>
                </a:cubicBezTo>
                <a:lnTo>
                  <a:pt x="6357257" y="4176591"/>
                </a:lnTo>
                <a:cubicBezTo>
                  <a:pt x="6357257" y="5380940"/>
                  <a:pt x="5380940" y="6357257"/>
                  <a:pt x="4176591" y="6357257"/>
                </a:cubicBezTo>
                <a:lnTo>
                  <a:pt x="2180666" y="6357257"/>
                </a:lnTo>
                <a:cubicBezTo>
                  <a:pt x="976317" y="6357257"/>
                  <a:pt x="0" y="5380940"/>
                  <a:pt x="0" y="4176591"/>
                </a:cubicBezTo>
                <a:lnTo>
                  <a:pt x="0" y="2180666"/>
                </a:lnTo>
                <a:cubicBezTo>
                  <a:pt x="0" y="976317"/>
                  <a:pt x="976317" y="0"/>
                  <a:pt x="2180666"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832584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40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1500" fill="hold"/>
                                        <p:tgtEl>
                                          <p:spTgt spid="20"/>
                                        </p:tgtEl>
                                        <p:attrNameLst>
                                          <p:attrName>ppt_x</p:attrName>
                                        </p:attrNameLst>
                                      </p:cBhvr>
                                      <p:tavLst>
                                        <p:tav tm="0">
                                          <p:val>
                                            <p:strVal val="0-#ppt_w/2"/>
                                          </p:val>
                                        </p:tav>
                                        <p:tav tm="100000">
                                          <p:val>
                                            <p:strVal val="#ppt_x"/>
                                          </p:val>
                                        </p:tav>
                                      </p:tavLst>
                                    </p:anim>
                                    <p:anim calcmode="lin" valueType="num">
                                      <p:cBhvr additive="base">
                                        <p:cTn id="8" dur="1500" fill="hold"/>
                                        <p:tgtEl>
                                          <p:spTgt spid="20"/>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60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1500" fill="hold"/>
                                        <p:tgtEl>
                                          <p:spTgt spid="14"/>
                                        </p:tgtEl>
                                        <p:attrNameLst>
                                          <p:attrName>ppt_x</p:attrName>
                                        </p:attrNameLst>
                                      </p:cBhvr>
                                      <p:tavLst>
                                        <p:tav tm="0">
                                          <p:val>
                                            <p:strVal val="0-#ppt_w/2"/>
                                          </p:val>
                                        </p:tav>
                                        <p:tav tm="100000">
                                          <p:val>
                                            <p:strVal val="#ppt_x"/>
                                          </p:val>
                                        </p:tav>
                                      </p:tavLst>
                                    </p:anim>
                                    <p:anim calcmode="lin" valueType="num">
                                      <p:cBhvr additive="base">
                                        <p:cTn id="12" dur="1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0" grpId="0" animBg="1"/>
    </p:bld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16" name="Picture Placeholder 18">
            <a:extLst>
              <a:ext uri="{FF2B5EF4-FFF2-40B4-BE49-F238E27FC236}">
                <a16:creationId xmlns:a16="http://schemas.microsoft.com/office/drawing/2014/main" id="{6884AB12-9032-475A-82B0-6E1C4050A8A6}"/>
              </a:ext>
            </a:extLst>
          </p:cNvPr>
          <p:cNvSpPr>
            <a:spLocks noGrp="1"/>
          </p:cNvSpPr>
          <p:nvPr>
            <p:ph type="pic" sz="quarter" idx="12"/>
          </p:nvPr>
        </p:nvSpPr>
        <p:spPr>
          <a:xfrm>
            <a:off x="3334213" y="665692"/>
            <a:ext cx="5523574" cy="5526617"/>
          </a:xfrm>
          <a:custGeom>
            <a:avLst/>
            <a:gdLst>
              <a:gd name="connsiteX0" fmla="*/ 2834837 w 5669673"/>
              <a:gd name="connsiteY0" fmla="*/ 0 h 5672056"/>
              <a:gd name="connsiteX1" fmla="*/ 4522327 w 5669673"/>
              <a:gd name="connsiteY1" fmla="*/ 698944 h 5672056"/>
              <a:gd name="connsiteX2" fmla="*/ 4971023 w 5669673"/>
              <a:gd name="connsiteY2" fmla="*/ 1147830 h 5672056"/>
              <a:gd name="connsiteX3" fmla="*/ 4971023 w 5669673"/>
              <a:gd name="connsiteY3" fmla="*/ 4524228 h 5672056"/>
              <a:gd name="connsiteX4" fmla="*/ 4522327 w 5669673"/>
              <a:gd name="connsiteY4" fmla="*/ 4973113 h 5672056"/>
              <a:gd name="connsiteX5" fmla="*/ 1147346 w 5669673"/>
              <a:gd name="connsiteY5" fmla="*/ 4973113 h 5672056"/>
              <a:gd name="connsiteX6" fmla="*/ 698650 w 5669673"/>
              <a:gd name="connsiteY6" fmla="*/ 4524228 h 5672056"/>
              <a:gd name="connsiteX7" fmla="*/ 698650 w 5669673"/>
              <a:gd name="connsiteY7" fmla="*/ 1147830 h 5672056"/>
              <a:gd name="connsiteX8" fmla="*/ 1147346 w 5669673"/>
              <a:gd name="connsiteY8" fmla="*/ 698944 h 5672056"/>
              <a:gd name="connsiteX9" fmla="*/ 2834837 w 5669673"/>
              <a:gd name="connsiteY9" fmla="*/ 0 h 5672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69673" h="5672056">
                <a:moveTo>
                  <a:pt x="2834837" y="0"/>
                </a:moveTo>
                <a:cubicBezTo>
                  <a:pt x="3445698" y="0"/>
                  <a:pt x="4056560" y="232981"/>
                  <a:pt x="4522327" y="698944"/>
                </a:cubicBezTo>
                <a:cubicBezTo>
                  <a:pt x="4971023" y="1147830"/>
                  <a:pt x="4971023" y="1147830"/>
                  <a:pt x="4971023" y="1147830"/>
                </a:cubicBezTo>
                <a:cubicBezTo>
                  <a:pt x="5902557" y="2079754"/>
                  <a:pt x="5902557" y="3592303"/>
                  <a:pt x="4971023" y="4524228"/>
                </a:cubicBezTo>
                <a:cubicBezTo>
                  <a:pt x="4522327" y="4973113"/>
                  <a:pt x="4522327" y="4973113"/>
                  <a:pt x="4522327" y="4973113"/>
                </a:cubicBezTo>
                <a:cubicBezTo>
                  <a:pt x="3590793" y="5905038"/>
                  <a:pt x="2078880" y="5905038"/>
                  <a:pt x="1147346" y="4973113"/>
                </a:cubicBezTo>
                <a:cubicBezTo>
                  <a:pt x="698650" y="4524228"/>
                  <a:pt x="698650" y="4524228"/>
                  <a:pt x="698650" y="4524228"/>
                </a:cubicBezTo>
                <a:cubicBezTo>
                  <a:pt x="-232884" y="3592303"/>
                  <a:pt x="-232884" y="2079754"/>
                  <a:pt x="698650" y="1147830"/>
                </a:cubicBezTo>
                <a:cubicBezTo>
                  <a:pt x="1147346" y="698944"/>
                  <a:pt x="1147346" y="698944"/>
                  <a:pt x="1147346" y="698944"/>
                </a:cubicBezTo>
                <a:cubicBezTo>
                  <a:pt x="1613113" y="232981"/>
                  <a:pt x="2223975" y="0"/>
                  <a:pt x="2834837"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 name="Rectangle 1">
            <a:extLst>
              <a:ext uri="{FF2B5EF4-FFF2-40B4-BE49-F238E27FC236}">
                <a16:creationId xmlns:a16="http://schemas.microsoft.com/office/drawing/2014/main" id="{EED1674B-7819-4290-8EC6-DD14B5462434}"/>
              </a:ext>
            </a:extLst>
          </p:cNvPr>
          <p:cNvSpPr/>
          <p:nvPr userDrawn="1"/>
        </p:nvSpPr>
        <p:spPr>
          <a:xfrm>
            <a:off x="0" y="0"/>
            <a:ext cx="491655"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9" name="Rectangle 18">
            <a:extLst>
              <a:ext uri="{FF2B5EF4-FFF2-40B4-BE49-F238E27FC236}">
                <a16:creationId xmlns:a16="http://schemas.microsoft.com/office/drawing/2014/main" id="{12A7B87B-45E7-4AE7-9E9F-48F570D39556}"/>
              </a:ext>
            </a:extLst>
          </p:cNvPr>
          <p:cNvSpPr/>
          <p:nvPr userDrawn="1"/>
        </p:nvSpPr>
        <p:spPr>
          <a:xfrm>
            <a:off x="11700345" y="0"/>
            <a:ext cx="491655"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cxnSp>
        <p:nvCxnSpPr>
          <p:cNvPr id="24" name="Straight Connector 23">
            <a:extLst>
              <a:ext uri="{FF2B5EF4-FFF2-40B4-BE49-F238E27FC236}">
                <a16:creationId xmlns:a16="http://schemas.microsoft.com/office/drawing/2014/main" id="{DE83E7B4-D919-418E-8C79-FE532F656603}"/>
              </a:ext>
            </a:extLst>
          </p:cNvPr>
          <p:cNvCxnSpPr/>
          <p:nvPr userDrawn="1"/>
        </p:nvCxnSpPr>
        <p:spPr>
          <a:xfrm>
            <a:off x="120026" y="152363"/>
            <a:ext cx="238296"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9D18541-68C2-4DF9-AC8A-1ECB0677CF50}"/>
              </a:ext>
            </a:extLst>
          </p:cNvPr>
          <p:cNvCxnSpPr>
            <a:cxnSpLocks/>
          </p:cNvCxnSpPr>
          <p:nvPr userDrawn="1"/>
        </p:nvCxnSpPr>
        <p:spPr>
          <a:xfrm>
            <a:off x="120026" y="227882"/>
            <a:ext cx="101742"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F6FCAEE-47CD-4C71-94C3-830250430BF7}"/>
              </a:ext>
            </a:extLst>
          </p:cNvPr>
          <p:cNvCxnSpPr>
            <a:cxnSpLocks/>
          </p:cNvCxnSpPr>
          <p:nvPr userDrawn="1"/>
        </p:nvCxnSpPr>
        <p:spPr>
          <a:xfrm>
            <a:off x="120026" y="303402"/>
            <a:ext cx="181333" cy="0"/>
          </a:xfrm>
          <a:prstGeom prst="line">
            <a:avLst/>
          </a:prstGeom>
          <a:ln w="50800">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sp>
        <p:nvSpPr>
          <p:cNvPr id="27" name="Slide Number Placeholder 5">
            <a:extLst>
              <a:ext uri="{FF2B5EF4-FFF2-40B4-BE49-F238E27FC236}">
                <a16:creationId xmlns:a16="http://schemas.microsoft.com/office/drawing/2014/main" id="{920F7B99-6DE8-4F59-95D2-587A27CB4EB8}"/>
              </a:ext>
            </a:extLst>
          </p:cNvPr>
          <p:cNvSpPr txBox="1">
            <a:spLocks/>
          </p:cNvSpPr>
          <p:nvPr userDrawn="1"/>
        </p:nvSpPr>
        <p:spPr>
          <a:xfrm>
            <a:off x="164697" y="6458689"/>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chemeClr val="tx1">
                    <a:lumMod val="90000"/>
                    <a:lumOff val="10000"/>
                  </a:schemeClr>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chemeClr val="tx1">
                  <a:lumMod val="90000"/>
                  <a:lumOff val="10000"/>
                </a:scheme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9" name="Rectangle: Rounded Corners 28">
            <a:extLst>
              <a:ext uri="{FF2B5EF4-FFF2-40B4-BE49-F238E27FC236}">
                <a16:creationId xmlns:a16="http://schemas.microsoft.com/office/drawing/2014/main" id="{3C0BA415-90EF-494A-98BB-E4776AE09ABA}"/>
              </a:ext>
            </a:extLst>
          </p:cNvPr>
          <p:cNvSpPr/>
          <p:nvPr userDrawn="1"/>
        </p:nvSpPr>
        <p:spPr>
          <a:xfrm>
            <a:off x="727028" y="227883"/>
            <a:ext cx="1610876" cy="587829"/>
          </a:xfrm>
          <a:prstGeom prst="roundRect">
            <a:avLst>
              <a:gd name="adj" fmla="val 50000"/>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8" name="TextBox 27">
            <a:extLst>
              <a:ext uri="{FF2B5EF4-FFF2-40B4-BE49-F238E27FC236}">
                <a16:creationId xmlns:a16="http://schemas.microsoft.com/office/drawing/2014/main" id="{C0763060-CCE9-4A96-A067-6AC27B7E80B1}"/>
              </a:ext>
            </a:extLst>
          </p:cNvPr>
          <p:cNvSpPr txBox="1"/>
          <p:nvPr userDrawn="1"/>
        </p:nvSpPr>
        <p:spPr>
          <a:xfrm>
            <a:off x="901650" y="375603"/>
            <a:ext cx="1261632" cy="338554"/>
          </a:xfrm>
          <a:prstGeom prst="rect">
            <a:avLst/>
          </a:prstGeom>
          <a:noFill/>
        </p:spPr>
        <p:txBody>
          <a:bodyPr wrap="square" rtlCol="0">
            <a:spAutoFit/>
          </a:bodyPr>
          <a:lstStyle/>
          <a:p>
            <a:pPr algn="ctr"/>
            <a:r>
              <a:rPr lang="en-US" sz="1600" b="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
        <p:nvSpPr>
          <p:cNvPr id="20" name="Picture Placeholder 19">
            <a:extLst>
              <a:ext uri="{FF2B5EF4-FFF2-40B4-BE49-F238E27FC236}">
                <a16:creationId xmlns:a16="http://schemas.microsoft.com/office/drawing/2014/main" id="{ED062986-BE9C-4DF7-95D3-186FF46BE184}"/>
              </a:ext>
            </a:extLst>
          </p:cNvPr>
          <p:cNvSpPr>
            <a:spLocks noGrp="1"/>
          </p:cNvSpPr>
          <p:nvPr>
            <p:ph type="pic" sz="quarter" idx="13"/>
          </p:nvPr>
        </p:nvSpPr>
        <p:spPr>
          <a:xfrm flipV="1">
            <a:off x="4506893" y="1839686"/>
            <a:ext cx="3178215" cy="3178629"/>
          </a:xfrm>
          <a:custGeom>
            <a:avLst/>
            <a:gdLst>
              <a:gd name="connsiteX0" fmla="*/ 2180666 w 6357257"/>
              <a:gd name="connsiteY0" fmla="*/ 0 h 6357257"/>
              <a:gd name="connsiteX1" fmla="*/ 4176591 w 6357257"/>
              <a:gd name="connsiteY1" fmla="*/ 0 h 6357257"/>
              <a:gd name="connsiteX2" fmla="*/ 6357257 w 6357257"/>
              <a:gd name="connsiteY2" fmla="*/ 2180666 h 6357257"/>
              <a:gd name="connsiteX3" fmla="*/ 6357257 w 6357257"/>
              <a:gd name="connsiteY3" fmla="*/ 4176591 h 6357257"/>
              <a:gd name="connsiteX4" fmla="*/ 4176591 w 6357257"/>
              <a:gd name="connsiteY4" fmla="*/ 6357257 h 6357257"/>
              <a:gd name="connsiteX5" fmla="*/ 2180666 w 6357257"/>
              <a:gd name="connsiteY5" fmla="*/ 6357257 h 6357257"/>
              <a:gd name="connsiteX6" fmla="*/ 0 w 6357257"/>
              <a:gd name="connsiteY6" fmla="*/ 4176591 h 6357257"/>
              <a:gd name="connsiteX7" fmla="*/ 0 w 6357257"/>
              <a:gd name="connsiteY7" fmla="*/ 2180666 h 6357257"/>
              <a:gd name="connsiteX8" fmla="*/ 2180666 w 6357257"/>
              <a:gd name="connsiteY8" fmla="*/ 0 h 635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57257" h="6357257">
                <a:moveTo>
                  <a:pt x="2180666" y="0"/>
                </a:moveTo>
                <a:lnTo>
                  <a:pt x="4176591" y="0"/>
                </a:lnTo>
                <a:cubicBezTo>
                  <a:pt x="5380940" y="0"/>
                  <a:pt x="6357257" y="976317"/>
                  <a:pt x="6357257" y="2180666"/>
                </a:cubicBezTo>
                <a:lnTo>
                  <a:pt x="6357257" y="4176591"/>
                </a:lnTo>
                <a:cubicBezTo>
                  <a:pt x="6357257" y="5380940"/>
                  <a:pt x="5380940" y="6357257"/>
                  <a:pt x="4176591" y="6357257"/>
                </a:cubicBezTo>
                <a:lnTo>
                  <a:pt x="2180666" y="6357257"/>
                </a:lnTo>
                <a:cubicBezTo>
                  <a:pt x="976317" y="6357257"/>
                  <a:pt x="0" y="5380940"/>
                  <a:pt x="0" y="4176591"/>
                </a:cubicBezTo>
                <a:lnTo>
                  <a:pt x="0" y="2180666"/>
                </a:lnTo>
                <a:cubicBezTo>
                  <a:pt x="0" y="976317"/>
                  <a:pt x="976317" y="0"/>
                  <a:pt x="2180666"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78416846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D1674B-7819-4290-8EC6-DD14B5462434}"/>
              </a:ext>
            </a:extLst>
          </p:cNvPr>
          <p:cNvSpPr/>
          <p:nvPr userDrawn="1"/>
        </p:nvSpPr>
        <p:spPr>
          <a:xfrm>
            <a:off x="0" y="0"/>
            <a:ext cx="491655" cy="6858000"/>
          </a:xfrm>
          <a:prstGeom prst="rect">
            <a:avLst/>
          </a:prstGeom>
          <a:solidFill>
            <a:srgbClr val="FFFFFF"/>
          </a:solidFill>
          <a:ln>
            <a:noFill/>
          </a:ln>
          <a:effectLst>
            <a:outerShdw blurRad="952500" dist="215900" algn="l"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TextBox 2">
            <a:extLst>
              <a:ext uri="{FF2B5EF4-FFF2-40B4-BE49-F238E27FC236}">
                <a16:creationId xmlns:a16="http://schemas.microsoft.com/office/drawing/2014/main" id="{862FAAB3-2BD3-4B4B-8F68-CA607194A7CD}"/>
              </a:ext>
            </a:extLst>
          </p:cNvPr>
          <p:cNvSpPr txBox="1"/>
          <p:nvPr userDrawn="1"/>
        </p:nvSpPr>
        <p:spPr>
          <a:xfrm rot="16200000">
            <a:off x="-385071" y="5914770"/>
            <a:ext cx="1261797" cy="338554"/>
          </a:xfrm>
          <a:prstGeom prst="rect">
            <a:avLst/>
          </a:prstGeom>
          <a:noFill/>
        </p:spPr>
        <p:txBody>
          <a:bodyPr wrap="square" rtlCol="0">
            <a:spAutoFit/>
          </a:bodyPr>
          <a:lstStyle/>
          <a:p>
            <a:pPr algn="l"/>
            <a:r>
              <a:rPr lang="en-US" sz="1600" b="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
        <p:nvSpPr>
          <p:cNvPr id="4" name="Slide Number Placeholder 5">
            <a:extLst>
              <a:ext uri="{FF2B5EF4-FFF2-40B4-BE49-F238E27FC236}">
                <a16:creationId xmlns:a16="http://schemas.microsoft.com/office/drawing/2014/main" id="{EE3CA0C5-696B-4035-8328-04E507A14E6E}"/>
              </a:ext>
            </a:extLst>
          </p:cNvPr>
          <p:cNvSpPr txBox="1">
            <a:spLocks/>
          </p:cNvSpPr>
          <p:nvPr userDrawn="1"/>
        </p:nvSpPr>
        <p:spPr>
          <a:xfrm>
            <a:off x="164697" y="3283310"/>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5" name="Straight Connector 4">
            <a:extLst>
              <a:ext uri="{FF2B5EF4-FFF2-40B4-BE49-F238E27FC236}">
                <a16:creationId xmlns:a16="http://schemas.microsoft.com/office/drawing/2014/main" id="{504B40BC-21B9-4D12-8535-D9C29D99F968}"/>
              </a:ext>
            </a:extLst>
          </p:cNvPr>
          <p:cNvCxnSpPr/>
          <p:nvPr userDrawn="1"/>
        </p:nvCxnSpPr>
        <p:spPr>
          <a:xfrm>
            <a:off x="120026" y="223120"/>
            <a:ext cx="238296"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65B6781-0284-4FF4-9C39-1E697832CCB5}"/>
              </a:ext>
            </a:extLst>
          </p:cNvPr>
          <p:cNvCxnSpPr>
            <a:cxnSpLocks/>
          </p:cNvCxnSpPr>
          <p:nvPr userDrawn="1"/>
        </p:nvCxnSpPr>
        <p:spPr>
          <a:xfrm>
            <a:off x="120026" y="269044"/>
            <a:ext cx="101742"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FE7EC0D-F0F0-4288-868F-D1A462C8D492}"/>
              </a:ext>
            </a:extLst>
          </p:cNvPr>
          <p:cNvCxnSpPr>
            <a:cxnSpLocks/>
          </p:cNvCxnSpPr>
          <p:nvPr userDrawn="1"/>
        </p:nvCxnSpPr>
        <p:spPr>
          <a:xfrm>
            <a:off x="120026" y="314968"/>
            <a:ext cx="181333"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29CC7530-A671-4661-A267-47CAC7E2FF44}"/>
              </a:ext>
            </a:extLst>
          </p:cNvPr>
          <p:cNvGrpSpPr/>
          <p:nvPr userDrawn="1"/>
        </p:nvGrpSpPr>
        <p:grpSpPr>
          <a:xfrm>
            <a:off x="105963" y="655395"/>
            <a:ext cx="266420" cy="912401"/>
            <a:chOff x="211954" y="1310790"/>
            <a:chExt cx="532908" cy="1824801"/>
          </a:xfrm>
        </p:grpSpPr>
        <p:sp>
          <p:nvSpPr>
            <p:cNvPr id="9" name="Rectangle 8">
              <a:extLst>
                <a:ext uri="{FF2B5EF4-FFF2-40B4-BE49-F238E27FC236}">
                  <a16:creationId xmlns:a16="http://schemas.microsoft.com/office/drawing/2014/main" id="{BC58E2E0-3292-4E74-A22D-947EED6AA7AC}"/>
                </a:ext>
              </a:extLst>
            </p:cNvPr>
            <p:cNvSpPr/>
            <p:nvPr userDrawn="1"/>
          </p:nvSpPr>
          <p:spPr>
            <a:xfrm>
              <a:off x="213556" y="1946192"/>
              <a:ext cx="529702"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b</a:t>
              </a:r>
            </a:p>
          </p:txBody>
        </p:sp>
        <p:sp>
          <p:nvSpPr>
            <p:cNvPr id="10" name="Rectangle 9">
              <a:extLst>
                <a:ext uri="{FF2B5EF4-FFF2-40B4-BE49-F238E27FC236}">
                  <a16:creationId xmlns:a16="http://schemas.microsoft.com/office/drawing/2014/main" id="{9204B764-23BF-41EC-BF35-4E759ABDC120}"/>
                </a:ext>
              </a:extLst>
            </p:cNvPr>
            <p:cNvSpPr/>
            <p:nvPr userDrawn="1"/>
          </p:nvSpPr>
          <p:spPr>
            <a:xfrm>
              <a:off x="211954" y="1310790"/>
              <a:ext cx="532908"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1" name="Rectangle 10">
              <a:extLst>
                <a:ext uri="{FF2B5EF4-FFF2-40B4-BE49-F238E27FC236}">
                  <a16:creationId xmlns:a16="http://schemas.microsoft.com/office/drawing/2014/main" id="{D900F3B3-A1A6-4A4A-9768-B08A60BCF080}"/>
                </a:ext>
              </a:extLst>
            </p:cNvPr>
            <p:cNvSpPr/>
            <p:nvPr userDrawn="1"/>
          </p:nvSpPr>
          <p:spPr>
            <a:xfrm>
              <a:off x="227988" y="2581593"/>
              <a:ext cx="500844"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2" name="Rectangle 11">
              <a:hlinkClick r:id="rId2"/>
              <a:extLst>
                <a:ext uri="{FF2B5EF4-FFF2-40B4-BE49-F238E27FC236}">
                  <a16:creationId xmlns:a16="http://schemas.microsoft.com/office/drawing/2014/main" id="{C1510384-2C3D-4EBE-BD59-99BB4F7B1D95}"/>
                </a:ext>
              </a:extLst>
            </p:cNvPr>
            <p:cNvSpPr/>
            <p:nvPr userDrawn="1"/>
          </p:nvSpPr>
          <p:spPr>
            <a:xfrm>
              <a:off x="311927" y="200584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3" name="Rectangle 12">
              <a:hlinkClick r:id="rId3"/>
              <a:extLst>
                <a:ext uri="{FF2B5EF4-FFF2-40B4-BE49-F238E27FC236}">
                  <a16:creationId xmlns:a16="http://schemas.microsoft.com/office/drawing/2014/main" id="{E820DE5E-C61D-42D9-9F6F-1E352E9F4232}"/>
                </a:ext>
              </a:extLst>
            </p:cNvPr>
            <p:cNvSpPr/>
            <p:nvPr userDrawn="1"/>
          </p:nvSpPr>
          <p:spPr>
            <a:xfrm>
              <a:off x="311927" y="137507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4" name="Rectangle 13">
              <a:hlinkClick r:id="rId4"/>
              <a:extLst>
                <a:ext uri="{FF2B5EF4-FFF2-40B4-BE49-F238E27FC236}">
                  <a16:creationId xmlns:a16="http://schemas.microsoft.com/office/drawing/2014/main" id="{D6187E50-754A-44EE-BA02-05EBB604955C}"/>
                </a:ext>
              </a:extLst>
            </p:cNvPr>
            <p:cNvSpPr/>
            <p:nvPr userDrawn="1"/>
          </p:nvSpPr>
          <p:spPr>
            <a:xfrm>
              <a:off x="311927" y="2636618"/>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grpSp>
      <p:cxnSp>
        <p:nvCxnSpPr>
          <p:cNvPr id="16" name="Straight Connector 15">
            <a:extLst>
              <a:ext uri="{FF2B5EF4-FFF2-40B4-BE49-F238E27FC236}">
                <a16:creationId xmlns:a16="http://schemas.microsoft.com/office/drawing/2014/main" id="{19D26279-CF3F-44FD-A4E8-B89D5F761927}"/>
              </a:ext>
            </a:extLst>
          </p:cNvPr>
          <p:cNvCxnSpPr/>
          <p:nvPr userDrawn="1"/>
        </p:nvCxnSpPr>
        <p:spPr>
          <a:xfrm>
            <a:off x="491655" y="0"/>
            <a:ext cx="0" cy="6858000"/>
          </a:xfrm>
          <a:prstGeom prst="line">
            <a:avLst/>
          </a:prstGeom>
          <a:ln w="25400">
            <a:solidFill>
              <a:srgbClr val="EBECF1"/>
            </a:solidFill>
          </a:ln>
        </p:spPr>
        <p:style>
          <a:lnRef idx="1">
            <a:schemeClr val="accent1"/>
          </a:lnRef>
          <a:fillRef idx="0">
            <a:schemeClr val="accent1"/>
          </a:fillRef>
          <a:effectRef idx="0">
            <a:schemeClr val="accent1"/>
          </a:effectRef>
          <a:fontRef idx="minor">
            <a:schemeClr val="tx1"/>
          </a:fontRef>
        </p:style>
      </p:cxnSp>
      <p:sp>
        <p:nvSpPr>
          <p:cNvPr id="23" name="Picture Placeholder 22">
            <a:extLst>
              <a:ext uri="{FF2B5EF4-FFF2-40B4-BE49-F238E27FC236}">
                <a16:creationId xmlns:a16="http://schemas.microsoft.com/office/drawing/2014/main" id="{AEA7C05D-F1DC-463F-989D-14FCC661B2EC}"/>
              </a:ext>
            </a:extLst>
          </p:cNvPr>
          <p:cNvSpPr>
            <a:spLocks noGrp="1"/>
          </p:cNvSpPr>
          <p:nvPr>
            <p:ph type="pic" sz="quarter" idx="12"/>
          </p:nvPr>
        </p:nvSpPr>
        <p:spPr>
          <a:xfrm>
            <a:off x="3775479" y="887538"/>
            <a:ext cx="1673783" cy="1674705"/>
          </a:xfrm>
          <a:custGeom>
            <a:avLst/>
            <a:gdLst>
              <a:gd name="connsiteX0" fmla="*/ 1674001 w 3348002"/>
              <a:gd name="connsiteY0" fmla="*/ 0 h 3349409"/>
              <a:gd name="connsiteX1" fmla="*/ 2670482 w 3348002"/>
              <a:gd name="connsiteY1" fmla="*/ 412733 h 3349409"/>
              <a:gd name="connsiteX2" fmla="*/ 2935442 w 3348002"/>
              <a:gd name="connsiteY2" fmla="*/ 677805 h 3349409"/>
              <a:gd name="connsiteX3" fmla="*/ 2935442 w 3348002"/>
              <a:gd name="connsiteY3" fmla="*/ 2671604 h 3349409"/>
              <a:gd name="connsiteX4" fmla="*/ 2670482 w 3348002"/>
              <a:gd name="connsiteY4" fmla="*/ 2936676 h 3349409"/>
              <a:gd name="connsiteX5" fmla="*/ 677520 w 3348002"/>
              <a:gd name="connsiteY5" fmla="*/ 2936676 h 3349409"/>
              <a:gd name="connsiteX6" fmla="*/ 412560 w 3348002"/>
              <a:gd name="connsiteY6" fmla="*/ 2671604 h 3349409"/>
              <a:gd name="connsiteX7" fmla="*/ 412560 w 3348002"/>
              <a:gd name="connsiteY7" fmla="*/ 677805 h 3349409"/>
              <a:gd name="connsiteX8" fmla="*/ 677520 w 3348002"/>
              <a:gd name="connsiteY8" fmla="*/ 412733 h 3349409"/>
              <a:gd name="connsiteX9" fmla="*/ 1674001 w 3348002"/>
              <a:gd name="connsiteY9" fmla="*/ 0 h 334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48002" h="3349409">
                <a:moveTo>
                  <a:pt x="1674001" y="0"/>
                </a:moveTo>
                <a:cubicBezTo>
                  <a:pt x="2034722" y="0"/>
                  <a:pt x="2395442" y="137578"/>
                  <a:pt x="2670482" y="412733"/>
                </a:cubicBezTo>
                <a:cubicBezTo>
                  <a:pt x="2935442" y="677805"/>
                  <a:pt x="2935442" y="677805"/>
                  <a:pt x="2935442" y="677805"/>
                </a:cubicBezTo>
                <a:cubicBezTo>
                  <a:pt x="3485523" y="1228117"/>
                  <a:pt x="3485523" y="2121293"/>
                  <a:pt x="2935442" y="2671604"/>
                </a:cubicBezTo>
                <a:cubicBezTo>
                  <a:pt x="2670482" y="2936676"/>
                  <a:pt x="2670482" y="2936676"/>
                  <a:pt x="2670482" y="2936676"/>
                </a:cubicBezTo>
                <a:cubicBezTo>
                  <a:pt x="2120402" y="3486987"/>
                  <a:pt x="1227600" y="3486987"/>
                  <a:pt x="677520" y="2936676"/>
                </a:cubicBezTo>
                <a:cubicBezTo>
                  <a:pt x="412560" y="2671604"/>
                  <a:pt x="412560" y="2671604"/>
                  <a:pt x="412560" y="2671604"/>
                </a:cubicBezTo>
                <a:cubicBezTo>
                  <a:pt x="-137521" y="2121293"/>
                  <a:pt x="-137521" y="1228117"/>
                  <a:pt x="412560" y="677805"/>
                </a:cubicBezTo>
                <a:cubicBezTo>
                  <a:pt x="677520" y="412733"/>
                  <a:pt x="677520" y="412733"/>
                  <a:pt x="677520" y="412733"/>
                </a:cubicBezTo>
                <a:cubicBezTo>
                  <a:pt x="952560" y="137578"/>
                  <a:pt x="1313281" y="0"/>
                  <a:pt x="1674001"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4" name="Picture Placeholder 23">
            <a:extLst>
              <a:ext uri="{FF2B5EF4-FFF2-40B4-BE49-F238E27FC236}">
                <a16:creationId xmlns:a16="http://schemas.microsoft.com/office/drawing/2014/main" id="{9DD218A9-C81F-4FF9-AF7E-D26C0FC9788B}"/>
              </a:ext>
            </a:extLst>
          </p:cNvPr>
          <p:cNvSpPr>
            <a:spLocks noGrp="1"/>
          </p:cNvSpPr>
          <p:nvPr>
            <p:ph type="pic" sz="quarter" idx="13"/>
          </p:nvPr>
        </p:nvSpPr>
        <p:spPr>
          <a:xfrm>
            <a:off x="6439362" y="2591648"/>
            <a:ext cx="1673784" cy="1674705"/>
          </a:xfrm>
          <a:custGeom>
            <a:avLst/>
            <a:gdLst>
              <a:gd name="connsiteX0" fmla="*/ 1674001 w 3348003"/>
              <a:gd name="connsiteY0" fmla="*/ 0 h 3349409"/>
              <a:gd name="connsiteX1" fmla="*/ 2670482 w 3348003"/>
              <a:gd name="connsiteY1" fmla="*/ 412734 h 3349409"/>
              <a:gd name="connsiteX2" fmla="*/ 2935443 w 3348003"/>
              <a:gd name="connsiteY2" fmla="*/ 677805 h 3349409"/>
              <a:gd name="connsiteX3" fmla="*/ 2935443 w 3348003"/>
              <a:gd name="connsiteY3" fmla="*/ 2671604 h 3349409"/>
              <a:gd name="connsiteX4" fmla="*/ 2670482 w 3348003"/>
              <a:gd name="connsiteY4" fmla="*/ 2936676 h 3349409"/>
              <a:gd name="connsiteX5" fmla="*/ 677520 w 3348003"/>
              <a:gd name="connsiteY5" fmla="*/ 2936676 h 3349409"/>
              <a:gd name="connsiteX6" fmla="*/ 412560 w 3348003"/>
              <a:gd name="connsiteY6" fmla="*/ 2671604 h 3349409"/>
              <a:gd name="connsiteX7" fmla="*/ 412560 w 3348003"/>
              <a:gd name="connsiteY7" fmla="*/ 677805 h 3349409"/>
              <a:gd name="connsiteX8" fmla="*/ 677520 w 3348003"/>
              <a:gd name="connsiteY8" fmla="*/ 412734 h 3349409"/>
              <a:gd name="connsiteX9" fmla="*/ 1674001 w 3348003"/>
              <a:gd name="connsiteY9" fmla="*/ 0 h 334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48003" h="3349409">
                <a:moveTo>
                  <a:pt x="1674001" y="0"/>
                </a:moveTo>
                <a:cubicBezTo>
                  <a:pt x="2034721" y="0"/>
                  <a:pt x="2395441" y="137578"/>
                  <a:pt x="2670482" y="412734"/>
                </a:cubicBezTo>
                <a:cubicBezTo>
                  <a:pt x="2935443" y="677805"/>
                  <a:pt x="2935443" y="677805"/>
                  <a:pt x="2935443" y="677805"/>
                </a:cubicBezTo>
                <a:cubicBezTo>
                  <a:pt x="3485523" y="1228117"/>
                  <a:pt x="3485523" y="2121293"/>
                  <a:pt x="2935443" y="2671604"/>
                </a:cubicBezTo>
                <a:cubicBezTo>
                  <a:pt x="2670482" y="2936676"/>
                  <a:pt x="2670482" y="2936676"/>
                  <a:pt x="2670482" y="2936676"/>
                </a:cubicBezTo>
                <a:cubicBezTo>
                  <a:pt x="2120401" y="3486987"/>
                  <a:pt x="1227601" y="3486987"/>
                  <a:pt x="677520" y="2936676"/>
                </a:cubicBezTo>
                <a:cubicBezTo>
                  <a:pt x="412560" y="2671604"/>
                  <a:pt x="412560" y="2671604"/>
                  <a:pt x="412560" y="2671604"/>
                </a:cubicBezTo>
                <a:cubicBezTo>
                  <a:pt x="-137521" y="2121293"/>
                  <a:pt x="-137521" y="1228117"/>
                  <a:pt x="412560" y="677805"/>
                </a:cubicBezTo>
                <a:cubicBezTo>
                  <a:pt x="677520" y="412734"/>
                  <a:pt x="677520" y="412734"/>
                  <a:pt x="677520" y="412734"/>
                </a:cubicBezTo>
                <a:cubicBezTo>
                  <a:pt x="952561" y="137578"/>
                  <a:pt x="1313281" y="0"/>
                  <a:pt x="1674001"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5" name="Picture Placeholder 24">
            <a:extLst>
              <a:ext uri="{FF2B5EF4-FFF2-40B4-BE49-F238E27FC236}">
                <a16:creationId xmlns:a16="http://schemas.microsoft.com/office/drawing/2014/main" id="{B8B8A224-37B6-49F3-9AEA-36A5E3325DFC}"/>
              </a:ext>
            </a:extLst>
          </p:cNvPr>
          <p:cNvSpPr>
            <a:spLocks noGrp="1"/>
          </p:cNvSpPr>
          <p:nvPr>
            <p:ph type="pic" sz="quarter" idx="14"/>
          </p:nvPr>
        </p:nvSpPr>
        <p:spPr>
          <a:xfrm>
            <a:off x="4203529" y="4619207"/>
            <a:ext cx="1673784" cy="1674705"/>
          </a:xfrm>
          <a:custGeom>
            <a:avLst/>
            <a:gdLst>
              <a:gd name="connsiteX0" fmla="*/ 1674001 w 3348003"/>
              <a:gd name="connsiteY0" fmla="*/ 0 h 3349409"/>
              <a:gd name="connsiteX1" fmla="*/ 2670482 w 3348003"/>
              <a:gd name="connsiteY1" fmla="*/ 412734 h 3349409"/>
              <a:gd name="connsiteX2" fmla="*/ 2935443 w 3348003"/>
              <a:gd name="connsiteY2" fmla="*/ 677805 h 3349409"/>
              <a:gd name="connsiteX3" fmla="*/ 2935443 w 3348003"/>
              <a:gd name="connsiteY3" fmla="*/ 2671604 h 3349409"/>
              <a:gd name="connsiteX4" fmla="*/ 2670482 w 3348003"/>
              <a:gd name="connsiteY4" fmla="*/ 2936675 h 3349409"/>
              <a:gd name="connsiteX5" fmla="*/ 677520 w 3348003"/>
              <a:gd name="connsiteY5" fmla="*/ 2936675 h 3349409"/>
              <a:gd name="connsiteX6" fmla="*/ 412560 w 3348003"/>
              <a:gd name="connsiteY6" fmla="*/ 2671604 h 3349409"/>
              <a:gd name="connsiteX7" fmla="*/ 412560 w 3348003"/>
              <a:gd name="connsiteY7" fmla="*/ 677805 h 3349409"/>
              <a:gd name="connsiteX8" fmla="*/ 677520 w 3348003"/>
              <a:gd name="connsiteY8" fmla="*/ 412734 h 3349409"/>
              <a:gd name="connsiteX9" fmla="*/ 1674001 w 3348003"/>
              <a:gd name="connsiteY9" fmla="*/ 0 h 334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48003" h="3349409">
                <a:moveTo>
                  <a:pt x="1674001" y="0"/>
                </a:moveTo>
                <a:cubicBezTo>
                  <a:pt x="2034721" y="0"/>
                  <a:pt x="2395442" y="137578"/>
                  <a:pt x="2670482" y="412734"/>
                </a:cubicBezTo>
                <a:cubicBezTo>
                  <a:pt x="2935443" y="677805"/>
                  <a:pt x="2935443" y="677805"/>
                  <a:pt x="2935443" y="677805"/>
                </a:cubicBezTo>
                <a:cubicBezTo>
                  <a:pt x="3485523" y="1228117"/>
                  <a:pt x="3485523" y="2121293"/>
                  <a:pt x="2935443" y="2671604"/>
                </a:cubicBezTo>
                <a:cubicBezTo>
                  <a:pt x="2670482" y="2936675"/>
                  <a:pt x="2670482" y="2936675"/>
                  <a:pt x="2670482" y="2936675"/>
                </a:cubicBezTo>
                <a:cubicBezTo>
                  <a:pt x="2120401" y="3486987"/>
                  <a:pt x="1227601" y="3486987"/>
                  <a:pt x="677520" y="2936675"/>
                </a:cubicBezTo>
                <a:cubicBezTo>
                  <a:pt x="412560" y="2671604"/>
                  <a:pt x="412560" y="2671604"/>
                  <a:pt x="412560" y="2671604"/>
                </a:cubicBezTo>
                <a:cubicBezTo>
                  <a:pt x="-137521" y="2121293"/>
                  <a:pt x="-137521" y="1228117"/>
                  <a:pt x="412560" y="677805"/>
                </a:cubicBezTo>
                <a:cubicBezTo>
                  <a:pt x="677520" y="412734"/>
                  <a:pt x="677520" y="412734"/>
                  <a:pt x="677520" y="412734"/>
                </a:cubicBezTo>
                <a:cubicBezTo>
                  <a:pt x="952561" y="137578"/>
                  <a:pt x="1313281" y="0"/>
                  <a:pt x="1674001"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54308675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D1674B-7819-4290-8EC6-DD14B5462434}"/>
              </a:ext>
            </a:extLst>
          </p:cNvPr>
          <p:cNvSpPr/>
          <p:nvPr userDrawn="1"/>
        </p:nvSpPr>
        <p:spPr>
          <a:xfrm>
            <a:off x="0" y="0"/>
            <a:ext cx="491655" cy="6858000"/>
          </a:xfrm>
          <a:prstGeom prst="rect">
            <a:avLst/>
          </a:prstGeom>
          <a:solidFill>
            <a:srgbClr val="FFFFFF"/>
          </a:solidFill>
          <a:ln>
            <a:noFill/>
          </a:ln>
          <a:effectLst>
            <a:outerShdw blurRad="952500" dist="215900" algn="l"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TextBox 2">
            <a:extLst>
              <a:ext uri="{FF2B5EF4-FFF2-40B4-BE49-F238E27FC236}">
                <a16:creationId xmlns:a16="http://schemas.microsoft.com/office/drawing/2014/main" id="{862FAAB3-2BD3-4B4B-8F68-CA607194A7CD}"/>
              </a:ext>
            </a:extLst>
          </p:cNvPr>
          <p:cNvSpPr txBox="1"/>
          <p:nvPr userDrawn="1"/>
        </p:nvSpPr>
        <p:spPr>
          <a:xfrm rot="16200000">
            <a:off x="-385071" y="5914770"/>
            <a:ext cx="1261797" cy="338554"/>
          </a:xfrm>
          <a:prstGeom prst="rect">
            <a:avLst/>
          </a:prstGeom>
          <a:noFill/>
        </p:spPr>
        <p:txBody>
          <a:bodyPr wrap="square" rtlCol="0">
            <a:spAutoFit/>
          </a:bodyPr>
          <a:lstStyle/>
          <a:p>
            <a:pPr algn="l"/>
            <a:r>
              <a:rPr lang="en-US" sz="1600" b="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
        <p:nvSpPr>
          <p:cNvPr id="4" name="Slide Number Placeholder 5">
            <a:extLst>
              <a:ext uri="{FF2B5EF4-FFF2-40B4-BE49-F238E27FC236}">
                <a16:creationId xmlns:a16="http://schemas.microsoft.com/office/drawing/2014/main" id="{EE3CA0C5-696B-4035-8328-04E507A14E6E}"/>
              </a:ext>
            </a:extLst>
          </p:cNvPr>
          <p:cNvSpPr txBox="1">
            <a:spLocks/>
          </p:cNvSpPr>
          <p:nvPr userDrawn="1"/>
        </p:nvSpPr>
        <p:spPr>
          <a:xfrm>
            <a:off x="164697" y="3283310"/>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5" name="Straight Connector 4">
            <a:extLst>
              <a:ext uri="{FF2B5EF4-FFF2-40B4-BE49-F238E27FC236}">
                <a16:creationId xmlns:a16="http://schemas.microsoft.com/office/drawing/2014/main" id="{504B40BC-21B9-4D12-8535-D9C29D99F968}"/>
              </a:ext>
            </a:extLst>
          </p:cNvPr>
          <p:cNvCxnSpPr/>
          <p:nvPr userDrawn="1"/>
        </p:nvCxnSpPr>
        <p:spPr>
          <a:xfrm>
            <a:off x="120026" y="223120"/>
            <a:ext cx="238296"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65B6781-0284-4FF4-9C39-1E697832CCB5}"/>
              </a:ext>
            </a:extLst>
          </p:cNvPr>
          <p:cNvCxnSpPr>
            <a:cxnSpLocks/>
          </p:cNvCxnSpPr>
          <p:nvPr userDrawn="1"/>
        </p:nvCxnSpPr>
        <p:spPr>
          <a:xfrm>
            <a:off x="120026" y="269044"/>
            <a:ext cx="101742"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FE7EC0D-F0F0-4288-868F-D1A462C8D492}"/>
              </a:ext>
            </a:extLst>
          </p:cNvPr>
          <p:cNvCxnSpPr>
            <a:cxnSpLocks/>
          </p:cNvCxnSpPr>
          <p:nvPr userDrawn="1"/>
        </p:nvCxnSpPr>
        <p:spPr>
          <a:xfrm>
            <a:off x="120026" y="314968"/>
            <a:ext cx="181333"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29CC7530-A671-4661-A267-47CAC7E2FF44}"/>
              </a:ext>
            </a:extLst>
          </p:cNvPr>
          <p:cNvGrpSpPr/>
          <p:nvPr userDrawn="1"/>
        </p:nvGrpSpPr>
        <p:grpSpPr>
          <a:xfrm>
            <a:off x="105963" y="655395"/>
            <a:ext cx="266420" cy="912401"/>
            <a:chOff x="211954" y="1310790"/>
            <a:chExt cx="532908" cy="1824801"/>
          </a:xfrm>
        </p:grpSpPr>
        <p:sp>
          <p:nvSpPr>
            <p:cNvPr id="9" name="Rectangle 8">
              <a:extLst>
                <a:ext uri="{FF2B5EF4-FFF2-40B4-BE49-F238E27FC236}">
                  <a16:creationId xmlns:a16="http://schemas.microsoft.com/office/drawing/2014/main" id="{BC58E2E0-3292-4E74-A22D-947EED6AA7AC}"/>
                </a:ext>
              </a:extLst>
            </p:cNvPr>
            <p:cNvSpPr/>
            <p:nvPr userDrawn="1"/>
          </p:nvSpPr>
          <p:spPr>
            <a:xfrm>
              <a:off x="213556" y="1946192"/>
              <a:ext cx="529702"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b</a:t>
              </a:r>
            </a:p>
          </p:txBody>
        </p:sp>
        <p:sp>
          <p:nvSpPr>
            <p:cNvPr id="10" name="Rectangle 9">
              <a:extLst>
                <a:ext uri="{FF2B5EF4-FFF2-40B4-BE49-F238E27FC236}">
                  <a16:creationId xmlns:a16="http://schemas.microsoft.com/office/drawing/2014/main" id="{9204B764-23BF-41EC-BF35-4E759ABDC120}"/>
                </a:ext>
              </a:extLst>
            </p:cNvPr>
            <p:cNvSpPr/>
            <p:nvPr userDrawn="1"/>
          </p:nvSpPr>
          <p:spPr>
            <a:xfrm>
              <a:off x="211954" y="1310790"/>
              <a:ext cx="532908"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1" name="Rectangle 10">
              <a:extLst>
                <a:ext uri="{FF2B5EF4-FFF2-40B4-BE49-F238E27FC236}">
                  <a16:creationId xmlns:a16="http://schemas.microsoft.com/office/drawing/2014/main" id="{D900F3B3-A1A6-4A4A-9768-B08A60BCF080}"/>
                </a:ext>
              </a:extLst>
            </p:cNvPr>
            <p:cNvSpPr/>
            <p:nvPr userDrawn="1"/>
          </p:nvSpPr>
          <p:spPr>
            <a:xfrm>
              <a:off x="227988" y="2581593"/>
              <a:ext cx="500844"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2" name="Rectangle 11">
              <a:hlinkClick r:id="rId2"/>
              <a:extLst>
                <a:ext uri="{FF2B5EF4-FFF2-40B4-BE49-F238E27FC236}">
                  <a16:creationId xmlns:a16="http://schemas.microsoft.com/office/drawing/2014/main" id="{C1510384-2C3D-4EBE-BD59-99BB4F7B1D95}"/>
                </a:ext>
              </a:extLst>
            </p:cNvPr>
            <p:cNvSpPr/>
            <p:nvPr userDrawn="1"/>
          </p:nvSpPr>
          <p:spPr>
            <a:xfrm>
              <a:off x="311927" y="200584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3" name="Rectangle 12">
              <a:hlinkClick r:id="rId3"/>
              <a:extLst>
                <a:ext uri="{FF2B5EF4-FFF2-40B4-BE49-F238E27FC236}">
                  <a16:creationId xmlns:a16="http://schemas.microsoft.com/office/drawing/2014/main" id="{E820DE5E-C61D-42D9-9F6F-1E352E9F4232}"/>
                </a:ext>
              </a:extLst>
            </p:cNvPr>
            <p:cNvSpPr/>
            <p:nvPr userDrawn="1"/>
          </p:nvSpPr>
          <p:spPr>
            <a:xfrm>
              <a:off x="311927" y="137507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4" name="Rectangle 13">
              <a:hlinkClick r:id="rId4"/>
              <a:extLst>
                <a:ext uri="{FF2B5EF4-FFF2-40B4-BE49-F238E27FC236}">
                  <a16:creationId xmlns:a16="http://schemas.microsoft.com/office/drawing/2014/main" id="{D6187E50-754A-44EE-BA02-05EBB604955C}"/>
                </a:ext>
              </a:extLst>
            </p:cNvPr>
            <p:cNvSpPr/>
            <p:nvPr userDrawn="1"/>
          </p:nvSpPr>
          <p:spPr>
            <a:xfrm>
              <a:off x="311927" y="2636618"/>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grpSp>
      <p:cxnSp>
        <p:nvCxnSpPr>
          <p:cNvPr id="16" name="Straight Connector 15">
            <a:extLst>
              <a:ext uri="{FF2B5EF4-FFF2-40B4-BE49-F238E27FC236}">
                <a16:creationId xmlns:a16="http://schemas.microsoft.com/office/drawing/2014/main" id="{19D26279-CF3F-44FD-A4E8-B89D5F761927}"/>
              </a:ext>
            </a:extLst>
          </p:cNvPr>
          <p:cNvCxnSpPr/>
          <p:nvPr userDrawn="1"/>
        </p:nvCxnSpPr>
        <p:spPr>
          <a:xfrm>
            <a:off x="491655" y="0"/>
            <a:ext cx="0" cy="6858000"/>
          </a:xfrm>
          <a:prstGeom prst="line">
            <a:avLst/>
          </a:prstGeom>
          <a:ln w="25400">
            <a:solidFill>
              <a:srgbClr val="EBECF1"/>
            </a:solidFill>
          </a:ln>
        </p:spPr>
        <p:style>
          <a:lnRef idx="1">
            <a:schemeClr val="accent1"/>
          </a:lnRef>
          <a:fillRef idx="0">
            <a:schemeClr val="accent1"/>
          </a:fillRef>
          <a:effectRef idx="0">
            <a:schemeClr val="accent1"/>
          </a:effectRef>
          <a:fontRef idx="minor">
            <a:schemeClr val="tx1"/>
          </a:fontRef>
        </p:style>
      </p:cxnSp>
      <p:sp>
        <p:nvSpPr>
          <p:cNvPr id="19" name="Picture Placeholder 18">
            <a:extLst>
              <a:ext uri="{FF2B5EF4-FFF2-40B4-BE49-F238E27FC236}">
                <a16:creationId xmlns:a16="http://schemas.microsoft.com/office/drawing/2014/main" id="{692C0904-053A-4790-ABF2-C6278A0C342F}"/>
              </a:ext>
            </a:extLst>
          </p:cNvPr>
          <p:cNvSpPr>
            <a:spLocks noGrp="1"/>
          </p:cNvSpPr>
          <p:nvPr>
            <p:ph type="pic" sz="quarter" idx="12"/>
          </p:nvPr>
        </p:nvSpPr>
        <p:spPr>
          <a:xfrm>
            <a:off x="4678767" y="2010986"/>
            <a:ext cx="2834467" cy="2836028"/>
          </a:xfrm>
          <a:custGeom>
            <a:avLst/>
            <a:gdLst>
              <a:gd name="connsiteX0" fmla="*/ 2834837 w 5669673"/>
              <a:gd name="connsiteY0" fmla="*/ 0 h 5672056"/>
              <a:gd name="connsiteX1" fmla="*/ 4522327 w 5669673"/>
              <a:gd name="connsiteY1" fmla="*/ 698944 h 5672056"/>
              <a:gd name="connsiteX2" fmla="*/ 4971023 w 5669673"/>
              <a:gd name="connsiteY2" fmla="*/ 1147830 h 5672056"/>
              <a:gd name="connsiteX3" fmla="*/ 4971023 w 5669673"/>
              <a:gd name="connsiteY3" fmla="*/ 4524228 h 5672056"/>
              <a:gd name="connsiteX4" fmla="*/ 4522327 w 5669673"/>
              <a:gd name="connsiteY4" fmla="*/ 4973113 h 5672056"/>
              <a:gd name="connsiteX5" fmla="*/ 1147346 w 5669673"/>
              <a:gd name="connsiteY5" fmla="*/ 4973113 h 5672056"/>
              <a:gd name="connsiteX6" fmla="*/ 698650 w 5669673"/>
              <a:gd name="connsiteY6" fmla="*/ 4524228 h 5672056"/>
              <a:gd name="connsiteX7" fmla="*/ 698650 w 5669673"/>
              <a:gd name="connsiteY7" fmla="*/ 1147830 h 5672056"/>
              <a:gd name="connsiteX8" fmla="*/ 1147346 w 5669673"/>
              <a:gd name="connsiteY8" fmla="*/ 698944 h 5672056"/>
              <a:gd name="connsiteX9" fmla="*/ 2834837 w 5669673"/>
              <a:gd name="connsiteY9" fmla="*/ 0 h 5672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69673" h="5672056">
                <a:moveTo>
                  <a:pt x="2834837" y="0"/>
                </a:moveTo>
                <a:cubicBezTo>
                  <a:pt x="3445698" y="0"/>
                  <a:pt x="4056560" y="232981"/>
                  <a:pt x="4522327" y="698944"/>
                </a:cubicBezTo>
                <a:cubicBezTo>
                  <a:pt x="4971023" y="1147830"/>
                  <a:pt x="4971023" y="1147830"/>
                  <a:pt x="4971023" y="1147830"/>
                </a:cubicBezTo>
                <a:cubicBezTo>
                  <a:pt x="5902557" y="2079754"/>
                  <a:pt x="5902557" y="3592303"/>
                  <a:pt x="4971023" y="4524228"/>
                </a:cubicBezTo>
                <a:cubicBezTo>
                  <a:pt x="4522327" y="4973113"/>
                  <a:pt x="4522327" y="4973113"/>
                  <a:pt x="4522327" y="4973113"/>
                </a:cubicBezTo>
                <a:cubicBezTo>
                  <a:pt x="3590793" y="5905038"/>
                  <a:pt x="2078880" y="5905038"/>
                  <a:pt x="1147346" y="4973113"/>
                </a:cubicBezTo>
                <a:cubicBezTo>
                  <a:pt x="698650" y="4524228"/>
                  <a:pt x="698650" y="4524228"/>
                  <a:pt x="698650" y="4524228"/>
                </a:cubicBezTo>
                <a:cubicBezTo>
                  <a:pt x="-232884" y="3592303"/>
                  <a:pt x="-232884" y="2079754"/>
                  <a:pt x="698650" y="1147830"/>
                </a:cubicBezTo>
                <a:cubicBezTo>
                  <a:pt x="1147346" y="698944"/>
                  <a:pt x="1147346" y="698944"/>
                  <a:pt x="1147346" y="698944"/>
                </a:cubicBezTo>
                <a:cubicBezTo>
                  <a:pt x="1613113" y="232981"/>
                  <a:pt x="2223975" y="0"/>
                  <a:pt x="2834837"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323508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1500" fill="hold"/>
                                        <p:tgtEl>
                                          <p:spTgt spid="19"/>
                                        </p:tgtEl>
                                        <p:attrNameLst>
                                          <p:attrName>ppt_x</p:attrName>
                                        </p:attrNameLst>
                                      </p:cBhvr>
                                      <p:tavLst>
                                        <p:tav tm="0">
                                          <p:val>
                                            <p:strVal val="#ppt_x"/>
                                          </p:val>
                                        </p:tav>
                                        <p:tav tm="100000">
                                          <p:val>
                                            <p:strVal val="#ppt_x"/>
                                          </p:val>
                                        </p:tav>
                                      </p:tavLst>
                                    </p:anim>
                                    <p:anim calcmode="lin" valueType="num">
                                      <p:cBhvr additive="base">
                                        <p:cTn id="8" dur="1500" fill="hold"/>
                                        <p:tgtEl>
                                          <p:spTgt spid="1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D1674B-7819-4290-8EC6-DD14B5462434}"/>
              </a:ext>
            </a:extLst>
          </p:cNvPr>
          <p:cNvSpPr/>
          <p:nvPr userDrawn="1"/>
        </p:nvSpPr>
        <p:spPr>
          <a:xfrm>
            <a:off x="0" y="0"/>
            <a:ext cx="491655" cy="6858000"/>
          </a:xfrm>
          <a:prstGeom prst="rect">
            <a:avLst/>
          </a:prstGeom>
          <a:solidFill>
            <a:srgbClr val="FFFFFF"/>
          </a:solidFill>
          <a:ln>
            <a:noFill/>
          </a:ln>
          <a:effectLst>
            <a:outerShdw blurRad="952500" dist="215900" algn="l"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TextBox 2">
            <a:extLst>
              <a:ext uri="{FF2B5EF4-FFF2-40B4-BE49-F238E27FC236}">
                <a16:creationId xmlns:a16="http://schemas.microsoft.com/office/drawing/2014/main" id="{862FAAB3-2BD3-4B4B-8F68-CA607194A7CD}"/>
              </a:ext>
            </a:extLst>
          </p:cNvPr>
          <p:cNvSpPr txBox="1"/>
          <p:nvPr userDrawn="1"/>
        </p:nvSpPr>
        <p:spPr>
          <a:xfrm rot="16200000">
            <a:off x="-385071" y="5914770"/>
            <a:ext cx="1261797" cy="338554"/>
          </a:xfrm>
          <a:prstGeom prst="rect">
            <a:avLst/>
          </a:prstGeom>
          <a:noFill/>
        </p:spPr>
        <p:txBody>
          <a:bodyPr wrap="square" rtlCol="0">
            <a:spAutoFit/>
          </a:bodyPr>
          <a:lstStyle/>
          <a:p>
            <a:pPr algn="l"/>
            <a:r>
              <a:rPr lang="en-US" sz="1600" b="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
        <p:nvSpPr>
          <p:cNvPr id="4" name="Slide Number Placeholder 5">
            <a:extLst>
              <a:ext uri="{FF2B5EF4-FFF2-40B4-BE49-F238E27FC236}">
                <a16:creationId xmlns:a16="http://schemas.microsoft.com/office/drawing/2014/main" id="{EE3CA0C5-696B-4035-8328-04E507A14E6E}"/>
              </a:ext>
            </a:extLst>
          </p:cNvPr>
          <p:cNvSpPr txBox="1">
            <a:spLocks/>
          </p:cNvSpPr>
          <p:nvPr userDrawn="1"/>
        </p:nvSpPr>
        <p:spPr>
          <a:xfrm>
            <a:off x="164697" y="3283310"/>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5" name="Straight Connector 4">
            <a:extLst>
              <a:ext uri="{FF2B5EF4-FFF2-40B4-BE49-F238E27FC236}">
                <a16:creationId xmlns:a16="http://schemas.microsoft.com/office/drawing/2014/main" id="{504B40BC-21B9-4D12-8535-D9C29D99F968}"/>
              </a:ext>
            </a:extLst>
          </p:cNvPr>
          <p:cNvCxnSpPr/>
          <p:nvPr userDrawn="1"/>
        </p:nvCxnSpPr>
        <p:spPr>
          <a:xfrm>
            <a:off x="120026" y="223120"/>
            <a:ext cx="238296"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65B6781-0284-4FF4-9C39-1E697832CCB5}"/>
              </a:ext>
            </a:extLst>
          </p:cNvPr>
          <p:cNvCxnSpPr>
            <a:cxnSpLocks/>
          </p:cNvCxnSpPr>
          <p:nvPr userDrawn="1"/>
        </p:nvCxnSpPr>
        <p:spPr>
          <a:xfrm>
            <a:off x="120026" y="269044"/>
            <a:ext cx="101742"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FE7EC0D-F0F0-4288-868F-D1A462C8D492}"/>
              </a:ext>
            </a:extLst>
          </p:cNvPr>
          <p:cNvCxnSpPr>
            <a:cxnSpLocks/>
          </p:cNvCxnSpPr>
          <p:nvPr userDrawn="1"/>
        </p:nvCxnSpPr>
        <p:spPr>
          <a:xfrm>
            <a:off x="120026" y="314968"/>
            <a:ext cx="181333"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29CC7530-A671-4661-A267-47CAC7E2FF44}"/>
              </a:ext>
            </a:extLst>
          </p:cNvPr>
          <p:cNvGrpSpPr/>
          <p:nvPr userDrawn="1"/>
        </p:nvGrpSpPr>
        <p:grpSpPr>
          <a:xfrm>
            <a:off x="105963" y="655395"/>
            <a:ext cx="266420" cy="912401"/>
            <a:chOff x="211954" y="1310790"/>
            <a:chExt cx="532908" cy="1824801"/>
          </a:xfrm>
        </p:grpSpPr>
        <p:sp>
          <p:nvSpPr>
            <p:cNvPr id="9" name="Rectangle 8">
              <a:extLst>
                <a:ext uri="{FF2B5EF4-FFF2-40B4-BE49-F238E27FC236}">
                  <a16:creationId xmlns:a16="http://schemas.microsoft.com/office/drawing/2014/main" id="{BC58E2E0-3292-4E74-A22D-947EED6AA7AC}"/>
                </a:ext>
              </a:extLst>
            </p:cNvPr>
            <p:cNvSpPr/>
            <p:nvPr userDrawn="1"/>
          </p:nvSpPr>
          <p:spPr>
            <a:xfrm>
              <a:off x="213556" y="1946192"/>
              <a:ext cx="529702"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b</a:t>
              </a:r>
            </a:p>
          </p:txBody>
        </p:sp>
        <p:sp>
          <p:nvSpPr>
            <p:cNvPr id="10" name="Rectangle 9">
              <a:extLst>
                <a:ext uri="{FF2B5EF4-FFF2-40B4-BE49-F238E27FC236}">
                  <a16:creationId xmlns:a16="http://schemas.microsoft.com/office/drawing/2014/main" id="{9204B764-23BF-41EC-BF35-4E759ABDC120}"/>
                </a:ext>
              </a:extLst>
            </p:cNvPr>
            <p:cNvSpPr/>
            <p:nvPr userDrawn="1"/>
          </p:nvSpPr>
          <p:spPr>
            <a:xfrm>
              <a:off x="211954" y="1310790"/>
              <a:ext cx="532908"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1" name="Rectangle 10">
              <a:extLst>
                <a:ext uri="{FF2B5EF4-FFF2-40B4-BE49-F238E27FC236}">
                  <a16:creationId xmlns:a16="http://schemas.microsoft.com/office/drawing/2014/main" id="{D900F3B3-A1A6-4A4A-9768-B08A60BCF080}"/>
                </a:ext>
              </a:extLst>
            </p:cNvPr>
            <p:cNvSpPr/>
            <p:nvPr userDrawn="1"/>
          </p:nvSpPr>
          <p:spPr>
            <a:xfrm>
              <a:off x="227988" y="2581593"/>
              <a:ext cx="500844"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2" name="Rectangle 11">
              <a:hlinkClick r:id="rId2"/>
              <a:extLst>
                <a:ext uri="{FF2B5EF4-FFF2-40B4-BE49-F238E27FC236}">
                  <a16:creationId xmlns:a16="http://schemas.microsoft.com/office/drawing/2014/main" id="{C1510384-2C3D-4EBE-BD59-99BB4F7B1D95}"/>
                </a:ext>
              </a:extLst>
            </p:cNvPr>
            <p:cNvSpPr/>
            <p:nvPr userDrawn="1"/>
          </p:nvSpPr>
          <p:spPr>
            <a:xfrm>
              <a:off x="311927" y="200584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3" name="Rectangle 12">
              <a:hlinkClick r:id="rId3"/>
              <a:extLst>
                <a:ext uri="{FF2B5EF4-FFF2-40B4-BE49-F238E27FC236}">
                  <a16:creationId xmlns:a16="http://schemas.microsoft.com/office/drawing/2014/main" id="{E820DE5E-C61D-42D9-9F6F-1E352E9F4232}"/>
                </a:ext>
              </a:extLst>
            </p:cNvPr>
            <p:cNvSpPr/>
            <p:nvPr userDrawn="1"/>
          </p:nvSpPr>
          <p:spPr>
            <a:xfrm>
              <a:off x="311927" y="137507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4" name="Rectangle 13">
              <a:hlinkClick r:id="rId4"/>
              <a:extLst>
                <a:ext uri="{FF2B5EF4-FFF2-40B4-BE49-F238E27FC236}">
                  <a16:creationId xmlns:a16="http://schemas.microsoft.com/office/drawing/2014/main" id="{D6187E50-754A-44EE-BA02-05EBB604955C}"/>
                </a:ext>
              </a:extLst>
            </p:cNvPr>
            <p:cNvSpPr/>
            <p:nvPr userDrawn="1"/>
          </p:nvSpPr>
          <p:spPr>
            <a:xfrm>
              <a:off x="311927" y="2636618"/>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grpSp>
      <p:cxnSp>
        <p:nvCxnSpPr>
          <p:cNvPr id="16" name="Straight Connector 15">
            <a:extLst>
              <a:ext uri="{FF2B5EF4-FFF2-40B4-BE49-F238E27FC236}">
                <a16:creationId xmlns:a16="http://schemas.microsoft.com/office/drawing/2014/main" id="{19D26279-CF3F-44FD-A4E8-B89D5F761927}"/>
              </a:ext>
            </a:extLst>
          </p:cNvPr>
          <p:cNvCxnSpPr/>
          <p:nvPr userDrawn="1"/>
        </p:nvCxnSpPr>
        <p:spPr>
          <a:xfrm>
            <a:off x="491655" y="0"/>
            <a:ext cx="0" cy="6858000"/>
          </a:xfrm>
          <a:prstGeom prst="line">
            <a:avLst/>
          </a:prstGeom>
          <a:ln w="25400">
            <a:solidFill>
              <a:srgbClr val="EBECF1"/>
            </a:solidFill>
          </a:ln>
        </p:spPr>
        <p:style>
          <a:lnRef idx="1">
            <a:schemeClr val="accent1"/>
          </a:lnRef>
          <a:fillRef idx="0">
            <a:schemeClr val="accent1"/>
          </a:fillRef>
          <a:effectRef idx="0">
            <a:schemeClr val="accent1"/>
          </a:effectRef>
          <a:fontRef idx="minor">
            <a:schemeClr val="tx1"/>
          </a:fontRef>
        </p:style>
      </p:cxnSp>
      <p:sp>
        <p:nvSpPr>
          <p:cNvPr id="18" name="Picture Placeholder 17">
            <a:extLst>
              <a:ext uri="{FF2B5EF4-FFF2-40B4-BE49-F238E27FC236}">
                <a16:creationId xmlns:a16="http://schemas.microsoft.com/office/drawing/2014/main" id="{CDACA323-AFE1-42D8-BB53-A9B65C9B26C3}"/>
              </a:ext>
            </a:extLst>
          </p:cNvPr>
          <p:cNvSpPr>
            <a:spLocks noGrp="1"/>
          </p:cNvSpPr>
          <p:nvPr>
            <p:ph type="pic" sz="quarter" idx="12"/>
          </p:nvPr>
        </p:nvSpPr>
        <p:spPr>
          <a:xfrm>
            <a:off x="3787232" y="1137054"/>
            <a:ext cx="4599623" cy="4600222"/>
          </a:xfrm>
          <a:custGeom>
            <a:avLst/>
            <a:gdLst>
              <a:gd name="connsiteX0" fmla="*/ 0 w 6912429"/>
              <a:gd name="connsiteY0" fmla="*/ 0 h 6912429"/>
              <a:gd name="connsiteX1" fmla="*/ 6912429 w 6912429"/>
              <a:gd name="connsiteY1" fmla="*/ 0 h 6912429"/>
              <a:gd name="connsiteX2" fmla="*/ 6912429 w 6912429"/>
              <a:gd name="connsiteY2" fmla="*/ 6912429 h 6912429"/>
              <a:gd name="connsiteX3" fmla="*/ 0 w 6912429"/>
              <a:gd name="connsiteY3" fmla="*/ 6912429 h 6912429"/>
            </a:gdLst>
            <a:ahLst/>
            <a:cxnLst>
              <a:cxn ang="0">
                <a:pos x="connsiteX0" y="connsiteY0"/>
              </a:cxn>
              <a:cxn ang="0">
                <a:pos x="connsiteX1" y="connsiteY1"/>
              </a:cxn>
              <a:cxn ang="0">
                <a:pos x="connsiteX2" y="connsiteY2"/>
              </a:cxn>
              <a:cxn ang="0">
                <a:pos x="connsiteX3" y="connsiteY3"/>
              </a:cxn>
            </a:cxnLst>
            <a:rect l="l" t="t" r="r" b="b"/>
            <a:pathLst>
              <a:path w="6912429" h="6912429">
                <a:moveTo>
                  <a:pt x="0" y="0"/>
                </a:moveTo>
                <a:lnTo>
                  <a:pt x="6912429" y="0"/>
                </a:lnTo>
                <a:lnTo>
                  <a:pt x="6912429" y="6912429"/>
                </a:lnTo>
                <a:lnTo>
                  <a:pt x="0" y="691242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68326007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D1674B-7819-4290-8EC6-DD14B5462434}"/>
              </a:ext>
            </a:extLst>
          </p:cNvPr>
          <p:cNvSpPr/>
          <p:nvPr userDrawn="1"/>
        </p:nvSpPr>
        <p:spPr>
          <a:xfrm>
            <a:off x="0" y="0"/>
            <a:ext cx="491655" cy="6858000"/>
          </a:xfrm>
          <a:prstGeom prst="rect">
            <a:avLst/>
          </a:prstGeom>
          <a:solidFill>
            <a:srgbClr val="FFFFFF"/>
          </a:solidFill>
          <a:ln>
            <a:noFill/>
          </a:ln>
          <a:effectLst>
            <a:outerShdw blurRad="952500" dist="215900" algn="l"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TextBox 2">
            <a:extLst>
              <a:ext uri="{FF2B5EF4-FFF2-40B4-BE49-F238E27FC236}">
                <a16:creationId xmlns:a16="http://schemas.microsoft.com/office/drawing/2014/main" id="{862FAAB3-2BD3-4B4B-8F68-CA607194A7CD}"/>
              </a:ext>
            </a:extLst>
          </p:cNvPr>
          <p:cNvSpPr txBox="1"/>
          <p:nvPr userDrawn="1"/>
        </p:nvSpPr>
        <p:spPr>
          <a:xfrm rot="16200000">
            <a:off x="-385071" y="5914770"/>
            <a:ext cx="1261797" cy="338554"/>
          </a:xfrm>
          <a:prstGeom prst="rect">
            <a:avLst/>
          </a:prstGeom>
          <a:noFill/>
        </p:spPr>
        <p:txBody>
          <a:bodyPr wrap="square" rtlCol="0">
            <a:spAutoFit/>
          </a:bodyPr>
          <a:lstStyle/>
          <a:p>
            <a:pPr algn="l"/>
            <a:r>
              <a:rPr lang="en-US" sz="1600" b="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
        <p:nvSpPr>
          <p:cNvPr id="4" name="Slide Number Placeholder 5">
            <a:extLst>
              <a:ext uri="{FF2B5EF4-FFF2-40B4-BE49-F238E27FC236}">
                <a16:creationId xmlns:a16="http://schemas.microsoft.com/office/drawing/2014/main" id="{EE3CA0C5-696B-4035-8328-04E507A14E6E}"/>
              </a:ext>
            </a:extLst>
          </p:cNvPr>
          <p:cNvSpPr txBox="1">
            <a:spLocks/>
          </p:cNvSpPr>
          <p:nvPr userDrawn="1"/>
        </p:nvSpPr>
        <p:spPr>
          <a:xfrm>
            <a:off x="164697" y="3283310"/>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5" name="Straight Connector 4">
            <a:extLst>
              <a:ext uri="{FF2B5EF4-FFF2-40B4-BE49-F238E27FC236}">
                <a16:creationId xmlns:a16="http://schemas.microsoft.com/office/drawing/2014/main" id="{504B40BC-21B9-4D12-8535-D9C29D99F968}"/>
              </a:ext>
            </a:extLst>
          </p:cNvPr>
          <p:cNvCxnSpPr/>
          <p:nvPr userDrawn="1"/>
        </p:nvCxnSpPr>
        <p:spPr>
          <a:xfrm>
            <a:off x="120026" y="223120"/>
            <a:ext cx="238296"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65B6781-0284-4FF4-9C39-1E697832CCB5}"/>
              </a:ext>
            </a:extLst>
          </p:cNvPr>
          <p:cNvCxnSpPr>
            <a:cxnSpLocks/>
          </p:cNvCxnSpPr>
          <p:nvPr userDrawn="1"/>
        </p:nvCxnSpPr>
        <p:spPr>
          <a:xfrm>
            <a:off x="120026" y="269044"/>
            <a:ext cx="101742"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FE7EC0D-F0F0-4288-868F-D1A462C8D492}"/>
              </a:ext>
            </a:extLst>
          </p:cNvPr>
          <p:cNvCxnSpPr>
            <a:cxnSpLocks/>
          </p:cNvCxnSpPr>
          <p:nvPr userDrawn="1"/>
        </p:nvCxnSpPr>
        <p:spPr>
          <a:xfrm>
            <a:off x="120026" y="314968"/>
            <a:ext cx="181333"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29CC7530-A671-4661-A267-47CAC7E2FF44}"/>
              </a:ext>
            </a:extLst>
          </p:cNvPr>
          <p:cNvGrpSpPr/>
          <p:nvPr userDrawn="1"/>
        </p:nvGrpSpPr>
        <p:grpSpPr>
          <a:xfrm>
            <a:off x="105963" y="655395"/>
            <a:ext cx="266420" cy="912401"/>
            <a:chOff x="211954" y="1310790"/>
            <a:chExt cx="532908" cy="1824801"/>
          </a:xfrm>
        </p:grpSpPr>
        <p:sp>
          <p:nvSpPr>
            <p:cNvPr id="9" name="Rectangle 8">
              <a:extLst>
                <a:ext uri="{FF2B5EF4-FFF2-40B4-BE49-F238E27FC236}">
                  <a16:creationId xmlns:a16="http://schemas.microsoft.com/office/drawing/2014/main" id="{BC58E2E0-3292-4E74-A22D-947EED6AA7AC}"/>
                </a:ext>
              </a:extLst>
            </p:cNvPr>
            <p:cNvSpPr/>
            <p:nvPr userDrawn="1"/>
          </p:nvSpPr>
          <p:spPr>
            <a:xfrm>
              <a:off x="213556" y="1946192"/>
              <a:ext cx="529702"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b</a:t>
              </a:r>
            </a:p>
          </p:txBody>
        </p:sp>
        <p:sp>
          <p:nvSpPr>
            <p:cNvPr id="10" name="Rectangle 9">
              <a:extLst>
                <a:ext uri="{FF2B5EF4-FFF2-40B4-BE49-F238E27FC236}">
                  <a16:creationId xmlns:a16="http://schemas.microsoft.com/office/drawing/2014/main" id="{9204B764-23BF-41EC-BF35-4E759ABDC120}"/>
                </a:ext>
              </a:extLst>
            </p:cNvPr>
            <p:cNvSpPr/>
            <p:nvPr userDrawn="1"/>
          </p:nvSpPr>
          <p:spPr>
            <a:xfrm>
              <a:off x="211954" y="1310790"/>
              <a:ext cx="532908"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1" name="Rectangle 10">
              <a:extLst>
                <a:ext uri="{FF2B5EF4-FFF2-40B4-BE49-F238E27FC236}">
                  <a16:creationId xmlns:a16="http://schemas.microsoft.com/office/drawing/2014/main" id="{D900F3B3-A1A6-4A4A-9768-B08A60BCF080}"/>
                </a:ext>
              </a:extLst>
            </p:cNvPr>
            <p:cNvSpPr/>
            <p:nvPr userDrawn="1"/>
          </p:nvSpPr>
          <p:spPr>
            <a:xfrm>
              <a:off x="227988" y="2581593"/>
              <a:ext cx="500844"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2" name="Rectangle 11">
              <a:hlinkClick r:id="rId2"/>
              <a:extLst>
                <a:ext uri="{FF2B5EF4-FFF2-40B4-BE49-F238E27FC236}">
                  <a16:creationId xmlns:a16="http://schemas.microsoft.com/office/drawing/2014/main" id="{C1510384-2C3D-4EBE-BD59-99BB4F7B1D95}"/>
                </a:ext>
              </a:extLst>
            </p:cNvPr>
            <p:cNvSpPr/>
            <p:nvPr userDrawn="1"/>
          </p:nvSpPr>
          <p:spPr>
            <a:xfrm>
              <a:off x="311927" y="200584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3" name="Rectangle 12">
              <a:hlinkClick r:id="rId3"/>
              <a:extLst>
                <a:ext uri="{FF2B5EF4-FFF2-40B4-BE49-F238E27FC236}">
                  <a16:creationId xmlns:a16="http://schemas.microsoft.com/office/drawing/2014/main" id="{E820DE5E-C61D-42D9-9F6F-1E352E9F4232}"/>
                </a:ext>
              </a:extLst>
            </p:cNvPr>
            <p:cNvSpPr/>
            <p:nvPr userDrawn="1"/>
          </p:nvSpPr>
          <p:spPr>
            <a:xfrm>
              <a:off x="311927" y="137507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4" name="Rectangle 13">
              <a:hlinkClick r:id="rId4"/>
              <a:extLst>
                <a:ext uri="{FF2B5EF4-FFF2-40B4-BE49-F238E27FC236}">
                  <a16:creationId xmlns:a16="http://schemas.microsoft.com/office/drawing/2014/main" id="{D6187E50-754A-44EE-BA02-05EBB604955C}"/>
                </a:ext>
              </a:extLst>
            </p:cNvPr>
            <p:cNvSpPr/>
            <p:nvPr userDrawn="1"/>
          </p:nvSpPr>
          <p:spPr>
            <a:xfrm>
              <a:off x="311927" y="2636618"/>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grpSp>
      <p:cxnSp>
        <p:nvCxnSpPr>
          <p:cNvPr id="16" name="Straight Connector 15">
            <a:extLst>
              <a:ext uri="{FF2B5EF4-FFF2-40B4-BE49-F238E27FC236}">
                <a16:creationId xmlns:a16="http://schemas.microsoft.com/office/drawing/2014/main" id="{19D26279-CF3F-44FD-A4E8-B89D5F761927}"/>
              </a:ext>
            </a:extLst>
          </p:cNvPr>
          <p:cNvCxnSpPr/>
          <p:nvPr userDrawn="1"/>
        </p:nvCxnSpPr>
        <p:spPr>
          <a:xfrm>
            <a:off x="491655" y="0"/>
            <a:ext cx="0" cy="6858000"/>
          </a:xfrm>
          <a:prstGeom prst="line">
            <a:avLst/>
          </a:prstGeom>
          <a:ln w="25400">
            <a:solidFill>
              <a:srgbClr val="EBECF1"/>
            </a:solidFill>
          </a:ln>
        </p:spPr>
        <p:style>
          <a:lnRef idx="1">
            <a:schemeClr val="accent1"/>
          </a:lnRef>
          <a:fillRef idx="0">
            <a:schemeClr val="accent1"/>
          </a:fillRef>
          <a:effectRef idx="0">
            <a:schemeClr val="accent1"/>
          </a:effectRef>
          <a:fontRef idx="minor">
            <a:schemeClr val="tx1"/>
          </a:fontRef>
        </p:style>
      </p:cxnSp>
      <p:sp>
        <p:nvSpPr>
          <p:cNvPr id="21" name="Picture Placeholder 20">
            <a:extLst>
              <a:ext uri="{FF2B5EF4-FFF2-40B4-BE49-F238E27FC236}">
                <a16:creationId xmlns:a16="http://schemas.microsoft.com/office/drawing/2014/main" id="{77A63888-FAB6-42D9-963F-0298E9A2CB2F}"/>
              </a:ext>
            </a:extLst>
          </p:cNvPr>
          <p:cNvSpPr>
            <a:spLocks noGrp="1"/>
          </p:cNvSpPr>
          <p:nvPr>
            <p:ph type="pic" sz="quarter" idx="11"/>
          </p:nvPr>
        </p:nvSpPr>
        <p:spPr>
          <a:xfrm>
            <a:off x="892512" y="0"/>
            <a:ext cx="2116996" cy="2190710"/>
          </a:xfrm>
          <a:custGeom>
            <a:avLst/>
            <a:gdLst>
              <a:gd name="connsiteX0" fmla="*/ 0 w 4234543"/>
              <a:gd name="connsiteY0" fmla="*/ 0 h 4381419"/>
              <a:gd name="connsiteX1" fmla="*/ 4234543 w 4234543"/>
              <a:gd name="connsiteY1" fmla="*/ 0 h 4381419"/>
              <a:gd name="connsiteX2" fmla="*/ 4234543 w 4234543"/>
              <a:gd name="connsiteY2" fmla="*/ 4381419 h 4381419"/>
              <a:gd name="connsiteX3" fmla="*/ 0 w 4234543"/>
              <a:gd name="connsiteY3" fmla="*/ 4381419 h 4381419"/>
            </a:gdLst>
            <a:ahLst/>
            <a:cxnLst>
              <a:cxn ang="0">
                <a:pos x="connsiteX0" y="connsiteY0"/>
              </a:cxn>
              <a:cxn ang="0">
                <a:pos x="connsiteX1" y="connsiteY1"/>
              </a:cxn>
              <a:cxn ang="0">
                <a:pos x="connsiteX2" y="connsiteY2"/>
              </a:cxn>
              <a:cxn ang="0">
                <a:pos x="connsiteX3" y="connsiteY3"/>
              </a:cxn>
            </a:cxnLst>
            <a:rect l="l" t="t" r="r" b="b"/>
            <a:pathLst>
              <a:path w="4234543" h="4381419">
                <a:moveTo>
                  <a:pt x="0" y="0"/>
                </a:moveTo>
                <a:lnTo>
                  <a:pt x="4234543" y="0"/>
                </a:lnTo>
                <a:lnTo>
                  <a:pt x="4234543" y="4381419"/>
                </a:lnTo>
                <a:lnTo>
                  <a:pt x="0" y="438141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5" name="Picture Placeholder 24">
            <a:extLst>
              <a:ext uri="{FF2B5EF4-FFF2-40B4-BE49-F238E27FC236}">
                <a16:creationId xmlns:a16="http://schemas.microsoft.com/office/drawing/2014/main" id="{EEDFA15A-AE97-4FAA-8F65-2E9DED702B05}"/>
              </a:ext>
            </a:extLst>
          </p:cNvPr>
          <p:cNvSpPr>
            <a:spLocks noGrp="1"/>
          </p:cNvSpPr>
          <p:nvPr>
            <p:ph type="pic" sz="quarter" idx="12"/>
          </p:nvPr>
        </p:nvSpPr>
        <p:spPr>
          <a:xfrm>
            <a:off x="3078442" y="3176814"/>
            <a:ext cx="2116996" cy="3681186"/>
          </a:xfrm>
          <a:custGeom>
            <a:avLst/>
            <a:gdLst>
              <a:gd name="connsiteX0" fmla="*/ 0 w 4234543"/>
              <a:gd name="connsiteY0" fmla="*/ 0 h 7362371"/>
              <a:gd name="connsiteX1" fmla="*/ 4234543 w 4234543"/>
              <a:gd name="connsiteY1" fmla="*/ 0 h 7362371"/>
              <a:gd name="connsiteX2" fmla="*/ 4234543 w 4234543"/>
              <a:gd name="connsiteY2" fmla="*/ 7362371 h 7362371"/>
              <a:gd name="connsiteX3" fmla="*/ 0 w 4234543"/>
              <a:gd name="connsiteY3" fmla="*/ 7362371 h 7362371"/>
            </a:gdLst>
            <a:ahLst/>
            <a:cxnLst>
              <a:cxn ang="0">
                <a:pos x="connsiteX0" y="connsiteY0"/>
              </a:cxn>
              <a:cxn ang="0">
                <a:pos x="connsiteX1" y="connsiteY1"/>
              </a:cxn>
              <a:cxn ang="0">
                <a:pos x="connsiteX2" y="connsiteY2"/>
              </a:cxn>
              <a:cxn ang="0">
                <a:pos x="connsiteX3" y="connsiteY3"/>
              </a:cxn>
            </a:cxnLst>
            <a:rect l="l" t="t" r="r" b="b"/>
            <a:pathLst>
              <a:path w="4234543" h="7362371">
                <a:moveTo>
                  <a:pt x="0" y="0"/>
                </a:moveTo>
                <a:lnTo>
                  <a:pt x="4234543" y="0"/>
                </a:lnTo>
                <a:lnTo>
                  <a:pt x="4234543" y="7362371"/>
                </a:lnTo>
                <a:lnTo>
                  <a:pt x="0" y="736237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4" name="Picture Placeholder 23">
            <a:extLst>
              <a:ext uri="{FF2B5EF4-FFF2-40B4-BE49-F238E27FC236}">
                <a16:creationId xmlns:a16="http://schemas.microsoft.com/office/drawing/2014/main" id="{0C89C061-DCFD-43BB-9BCA-A6DF206F57E2}"/>
              </a:ext>
            </a:extLst>
          </p:cNvPr>
          <p:cNvSpPr>
            <a:spLocks noGrp="1"/>
          </p:cNvSpPr>
          <p:nvPr>
            <p:ph type="pic" sz="quarter" idx="13"/>
          </p:nvPr>
        </p:nvSpPr>
        <p:spPr>
          <a:xfrm>
            <a:off x="892512" y="5811158"/>
            <a:ext cx="2116996" cy="1046843"/>
          </a:xfrm>
          <a:custGeom>
            <a:avLst/>
            <a:gdLst>
              <a:gd name="connsiteX0" fmla="*/ 0 w 4234543"/>
              <a:gd name="connsiteY0" fmla="*/ 0 h 2093685"/>
              <a:gd name="connsiteX1" fmla="*/ 4234543 w 4234543"/>
              <a:gd name="connsiteY1" fmla="*/ 0 h 2093685"/>
              <a:gd name="connsiteX2" fmla="*/ 4234543 w 4234543"/>
              <a:gd name="connsiteY2" fmla="*/ 2093685 h 2093685"/>
              <a:gd name="connsiteX3" fmla="*/ 0 w 4234543"/>
              <a:gd name="connsiteY3" fmla="*/ 2093685 h 2093685"/>
            </a:gdLst>
            <a:ahLst/>
            <a:cxnLst>
              <a:cxn ang="0">
                <a:pos x="connsiteX0" y="connsiteY0"/>
              </a:cxn>
              <a:cxn ang="0">
                <a:pos x="connsiteX1" y="connsiteY1"/>
              </a:cxn>
              <a:cxn ang="0">
                <a:pos x="connsiteX2" y="connsiteY2"/>
              </a:cxn>
              <a:cxn ang="0">
                <a:pos x="connsiteX3" y="connsiteY3"/>
              </a:cxn>
            </a:cxnLst>
            <a:rect l="l" t="t" r="r" b="b"/>
            <a:pathLst>
              <a:path w="4234543" h="2093685">
                <a:moveTo>
                  <a:pt x="0" y="0"/>
                </a:moveTo>
                <a:lnTo>
                  <a:pt x="4234543" y="0"/>
                </a:lnTo>
                <a:lnTo>
                  <a:pt x="4234543" y="2093685"/>
                </a:lnTo>
                <a:lnTo>
                  <a:pt x="0" y="2093685"/>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851956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1500" fill="hold"/>
                                        <p:tgtEl>
                                          <p:spTgt spid="21"/>
                                        </p:tgtEl>
                                        <p:attrNameLst>
                                          <p:attrName>ppt_x</p:attrName>
                                        </p:attrNameLst>
                                      </p:cBhvr>
                                      <p:tavLst>
                                        <p:tav tm="0">
                                          <p:val>
                                            <p:strVal val="#ppt_x"/>
                                          </p:val>
                                        </p:tav>
                                        <p:tav tm="100000">
                                          <p:val>
                                            <p:strVal val="#ppt_x"/>
                                          </p:val>
                                        </p:tav>
                                      </p:tavLst>
                                    </p:anim>
                                    <p:anim calcmode="lin" valueType="num">
                                      <p:cBhvr additive="base">
                                        <p:cTn id="8" dur="1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10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1500" fill="hold"/>
                                        <p:tgtEl>
                                          <p:spTgt spid="25"/>
                                        </p:tgtEl>
                                        <p:attrNameLst>
                                          <p:attrName>ppt_x</p:attrName>
                                        </p:attrNameLst>
                                      </p:cBhvr>
                                      <p:tavLst>
                                        <p:tav tm="0">
                                          <p:val>
                                            <p:strVal val="#ppt_x"/>
                                          </p:val>
                                        </p:tav>
                                        <p:tav tm="100000">
                                          <p:val>
                                            <p:strVal val="#ppt_x"/>
                                          </p:val>
                                        </p:tav>
                                      </p:tavLst>
                                    </p:anim>
                                    <p:anim calcmode="lin" valueType="num">
                                      <p:cBhvr additive="base">
                                        <p:cTn id="12" dur="1500" fill="hold"/>
                                        <p:tgtEl>
                                          <p:spTgt spid="25"/>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20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1500" fill="hold"/>
                                        <p:tgtEl>
                                          <p:spTgt spid="24"/>
                                        </p:tgtEl>
                                        <p:attrNameLst>
                                          <p:attrName>ppt_x</p:attrName>
                                        </p:attrNameLst>
                                      </p:cBhvr>
                                      <p:tavLst>
                                        <p:tav tm="0">
                                          <p:val>
                                            <p:strVal val="#ppt_x"/>
                                          </p:val>
                                        </p:tav>
                                        <p:tav tm="100000">
                                          <p:val>
                                            <p:strVal val="#ppt_x"/>
                                          </p:val>
                                        </p:tav>
                                      </p:tavLst>
                                    </p:anim>
                                    <p:anim calcmode="lin" valueType="num">
                                      <p:cBhvr additive="base">
                                        <p:cTn id="16" dur="1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4" grpId="0" animBg="1"/>
    </p:bld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D1674B-7819-4290-8EC6-DD14B5462434}"/>
              </a:ext>
            </a:extLst>
          </p:cNvPr>
          <p:cNvSpPr/>
          <p:nvPr userDrawn="1"/>
        </p:nvSpPr>
        <p:spPr>
          <a:xfrm>
            <a:off x="0" y="0"/>
            <a:ext cx="491655" cy="6858000"/>
          </a:xfrm>
          <a:prstGeom prst="rect">
            <a:avLst/>
          </a:prstGeom>
          <a:solidFill>
            <a:srgbClr val="FFFFFF"/>
          </a:solidFill>
          <a:ln>
            <a:noFill/>
          </a:ln>
          <a:effectLst>
            <a:outerShdw blurRad="952500" dist="215900" algn="l"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TextBox 2">
            <a:extLst>
              <a:ext uri="{FF2B5EF4-FFF2-40B4-BE49-F238E27FC236}">
                <a16:creationId xmlns:a16="http://schemas.microsoft.com/office/drawing/2014/main" id="{862FAAB3-2BD3-4B4B-8F68-CA607194A7CD}"/>
              </a:ext>
            </a:extLst>
          </p:cNvPr>
          <p:cNvSpPr txBox="1"/>
          <p:nvPr userDrawn="1"/>
        </p:nvSpPr>
        <p:spPr>
          <a:xfrm rot="16200000">
            <a:off x="-385071" y="5914770"/>
            <a:ext cx="1261797" cy="338554"/>
          </a:xfrm>
          <a:prstGeom prst="rect">
            <a:avLst/>
          </a:prstGeom>
          <a:noFill/>
        </p:spPr>
        <p:txBody>
          <a:bodyPr wrap="square" rtlCol="0">
            <a:spAutoFit/>
          </a:bodyPr>
          <a:lstStyle/>
          <a:p>
            <a:pPr algn="l"/>
            <a:r>
              <a:rPr lang="en-US" sz="1600" b="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
        <p:nvSpPr>
          <p:cNvPr id="4" name="Slide Number Placeholder 5">
            <a:extLst>
              <a:ext uri="{FF2B5EF4-FFF2-40B4-BE49-F238E27FC236}">
                <a16:creationId xmlns:a16="http://schemas.microsoft.com/office/drawing/2014/main" id="{EE3CA0C5-696B-4035-8328-04E507A14E6E}"/>
              </a:ext>
            </a:extLst>
          </p:cNvPr>
          <p:cNvSpPr txBox="1">
            <a:spLocks/>
          </p:cNvSpPr>
          <p:nvPr userDrawn="1"/>
        </p:nvSpPr>
        <p:spPr>
          <a:xfrm>
            <a:off x="164697" y="3283310"/>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5" name="Straight Connector 4">
            <a:extLst>
              <a:ext uri="{FF2B5EF4-FFF2-40B4-BE49-F238E27FC236}">
                <a16:creationId xmlns:a16="http://schemas.microsoft.com/office/drawing/2014/main" id="{504B40BC-21B9-4D12-8535-D9C29D99F968}"/>
              </a:ext>
            </a:extLst>
          </p:cNvPr>
          <p:cNvCxnSpPr/>
          <p:nvPr userDrawn="1"/>
        </p:nvCxnSpPr>
        <p:spPr>
          <a:xfrm>
            <a:off x="120026" y="223120"/>
            <a:ext cx="238296"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65B6781-0284-4FF4-9C39-1E697832CCB5}"/>
              </a:ext>
            </a:extLst>
          </p:cNvPr>
          <p:cNvCxnSpPr>
            <a:cxnSpLocks/>
          </p:cNvCxnSpPr>
          <p:nvPr userDrawn="1"/>
        </p:nvCxnSpPr>
        <p:spPr>
          <a:xfrm>
            <a:off x="120026" y="269044"/>
            <a:ext cx="101742"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FE7EC0D-F0F0-4288-868F-D1A462C8D492}"/>
              </a:ext>
            </a:extLst>
          </p:cNvPr>
          <p:cNvCxnSpPr>
            <a:cxnSpLocks/>
          </p:cNvCxnSpPr>
          <p:nvPr userDrawn="1"/>
        </p:nvCxnSpPr>
        <p:spPr>
          <a:xfrm>
            <a:off x="120026" y="314968"/>
            <a:ext cx="181333"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29CC7530-A671-4661-A267-47CAC7E2FF44}"/>
              </a:ext>
            </a:extLst>
          </p:cNvPr>
          <p:cNvGrpSpPr/>
          <p:nvPr userDrawn="1"/>
        </p:nvGrpSpPr>
        <p:grpSpPr>
          <a:xfrm>
            <a:off x="105963" y="655395"/>
            <a:ext cx="266420" cy="912401"/>
            <a:chOff x="211954" y="1310790"/>
            <a:chExt cx="532908" cy="1824801"/>
          </a:xfrm>
        </p:grpSpPr>
        <p:sp>
          <p:nvSpPr>
            <p:cNvPr id="9" name="Rectangle 8">
              <a:extLst>
                <a:ext uri="{FF2B5EF4-FFF2-40B4-BE49-F238E27FC236}">
                  <a16:creationId xmlns:a16="http://schemas.microsoft.com/office/drawing/2014/main" id="{BC58E2E0-3292-4E74-A22D-947EED6AA7AC}"/>
                </a:ext>
              </a:extLst>
            </p:cNvPr>
            <p:cNvSpPr/>
            <p:nvPr userDrawn="1"/>
          </p:nvSpPr>
          <p:spPr>
            <a:xfrm>
              <a:off x="213556" y="1946192"/>
              <a:ext cx="529702"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b</a:t>
              </a:r>
            </a:p>
          </p:txBody>
        </p:sp>
        <p:sp>
          <p:nvSpPr>
            <p:cNvPr id="10" name="Rectangle 9">
              <a:extLst>
                <a:ext uri="{FF2B5EF4-FFF2-40B4-BE49-F238E27FC236}">
                  <a16:creationId xmlns:a16="http://schemas.microsoft.com/office/drawing/2014/main" id="{9204B764-23BF-41EC-BF35-4E759ABDC120}"/>
                </a:ext>
              </a:extLst>
            </p:cNvPr>
            <p:cNvSpPr/>
            <p:nvPr userDrawn="1"/>
          </p:nvSpPr>
          <p:spPr>
            <a:xfrm>
              <a:off x="211954" y="1310790"/>
              <a:ext cx="532908"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1" name="Rectangle 10">
              <a:extLst>
                <a:ext uri="{FF2B5EF4-FFF2-40B4-BE49-F238E27FC236}">
                  <a16:creationId xmlns:a16="http://schemas.microsoft.com/office/drawing/2014/main" id="{D900F3B3-A1A6-4A4A-9768-B08A60BCF080}"/>
                </a:ext>
              </a:extLst>
            </p:cNvPr>
            <p:cNvSpPr/>
            <p:nvPr userDrawn="1"/>
          </p:nvSpPr>
          <p:spPr>
            <a:xfrm>
              <a:off x="227988" y="2581593"/>
              <a:ext cx="500844"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2" name="Rectangle 11">
              <a:hlinkClick r:id="rId2"/>
              <a:extLst>
                <a:ext uri="{FF2B5EF4-FFF2-40B4-BE49-F238E27FC236}">
                  <a16:creationId xmlns:a16="http://schemas.microsoft.com/office/drawing/2014/main" id="{C1510384-2C3D-4EBE-BD59-99BB4F7B1D95}"/>
                </a:ext>
              </a:extLst>
            </p:cNvPr>
            <p:cNvSpPr/>
            <p:nvPr userDrawn="1"/>
          </p:nvSpPr>
          <p:spPr>
            <a:xfrm>
              <a:off x="311927" y="200584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3" name="Rectangle 12">
              <a:hlinkClick r:id="rId3"/>
              <a:extLst>
                <a:ext uri="{FF2B5EF4-FFF2-40B4-BE49-F238E27FC236}">
                  <a16:creationId xmlns:a16="http://schemas.microsoft.com/office/drawing/2014/main" id="{E820DE5E-C61D-42D9-9F6F-1E352E9F4232}"/>
                </a:ext>
              </a:extLst>
            </p:cNvPr>
            <p:cNvSpPr/>
            <p:nvPr userDrawn="1"/>
          </p:nvSpPr>
          <p:spPr>
            <a:xfrm>
              <a:off x="311927" y="137507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4" name="Rectangle 13">
              <a:hlinkClick r:id="rId4"/>
              <a:extLst>
                <a:ext uri="{FF2B5EF4-FFF2-40B4-BE49-F238E27FC236}">
                  <a16:creationId xmlns:a16="http://schemas.microsoft.com/office/drawing/2014/main" id="{D6187E50-754A-44EE-BA02-05EBB604955C}"/>
                </a:ext>
              </a:extLst>
            </p:cNvPr>
            <p:cNvSpPr/>
            <p:nvPr userDrawn="1"/>
          </p:nvSpPr>
          <p:spPr>
            <a:xfrm>
              <a:off x="311927" y="2636618"/>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grpSp>
      <p:cxnSp>
        <p:nvCxnSpPr>
          <p:cNvPr id="16" name="Straight Connector 15">
            <a:extLst>
              <a:ext uri="{FF2B5EF4-FFF2-40B4-BE49-F238E27FC236}">
                <a16:creationId xmlns:a16="http://schemas.microsoft.com/office/drawing/2014/main" id="{19D26279-CF3F-44FD-A4E8-B89D5F761927}"/>
              </a:ext>
            </a:extLst>
          </p:cNvPr>
          <p:cNvCxnSpPr/>
          <p:nvPr userDrawn="1"/>
        </p:nvCxnSpPr>
        <p:spPr>
          <a:xfrm>
            <a:off x="491655" y="0"/>
            <a:ext cx="0" cy="6858000"/>
          </a:xfrm>
          <a:prstGeom prst="line">
            <a:avLst/>
          </a:prstGeom>
          <a:ln w="25400">
            <a:solidFill>
              <a:srgbClr val="EBECF1"/>
            </a:solidFill>
          </a:ln>
        </p:spPr>
        <p:style>
          <a:lnRef idx="1">
            <a:schemeClr val="accent1"/>
          </a:lnRef>
          <a:fillRef idx="0">
            <a:schemeClr val="accent1"/>
          </a:fillRef>
          <a:effectRef idx="0">
            <a:schemeClr val="accent1"/>
          </a:effectRef>
          <a:fontRef idx="minor">
            <a:schemeClr val="tx1"/>
          </a:fontRef>
        </p:style>
      </p:cxnSp>
      <p:sp>
        <p:nvSpPr>
          <p:cNvPr id="25" name="Picture Placeholder 24">
            <a:extLst>
              <a:ext uri="{FF2B5EF4-FFF2-40B4-BE49-F238E27FC236}">
                <a16:creationId xmlns:a16="http://schemas.microsoft.com/office/drawing/2014/main" id="{ED82F200-A714-424A-A435-53D0BB730B9F}"/>
              </a:ext>
            </a:extLst>
          </p:cNvPr>
          <p:cNvSpPr>
            <a:spLocks noGrp="1"/>
          </p:cNvSpPr>
          <p:nvPr>
            <p:ph type="pic" sz="quarter" idx="11"/>
          </p:nvPr>
        </p:nvSpPr>
        <p:spPr>
          <a:xfrm>
            <a:off x="1278196" y="2493769"/>
            <a:ext cx="1876687" cy="1877719"/>
          </a:xfrm>
          <a:custGeom>
            <a:avLst/>
            <a:gdLst>
              <a:gd name="connsiteX0" fmla="*/ 1876931 w 3753862"/>
              <a:gd name="connsiteY0" fmla="*/ 0 h 3755437"/>
              <a:gd name="connsiteX1" fmla="*/ 2994210 w 3753862"/>
              <a:gd name="connsiteY1" fmla="*/ 462766 h 3755437"/>
              <a:gd name="connsiteX2" fmla="*/ 3291290 w 3753862"/>
              <a:gd name="connsiteY2" fmla="*/ 759971 h 3755437"/>
              <a:gd name="connsiteX3" fmla="*/ 3291290 w 3753862"/>
              <a:gd name="connsiteY3" fmla="*/ 2995466 h 3755437"/>
              <a:gd name="connsiteX4" fmla="*/ 2994210 w 3753862"/>
              <a:gd name="connsiteY4" fmla="*/ 3292671 h 3755437"/>
              <a:gd name="connsiteX5" fmla="*/ 759653 w 3753862"/>
              <a:gd name="connsiteY5" fmla="*/ 3292671 h 3755437"/>
              <a:gd name="connsiteX6" fmla="*/ 462573 w 3753862"/>
              <a:gd name="connsiteY6" fmla="*/ 2995466 h 3755437"/>
              <a:gd name="connsiteX7" fmla="*/ 462573 w 3753862"/>
              <a:gd name="connsiteY7" fmla="*/ 759971 h 3755437"/>
              <a:gd name="connsiteX8" fmla="*/ 759653 w 3753862"/>
              <a:gd name="connsiteY8" fmla="*/ 462766 h 3755437"/>
              <a:gd name="connsiteX9" fmla="*/ 1876931 w 3753862"/>
              <a:gd name="connsiteY9" fmla="*/ 0 h 3755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53862" h="3755437">
                <a:moveTo>
                  <a:pt x="1876931" y="0"/>
                </a:moveTo>
                <a:cubicBezTo>
                  <a:pt x="2281380" y="0"/>
                  <a:pt x="2685828" y="154255"/>
                  <a:pt x="2994210" y="462766"/>
                </a:cubicBezTo>
                <a:cubicBezTo>
                  <a:pt x="3291290" y="759971"/>
                  <a:pt x="3291290" y="759971"/>
                  <a:pt x="3291290" y="759971"/>
                </a:cubicBezTo>
                <a:cubicBezTo>
                  <a:pt x="3908053" y="1376994"/>
                  <a:pt x="3908053" y="2378444"/>
                  <a:pt x="3291290" y="2995466"/>
                </a:cubicBezTo>
                <a:cubicBezTo>
                  <a:pt x="2994210" y="3292671"/>
                  <a:pt x="2994210" y="3292671"/>
                  <a:pt x="2994210" y="3292671"/>
                </a:cubicBezTo>
                <a:cubicBezTo>
                  <a:pt x="2377446" y="3909693"/>
                  <a:pt x="1376416" y="3909693"/>
                  <a:pt x="759653" y="3292671"/>
                </a:cubicBezTo>
                <a:cubicBezTo>
                  <a:pt x="462573" y="2995466"/>
                  <a:pt x="462573" y="2995466"/>
                  <a:pt x="462573" y="2995466"/>
                </a:cubicBezTo>
                <a:cubicBezTo>
                  <a:pt x="-154191" y="2378444"/>
                  <a:pt x="-154191" y="1376994"/>
                  <a:pt x="462573" y="759971"/>
                </a:cubicBezTo>
                <a:cubicBezTo>
                  <a:pt x="759653" y="462766"/>
                  <a:pt x="759653" y="462766"/>
                  <a:pt x="759653" y="462766"/>
                </a:cubicBezTo>
                <a:cubicBezTo>
                  <a:pt x="1068034" y="154255"/>
                  <a:pt x="1472483" y="0"/>
                  <a:pt x="1876931"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6" name="Picture Placeholder 25">
            <a:extLst>
              <a:ext uri="{FF2B5EF4-FFF2-40B4-BE49-F238E27FC236}">
                <a16:creationId xmlns:a16="http://schemas.microsoft.com/office/drawing/2014/main" id="{0D584025-6492-4000-BC15-63CFC4EB3027}"/>
              </a:ext>
            </a:extLst>
          </p:cNvPr>
          <p:cNvSpPr>
            <a:spLocks noGrp="1"/>
          </p:cNvSpPr>
          <p:nvPr>
            <p:ph type="pic" sz="quarter" idx="12"/>
          </p:nvPr>
        </p:nvSpPr>
        <p:spPr>
          <a:xfrm>
            <a:off x="3991949" y="2493769"/>
            <a:ext cx="1876687" cy="1877719"/>
          </a:xfrm>
          <a:custGeom>
            <a:avLst/>
            <a:gdLst>
              <a:gd name="connsiteX0" fmla="*/ 1876931 w 3753862"/>
              <a:gd name="connsiteY0" fmla="*/ 0 h 3755437"/>
              <a:gd name="connsiteX1" fmla="*/ 2994209 w 3753862"/>
              <a:gd name="connsiteY1" fmla="*/ 462766 h 3755437"/>
              <a:gd name="connsiteX2" fmla="*/ 3291289 w 3753862"/>
              <a:gd name="connsiteY2" fmla="*/ 759971 h 3755437"/>
              <a:gd name="connsiteX3" fmla="*/ 3291289 w 3753862"/>
              <a:gd name="connsiteY3" fmla="*/ 2995466 h 3755437"/>
              <a:gd name="connsiteX4" fmla="*/ 2994209 w 3753862"/>
              <a:gd name="connsiteY4" fmla="*/ 3292671 h 3755437"/>
              <a:gd name="connsiteX5" fmla="*/ 759652 w 3753862"/>
              <a:gd name="connsiteY5" fmla="*/ 3292671 h 3755437"/>
              <a:gd name="connsiteX6" fmla="*/ 462573 w 3753862"/>
              <a:gd name="connsiteY6" fmla="*/ 2995466 h 3755437"/>
              <a:gd name="connsiteX7" fmla="*/ 462573 w 3753862"/>
              <a:gd name="connsiteY7" fmla="*/ 759971 h 3755437"/>
              <a:gd name="connsiteX8" fmla="*/ 759652 w 3753862"/>
              <a:gd name="connsiteY8" fmla="*/ 462766 h 3755437"/>
              <a:gd name="connsiteX9" fmla="*/ 1876931 w 3753862"/>
              <a:gd name="connsiteY9" fmla="*/ 0 h 3755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53862" h="3755437">
                <a:moveTo>
                  <a:pt x="1876931" y="0"/>
                </a:moveTo>
                <a:cubicBezTo>
                  <a:pt x="2281379" y="0"/>
                  <a:pt x="2685827" y="154255"/>
                  <a:pt x="2994209" y="462766"/>
                </a:cubicBezTo>
                <a:cubicBezTo>
                  <a:pt x="3291289" y="759971"/>
                  <a:pt x="3291289" y="759971"/>
                  <a:pt x="3291289" y="759971"/>
                </a:cubicBezTo>
                <a:cubicBezTo>
                  <a:pt x="3908053" y="1376994"/>
                  <a:pt x="3908053" y="2378444"/>
                  <a:pt x="3291289" y="2995466"/>
                </a:cubicBezTo>
                <a:cubicBezTo>
                  <a:pt x="2994209" y="3292671"/>
                  <a:pt x="2994209" y="3292671"/>
                  <a:pt x="2994209" y="3292671"/>
                </a:cubicBezTo>
                <a:cubicBezTo>
                  <a:pt x="2377446" y="3909693"/>
                  <a:pt x="1376416" y="3909693"/>
                  <a:pt x="759652" y="3292671"/>
                </a:cubicBezTo>
                <a:cubicBezTo>
                  <a:pt x="462573" y="2995466"/>
                  <a:pt x="462573" y="2995466"/>
                  <a:pt x="462573" y="2995466"/>
                </a:cubicBezTo>
                <a:cubicBezTo>
                  <a:pt x="-154191" y="2378444"/>
                  <a:pt x="-154191" y="1376994"/>
                  <a:pt x="462573" y="759971"/>
                </a:cubicBezTo>
                <a:cubicBezTo>
                  <a:pt x="759652" y="462766"/>
                  <a:pt x="759652" y="462766"/>
                  <a:pt x="759652" y="462766"/>
                </a:cubicBezTo>
                <a:cubicBezTo>
                  <a:pt x="1068034" y="154255"/>
                  <a:pt x="1472483" y="0"/>
                  <a:pt x="1876931"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7" name="Picture Placeholder 26">
            <a:extLst>
              <a:ext uri="{FF2B5EF4-FFF2-40B4-BE49-F238E27FC236}">
                <a16:creationId xmlns:a16="http://schemas.microsoft.com/office/drawing/2014/main" id="{790430CB-5603-4A45-8F4C-2566B0ADD112}"/>
              </a:ext>
            </a:extLst>
          </p:cNvPr>
          <p:cNvSpPr>
            <a:spLocks noGrp="1"/>
          </p:cNvSpPr>
          <p:nvPr>
            <p:ph type="pic" sz="quarter" idx="13"/>
          </p:nvPr>
        </p:nvSpPr>
        <p:spPr>
          <a:xfrm>
            <a:off x="6705701" y="2493769"/>
            <a:ext cx="1876686" cy="1877719"/>
          </a:xfrm>
          <a:custGeom>
            <a:avLst/>
            <a:gdLst>
              <a:gd name="connsiteX0" fmla="*/ 1876931 w 3753861"/>
              <a:gd name="connsiteY0" fmla="*/ 0 h 3755437"/>
              <a:gd name="connsiteX1" fmla="*/ 2994210 w 3753861"/>
              <a:gd name="connsiteY1" fmla="*/ 462766 h 3755437"/>
              <a:gd name="connsiteX2" fmla="*/ 3291290 w 3753861"/>
              <a:gd name="connsiteY2" fmla="*/ 759971 h 3755437"/>
              <a:gd name="connsiteX3" fmla="*/ 3291290 w 3753861"/>
              <a:gd name="connsiteY3" fmla="*/ 2995466 h 3755437"/>
              <a:gd name="connsiteX4" fmla="*/ 2994210 w 3753861"/>
              <a:gd name="connsiteY4" fmla="*/ 3292671 h 3755437"/>
              <a:gd name="connsiteX5" fmla="*/ 759652 w 3753861"/>
              <a:gd name="connsiteY5" fmla="*/ 3292671 h 3755437"/>
              <a:gd name="connsiteX6" fmla="*/ 462573 w 3753861"/>
              <a:gd name="connsiteY6" fmla="*/ 2995466 h 3755437"/>
              <a:gd name="connsiteX7" fmla="*/ 462573 w 3753861"/>
              <a:gd name="connsiteY7" fmla="*/ 759971 h 3755437"/>
              <a:gd name="connsiteX8" fmla="*/ 759652 w 3753861"/>
              <a:gd name="connsiteY8" fmla="*/ 462766 h 3755437"/>
              <a:gd name="connsiteX9" fmla="*/ 1876931 w 3753861"/>
              <a:gd name="connsiteY9" fmla="*/ 0 h 3755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53861" h="3755437">
                <a:moveTo>
                  <a:pt x="1876931" y="0"/>
                </a:moveTo>
                <a:cubicBezTo>
                  <a:pt x="2281380" y="0"/>
                  <a:pt x="2685828" y="154255"/>
                  <a:pt x="2994210" y="462766"/>
                </a:cubicBezTo>
                <a:cubicBezTo>
                  <a:pt x="3291290" y="759971"/>
                  <a:pt x="3291290" y="759971"/>
                  <a:pt x="3291290" y="759971"/>
                </a:cubicBezTo>
                <a:cubicBezTo>
                  <a:pt x="3908052" y="1376994"/>
                  <a:pt x="3908052" y="2378444"/>
                  <a:pt x="3291290" y="2995466"/>
                </a:cubicBezTo>
                <a:cubicBezTo>
                  <a:pt x="2994210" y="3292671"/>
                  <a:pt x="2994210" y="3292671"/>
                  <a:pt x="2994210" y="3292671"/>
                </a:cubicBezTo>
                <a:cubicBezTo>
                  <a:pt x="2377446" y="3909693"/>
                  <a:pt x="1376416" y="3909693"/>
                  <a:pt x="759652" y="3292671"/>
                </a:cubicBezTo>
                <a:cubicBezTo>
                  <a:pt x="462573" y="2995466"/>
                  <a:pt x="462573" y="2995466"/>
                  <a:pt x="462573" y="2995466"/>
                </a:cubicBezTo>
                <a:cubicBezTo>
                  <a:pt x="-154191" y="2378444"/>
                  <a:pt x="-154191" y="1376994"/>
                  <a:pt x="462573" y="759971"/>
                </a:cubicBezTo>
                <a:cubicBezTo>
                  <a:pt x="759652" y="462766"/>
                  <a:pt x="759652" y="462766"/>
                  <a:pt x="759652" y="462766"/>
                </a:cubicBezTo>
                <a:cubicBezTo>
                  <a:pt x="1068034" y="154255"/>
                  <a:pt x="1472483" y="0"/>
                  <a:pt x="1876931"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8" name="Picture Placeholder 27">
            <a:extLst>
              <a:ext uri="{FF2B5EF4-FFF2-40B4-BE49-F238E27FC236}">
                <a16:creationId xmlns:a16="http://schemas.microsoft.com/office/drawing/2014/main" id="{6D2D97A9-1C9B-4398-B77F-DFCF56A992C3}"/>
              </a:ext>
            </a:extLst>
          </p:cNvPr>
          <p:cNvSpPr>
            <a:spLocks noGrp="1"/>
          </p:cNvSpPr>
          <p:nvPr>
            <p:ph type="pic" sz="quarter" idx="14"/>
          </p:nvPr>
        </p:nvSpPr>
        <p:spPr>
          <a:xfrm>
            <a:off x="9419453" y="2493769"/>
            <a:ext cx="1876687" cy="1877719"/>
          </a:xfrm>
          <a:custGeom>
            <a:avLst/>
            <a:gdLst>
              <a:gd name="connsiteX0" fmla="*/ 1876931 w 3753862"/>
              <a:gd name="connsiteY0" fmla="*/ 0 h 3755437"/>
              <a:gd name="connsiteX1" fmla="*/ 2994209 w 3753862"/>
              <a:gd name="connsiteY1" fmla="*/ 462766 h 3755437"/>
              <a:gd name="connsiteX2" fmla="*/ 3291289 w 3753862"/>
              <a:gd name="connsiteY2" fmla="*/ 759971 h 3755437"/>
              <a:gd name="connsiteX3" fmla="*/ 3291289 w 3753862"/>
              <a:gd name="connsiteY3" fmla="*/ 2995466 h 3755437"/>
              <a:gd name="connsiteX4" fmla="*/ 2994209 w 3753862"/>
              <a:gd name="connsiteY4" fmla="*/ 3292671 h 3755437"/>
              <a:gd name="connsiteX5" fmla="*/ 759651 w 3753862"/>
              <a:gd name="connsiteY5" fmla="*/ 3292671 h 3755437"/>
              <a:gd name="connsiteX6" fmla="*/ 462571 w 3753862"/>
              <a:gd name="connsiteY6" fmla="*/ 2995466 h 3755437"/>
              <a:gd name="connsiteX7" fmla="*/ 462571 w 3753862"/>
              <a:gd name="connsiteY7" fmla="*/ 759971 h 3755437"/>
              <a:gd name="connsiteX8" fmla="*/ 759651 w 3753862"/>
              <a:gd name="connsiteY8" fmla="*/ 462766 h 3755437"/>
              <a:gd name="connsiteX9" fmla="*/ 1876931 w 3753862"/>
              <a:gd name="connsiteY9" fmla="*/ 0 h 3755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53862" h="3755437">
                <a:moveTo>
                  <a:pt x="1876931" y="0"/>
                </a:moveTo>
                <a:cubicBezTo>
                  <a:pt x="2281379" y="0"/>
                  <a:pt x="2685827" y="154255"/>
                  <a:pt x="2994209" y="462766"/>
                </a:cubicBezTo>
                <a:cubicBezTo>
                  <a:pt x="3291289" y="759971"/>
                  <a:pt x="3291289" y="759971"/>
                  <a:pt x="3291289" y="759971"/>
                </a:cubicBezTo>
                <a:cubicBezTo>
                  <a:pt x="3908053" y="1376994"/>
                  <a:pt x="3908053" y="2378444"/>
                  <a:pt x="3291289" y="2995466"/>
                </a:cubicBezTo>
                <a:cubicBezTo>
                  <a:pt x="2994209" y="3292671"/>
                  <a:pt x="2994209" y="3292671"/>
                  <a:pt x="2994209" y="3292671"/>
                </a:cubicBezTo>
                <a:cubicBezTo>
                  <a:pt x="2377445" y="3909693"/>
                  <a:pt x="1376415" y="3909693"/>
                  <a:pt x="759651" y="3292671"/>
                </a:cubicBezTo>
                <a:cubicBezTo>
                  <a:pt x="462571" y="2995466"/>
                  <a:pt x="462571" y="2995466"/>
                  <a:pt x="462571" y="2995466"/>
                </a:cubicBezTo>
                <a:cubicBezTo>
                  <a:pt x="-154191" y="2378444"/>
                  <a:pt x="-154191" y="1376994"/>
                  <a:pt x="462571" y="759971"/>
                </a:cubicBezTo>
                <a:cubicBezTo>
                  <a:pt x="759651" y="462766"/>
                  <a:pt x="759651" y="462766"/>
                  <a:pt x="759651" y="462766"/>
                </a:cubicBezTo>
                <a:cubicBezTo>
                  <a:pt x="1068033" y="154255"/>
                  <a:pt x="1472481" y="0"/>
                  <a:pt x="1876931"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07513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1500" fill="hold"/>
                                        <p:tgtEl>
                                          <p:spTgt spid="25"/>
                                        </p:tgtEl>
                                        <p:attrNameLst>
                                          <p:attrName>ppt_x</p:attrName>
                                        </p:attrNameLst>
                                      </p:cBhvr>
                                      <p:tavLst>
                                        <p:tav tm="0">
                                          <p:val>
                                            <p:strVal val="1+#ppt_w/2"/>
                                          </p:val>
                                        </p:tav>
                                        <p:tav tm="100000">
                                          <p:val>
                                            <p:strVal val="#ppt_x"/>
                                          </p:val>
                                        </p:tav>
                                      </p:tavLst>
                                    </p:anim>
                                    <p:anim calcmode="lin" valueType="num">
                                      <p:cBhvr additive="base">
                                        <p:cTn id="8" dur="1500" fill="hold"/>
                                        <p:tgtEl>
                                          <p:spTgt spid="25"/>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0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1500" fill="hold"/>
                                        <p:tgtEl>
                                          <p:spTgt spid="26"/>
                                        </p:tgtEl>
                                        <p:attrNameLst>
                                          <p:attrName>ppt_x</p:attrName>
                                        </p:attrNameLst>
                                      </p:cBhvr>
                                      <p:tavLst>
                                        <p:tav tm="0">
                                          <p:val>
                                            <p:strVal val="1+#ppt_w/2"/>
                                          </p:val>
                                        </p:tav>
                                        <p:tav tm="100000">
                                          <p:val>
                                            <p:strVal val="#ppt_x"/>
                                          </p:val>
                                        </p:tav>
                                      </p:tavLst>
                                    </p:anim>
                                    <p:anim calcmode="lin" valueType="num">
                                      <p:cBhvr additive="base">
                                        <p:cTn id="12" dur="1500" fill="hold"/>
                                        <p:tgtEl>
                                          <p:spTgt spid="26"/>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400"/>
                                  </p:stCondLst>
                                  <p:childTnLst>
                                    <p:set>
                                      <p:cBhvr>
                                        <p:cTn id="14" dur="1" fill="hold">
                                          <p:stCondLst>
                                            <p:cond delay="0"/>
                                          </p:stCondLst>
                                        </p:cTn>
                                        <p:tgtEl>
                                          <p:spTgt spid="27"/>
                                        </p:tgtEl>
                                        <p:attrNameLst>
                                          <p:attrName>style.visibility</p:attrName>
                                        </p:attrNameLst>
                                      </p:cBhvr>
                                      <p:to>
                                        <p:strVal val="visible"/>
                                      </p:to>
                                    </p:set>
                                    <p:anim calcmode="lin" valueType="num">
                                      <p:cBhvr additive="base">
                                        <p:cTn id="15" dur="1500" fill="hold"/>
                                        <p:tgtEl>
                                          <p:spTgt spid="27"/>
                                        </p:tgtEl>
                                        <p:attrNameLst>
                                          <p:attrName>ppt_x</p:attrName>
                                        </p:attrNameLst>
                                      </p:cBhvr>
                                      <p:tavLst>
                                        <p:tav tm="0">
                                          <p:val>
                                            <p:strVal val="1+#ppt_w/2"/>
                                          </p:val>
                                        </p:tav>
                                        <p:tav tm="100000">
                                          <p:val>
                                            <p:strVal val="#ppt_x"/>
                                          </p:val>
                                        </p:tav>
                                      </p:tavLst>
                                    </p:anim>
                                    <p:anim calcmode="lin" valueType="num">
                                      <p:cBhvr additive="base">
                                        <p:cTn id="16" dur="1500" fill="hold"/>
                                        <p:tgtEl>
                                          <p:spTgt spid="27"/>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60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1500" fill="hold"/>
                                        <p:tgtEl>
                                          <p:spTgt spid="28"/>
                                        </p:tgtEl>
                                        <p:attrNameLst>
                                          <p:attrName>ppt_x</p:attrName>
                                        </p:attrNameLst>
                                      </p:cBhvr>
                                      <p:tavLst>
                                        <p:tav tm="0">
                                          <p:val>
                                            <p:strVal val="1+#ppt_w/2"/>
                                          </p:val>
                                        </p:tav>
                                        <p:tav tm="100000">
                                          <p:val>
                                            <p:strVal val="#ppt_x"/>
                                          </p:val>
                                        </p:tav>
                                      </p:tavLst>
                                    </p:anim>
                                    <p:anim calcmode="lin" valueType="num">
                                      <p:cBhvr additive="base">
                                        <p:cTn id="20" dur="1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D1674B-7819-4290-8EC6-DD14B5462434}"/>
              </a:ext>
            </a:extLst>
          </p:cNvPr>
          <p:cNvSpPr/>
          <p:nvPr userDrawn="1"/>
        </p:nvSpPr>
        <p:spPr>
          <a:xfrm>
            <a:off x="11700345" y="0"/>
            <a:ext cx="491655" cy="6858000"/>
          </a:xfrm>
          <a:prstGeom prst="rect">
            <a:avLst/>
          </a:prstGeom>
          <a:solidFill>
            <a:srgbClr val="FFFFFF"/>
          </a:solidFill>
          <a:ln>
            <a:noFill/>
          </a:ln>
          <a:effectLst>
            <a:outerShdw blurRad="952500" dist="215900" algn="l"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TextBox 2">
            <a:extLst>
              <a:ext uri="{FF2B5EF4-FFF2-40B4-BE49-F238E27FC236}">
                <a16:creationId xmlns:a16="http://schemas.microsoft.com/office/drawing/2014/main" id="{862FAAB3-2BD3-4B4B-8F68-CA607194A7CD}"/>
              </a:ext>
            </a:extLst>
          </p:cNvPr>
          <p:cNvSpPr txBox="1"/>
          <p:nvPr userDrawn="1"/>
        </p:nvSpPr>
        <p:spPr>
          <a:xfrm rot="16200000">
            <a:off x="11315275" y="5914770"/>
            <a:ext cx="1261797" cy="338554"/>
          </a:xfrm>
          <a:prstGeom prst="rect">
            <a:avLst/>
          </a:prstGeom>
          <a:noFill/>
        </p:spPr>
        <p:txBody>
          <a:bodyPr wrap="square" rtlCol="0">
            <a:spAutoFit/>
          </a:bodyPr>
          <a:lstStyle/>
          <a:p>
            <a:pPr algn="l"/>
            <a:r>
              <a:rPr lang="en-US" sz="1600" b="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
        <p:nvSpPr>
          <p:cNvPr id="4" name="Slide Number Placeholder 5">
            <a:extLst>
              <a:ext uri="{FF2B5EF4-FFF2-40B4-BE49-F238E27FC236}">
                <a16:creationId xmlns:a16="http://schemas.microsoft.com/office/drawing/2014/main" id="{EE3CA0C5-696B-4035-8328-04E507A14E6E}"/>
              </a:ext>
            </a:extLst>
          </p:cNvPr>
          <p:cNvSpPr txBox="1">
            <a:spLocks/>
          </p:cNvSpPr>
          <p:nvPr userDrawn="1"/>
        </p:nvSpPr>
        <p:spPr>
          <a:xfrm>
            <a:off x="11865043" y="3283310"/>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5" name="Straight Connector 4">
            <a:extLst>
              <a:ext uri="{FF2B5EF4-FFF2-40B4-BE49-F238E27FC236}">
                <a16:creationId xmlns:a16="http://schemas.microsoft.com/office/drawing/2014/main" id="{504B40BC-21B9-4D12-8535-D9C29D99F968}"/>
              </a:ext>
            </a:extLst>
          </p:cNvPr>
          <p:cNvCxnSpPr/>
          <p:nvPr userDrawn="1"/>
        </p:nvCxnSpPr>
        <p:spPr>
          <a:xfrm>
            <a:off x="11820371" y="223120"/>
            <a:ext cx="238296"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65B6781-0284-4FF4-9C39-1E697832CCB5}"/>
              </a:ext>
            </a:extLst>
          </p:cNvPr>
          <p:cNvCxnSpPr>
            <a:cxnSpLocks/>
          </p:cNvCxnSpPr>
          <p:nvPr userDrawn="1"/>
        </p:nvCxnSpPr>
        <p:spPr>
          <a:xfrm>
            <a:off x="11820371" y="269044"/>
            <a:ext cx="101742"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FE7EC0D-F0F0-4288-868F-D1A462C8D492}"/>
              </a:ext>
            </a:extLst>
          </p:cNvPr>
          <p:cNvCxnSpPr>
            <a:cxnSpLocks/>
          </p:cNvCxnSpPr>
          <p:nvPr userDrawn="1"/>
        </p:nvCxnSpPr>
        <p:spPr>
          <a:xfrm>
            <a:off x="11820371" y="314968"/>
            <a:ext cx="181333"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29CC7530-A671-4661-A267-47CAC7E2FF44}"/>
              </a:ext>
            </a:extLst>
          </p:cNvPr>
          <p:cNvGrpSpPr/>
          <p:nvPr userDrawn="1"/>
        </p:nvGrpSpPr>
        <p:grpSpPr>
          <a:xfrm>
            <a:off x="11806308" y="655395"/>
            <a:ext cx="266420" cy="912401"/>
            <a:chOff x="211954" y="1310790"/>
            <a:chExt cx="532908" cy="1824801"/>
          </a:xfrm>
        </p:grpSpPr>
        <p:sp>
          <p:nvSpPr>
            <p:cNvPr id="9" name="Rectangle 8">
              <a:extLst>
                <a:ext uri="{FF2B5EF4-FFF2-40B4-BE49-F238E27FC236}">
                  <a16:creationId xmlns:a16="http://schemas.microsoft.com/office/drawing/2014/main" id="{BC58E2E0-3292-4E74-A22D-947EED6AA7AC}"/>
                </a:ext>
              </a:extLst>
            </p:cNvPr>
            <p:cNvSpPr/>
            <p:nvPr userDrawn="1"/>
          </p:nvSpPr>
          <p:spPr>
            <a:xfrm>
              <a:off x="213556" y="1946192"/>
              <a:ext cx="529702"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b</a:t>
              </a:r>
            </a:p>
          </p:txBody>
        </p:sp>
        <p:sp>
          <p:nvSpPr>
            <p:cNvPr id="10" name="Rectangle 9">
              <a:extLst>
                <a:ext uri="{FF2B5EF4-FFF2-40B4-BE49-F238E27FC236}">
                  <a16:creationId xmlns:a16="http://schemas.microsoft.com/office/drawing/2014/main" id="{9204B764-23BF-41EC-BF35-4E759ABDC120}"/>
                </a:ext>
              </a:extLst>
            </p:cNvPr>
            <p:cNvSpPr/>
            <p:nvPr userDrawn="1"/>
          </p:nvSpPr>
          <p:spPr>
            <a:xfrm>
              <a:off x="211954" y="1310790"/>
              <a:ext cx="532908"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1" name="Rectangle 10">
              <a:extLst>
                <a:ext uri="{FF2B5EF4-FFF2-40B4-BE49-F238E27FC236}">
                  <a16:creationId xmlns:a16="http://schemas.microsoft.com/office/drawing/2014/main" id="{D900F3B3-A1A6-4A4A-9768-B08A60BCF080}"/>
                </a:ext>
              </a:extLst>
            </p:cNvPr>
            <p:cNvSpPr/>
            <p:nvPr userDrawn="1"/>
          </p:nvSpPr>
          <p:spPr>
            <a:xfrm>
              <a:off x="227988" y="2581593"/>
              <a:ext cx="500844"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2" name="Rectangle 11">
              <a:hlinkClick r:id="rId2"/>
              <a:extLst>
                <a:ext uri="{FF2B5EF4-FFF2-40B4-BE49-F238E27FC236}">
                  <a16:creationId xmlns:a16="http://schemas.microsoft.com/office/drawing/2014/main" id="{C1510384-2C3D-4EBE-BD59-99BB4F7B1D95}"/>
                </a:ext>
              </a:extLst>
            </p:cNvPr>
            <p:cNvSpPr/>
            <p:nvPr userDrawn="1"/>
          </p:nvSpPr>
          <p:spPr>
            <a:xfrm>
              <a:off x="311927" y="200584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3" name="Rectangle 12">
              <a:hlinkClick r:id="rId3"/>
              <a:extLst>
                <a:ext uri="{FF2B5EF4-FFF2-40B4-BE49-F238E27FC236}">
                  <a16:creationId xmlns:a16="http://schemas.microsoft.com/office/drawing/2014/main" id="{E820DE5E-C61D-42D9-9F6F-1E352E9F4232}"/>
                </a:ext>
              </a:extLst>
            </p:cNvPr>
            <p:cNvSpPr/>
            <p:nvPr userDrawn="1"/>
          </p:nvSpPr>
          <p:spPr>
            <a:xfrm>
              <a:off x="311927" y="137507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4" name="Rectangle 13">
              <a:hlinkClick r:id="rId4"/>
              <a:extLst>
                <a:ext uri="{FF2B5EF4-FFF2-40B4-BE49-F238E27FC236}">
                  <a16:creationId xmlns:a16="http://schemas.microsoft.com/office/drawing/2014/main" id="{D6187E50-754A-44EE-BA02-05EBB604955C}"/>
                </a:ext>
              </a:extLst>
            </p:cNvPr>
            <p:cNvSpPr/>
            <p:nvPr userDrawn="1"/>
          </p:nvSpPr>
          <p:spPr>
            <a:xfrm>
              <a:off x="311927" y="2636618"/>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grpSp>
      <p:cxnSp>
        <p:nvCxnSpPr>
          <p:cNvPr id="16" name="Straight Connector 15">
            <a:extLst>
              <a:ext uri="{FF2B5EF4-FFF2-40B4-BE49-F238E27FC236}">
                <a16:creationId xmlns:a16="http://schemas.microsoft.com/office/drawing/2014/main" id="{19D26279-CF3F-44FD-A4E8-B89D5F761927}"/>
              </a:ext>
            </a:extLst>
          </p:cNvPr>
          <p:cNvCxnSpPr/>
          <p:nvPr userDrawn="1"/>
        </p:nvCxnSpPr>
        <p:spPr>
          <a:xfrm>
            <a:off x="11700345" y="0"/>
            <a:ext cx="0" cy="6858000"/>
          </a:xfrm>
          <a:prstGeom prst="line">
            <a:avLst/>
          </a:prstGeom>
          <a:ln w="25400">
            <a:solidFill>
              <a:srgbClr val="EBECF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720162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D1674B-7819-4290-8EC6-DD14B5462434}"/>
              </a:ext>
            </a:extLst>
          </p:cNvPr>
          <p:cNvSpPr/>
          <p:nvPr userDrawn="1"/>
        </p:nvSpPr>
        <p:spPr>
          <a:xfrm>
            <a:off x="0" y="0"/>
            <a:ext cx="491655" cy="6858000"/>
          </a:xfrm>
          <a:prstGeom prst="rect">
            <a:avLst/>
          </a:prstGeom>
          <a:solidFill>
            <a:srgbClr val="FFFFFF"/>
          </a:solidFill>
          <a:ln>
            <a:noFill/>
          </a:ln>
          <a:effectLst>
            <a:outerShdw blurRad="952500" dist="215900" algn="l"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TextBox 2">
            <a:extLst>
              <a:ext uri="{FF2B5EF4-FFF2-40B4-BE49-F238E27FC236}">
                <a16:creationId xmlns:a16="http://schemas.microsoft.com/office/drawing/2014/main" id="{862FAAB3-2BD3-4B4B-8F68-CA607194A7CD}"/>
              </a:ext>
            </a:extLst>
          </p:cNvPr>
          <p:cNvSpPr txBox="1"/>
          <p:nvPr userDrawn="1"/>
        </p:nvSpPr>
        <p:spPr>
          <a:xfrm rot="16200000">
            <a:off x="-385071" y="5914770"/>
            <a:ext cx="1261797" cy="338554"/>
          </a:xfrm>
          <a:prstGeom prst="rect">
            <a:avLst/>
          </a:prstGeom>
          <a:noFill/>
        </p:spPr>
        <p:txBody>
          <a:bodyPr wrap="square" rtlCol="0">
            <a:spAutoFit/>
          </a:bodyPr>
          <a:lstStyle/>
          <a:p>
            <a:pPr algn="l"/>
            <a:r>
              <a:rPr lang="en-US" sz="1600" b="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
        <p:nvSpPr>
          <p:cNvPr id="4" name="Slide Number Placeholder 5">
            <a:extLst>
              <a:ext uri="{FF2B5EF4-FFF2-40B4-BE49-F238E27FC236}">
                <a16:creationId xmlns:a16="http://schemas.microsoft.com/office/drawing/2014/main" id="{EE3CA0C5-696B-4035-8328-04E507A14E6E}"/>
              </a:ext>
            </a:extLst>
          </p:cNvPr>
          <p:cNvSpPr txBox="1">
            <a:spLocks/>
          </p:cNvSpPr>
          <p:nvPr userDrawn="1"/>
        </p:nvSpPr>
        <p:spPr>
          <a:xfrm>
            <a:off x="164697" y="3283310"/>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5" name="Straight Connector 4">
            <a:extLst>
              <a:ext uri="{FF2B5EF4-FFF2-40B4-BE49-F238E27FC236}">
                <a16:creationId xmlns:a16="http://schemas.microsoft.com/office/drawing/2014/main" id="{504B40BC-21B9-4D12-8535-D9C29D99F968}"/>
              </a:ext>
            </a:extLst>
          </p:cNvPr>
          <p:cNvCxnSpPr/>
          <p:nvPr userDrawn="1"/>
        </p:nvCxnSpPr>
        <p:spPr>
          <a:xfrm>
            <a:off x="120026" y="223120"/>
            <a:ext cx="238296"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65B6781-0284-4FF4-9C39-1E697832CCB5}"/>
              </a:ext>
            </a:extLst>
          </p:cNvPr>
          <p:cNvCxnSpPr>
            <a:cxnSpLocks/>
          </p:cNvCxnSpPr>
          <p:nvPr userDrawn="1"/>
        </p:nvCxnSpPr>
        <p:spPr>
          <a:xfrm>
            <a:off x="120026" y="269044"/>
            <a:ext cx="101742"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FE7EC0D-F0F0-4288-868F-D1A462C8D492}"/>
              </a:ext>
            </a:extLst>
          </p:cNvPr>
          <p:cNvCxnSpPr>
            <a:cxnSpLocks/>
          </p:cNvCxnSpPr>
          <p:nvPr userDrawn="1"/>
        </p:nvCxnSpPr>
        <p:spPr>
          <a:xfrm>
            <a:off x="120026" y="314968"/>
            <a:ext cx="181333"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29CC7530-A671-4661-A267-47CAC7E2FF44}"/>
              </a:ext>
            </a:extLst>
          </p:cNvPr>
          <p:cNvGrpSpPr/>
          <p:nvPr userDrawn="1"/>
        </p:nvGrpSpPr>
        <p:grpSpPr>
          <a:xfrm>
            <a:off x="105963" y="655395"/>
            <a:ext cx="266420" cy="912401"/>
            <a:chOff x="211954" y="1310790"/>
            <a:chExt cx="532908" cy="1824801"/>
          </a:xfrm>
        </p:grpSpPr>
        <p:sp>
          <p:nvSpPr>
            <p:cNvPr id="9" name="Rectangle 8">
              <a:extLst>
                <a:ext uri="{FF2B5EF4-FFF2-40B4-BE49-F238E27FC236}">
                  <a16:creationId xmlns:a16="http://schemas.microsoft.com/office/drawing/2014/main" id="{BC58E2E0-3292-4E74-A22D-947EED6AA7AC}"/>
                </a:ext>
              </a:extLst>
            </p:cNvPr>
            <p:cNvSpPr/>
            <p:nvPr userDrawn="1"/>
          </p:nvSpPr>
          <p:spPr>
            <a:xfrm>
              <a:off x="213556" y="1946192"/>
              <a:ext cx="529702"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b</a:t>
              </a:r>
            </a:p>
          </p:txBody>
        </p:sp>
        <p:sp>
          <p:nvSpPr>
            <p:cNvPr id="10" name="Rectangle 9">
              <a:extLst>
                <a:ext uri="{FF2B5EF4-FFF2-40B4-BE49-F238E27FC236}">
                  <a16:creationId xmlns:a16="http://schemas.microsoft.com/office/drawing/2014/main" id="{9204B764-23BF-41EC-BF35-4E759ABDC120}"/>
                </a:ext>
              </a:extLst>
            </p:cNvPr>
            <p:cNvSpPr/>
            <p:nvPr userDrawn="1"/>
          </p:nvSpPr>
          <p:spPr>
            <a:xfrm>
              <a:off x="211954" y="1310790"/>
              <a:ext cx="532908"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1" name="Rectangle 10">
              <a:extLst>
                <a:ext uri="{FF2B5EF4-FFF2-40B4-BE49-F238E27FC236}">
                  <a16:creationId xmlns:a16="http://schemas.microsoft.com/office/drawing/2014/main" id="{D900F3B3-A1A6-4A4A-9768-B08A60BCF080}"/>
                </a:ext>
              </a:extLst>
            </p:cNvPr>
            <p:cNvSpPr/>
            <p:nvPr userDrawn="1"/>
          </p:nvSpPr>
          <p:spPr>
            <a:xfrm>
              <a:off x="227988" y="2581593"/>
              <a:ext cx="500844"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2" name="Rectangle 11">
              <a:hlinkClick r:id="rId2"/>
              <a:extLst>
                <a:ext uri="{FF2B5EF4-FFF2-40B4-BE49-F238E27FC236}">
                  <a16:creationId xmlns:a16="http://schemas.microsoft.com/office/drawing/2014/main" id="{C1510384-2C3D-4EBE-BD59-99BB4F7B1D95}"/>
                </a:ext>
              </a:extLst>
            </p:cNvPr>
            <p:cNvSpPr/>
            <p:nvPr userDrawn="1"/>
          </p:nvSpPr>
          <p:spPr>
            <a:xfrm>
              <a:off x="311927" y="200584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3" name="Rectangle 12">
              <a:hlinkClick r:id="rId3"/>
              <a:extLst>
                <a:ext uri="{FF2B5EF4-FFF2-40B4-BE49-F238E27FC236}">
                  <a16:creationId xmlns:a16="http://schemas.microsoft.com/office/drawing/2014/main" id="{E820DE5E-C61D-42D9-9F6F-1E352E9F4232}"/>
                </a:ext>
              </a:extLst>
            </p:cNvPr>
            <p:cNvSpPr/>
            <p:nvPr userDrawn="1"/>
          </p:nvSpPr>
          <p:spPr>
            <a:xfrm>
              <a:off x="311927" y="137507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4" name="Rectangle 13">
              <a:hlinkClick r:id="rId4"/>
              <a:extLst>
                <a:ext uri="{FF2B5EF4-FFF2-40B4-BE49-F238E27FC236}">
                  <a16:creationId xmlns:a16="http://schemas.microsoft.com/office/drawing/2014/main" id="{D6187E50-754A-44EE-BA02-05EBB604955C}"/>
                </a:ext>
              </a:extLst>
            </p:cNvPr>
            <p:cNvSpPr/>
            <p:nvPr userDrawn="1"/>
          </p:nvSpPr>
          <p:spPr>
            <a:xfrm>
              <a:off x="311927" y="2636618"/>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grpSp>
      <p:cxnSp>
        <p:nvCxnSpPr>
          <p:cNvPr id="16" name="Straight Connector 15">
            <a:extLst>
              <a:ext uri="{FF2B5EF4-FFF2-40B4-BE49-F238E27FC236}">
                <a16:creationId xmlns:a16="http://schemas.microsoft.com/office/drawing/2014/main" id="{19D26279-CF3F-44FD-A4E8-B89D5F761927}"/>
              </a:ext>
            </a:extLst>
          </p:cNvPr>
          <p:cNvCxnSpPr/>
          <p:nvPr userDrawn="1"/>
        </p:nvCxnSpPr>
        <p:spPr>
          <a:xfrm>
            <a:off x="0" y="0"/>
            <a:ext cx="0" cy="6858000"/>
          </a:xfrm>
          <a:prstGeom prst="line">
            <a:avLst/>
          </a:prstGeom>
          <a:ln w="25400">
            <a:solidFill>
              <a:srgbClr val="EBECF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126952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A2B16B6E-AD49-451B-83D4-272BF0A78947}"/>
              </a:ext>
            </a:extLst>
          </p:cNvPr>
          <p:cNvSpPr>
            <a:spLocks noGrp="1"/>
          </p:cNvSpPr>
          <p:nvPr>
            <p:ph type="pic" sz="quarter" idx="13"/>
          </p:nvPr>
        </p:nvSpPr>
        <p:spPr>
          <a:xfrm>
            <a:off x="7233408" y="1839686"/>
            <a:ext cx="3178215" cy="3178629"/>
          </a:xfrm>
          <a:custGeom>
            <a:avLst/>
            <a:gdLst>
              <a:gd name="connsiteX0" fmla="*/ 2180666 w 6357257"/>
              <a:gd name="connsiteY0" fmla="*/ 0 h 6357257"/>
              <a:gd name="connsiteX1" fmla="*/ 4176591 w 6357257"/>
              <a:gd name="connsiteY1" fmla="*/ 0 h 6357257"/>
              <a:gd name="connsiteX2" fmla="*/ 6357257 w 6357257"/>
              <a:gd name="connsiteY2" fmla="*/ 2180666 h 6357257"/>
              <a:gd name="connsiteX3" fmla="*/ 6357257 w 6357257"/>
              <a:gd name="connsiteY3" fmla="*/ 4176591 h 6357257"/>
              <a:gd name="connsiteX4" fmla="*/ 4176591 w 6357257"/>
              <a:gd name="connsiteY4" fmla="*/ 6357257 h 6357257"/>
              <a:gd name="connsiteX5" fmla="*/ 2180666 w 6357257"/>
              <a:gd name="connsiteY5" fmla="*/ 6357257 h 6357257"/>
              <a:gd name="connsiteX6" fmla="*/ 0 w 6357257"/>
              <a:gd name="connsiteY6" fmla="*/ 4176591 h 6357257"/>
              <a:gd name="connsiteX7" fmla="*/ 0 w 6357257"/>
              <a:gd name="connsiteY7" fmla="*/ 2180666 h 6357257"/>
              <a:gd name="connsiteX8" fmla="*/ 2180666 w 6357257"/>
              <a:gd name="connsiteY8" fmla="*/ 0 h 635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57257" h="6357257">
                <a:moveTo>
                  <a:pt x="2180666" y="0"/>
                </a:moveTo>
                <a:lnTo>
                  <a:pt x="4176591" y="0"/>
                </a:lnTo>
                <a:cubicBezTo>
                  <a:pt x="5380940" y="0"/>
                  <a:pt x="6357257" y="976317"/>
                  <a:pt x="6357257" y="2180666"/>
                </a:cubicBezTo>
                <a:lnTo>
                  <a:pt x="6357257" y="4176591"/>
                </a:lnTo>
                <a:cubicBezTo>
                  <a:pt x="6357257" y="5380940"/>
                  <a:pt x="5380940" y="6357257"/>
                  <a:pt x="4176591" y="6357257"/>
                </a:cubicBezTo>
                <a:lnTo>
                  <a:pt x="2180666" y="6357257"/>
                </a:lnTo>
                <a:cubicBezTo>
                  <a:pt x="976317" y="6357257"/>
                  <a:pt x="0" y="5380940"/>
                  <a:pt x="0" y="4176591"/>
                </a:cubicBezTo>
                <a:lnTo>
                  <a:pt x="0" y="2180666"/>
                </a:lnTo>
                <a:cubicBezTo>
                  <a:pt x="0" y="976317"/>
                  <a:pt x="976317" y="0"/>
                  <a:pt x="2180666"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 name="Rectangle 1">
            <a:extLst>
              <a:ext uri="{FF2B5EF4-FFF2-40B4-BE49-F238E27FC236}">
                <a16:creationId xmlns:a16="http://schemas.microsoft.com/office/drawing/2014/main" id="{EED1674B-7819-4290-8EC6-DD14B5462434}"/>
              </a:ext>
            </a:extLst>
          </p:cNvPr>
          <p:cNvSpPr/>
          <p:nvPr userDrawn="1"/>
        </p:nvSpPr>
        <p:spPr>
          <a:xfrm>
            <a:off x="0" y="0"/>
            <a:ext cx="491655" cy="6858000"/>
          </a:xfrm>
          <a:prstGeom prst="rect">
            <a:avLst/>
          </a:prstGeom>
          <a:solidFill>
            <a:srgbClr val="FFFFFF"/>
          </a:solidFill>
          <a:ln>
            <a:noFill/>
          </a:ln>
          <a:effectLst>
            <a:outerShdw blurRad="952500" dist="215900" algn="l"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TextBox 2">
            <a:extLst>
              <a:ext uri="{FF2B5EF4-FFF2-40B4-BE49-F238E27FC236}">
                <a16:creationId xmlns:a16="http://schemas.microsoft.com/office/drawing/2014/main" id="{862FAAB3-2BD3-4B4B-8F68-CA607194A7CD}"/>
              </a:ext>
            </a:extLst>
          </p:cNvPr>
          <p:cNvSpPr txBox="1"/>
          <p:nvPr userDrawn="1"/>
        </p:nvSpPr>
        <p:spPr>
          <a:xfrm rot="16200000">
            <a:off x="-385071" y="5914770"/>
            <a:ext cx="1261797" cy="338554"/>
          </a:xfrm>
          <a:prstGeom prst="rect">
            <a:avLst/>
          </a:prstGeom>
          <a:noFill/>
        </p:spPr>
        <p:txBody>
          <a:bodyPr wrap="square" rtlCol="0">
            <a:spAutoFit/>
          </a:bodyPr>
          <a:lstStyle/>
          <a:p>
            <a:pPr algn="l"/>
            <a:r>
              <a:rPr lang="en-US" sz="1600" b="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
        <p:nvSpPr>
          <p:cNvPr id="4" name="Slide Number Placeholder 5">
            <a:extLst>
              <a:ext uri="{FF2B5EF4-FFF2-40B4-BE49-F238E27FC236}">
                <a16:creationId xmlns:a16="http://schemas.microsoft.com/office/drawing/2014/main" id="{EE3CA0C5-696B-4035-8328-04E507A14E6E}"/>
              </a:ext>
            </a:extLst>
          </p:cNvPr>
          <p:cNvSpPr txBox="1">
            <a:spLocks/>
          </p:cNvSpPr>
          <p:nvPr userDrawn="1"/>
        </p:nvSpPr>
        <p:spPr>
          <a:xfrm>
            <a:off x="164697" y="3283310"/>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5" name="Straight Connector 4">
            <a:extLst>
              <a:ext uri="{FF2B5EF4-FFF2-40B4-BE49-F238E27FC236}">
                <a16:creationId xmlns:a16="http://schemas.microsoft.com/office/drawing/2014/main" id="{504B40BC-21B9-4D12-8535-D9C29D99F968}"/>
              </a:ext>
            </a:extLst>
          </p:cNvPr>
          <p:cNvCxnSpPr/>
          <p:nvPr userDrawn="1"/>
        </p:nvCxnSpPr>
        <p:spPr>
          <a:xfrm>
            <a:off x="120026" y="223120"/>
            <a:ext cx="238296"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65B6781-0284-4FF4-9C39-1E697832CCB5}"/>
              </a:ext>
            </a:extLst>
          </p:cNvPr>
          <p:cNvCxnSpPr>
            <a:cxnSpLocks/>
          </p:cNvCxnSpPr>
          <p:nvPr userDrawn="1"/>
        </p:nvCxnSpPr>
        <p:spPr>
          <a:xfrm>
            <a:off x="120026" y="269044"/>
            <a:ext cx="101742"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FE7EC0D-F0F0-4288-868F-D1A462C8D492}"/>
              </a:ext>
            </a:extLst>
          </p:cNvPr>
          <p:cNvCxnSpPr>
            <a:cxnSpLocks/>
          </p:cNvCxnSpPr>
          <p:nvPr userDrawn="1"/>
        </p:nvCxnSpPr>
        <p:spPr>
          <a:xfrm>
            <a:off x="120026" y="314968"/>
            <a:ext cx="181333"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29CC7530-A671-4661-A267-47CAC7E2FF44}"/>
              </a:ext>
            </a:extLst>
          </p:cNvPr>
          <p:cNvGrpSpPr/>
          <p:nvPr userDrawn="1"/>
        </p:nvGrpSpPr>
        <p:grpSpPr>
          <a:xfrm>
            <a:off x="105963" y="655395"/>
            <a:ext cx="266420" cy="912401"/>
            <a:chOff x="211954" y="1310790"/>
            <a:chExt cx="532908" cy="1824801"/>
          </a:xfrm>
        </p:grpSpPr>
        <p:sp>
          <p:nvSpPr>
            <p:cNvPr id="9" name="Rectangle 8">
              <a:extLst>
                <a:ext uri="{FF2B5EF4-FFF2-40B4-BE49-F238E27FC236}">
                  <a16:creationId xmlns:a16="http://schemas.microsoft.com/office/drawing/2014/main" id="{BC58E2E0-3292-4E74-A22D-947EED6AA7AC}"/>
                </a:ext>
              </a:extLst>
            </p:cNvPr>
            <p:cNvSpPr/>
            <p:nvPr userDrawn="1"/>
          </p:nvSpPr>
          <p:spPr>
            <a:xfrm>
              <a:off x="213556" y="1946192"/>
              <a:ext cx="529702"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b</a:t>
              </a:r>
            </a:p>
          </p:txBody>
        </p:sp>
        <p:sp>
          <p:nvSpPr>
            <p:cNvPr id="10" name="Rectangle 9">
              <a:extLst>
                <a:ext uri="{FF2B5EF4-FFF2-40B4-BE49-F238E27FC236}">
                  <a16:creationId xmlns:a16="http://schemas.microsoft.com/office/drawing/2014/main" id="{9204B764-23BF-41EC-BF35-4E759ABDC120}"/>
                </a:ext>
              </a:extLst>
            </p:cNvPr>
            <p:cNvSpPr/>
            <p:nvPr userDrawn="1"/>
          </p:nvSpPr>
          <p:spPr>
            <a:xfrm>
              <a:off x="211954" y="1310790"/>
              <a:ext cx="532908"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1" name="Rectangle 10">
              <a:extLst>
                <a:ext uri="{FF2B5EF4-FFF2-40B4-BE49-F238E27FC236}">
                  <a16:creationId xmlns:a16="http://schemas.microsoft.com/office/drawing/2014/main" id="{D900F3B3-A1A6-4A4A-9768-B08A60BCF080}"/>
                </a:ext>
              </a:extLst>
            </p:cNvPr>
            <p:cNvSpPr/>
            <p:nvPr userDrawn="1"/>
          </p:nvSpPr>
          <p:spPr>
            <a:xfrm>
              <a:off x="227988" y="2581593"/>
              <a:ext cx="500844"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2" name="Rectangle 11">
              <a:hlinkClick r:id="rId2"/>
              <a:extLst>
                <a:ext uri="{FF2B5EF4-FFF2-40B4-BE49-F238E27FC236}">
                  <a16:creationId xmlns:a16="http://schemas.microsoft.com/office/drawing/2014/main" id="{C1510384-2C3D-4EBE-BD59-99BB4F7B1D95}"/>
                </a:ext>
              </a:extLst>
            </p:cNvPr>
            <p:cNvSpPr/>
            <p:nvPr userDrawn="1"/>
          </p:nvSpPr>
          <p:spPr>
            <a:xfrm>
              <a:off x="311927" y="200584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3" name="Rectangle 12">
              <a:hlinkClick r:id="rId3"/>
              <a:extLst>
                <a:ext uri="{FF2B5EF4-FFF2-40B4-BE49-F238E27FC236}">
                  <a16:creationId xmlns:a16="http://schemas.microsoft.com/office/drawing/2014/main" id="{E820DE5E-C61D-42D9-9F6F-1E352E9F4232}"/>
                </a:ext>
              </a:extLst>
            </p:cNvPr>
            <p:cNvSpPr/>
            <p:nvPr userDrawn="1"/>
          </p:nvSpPr>
          <p:spPr>
            <a:xfrm>
              <a:off x="311927" y="137507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4" name="Rectangle 13">
              <a:hlinkClick r:id="rId4"/>
              <a:extLst>
                <a:ext uri="{FF2B5EF4-FFF2-40B4-BE49-F238E27FC236}">
                  <a16:creationId xmlns:a16="http://schemas.microsoft.com/office/drawing/2014/main" id="{D6187E50-754A-44EE-BA02-05EBB604955C}"/>
                </a:ext>
              </a:extLst>
            </p:cNvPr>
            <p:cNvSpPr/>
            <p:nvPr userDrawn="1"/>
          </p:nvSpPr>
          <p:spPr>
            <a:xfrm>
              <a:off x="311927" y="2636618"/>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grpSp>
      <p:cxnSp>
        <p:nvCxnSpPr>
          <p:cNvPr id="16" name="Straight Connector 15">
            <a:extLst>
              <a:ext uri="{FF2B5EF4-FFF2-40B4-BE49-F238E27FC236}">
                <a16:creationId xmlns:a16="http://schemas.microsoft.com/office/drawing/2014/main" id="{19D26279-CF3F-44FD-A4E8-B89D5F761927}"/>
              </a:ext>
            </a:extLst>
          </p:cNvPr>
          <p:cNvCxnSpPr/>
          <p:nvPr userDrawn="1"/>
        </p:nvCxnSpPr>
        <p:spPr>
          <a:xfrm>
            <a:off x="0" y="0"/>
            <a:ext cx="0" cy="6858000"/>
          </a:xfrm>
          <a:prstGeom prst="line">
            <a:avLst/>
          </a:prstGeom>
          <a:ln w="25400">
            <a:solidFill>
              <a:srgbClr val="EBECF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9296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D1674B-7819-4290-8EC6-DD14B5462434}"/>
              </a:ext>
            </a:extLst>
          </p:cNvPr>
          <p:cNvSpPr/>
          <p:nvPr userDrawn="1"/>
        </p:nvSpPr>
        <p:spPr>
          <a:xfrm>
            <a:off x="11700345" y="0"/>
            <a:ext cx="491655" cy="6858000"/>
          </a:xfrm>
          <a:prstGeom prst="rect">
            <a:avLst/>
          </a:prstGeom>
          <a:solidFill>
            <a:srgbClr val="FFFFFF"/>
          </a:solidFill>
          <a:ln>
            <a:noFill/>
          </a:ln>
          <a:effectLst>
            <a:outerShdw blurRad="952500" dist="215900" algn="l"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TextBox 2">
            <a:extLst>
              <a:ext uri="{FF2B5EF4-FFF2-40B4-BE49-F238E27FC236}">
                <a16:creationId xmlns:a16="http://schemas.microsoft.com/office/drawing/2014/main" id="{862FAAB3-2BD3-4B4B-8F68-CA607194A7CD}"/>
              </a:ext>
            </a:extLst>
          </p:cNvPr>
          <p:cNvSpPr txBox="1"/>
          <p:nvPr userDrawn="1"/>
        </p:nvSpPr>
        <p:spPr>
          <a:xfrm rot="16200000">
            <a:off x="11315275" y="5914770"/>
            <a:ext cx="1261797" cy="338554"/>
          </a:xfrm>
          <a:prstGeom prst="rect">
            <a:avLst/>
          </a:prstGeom>
          <a:noFill/>
        </p:spPr>
        <p:txBody>
          <a:bodyPr wrap="square" rtlCol="0">
            <a:spAutoFit/>
          </a:bodyPr>
          <a:lstStyle/>
          <a:p>
            <a:pPr algn="l"/>
            <a:r>
              <a:rPr lang="en-US" sz="1600" b="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
        <p:nvSpPr>
          <p:cNvPr id="4" name="Slide Number Placeholder 5">
            <a:extLst>
              <a:ext uri="{FF2B5EF4-FFF2-40B4-BE49-F238E27FC236}">
                <a16:creationId xmlns:a16="http://schemas.microsoft.com/office/drawing/2014/main" id="{EE3CA0C5-696B-4035-8328-04E507A14E6E}"/>
              </a:ext>
            </a:extLst>
          </p:cNvPr>
          <p:cNvSpPr txBox="1">
            <a:spLocks/>
          </p:cNvSpPr>
          <p:nvPr userDrawn="1"/>
        </p:nvSpPr>
        <p:spPr>
          <a:xfrm>
            <a:off x="11865043" y="3283310"/>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5" name="Straight Connector 4">
            <a:extLst>
              <a:ext uri="{FF2B5EF4-FFF2-40B4-BE49-F238E27FC236}">
                <a16:creationId xmlns:a16="http://schemas.microsoft.com/office/drawing/2014/main" id="{504B40BC-21B9-4D12-8535-D9C29D99F968}"/>
              </a:ext>
            </a:extLst>
          </p:cNvPr>
          <p:cNvCxnSpPr/>
          <p:nvPr userDrawn="1"/>
        </p:nvCxnSpPr>
        <p:spPr>
          <a:xfrm>
            <a:off x="11820371" y="223120"/>
            <a:ext cx="238296"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65B6781-0284-4FF4-9C39-1E697832CCB5}"/>
              </a:ext>
            </a:extLst>
          </p:cNvPr>
          <p:cNvCxnSpPr>
            <a:cxnSpLocks/>
          </p:cNvCxnSpPr>
          <p:nvPr userDrawn="1"/>
        </p:nvCxnSpPr>
        <p:spPr>
          <a:xfrm>
            <a:off x="11820371" y="269044"/>
            <a:ext cx="101742"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FE7EC0D-F0F0-4288-868F-D1A462C8D492}"/>
              </a:ext>
            </a:extLst>
          </p:cNvPr>
          <p:cNvCxnSpPr>
            <a:cxnSpLocks/>
          </p:cNvCxnSpPr>
          <p:nvPr userDrawn="1"/>
        </p:nvCxnSpPr>
        <p:spPr>
          <a:xfrm>
            <a:off x="11820371" y="314968"/>
            <a:ext cx="181333"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29CC7530-A671-4661-A267-47CAC7E2FF44}"/>
              </a:ext>
            </a:extLst>
          </p:cNvPr>
          <p:cNvGrpSpPr/>
          <p:nvPr userDrawn="1"/>
        </p:nvGrpSpPr>
        <p:grpSpPr>
          <a:xfrm>
            <a:off x="11806308" y="655395"/>
            <a:ext cx="266420" cy="912401"/>
            <a:chOff x="211954" y="1310790"/>
            <a:chExt cx="532908" cy="1824801"/>
          </a:xfrm>
        </p:grpSpPr>
        <p:sp>
          <p:nvSpPr>
            <p:cNvPr id="9" name="Rectangle 8">
              <a:extLst>
                <a:ext uri="{FF2B5EF4-FFF2-40B4-BE49-F238E27FC236}">
                  <a16:creationId xmlns:a16="http://schemas.microsoft.com/office/drawing/2014/main" id="{BC58E2E0-3292-4E74-A22D-947EED6AA7AC}"/>
                </a:ext>
              </a:extLst>
            </p:cNvPr>
            <p:cNvSpPr/>
            <p:nvPr userDrawn="1"/>
          </p:nvSpPr>
          <p:spPr>
            <a:xfrm>
              <a:off x="213556" y="1946192"/>
              <a:ext cx="529702"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b</a:t>
              </a:r>
            </a:p>
          </p:txBody>
        </p:sp>
        <p:sp>
          <p:nvSpPr>
            <p:cNvPr id="10" name="Rectangle 9">
              <a:extLst>
                <a:ext uri="{FF2B5EF4-FFF2-40B4-BE49-F238E27FC236}">
                  <a16:creationId xmlns:a16="http://schemas.microsoft.com/office/drawing/2014/main" id="{9204B764-23BF-41EC-BF35-4E759ABDC120}"/>
                </a:ext>
              </a:extLst>
            </p:cNvPr>
            <p:cNvSpPr/>
            <p:nvPr userDrawn="1"/>
          </p:nvSpPr>
          <p:spPr>
            <a:xfrm>
              <a:off x="211954" y="1310790"/>
              <a:ext cx="532908"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1" name="Rectangle 10">
              <a:extLst>
                <a:ext uri="{FF2B5EF4-FFF2-40B4-BE49-F238E27FC236}">
                  <a16:creationId xmlns:a16="http://schemas.microsoft.com/office/drawing/2014/main" id="{D900F3B3-A1A6-4A4A-9768-B08A60BCF080}"/>
                </a:ext>
              </a:extLst>
            </p:cNvPr>
            <p:cNvSpPr/>
            <p:nvPr userDrawn="1"/>
          </p:nvSpPr>
          <p:spPr>
            <a:xfrm>
              <a:off x="227988" y="2581593"/>
              <a:ext cx="500844"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2" name="Rectangle 11">
              <a:hlinkClick r:id="rId2"/>
              <a:extLst>
                <a:ext uri="{FF2B5EF4-FFF2-40B4-BE49-F238E27FC236}">
                  <a16:creationId xmlns:a16="http://schemas.microsoft.com/office/drawing/2014/main" id="{C1510384-2C3D-4EBE-BD59-99BB4F7B1D95}"/>
                </a:ext>
              </a:extLst>
            </p:cNvPr>
            <p:cNvSpPr/>
            <p:nvPr userDrawn="1"/>
          </p:nvSpPr>
          <p:spPr>
            <a:xfrm>
              <a:off x="311927" y="200584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3" name="Rectangle 12">
              <a:hlinkClick r:id="rId3"/>
              <a:extLst>
                <a:ext uri="{FF2B5EF4-FFF2-40B4-BE49-F238E27FC236}">
                  <a16:creationId xmlns:a16="http://schemas.microsoft.com/office/drawing/2014/main" id="{E820DE5E-C61D-42D9-9F6F-1E352E9F4232}"/>
                </a:ext>
              </a:extLst>
            </p:cNvPr>
            <p:cNvSpPr/>
            <p:nvPr userDrawn="1"/>
          </p:nvSpPr>
          <p:spPr>
            <a:xfrm>
              <a:off x="311927" y="137507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4" name="Rectangle 13">
              <a:hlinkClick r:id="rId4"/>
              <a:extLst>
                <a:ext uri="{FF2B5EF4-FFF2-40B4-BE49-F238E27FC236}">
                  <a16:creationId xmlns:a16="http://schemas.microsoft.com/office/drawing/2014/main" id="{D6187E50-754A-44EE-BA02-05EBB604955C}"/>
                </a:ext>
              </a:extLst>
            </p:cNvPr>
            <p:cNvSpPr/>
            <p:nvPr userDrawn="1"/>
          </p:nvSpPr>
          <p:spPr>
            <a:xfrm>
              <a:off x="311927" y="2636618"/>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grpSp>
      <p:cxnSp>
        <p:nvCxnSpPr>
          <p:cNvPr id="16" name="Straight Connector 15">
            <a:extLst>
              <a:ext uri="{FF2B5EF4-FFF2-40B4-BE49-F238E27FC236}">
                <a16:creationId xmlns:a16="http://schemas.microsoft.com/office/drawing/2014/main" id="{19D26279-CF3F-44FD-A4E8-B89D5F761927}"/>
              </a:ext>
            </a:extLst>
          </p:cNvPr>
          <p:cNvCxnSpPr/>
          <p:nvPr userDrawn="1"/>
        </p:nvCxnSpPr>
        <p:spPr>
          <a:xfrm>
            <a:off x="11700345" y="0"/>
            <a:ext cx="0" cy="6858000"/>
          </a:xfrm>
          <a:prstGeom prst="line">
            <a:avLst/>
          </a:prstGeom>
          <a:ln w="25400">
            <a:solidFill>
              <a:srgbClr val="EBECF1"/>
            </a:solidFill>
          </a:ln>
        </p:spPr>
        <p:style>
          <a:lnRef idx="1">
            <a:schemeClr val="accent1"/>
          </a:lnRef>
          <a:fillRef idx="0">
            <a:schemeClr val="accent1"/>
          </a:fillRef>
          <a:effectRef idx="0">
            <a:schemeClr val="accent1"/>
          </a:effectRef>
          <a:fontRef idx="minor">
            <a:schemeClr val="tx1"/>
          </a:fontRef>
        </p:style>
      </p:cxnSp>
      <p:sp>
        <p:nvSpPr>
          <p:cNvPr id="24" name="Picture Placeholder 23">
            <a:extLst>
              <a:ext uri="{FF2B5EF4-FFF2-40B4-BE49-F238E27FC236}">
                <a16:creationId xmlns:a16="http://schemas.microsoft.com/office/drawing/2014/main" id="{2660E3C2-461C-4DBC-9149-27A6AA152EFD}"/>
              </a:ext>
            </a:extLst>
          </p:cNvPr>
          <p:cNvSpPr>
            <a:spLocks noGrp="1"/>
          </p:cNvSpPr>
          <p:nvPr>
            <p:ph type="pic" sz="quarter" idx="11"/>
          </p:nvPr>
        </p:nvSpPr>
        <p:spPr>
          <a:xfrm>
            <a:off x="4761311" y="1564347"/>
            <a:ext cx="2669379" cy="3729307"/>
          </a:xfrm>
          <a:custGeom>
            <a:avLst/>
            <a:gdLst>
              <a:gd name="connsiteX0" fmla="*/ 1599758 w 5339453"/>
              <a:gd name="connsiteY0" fmla="*/ 0 h 7458613"/>
              <a:gd name="connsiteX1" fmla="*/ 3739695 w 5339453"/>
              <a:gd name="connsiteY1" fmla="*/ 2139936 h 7458613"/>
              <a:gd name="connsiteX2" fmla="*/ 5339453 w 5339453"/>
              <a:gd name="connsiteY2" fmla="*/ 3729307 h 7458613"/>
              <a:gd name="connsiteX3" fmla="*/ 3739695 w 5339453"/>
              <a:gd name="connsiteY3" fmla="*/ 5318676 h 7458613"/>
              <a:gd name="connsiteX4" fmla="*/ 1599758 w 5339453"/>
              <a:gd name="connsiteY4" fmla="*/ 7458613 h 7458613"/>
              <a:gd name="connsiteX5" fmla="*/ 0 w 5339453"/>
              <a:gd name="connsiteY5" fmla="*/ 5869243 h 7458613"/>
              <a:gd name="connsiteX6" fmla="*/ 2139937 w 5339453"/>
              <a:gd name="connsiteY6" fmla="*/ 3729307 h 7458613"/>
              <a:gd name="connsiteX7" fmla="*/ 1007640 w 5339453"/>
              <a:gd name="connsiteY7" fmla="*/ 2597010 h 7458613"/>
              <a:gd name="connsiteX8" fmla="*/ 0 w 5339453"/>
              <a:gd name="connsiteY8" fmla="*/ 1589370 h 745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9453" h="7458613">
                <a:moveTo>
                  <a:pt x="1599758" y="0"/>
                </a:moveTo>
                <a:lnTo>
                  <a:pt x="3739695" y="2139936"/>
                </a:lnTo>
                <a:lnTo>
                  <a:pt x="5339453" y="3729307"/>
                </a:lnTo>
                <a:lnTo>
                  <a:pt x="3739695" y="5318676"/>
                </a:lnTo>
                <a:lnTo>
                  <a:pt x="1599758" y="7458613"/>
                </a:lnTo>
                <a:lnTo>
                  <a:pt x="0" y="5869243"/>
                </a:lnTo>
                <a:lnTo>
                  <a:pt x="2139937" y="3729307"/>
                </a:lnTo>
                <a:lnTo>
                  <a:pt x="1007640" y="2597010"/>
                </a:lnTo>
                <a:lnTo>
                  <a:pt x="0" y="158937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11415231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D1674B-7819-4290-8EC6-DD14B5462434}"/>
              </a:ext>
            </a:extLst>
          </p:cNvPr>
          <p:cNvSpPr/>
          <p:nvPr userDrawn="1"/>
        </p:nvSpPr>
        <p:spPr>
          <a:xfrm>
            <a:off x="11700345" y="0"/>
            <a:ext cx="491655" cy="6858000"/>
          </a:xfrm>
          <a:prstGeom prst="rect">
            <a:avLst/>
          </a:prstGeom>
          <a:solidFill>
            <a:srgbClr val="FFFFFF"/>
          </a:solidFill>
          <a:ln>
            <a:noFill/>
          </a:ln>
          <a:effectLst>
            <a:outerShdw blurRad="952500" dist="215900" algn="l"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TextBox 2">
            <a:extLst>
              <a:ext uri="{FF2B5EF4-FFF2-40B4-BE49-F238E27FC236}">
                <a16:creationId xmlns:a16="http://schemas.microsoft.com/office/drawing/2014/main" id="{862FAAB3-2BD3-4B4B-8F68-CA607194A7CD}"/>
              </a:ext>
            </a:extLst>
          </p:cNvPr>
          <p:cNvSpPr txBox="1"/>
          <p:nvPr userDrawn="1"/>
        </p:nvSpPr>
        <p:spPr>
          <a:xfrm rot="16200000">
            <a:off x="11315275" y="5914770"/>
            <a:ext cx="1261797" cy="338554"/>
          </a:xfrm>
          <a:prstGeom prst="rect">
            <a:avLst/>
          </a:prstGeom>
          <a:noFill/>
        </p:spPr>
        <p:txBody>
          <a:bodyPr wrap="square" rtlCol="0">
            <a:spAutoFit/>
          </a:bodyPr>
          <a:lstStyle/>
          <a:p>
            <a:pPr algn="l"/>
            <a:r>
              <a:rPr lang="en-US" sz="1600" b="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
        <p:nvSpPr>
          <p:cNvPr id="4" name="Slide Number Placeholder 5">
            <a:extLst>
              <a:ext uri="{FF2B5EF4-FFF2-40B4-BE49-F238E27FC236}">
                <a16:creationId xmlns:a16="http://schemas.microsoft.com/office/drawing/2014/main" id="{EE3CA0C5-696B-4035-8328-04E507A14E6E}"/>
              </a:ext>
            </a:extLst>
          </p:cNvPr>
          <p:cNvSpPr txBox="1">
            <a:spLocks/>
          </p:cNvSpPr>
          <p:nvPr userDrawn="1"/>
        </p:nvSpPr>
        <p:spPr>
          <a:xfrm>
            <a:off x="11865043" y="3283310"/>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5" name="Straight Connector 4">
            <a:extLst>
              <a:ext uri="{FF2B5EF4-FFF2-40B4-BE49-F238E27FC236}">
                <a16:creationId xmlns:a16="http://schemas.microsoft.com/office/drawing/2014/main" id="{504B40BC-21B9-4D12-8535-D9C29D99F968}"/>
              </a:ext>
            </a:extLst>
          </p:cNvPr>
          <p:cNvCxnSpPr/>
          <p:nvPr userDrawn="1"/>
        </p:nvCxnSpPr>
        <p:spPr>
          <a:xfrm>
            <a:off x="11820371" y="223120"/>
            <a:ext cx="238296"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65B6781-0284-4FF4-9C39-1E697832CCB5}"/>
              </a:ext>
            </a:extLst>
          </p:cNvPr>
          <p:cNvCxnSpPr>
            <a:cxnSpLocks/>
          </p:cNvCxnSpPr>
          <p:nvPr userDrawn="1"/>
        </p:nvCxnSpPr>
        <p:spPr>
          <a:xfrm>
            <a:off x="11820371" y="269044"/>
            <a:ext cx="101742"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FE7EC0D-F0F0-4288-868F-D1A462C8D492}"/>
              </a:ext>
            </a:extLst>
          </p:cNvPr>
          <p:cNvCxnSpPr>
            <a:cxnSpLocks/>
          </p:cNvCxnSpPr>
          <p:nvPr userDrawn="1"/>
        </p:nvCxnSpPr>
        <p:spPr>
          <a:xfrm>
            <a:off x="11820371" y="314968"/>
            <a:ext cx="181333"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29CC7530-A671-4661-A267-47CAC7E2FF44}"/>
              </a:ext>
            </a:extLst>
          </p:cNvPr>
          <p:cNvGrpSpPr/>
          <p:nvPr userDrawn="1"/>
        </p:nvGrpSpPr>
        <p:grpSpPr>
          <a:xfrm>
            <a:off x="11806308" y="655395"/>
            <a:ext cx="266420" cy="912401"/>
            <a:chOff x="211954" y="1310790"/>
            <a:chExt cx="532908" cy="1824801"/>
          </a:xfrm>
        </p:grpSpPr>
        <p:sp>
          <p:nvSpPr>
            <p:cNvPr id="9" name="Rectangle 8">
              <a:extLst>
                <a:ext uri="{FF2B5EF4-FFF2-40B4-BE49-F238E27FC236}">
                  <a16:creationId xmlns:a16="http://schemas.microsoft.com/office/drawing/2014/main" id="{BC58E2E0-3292-4E74-A22D-947EED6AA7AC}"/>
                </a:ext>
              </a:extLst>
            </p:cNvPr>
            <p:cNvSpPr/>
            <p:nvPr userDrawn="1"/>
          </p:nvSpPr>
          <p:spPr>
            <a:xfrm>
              <a:off x="213556" y="1946192"/>
              <a:ext cx="529702"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b</a:t>
              </a:r>
            </a:p>
          </p:txBody>
        </p:sp>
        <p:sp>
          <p:nvSpPr>
            <p:cNvPr id="10" name="Rectangle 9">
              <a:extLst>
                <a:ext uri="{FF2B5EF4-FFF2-40B4-BE49-F238E27FC236}">
                  <a16:creationId xmlns:a16="http://schemas.microsoft.com/office/drawing/2014/main" id="{9204B764-23BF-41EC-BF35-4E759ABDC120}"/>
                </a:ext>
              </a:extLst>
            </p:cNvPr>
            <p:cNvSpPr/>
            <p:nvPr userDrawn="1"/>
          </p:nvSpPr>
          <p:spPr>
            <a:xfrm>
              <a:off x="211954" y="1310790"/>
              <a:ext cx="532908"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1" name="Rectangle 10">
              <a:extLst>
                <a:ext uri="{FF2B5EF4-FFF2-40B4-BE49-F238E27FC236}">
                  <a16:creationId xmlns:a16="http://schemas.microsoft.com/office/drawing/2014/main" id="{D900F3B3-A1A6-4A4A-9768-B08A60BCF080}"/>
                </a:ext>
              </a:extLst>
            </p:cNvPr>
            <p:cNvSpPr/>
            <p:nvPr userDrawn="1"/>
          </p:nvSpPr>
          <p:spPr>
            <a:xfrm>
              <a:off x="227988" y="2581593"/>
              <a:ext cx="500844"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2" name="Rectangle 11">
              <a:hlinkClick r:id="rId2"/>
              <a:extLst>
                <a:ext uri="{FF2B5EF4-FFF2-40B4-BE49-F238E27FC236}">
                  <a16:creationId xmlns:a16="http://schemas.microsoft.com/office/drawing/2014/main" id="{C1510384-2C3D-4EBE-BD59-99BB4F7B1D95}"/>
                </a:ext>
              </a:extLst>
            </p:cNvPr>
            <p:cNvSpPr/>
            <p:nvPr userDrawn="1"/>
          </p:nvSpPr>
          <p:spPr>
            <a:xfrm>
              <a:off x="311927" y="200584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3" name="Rectangle 12">
              <a:hlinkClick r:id="rId3"/>
              <a:extLst>
                <a:ext uri="{FF2B5EF4-FFF2-40B4-BE49-F238E27FC236}">
                  <a16:creationId xmlns:a16="http://schemas.microsoft.com/office/drawing/2014/main" id="{E820DE5E-C61D-42D9-9F6F-1E352E9F4232}"/>
                </a:ext>
              </a:extLst>
            </p:cNvPr>
            <p:cNvSpPr/>
            <p:nvPr userDrawn="1"/>
          </p:nvSpPr>
          <p:spPr>
            <a:xfrm>
              <a:off x="311927" y="137507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4" name="Rectangle 13">
              <a:hlinkClick r:id="rId4"/>
              <a:extLst>
                <a:ext uri="{FF2B5EF4-FFF2-40B4-BE49-F238E27FC236}">
                  <a16:creationId xmlns:a16="http://schemas.microsoft.com/office/drawing/2014/main" id="{D6187E50-754A-44EE-BA02-05EBB604955C}"/>
                </a:ext>
              </a:extLst>
            </p:cNvPr>
            <p:cNvSpPr/>
            <p:nvPr userDrawn="1"/>
          </p:nvSpPr>
          <p:spPr>
            <a:xfrm>
              <a:off x="311927" y="2636618"/>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grpSp>
      <p:cxnSp>
        <p:nvCxnSpPr>
          <p:cNvPr id="16" name="Straight Connector 15">
            <a:extLst>
              <a:ext uri="{FF2B5EF4-FFF2-40B4-BE49-F238E27FC236}">
                <a16:creationId xmlns:a16="http://schemas.microsoft.com/office/drawing/2014/main" id="{19D26279-CF3F-44FD-A4E8-B89D5F761927}"/>
              </a:ext>
            </a:extLst>
          </p:cNvPr>
          <p:cNvCxnSpPr/>
          <p:nvPr userDrawn="1"/>
        </p:nvCxnSpPr>
        <p:spPr>
          <a:xfrm>
            <a:off x="11700345" y="0"/>
            <a:ext cx="0" cy="6858000"/>
          </a:xfrm>
          <a:prstGeom prst="line">
            <a:avLst/>
          </a:prstGeom>
          <a:ln w="25400">
            <a:solidFill>
              <a:srgbClr val="EBECF1"/>
            </a:solidFill>
          </a:ln>
        </p:spPr>
        <p:style>
          <a:lnRef idx="1">
            <a:schemeClr val="accent1"/>
          </a:lnRef>
          <a:fillRef idx="0">
            <a:schemeClr val="accent1"/>
          </a:fillRef>
          <a:effectRef idx="0">
            <a:schemeClr val="accent1"/>
          </a:effectRef>
          <a:fontRef idx="minor">
            <a:schemeClr val="tx1"/>
          </a:fontRef>
        </p:style>
      </p:cxnSp>
      <p:sp>
        <p:nvSpPr>
          <p:cNvPr id="17" name="Picture Placeholder 20">
            <a:extLst>
              <a:ext uri="{FF2B5EF4-FFF2-40B4-BE49-F238E27FC236}">
                <a16:creationId xmlns:a16="http://schemas.microsoft.com/office/drawing/2014/main" id="{10332EE7-7835-487A-8D6D-E08E118CE918}"/>
              </a:ext>
            </a:extLst>
          </p:cNvPr>
          <p:cNvSpPr>
            <a:spLocks noGrp="1"/>
          </p:cNvSpPr>
          <p:nvPr>
            <p:ph type="pic" sz="quarter" idx="11"/>
          </p:nvPr>
        </p:nvSpPr>
        <p:spPr>
          <a:xfrm>
            <a:off x="0" y="1533977"/>
            <a:ext cx="7940095" cy="3790048"/>
          </a:xfrm>
          <a:custGeom>
            <a:avLst/>
            <a:gdLst>
              <a:gd name="connsiteX0" fmla="*/ 0 w 11863449"/>
              <a:gd name="connsiteY0" fmla="*/ 0 h 12207817"/>
              <a:gd name="connsiteX1" fmla="*/ 11863449 w 11863449"/>
              <a:gd name="connsiteY1" fmla="*/ 0 h 12207817"/>
              <a:gd name="connsiteX2" fmla="*/ 11863449 w 11863449"/>
              <a:gd name="connsiteY2" fmla="*/ 12207817 h 12207817"/>
              <a:gd name="connsiteX3" fmla="*/ 0 w 11863449"/>
              <a:gd name="connsiteY3" fmla="*/ 12207817 h 12207817"/>
            </a:gdLst>
            <a:ahLst/>
            <a:cxnLst>
              <a:cxn ang="0">
                <a:pos x="connsiteX0" y="connsiteY0"/>
              </a:cxn>
              <a:cxn ang="0">
                <a:pos x="connsiteX1" y="connsiteY1"/>
              </a:cxn>
              <a:cxn ang="0">
                <a:pos x="connsiteX2" y="connsiteY2"/>
              </a:cxn>
              <a:cxn ang="0">
                <a:pos x="connsiteX3" y="connsiteY3"/>
              </a:cxn>
            </a:cxnLst>
            <a:rect l="l" t="t" r="r" b="b"/>
            <a:pathLst>
              <a:path w="11863449" h="12207817">
                <a:moveTo>
                  <a:pt x="0" y="0"/>
                </a:moveTo>
                <a:lnTo>
                  <a:pt x="11863449" y="0"/>
                </a:lnTo>
                <a:lnTo>
                  <a:pt x="11863449" y="12207817"/>
                </a:lnTo>
                <a:lnTo>
                  <a:pt x="0" y="12207817"/>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223741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D1674B-7819-4290-8EC6-DD14B5462434}"/>
              </a:ext>
            </a:extLst>
          </p:cNvPr>
          <p:cNvSpPr/>
          <p:nvPr userDrawn="1"/>
        </p:nvSpPr>
        <p:spPr>
          <a:xfrm>
            <a:off x="11700345" y="0"/>
            <a:ext cx="491655" cy="6858000"/>
          </a:xfrm>
          <a:prstGeom prst="rect">
            <a:avLst/>
          </a:prstGeom>
          <a:solidFill>
            <a:srgbClr val="FFFFFF"/>
          </a:solidFill>
          <a:ln>
            <a:noFill/>
          </a:ln>
          <a:effectLst>
            <a:outerShdw blurRad="952500" dist="215900" algn="l"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TextBox 2">
            <a:extLst>
              <a:ext uri="{FF2B5EF4-FFF2-40B4-BE49-F238E27FC236}">
                <a16:creationId xmlns:a16="http://schemas.microsoft.com/office/drawing/2014/main" id="{862FAAB3-2BD3-4B4B-8F68-CA607194A7CD}"/>
              </a:ext>
            </a:extLst>
          </p:cNvPr>
          <p:cNvSpPr txBox="1"/>
          <p:nvPr userDrawn="1"/>
        </p:nvSpPr>
        <p:spPr>
          <a:xfrm rot="16200000">
            <a:off x="11315275" y="5914770"/>
            <a:ext cx="1261797" cy="338554"/>
          </a:xfrm>
          <a:prstGeom prst="rect">
            <a:avLst/>
          </a:prstGeom>
          <a:noFill/>
        </p:spPr>
        <p:txBody>
          <a:bodyPr wrap="square" rtlCol="0">
            <a:spAutoFit/>
          </a:bodyPr>
          <a:lstStyle/>
          <a:p>
            <a:pPr algn="l"/>
            <a:r>
              <a:rPr lang="en-US" sz="1600" b="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
        <p:nvSpPr>
          <p:cNvPr id="4" name="Slide Number Placeholder 5">
            <a:extLst>
              <a:ext uri="{FF2B5EF4-FFF2-40B4-BE49-F238E27FC236}">
                <a16:creationId xmlns:a16="http://schemas.microsoft.com/office/drawing/2014/main" id="{EE3CA0C5-696B-4035-8328-04E507A14E6E}"/>
              </a:ext>
            </a:extLst>
          </p:cNvPr>
          <p:cNvSpPr txBox="1">
            <a:spLocks/>
          </p:cNvSpPr>
          <p:nvPr userDrawn="1"/>
        </p:nvSpPr>
        <p:spPr>
          <a:xfrm>
            <a:off x="11865043" y="3283310"/>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5" name="Straight Connector 4">
            <a:extLst>
              <a:ext uri="{FF2B5EF4-FFF2-40B4-BE49-F238E27FC236}">
                <a16:creationId xmlns:a16="http://schemas.microsoft.com/office/drawing/2014/main" id="{504B40BC-21B9-4D12-8535-D9C29D99F968}"/>
              </a:ext>
            </a:extLst>
          </p:cNvPr>
          <p:cNvCxnSpPr/>
          <p:nvPr userDrawn="1"/>
        </p:nvCxnSpPr>
        <p:spPr>
          <a:xfrm>
            <a:off x="11820371" y="223120"/>
            <a:ext cx="238296"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65B6781-0284-4FF4-9C39-1E697832CCB5}"/>
              </a:ext>
            </a:extLst>
          </p:cNvPr>
          <p:cNvCxnSpPr>
            <a:cxnSpLocks/>
          </p:cNvCxnSpPr>
          <p:nvPr userDrawn="1"/>
        </p:nvCxnSpPr>
        <p:spPr>
          <a:xfrm>
            <a:off x="11820371" y="269044"/>
            <a:ext cx="101742"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FE7EC0D-F0F0-4288-868F-D1A462C8D492}"/>
              </a:ext>
            </a:extLst>
          </p:cNvPr>
          <p:cNvCxnSpPr>
            <a:cxnSpLocks/>
          </p:cNvCxnSpPr>
          <p:nvPr userDrawn="1"/>
        </p:nvCxnSpPr>
        <p:spPr>
          <a:xfrm>
            <a:off x="11820371" y="314968"/>
            <a:ext cx="181333"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29CC7530-A671-4661-A267-47CAC7E2FF44}"/>
              </a:ext>
            </a:extLst>
          </p:cNvPr>
          <p:cNvGrpSpPr/>
          <p:nvPr userDrawn="1"/>
        </p:nvGrpSpPr>
        <p:grpSpPr>
          <a:xfrm>
            <a:off x="11806308" y="655395"/>
            <a:ext cx="266420" cy="912401"/>
            <a:chOff x="211954" y="1310790"/>
            <a:chExt cx="532908" cy="1824801"/>
          </a:xfrm>
        </p:grpSpPr>
        <p:sp>
          <p:nvSpPr>
            <p:cNvPr id="9" name="Rectangle 8">
              <a:extLst>
                <a:ext uri="{FF2B5EF4-FFF2-40B4-BE49-F238E27FC236}">
                  <a16:creationId xmlns:a16="http://schemas.microsoft.com/office/drawing/2014/main" id="{BC58E2E0-3292-4E74-A22D-947EED6AA7AC}"/>
                </a:ext>
              </a:extLst>
            </p:cNvPr>
            <p:cNvSpPr/>
            <p:nvPr userDrawn="1"/>
          </p:nvSpPr>
          <p:spPr>
            <a:xfrm>
              <a:off x="213556" y="1946192"/>
              <a:ext cx="529702"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b</a:t>
              </a:r>
            </a:p>
          </p:txBody>
        </p:sp>
        <p:sp>
          <p:nvSpPr>
            <p:cNvPr id="10" name="Rectangle 9">
              <a:extLst>
                <a:ext uri="{FF2B5EF4-FFF2-40B4-BE49-F238E27FC236}">
                  <a16:creationId xmlns:a16="http://schemas.microsoft.com/office/drawing/2014/main" id="{9204B764-23BF-41EC-BF35-4E759ABDC120}"/>
                </a:ext>
              </a:extLst>
            </p:cNvPr>
            <p:cNvSpPr/>
            <p:nvPr userDrawn="1"/>
          </p:nvSpPr>
          <p:spPr>
            <a:xfrm>
              <a:off x="211954" y="1310790"/>
              <a:ext cx="532908"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1" name="Rectangle 10">
              <a:extLst>
                <a:ext uri="{FF2B5EF4-FFF2-40B4-BE49-F238E27FC236}">
                  <a16:creationId xmlns:a16="http://schemas.microsoft.com/office/drawing/2014/main" id="{D900F3B3-A1A6-4A4A-9768-B08A60BCF080}"/>
                </a:ext>
              </a:extLst>
            </p:cNvPr>
            <p:cNvSpPr/>
            <p:nvPr userDrawn="1"/>
          </p:nvSpPr>
          <p:spPr>
            <a:xfrm>
              <a:off x="227988" y="2581593"/>
              <a:ext cx="500844"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2" name="Rectangle 11">
              <a:hlinkClick r:id="rId2"/>
              <a:extLst>
                <a:ext uri="{FF2B5EF4-FFF2-40B4-BE49-F238E27FC236}">
                  <a16:creationId xmlns:a16="http://schemas.microsoft.com/office/drawing/2014/main" id="{C1510384-2C3D-4EBE-BD59-99BB4F7B1D95}"/>
                </a:ext>
              </a:extLst>
            </p:cNvPr>
            <p:cNvSpPr/>
            <p:nvPr userDrawn="1"/>
          </p:nvSpPr>
          <p:spPr>
            <a:xfrm>
              <a:off x="311927" y="200584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3" name="Rectangle 12">
              <a:hlinkClick r:id="rId3"/>
              <a:extLst>
                <a:ext uri="{FF2B5EF4-FFF2-40B4-BE49-F238E27FC236}">
                  <a16:creationId xmlns:a16="http://schemas.microsoft.com/office/drawing/2014/main" id="{E820DE5E-C61D-42D9-9F6F-1E352E9F4232}"/>
                </a:ext>
              </a:extLst>
            </p:cNvPr>
            <p:cNvSpPr/>
            <p:nvPr userDrawn="1"/>
          </p:nvSpPr>
          <p:spPr>
            <a:xfrm>
              <a:off x="311927" y="137507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4" name="Rectangle 13">
              <a:hlinkClick r:id="rId4"/>
              <a:extLst>
                <a:ext uri="{FF2B5EF4-FFF2-40B4-BE49-F238E27FC236}">
                  <a16:creationId xmlns:a16="http://schemas.microsoft.com/office/drawing/2014/main" id="{D6187E50-754A-44EE-BA02-05EBB604955C}"/>
                </a:ext>
              </a:extLst>
            </p:cNvPr>
            <p:cNvSpPr/>
            <p:nvPr userDrawn="1"/>
          </p:nvSpPr>
          <p:spPr>
            <a:xfrm>
              <a:off x="311927" y="2636618"/>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grpSp>
      <p:cxnSp>
        <p:nvCxnSpPr>
          <p:cNvPr id="16" name="Straight Connector 15">
            <a:extLst>
              <a:ext uri="{FF2B5EF4-FFF2-40B4-BE49-F238E27FC236}">
                <a16:creationId xmlns:a16="http://schemas.microsoft.com/office/drawing/2014/main" id="{19D26279-CF3F-44FD-A4E8-B89D5F761927}"/>
              </a:ext>
            </a:extLst>
          </p:cNvPr>
          <p:cNvCxnSpPr/>
          <p:nvPr userDrawn="1"/>
        </p:nvCxnSpPr>
        <p:spPr>
          <a:xfrm>
            <a:off x="11700345" y="0"/>
            <a:ext cx="0" cy="6858000"/>
          </a:xfrm>
          <a:prstGeom prst="line">
            <a:avLst/>
          </a:prstGeom>
          <a:ln w="25400">
            <a:solidFill>
              <a:srgbClr val="EBECF1"/>
            </a:solidFill>
          </a:ln>
        </p:spPr>
        <p:style>
          <a:lnRef idx="1">
            <a:schemeClr val="accent1"/>
          </a:lnRef>
          <a:fillRef idx="0">
            <a:schemeClr val="accent1"/>
          </a:fillRef>
          <a:effectRef idx="0">
            <a:schemeClr val="accent1"/>
          </a:effectRef>
          <a:fontRef idx="minor">
            <a:schemeClr val="tx1"/>
          </a:fontRef>
        </p:style>
      </p:cxnSp>
      <p:sp>
        <p:nvSpPr>
          <p:cNvPr id="21" name="Picture Placeholder 20">
            <a:extLst>
              <a:ext uri="{FF2B5EF4-FFF2-40B4-BE49-F238E27FC236}">
                <a16:creationId xmlns:a16="http://schemas.microsoft.com/office/drawing/2014/main" id="{B0F76354-D06E-4152-AB8B-A3C3D1D84C1A}"/>
              </a:ext>
            </a:extLst>
          </p:cNvPr>
          <p:cNvSpPr>
            <a:spLocks noGrp="1"/>
          </p:cNvSpPr>
          <p:nvPr>
            <p:ph type="pic" sz="quarter" idx="11"/>
          </p:nvPr>
        </p:nvSpPr>
        <p:spPr>
          <a:xfrm>
            <a:off x="1555465" y="427512"/>
            <a:ext cx="5930952" cy="6103909"/>
          </a:xfrm>
          <a:custGeom>
            <a:avLst/>
            <a:gdLst>
              <a:gd name="connsiteX0" fmla="*/ 0 w 11863449"/>
              <a:gd name="connsiteY0" fmla="*/ 0 h 12207817"/>
              <a:gd name="connsiteX1" fmla="*/ 11863449 w 11863449"/>
              <a:gd name="connsiteY1" fmla="*/ 0 h 12207817"/>
              <a:gd name="connsiteX2" fmla="*/ 11863449 w 11863449"/>
              <a:gd name="connsiteY2" fmla="*/ 12207817 h 12207817"/>
              <a:gd name="connsiteX3" fmla="*/ 0 w 11863449"/>
              <a:gd name="connsiteY3" fmla="*/ 12207817 h 12207817"/>
            </a:gdLst>
            <a:ahLst/>
            <a:cxnLst>
              <a:cxn ang="0">
                <a:pos x="connsiteX0" y="connsiteY0"/>
              </a:cxn>
              <a:cxn ang="0">
                <a:pos x="connsiteX1" y="connsiteY1"/>
              </a:cxn>
              <a:cxn ang="0">
                <a:pos x="connsiteX2" y="connsiteY2"/>
              </a:cxn>
              <a:cxn ang="0">
                <a:pos x="connsiteX3" y="connsiteY3"/>
              </a:cxn>
            </a:cxnLst>
            <a:rect l="l" t="t" r="r" b="b"/>
            <a:pathLst>
              <a:path w="11863449" h="12207817">
                <a:moveTo>
                  <a:pt x="0" y="0"/>
                </a:moveTo>
                <a:lnTo>
                  <a:pt x="11863449" y="0"/>
                </a:lnTo>
                <a:lnTo>
                  <a:pt x="11863449" y="12207817"/>
                </a:lnTo>
                <a:lnTo>
                  <a:pt x="0" y="12207817"/>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753565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1500" fill="hold"/>
                                        <p:tgtEl>
                                          <p:spTgt spid="21"/>
                                        </p:tgtEl>
                                        <p:attrNameLst>
                                          <p:attrName>ppt_x</p:attrName>
                                        </p:attrNameLst>
                                      </p:cBhvr>
                                      <p:tavLst>
                                        <p:tav tm="0">
                                          <p:val>
                                            <p:strVal val="#ppt_x"/>
                                          </p:val>
                                        </p:tav>
                                        <p:tav tm="100000">
                                          <p:val>
                                            <p:strVal val="#ppt_x"/>
                                          </p:val>
                                        </p:tav>
                                      </p:tavLst>
                                    </p:anim>
                                    <p:anim calcmode="lin" valueType="num">
                                      <p:cBhvr additive="base">
                                        <p:cTn id="8" dur="1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D1674B-7819-4290-8EC6-DD14B5462434}"/>
              </a:ext>
            </a:extLst>
          </p:cNvPr>
          <p:cNvSpPr/>
          <p:nvPr userDrawn="1"/>
        </p:nvSpPr>
        <p:spPr>
          <a:xfrm>
            <a:off x="0" y="0"/>
            <a:ext cx="491655" cy="6858000"/>
          </a:xfrm>
          <a:prstGeom prst="rect">
            <a:avLst/>
          </a:prstGeom>
          <a:solidFill>
            <a:srgbClr val="FFFFFF"/>
          </a:solidFill>
          <a:ln>
            <a:noFill/>
          </a:ln>
          <a:effectLst>
            <a:outerShdw blurRad="952500" dist="215900" algn="l"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TextBox 2">
            <a:extLst>
              <a:ext uri="{FF2B5EF4-FFF2-40B4-BE49-F238E27FC236}">
                <a16:creationId xmlns:a16="http://schemas.microsoft.com/office/drawing/2014/main" id="{862FAAB3-2BD3-4B4B-8F68-CA607194A7CD}"/>
              </a:ext>
            </a:extLst>
          </p:cNvPr>
          <p:cNvSpPr txBox="1"/>
          <p:nvPr userDrawn="1"/>
        </p:nvSpPr>
        <p:spPr>
          <a:xfrm rot="16200000">
            <a:off x="-385071" y="5914770"/>
            <a:ext cx="1261797" cy="338554"/>
          </a:xfrm>
          <a:prstGeom prst="rect">
            <a:avLst/>
          </a:prstGeom>
          <a:noFill/>
        </p:spPr>
        <p:txBody>
          <a:bodyPr wrap="square" rtlCol="0">
            <a:spAutoFit/>
          </a:bodyPr>
          <a:lstStyle/>
          <a:p>
            <a:pPr algn="l"/>
            <a:r>
              <a:rPr lang="en-US" sz="1600" b="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
        <p:nvSpPr>
          <p:cNvPr id="4" name="Slide Number Placeholder 5">
            <a:extLst>
              <a:ext uri="{FF2B5EF4-FFF2-40B4-BE49-F238E27FC236}">
                <a16:creationId xmlns:a16="http://schemas.microsoft.com/office/drawing/2014/main" id="{EE3CA0C5-696B-4035-8328-04E507A14E6E}"/>
              </a:ext>
            </a:extLst>
          </p:cNvPr>
          <p:cNvSpPr txBox="1">
            <a:spLocks/>
          </p:cNvSpPr>
          <p:nvPr userDrawn="1"/>
        </p:nvSpPr>
        <p:spPr>
          <a:xfrm>
            <a:off x="164697" y="3283310"/>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5" name="Straight Connector 4">
            <a:extLst>
              <a:ext uri="{FF2B5EF4-FFF2-40B4-BE49-F238E27FC236}">
                <a16:creationId xmlns:a16="http://schemas.microsoft.com/office/drawing/2014/main" id="{504B40BC-21B9-4D12-8535-D9C29D99F968}"/>
              </a:ext>
            </a:extLst>
          </p:cNvPr>
          <p:cNvCxnSpPr/>
          <p:nvPr userDrawn="1"/>
        </p:nvCxnSpPr>
        <p:spPr>
          <a:xfrm>
            <a:off x="120026" y="223120"/>
            <a:ext cx="238296"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65B6781-0284-4FF4-9C39-1E697832CCB5}"/>
              </a:ext>
            </a:extLst>
          </p:cNvPr>
          <p:cNvCxnSpPr>
            <a:cxnSpLocks/>
          </p:cNvCxnSpPr>
          <p:nvPr userDrawn="1"/>
        </p:nvCxnSpPr>
        <p:spPr>
          <a:xfrm>
            <a:off x="120026" y="269044"/>
            <a:ext cx="101742"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FE7EC0D-F0F0-4288-868F-D1A462C8D492}"/>
              </a:ext>
            </a:extLst>
          </p:cNvPr>
          <p:cNvCxnSpPr>
            <a:cxnSpLocks/>
          </p:cNvCxnSpPr>
          <p:nvPr userDrawn="1"/>
        </p:nvCxnSpPr>
        <p:spPr>
          <a:xfrm>
            <a:off x="120026" y="314968"/>
            <a:ext cx="181333"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29CC7530-A671-4661-A267-47CAC7E2FF44}"/>
              </a:ext>
            </a:extLst>
          </p:cNvPr>
          <p:cNvGrpSpPr/>
          <p:nvPr userDrawn="1"/>
        </p:nvGrpSpPr>
        <p:grpSpPr>
          <a:xfrm>
            <a:off x="105963" y="655395"/>
            <a:ext cx="266420" cy="912401"/>
            <a:chOff x="211954" y="1310790"/>
            <a:chExt cx="532908" cy="1824801"/>
          </a:xfrm>
        </p:grpSpPr>
        <p:sp>
          <p:nvSpPr>
            <p:cNvPr id="9" name="Rectangle 8">
              <a:extLst>
                <a:ext uri="{FF2B5EF4-FFF2-40B4-BE49-F238E27FC236}">
                  <a16:creationId xmlns:a16="http://schemas.microsoft.com/office/drawing/2014/main" id="{BC58E2E0-3292-4E74-A22D-947EED6AA7AC}"/>
                </a:ext>
              </a:extLst>
            </p:cNvPr>
            <p:cNvSpPr/>
            <p:nvPr userDrawn="1"/>
          </p:nvSpPr>
          <p:spPr>
            <a:xfrm>
              <a:off x="213556" y="1946192"/>
              <a:ext cx="529702"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b</a:t>
              </a:r>
            </a:p>
          </p:txBody>
        </p:sp>
        <p:sp>
          <p:nvSpPr>
            <p:cNvPr id="10" name="Rectangle 9">
              <a:extLst>
                <a:ext uri="{FF2B5EF4-FFF2-40B4-BE49-F238E27FC236}">
                  <a16:creationId xmlns:a16="http://schemas.microsoft.com/office/drawing/2014/main" id="{9204B764-23BF-41EC-BF35-4E759ABDC120}"/>
                </a:ext>
              </a:extLst>
            </p:cNvPr>
            <p:cNvSpPr/>
            <p:nvPr userDrawn="1"/>
          </p:nvSpPr>
          <p:spPr>
            <a:xfrm>
              <a:off x="211954" y="1310790"/>
              <a:ext cx="532908"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1" name="Rectangle 10">
              <a:extLst>
                <a:ext uri="{FF2B5EF4-FFF2-40B4-BE49-F238E27FC236}">
                  <a16:creationId xmlns:a16="http://schemas.microsoft.com/office/drawing/2014/main" id="{D900F3B3-A1A6-4A4A-9768-B08A60BCF080}"/>
                </a:ext>
              </a:extLst>
            </p:cNvPr>
            <p:cNvSpPr/>
            <p:nvPr userDrawn="1"/>
          </p:nvSpPr>
          <p:spPr>
            <a:xfrm>
              <a:off x="227988" y="2581593"/>
              <a:ext cx="500844"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2" name="Rectangle 11">
              <a:hlinkClick r:id="rId2"/>
              <a:extLst>
                <a:ext uri="{FF2B5EF4-FFF2-40B4-BE49-F238E27FC236}">
                  <a16:creationId xmlns:a16="http://schemas.microsoft.com/office/drawing/2014/main" id="{C1510384-2C3D-4EBE-BD59-99BB4F7B1D95}"/>
                </a:ext>
              </a:extLst>
            </p:cNvPr>
            <p:cNvSpPr/>
            <p:nvPr userDrawn="1"/>
          </p:nvSpPr>
          <p:spPr>
            <a:xfrm>
              <a:off x="311927" y="200584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3" name="Rectangle 12">
              <a:hlinkClick r:id="rId3"/>
              <a:extLst>
                <a:ext uri="{FF2B5EF4-FFF2-40B4-BE49-F238E27FC236}">
                  <a16:creationId xmlns:a16="http://schemas.microsoft.com/office/drawing/2014/main" id="{E820DE5E-C61D-42D9-9F6F-1E352E9F4232}"/>
                </a:ext>
              </a:extLst>
            </p:cNvPr>
            <p:cNvSpPr/>
            <p:nvPr userDrawn="1"/>
          </p:nvSpPr>
          <p:spPr>
            <a:xfrm>
              <a:off x="311927" y="137507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4" name="Rectangle 13">
              <a:hlinkClick r:id="rId4"/>
              <a:extLst>
                <a:ext uri="{FF2B5EF4-FFF2-40B4-BE49-F238E27FC236}">
                  <a16:creationId xmlns:a16="http://schemas.microsoft.com/office/drawing/2014/main" id="{D6187E50-754A-44EE-BA02-05EBB604955C}"/>
                </a:ext>
              </a:extLst>
            </p:cNvPr>
            <p:cNvSpPr/>
            <p:nvPr userDrawn="1"/>
          </p:nvSpPr>
          <p:spPr>
            <a:xfrm>
              <a:off x="311927" y="2636618"/>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grpSp>
      <p:cxnSp>
        <p:nvCxnSpPr>
          <p:cNvPr id="16" name="Straight Connector 15">
            <a:extLst>
              <a:ext uri="{FF2B5EF4-FFF2-40B4-BE49-F238E27FC236}">
                <a16:creationId xmlns:a16="http://schemas.microsoft.com/office/drawing/2014/main" id="{19D26279-CF3F-44FD-A4E8-B89D5F761927}"/>
              </a:ext>
            </a:extLst>
          </p:cNvPr>
          <p:cNvCxnSpPr/>
          <p:nvPr userDrawn="1"/>
        </p:nvCxnSpPr>
        <p:spPr>
          <a:xfrm>
            <a:off x="491655" y="0"/>
            <a:ext cx="0" cy="6858000"/>
          </a:xfrm>
          <a:prstGeom prst="line">
            <a:avLst/>
          </a:prstGeom>
          <a:ln w="25400">
            <a:solidFill>
              <a:srgbClr val="EBECF1"/>
            </a:solidFill>
          </a:ln>
        </p:spPr>
        <p:style>
          <a:lnRef idx="1">
            <a:schemeClr val="accent1"/>
          </a:lnRef>
          <a:fillRef idx="0">
            <a:schemeClr val="accent1"/>
          </a:fillRef>
          <a:effectRef idx="0">
            <a:schemeClr val="accent1"/>
          </a:effectRef>
          <a:fontRef idx="minor">
            <a:schemeClr val="tx1"/>
          </a:fontRef>
        </p:style>
      </p:cxnSp>
      <p:sp>
        <p:nvSpPr>
          <p:cNvPr id="19" name="Picture Placeholder 18">
            <a:extLst>
              <a:ext uri="{FF2B5EF4-FFF2-40B4-BE49-F238E27FC236}">
                <a16:creationId xmlns:a16="http://schemas.microsoft.com/office/drawing/2014/main" id="{D366E0EA-E4A8-489F-B34D-4A3DA1089D60}"/>
              </a:ext>
            </a:extLst>
          </p:cNvPr>
          <p:cNvSpPr>
            <a:spLocks noGrp="1"/>
          </p:cNvSpPr>
          <p:nvPr>
            <p:ph type="pic" sz="quarter" idx="11"/>
          </p:nvPr>
        </p:nvSpPr>
        <p:spPr>
          <a:xfrm>
            <a:off x="4432131" y="1764217"/>
            <a:ext cx="3327737" cy="3329567"/>
          </a:xfrm>
          <a:custGeom>
            <a:avLst/>
            <a:gdLst>
              <a:gd name="connsiteX0" fmla="*/ 4425705 w 8851410"/>
              <a:gd name="connsiteY0" fmla="*/ 0 h 8855126"/>
              <a:gd name="connsiteX1" fmla="*/ 7060189 w 8851410"/>
              <a:gd name="connsiteY1" fmla="*/ 1091180 h 8855126"/>
              <a:gd name="connsiteX2" fmla="*/ 7760688 w 8851410"/>
              <a:gd name="connsiteY2" fmla="*/ 1791973 h 8855126"/>
              <a:gd name="connsiteX3" fmla="*/ 7760688 w 8851410"/>
              <a:gd name="connsiteY3" fmla="*/ 7063153 h 8855126"/>
              <a:gd name="connsiteX4" fmla="*/ 7060189 w 8851410"/>
              <a:gd name="connsiteY4" fmla="*/ 7763946 h 8855126"/>
              <a:gd name="connsiteX5" fmla="*/ 1791221 w 8851410"/>
              <a:gd name="connsiteY5" fmla="*/ 7763946 h 8855126"/>
              <a:gd name="connsiteX6" fmla="*/ 1090722 w 8851410"/>
              <a:gd name="connsiteY6" fmla="*/ 7063153 h 8855126"/>
              <a:gd name="connsiteX7" fmla="*/ 1090722 w 8851410"/>
              <a:gd name="connsiteY7" fmla="*/ 1791973 h 8855126"/>
              <a:gd name="connsiteX8" fmla="*/ 1791221 w 8851410"/>
              <a:gd name="connsiteY8" fmla="*/ 1091180 h 8855126"/>
              <a:gd name="connsiteX9" fmla="*/ 4425705 w 8851410"/>
              <a:gd name="connsiteY9" fmla="*/ 0 h 885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51410" h="8855126">
                <a:moveTo>
                  <a:pt x="4425705" y="0"/>
                </a:moveTo>
                <a:cubicBezTo>
                  <a:pt x="5379373" y="0"/>
                  <a:pt x="6333041" y="363727"/>
                  <a:pt x="7060189" y="1091180"/>
                </a:cubicBezTo>
                <a:cubicBezTo>
                  <a:pt x="7760688" y="1791973"/>
                  <a:pt x="7760688" y="1791973"/>
                  <a:pt x="7760688" y="1791973"/>
                </a:cubicBezTo>
                <a:cubicBezTo>
                  <a:pt x="9214984" y="3246880"/>
                  <a:pt x="9214984" y="5608247"/>
                  <a:pt x="7760688" y="7063153"/>
                </a:cubicBezTo>
                <a:cubicBezTo>
                  <a:pt x="7060189" y="7763946"/>
                  <a:pt x="7060189" y="7763946"/>
                  <a:pt x="7060189" y="7763946"/>
                </a:cubicBezTo>
                <a:cubicBezTo>
                  <a:pt x="5605893" y="9218853"/>
                  <a:pt x="3245517" y="9218853"/>
                  <a:pt x="1791221" y="7763946"/>
                </a:cubicBezTo>
                <a:cubicBezTo>
                  <a:pt x="1090722" y="7063153"/>
                  <a:pt x="1090722" y="7063153"/>
                  <a:pt x="1090722" y="7063153"/>
                </a:cubicBezTo>
                <a:cubicBezTo>
                  <a:pt x="-363574" y="5608247"/>
                  <a:pt x="-363574" y="3246880"/>
                  <a:pt x="1090722" y="1791973"/>
                </a:cubicBezTo>
                <a:cubicBezTo>
                  <a:pt x="1791221" y="1091180"/>
                  <a:pt x="1791221" y="1091180"/>
                  <a:pt x="1791221" y="1091180"/>
                </a:cubicBezTo>
                <a:cubicBezTo>
                  <a:pt x="2518369" y="363727"/>
                  <a:pt x="3472037" y="0"/>
                  <a:pt x="4425705"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87773036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D1674B-7819-4290-8EC6-DD14B5462434}"/>
              </a:ext>
            </a:extLst>
          </p:cNvPr>
          <p:cNvSpPr/>
          <p:nvPr userDrawn="1"/>
        </p:nvSpPr>
        <p:spPr>
          <a:xfrm>
            <a:off x="0" y="0"/>
            <a:ext cx="491655" cy="6858000"/>
          </a:xfrm>
          <a:prstGeom prst="rect">
            <a:avLst/>
          </a:prstGeom>
          <a:solidFill>
            <a:srgbClr val="FFFFFF"/>
          </a:solidFill>
          <a:ln>
            <a:noFill/>
          </a:ln>
          <a:effectLst>
            <a:outerShdw blurRad="952500" dist="215900" algn="l"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TextBox 2">
            <a:extLst>
              <a:ext uri="{FF2B5EF4-FFF2-40B4-BE49-F238E27FC236}">
                <a16:creationId xmlns:a16="http://schemas.microsoft.com/office/drawing/2014/main" id="{862FAAB3-2BD3-4B4B-8F68-CA607194A7CD}"/>
              </a:ext>
            </a:extLst>
          </p:cNvPr>
          <p:cNvSpPr txBox="1"/>
          <p:nvPr userDrawn="1"/>
        </p:nvSpPr>
        <p:spPr>
          <a:xfrm rot="16200000">
            <a:off x="-385071" y="5914770"/>
            <a:ext cx="1261797" cy="338554"/>
          </a:xfrm>
          <a:prstGeom prst="rect">
            <a:avLst/>
          </a:prstGeom>
          <a:noFill/>
        </p:spPr>
        <p:txBody>
          <a:bodyPr wrap="square" rtlCol="0">
            <a:spAutoFit/>
          </a:bodyPr>
          <a:lstStyle/>
          <a:p>
            <a:pPr algn="l"/>
            <a:r>
              <a:rPr lang="en-US" sz="1600" b="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
        <p:nvSpPr>
          <p:cNvPr id="4" name="Slide Number Placeholder 5">
            <a:extLst>
              <a:ext uri="{FF2B5EF4-FFF2-40B4-BE49-F238E27FC236}">
                <a16:creationId xmlns:a16="http://schemas.microsoft.com/office/drawing/2014/main" id="{EE3CA0C5-696B-4035-8328-04E507A14E6E}"/>
              </a:ext>
            </a:extLst>
          </p:cNvPr>
          <p:cNvSpPr txBox="1">
            <a:spLocks/>
          </p:cNvSpPr>
          <p:nvPr userDrawn="1"/>
        </p:nvSpPr>
        <p:spPr>
          <a:xfrm>
            <a:off x="164697" y="3283310"/>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5" name="Straight Connector 4">
            <a:extLst>
              <a:ext uri="{FF2B5EF4-FFF2-40B4-BE49-F238E27FC236}">
                <a16:creationId xmlns:a16="http://schemas.microsoft.com/office/drawing/2014/main" id="{504B40BC-21B9-4D12-8535-D9C29D99F968}"/>
              </a:ext>
            </a:extLst>
          </p:cNvPr>
          <p:cNvCxnSpPr/>
          <p:nvPr userDrawn="1"/>
        </p:nvCxnSpPr>
        <p:spPr>
          <a:xfrm>
            <a:off x="120026" y="223120"/>
            <a:ext cx="238296"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65B6781-0284-4FF4-9C39-1E697832CCB5}"/>
              </a:ext>
            </a:extLst>
          </p:cNvPr>
          <p:cNvCxnSpPr>
            <a:cxnSpLocks/>
          </p:cNvCxnSpPr>
          <p:nvPr userDrawn="1"/>
        </p:nvCxnSpPr>
        <p:spPr>
          <a:xfrm>
            <a:off x="120026" y="269044"/>
            <a:ext cx="101742"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FE7EC0D-F0F0-4288-868F-D1A462C8D492}"/>
              </a:ext>
            </a:extLst>
          </p:cNvPr>
          <p:cNvCxnSpPr>
            <a:cxnSpLocks/>
          </p:cNvCxnSpPr>
          <p:nvPr userDrawn="1"/>
        </p:nvCxnSpPr>
        <p:spPr>
          <a:xfrm>
            <a:off x="120026" y="314968"/>
            <a:ext cx="181333"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29CC7530-A671-4661-A267-47CAC7E2FF44}"/>
              </a:ext>
            </a:extLst>
          </p:cNvPr>
          <p:cNvGrpSpPr/>
          <p:nvPr userDrawn="1"/>
        </p:nvGrpSpPr>
        <p:grpSpPr>
          <a:xfrm>
            <a:off x="105963" y="655395"/>
            <a:ext cx="266420" cy="912401"/>
            <a:chOff x="211954" y="1310790"/>
            <a:chExt cx="532908" cy="1824801"/>
          </a:xfrm>
        </p:grpSpPr>
        <p:sp>
          <p:nvSpPr>
            <p:cNvPr id="9" name="Rectangle 8">
              <a:extLst>
                <a:ext uri="{FF2B5EF4-FFF2-40B4-BE49-F238E27FC236}">
                  <a16:creationId xmlns:a16="http://schemas.microsoft.com/office/drawing/2014/main" id="{BC58E2E0-3292-4E74-A22D-947EED6AA7AC}"/>
                </a:ext>
              </a:extLst>
            </p:cNvPr>
            <p:cNvSpPr/>
            <p:nvPr userDrawn="1"/>
          </p:nvSpPr>
          <p:spPr>
            <a:xfrm>
              <a:off x="213556" y="1946192"/>
              <a:ext cx="529702"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b</a:t>
              </a:r>
            </a:p>
          </p:txBody>
        </p:sp>
        <p:sp>
          <p:nvSpPr>
            <p:cNvPr id="10" name="Rectangle 9">
              <a:extLst>
                <a:ext uri="{FF2B5EF4-FFF2-40B4-BE49-F238E27FC236}">
                  <a16:creationId xmlns:a16="http://schemas.microsoft.com/office/drawing/2014/main" id="{9204B764-23BF-41EC-BF35-4E759ABDC120}"/>
                </a:ext>
              </a:extLst>
            </p:cNvPr>
            <p:cNvSpPr/>
            <p:nvPr userDrawn="1"/>
          </p:nvSpPr>
          <p:spPr>
            <a:xfrm>
              <a:off x="211954" y="1310790"/>
              <a:ext cx="532908"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1" name="Rectangle 10">
              <a:extLst>
                <a:ext uri="{FF2B5EF4-FFF2-40B4-BE49-F238E27FC236}">
                  <a16:creationId xmlns:a16="http://schemas.microsoft.com/office/drawing/2014/main" id="{D900F3B3-A1A6-4A4A-9768-B08A60BCF080}"/>
                </a:ext>
              </a:extLst>
            </p:cNvPr>
            <p:cNvSpPr/>
            <p:nvPr userDrawn="1"/>
          </p:nvSpPr>
          <p:spPr>
            <a:xfrm>
              <a:off x="227988" y="2581593"/>
              <a:ext cx="500844"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2" name="Rectangle 11">
              <a:hlinkClick r:id="rId2"/>
              <a:extLst>
                <a:ext uri="{FF2B5EF4-FFF2-40B4-BE49-F238E27FC236}">
                  <a16:creationId xmlns:a16="http://schemas.microsoft.com/office/drawing/2014/main" id="{C1510384-2C3D-4EBE-BD59-99BB4F7B1D95}"/>
                </a:ext>
              </a:extLst>
            </p:cNvPr>
            <p:cNvSpPr/>
            <p:nvPr userDrawn="1"/>
          </p:nvSpPr>
          <p:spPr>
            <a:xfrm>
              <a:off x="311927" y="200584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3" name="Rectangle 12">
              <a:hlinkClick r:id="rId3"/>
              <a:extLst>
                <a:ext uri="{FF2B5EF4-FFF2-40B4-BE49-F238E27FC236}">
                  <a16:creationId xmlns:a16="http://schemas.microsoft.com/office/drawing/2014/main" id="{E820DE5E-C61D-42D9-9F6F-1E352E9F4232}"/>
                </a:ext>
              </a:extLst>
            </p:cNvPr>
            <p:cNvSpPr/>
            <p:nvPr userDrawn="1"/>
          </p:nvSpPr>
          <p:spPr>
            <a:xfrm>
              <a:off x="311927" y="137507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4" name="Rectangle 13">
              <a:hlinkClick r:id="rId4"/>
              <a:extLst>
                <a:ext uri="{FF2B5EF4-FFF2-40B4-BE49-F238E27FC236}">
                  <a16:creationId xmlns:a16="http://schemas.microsoft.com/office/drawing/2014/main" id="{D6187E50-754A-44EE-BA02-05EBB604955C}"/>
                </a:ext>
              </a:extLst>
            </p:cNvPr>
            <p:cNvSpPr/>
            <p:nvPr userDrawn="1"/>
          </p:nvSpPr>
          <p:spPr>
            <a:xfrm>
              <a:off x="311927" y="2636618"/>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grpSp>
      <p:cxnSp>
        <p:nvCxnSpPr>
          <p:cNvPr id="16" name="Straight Connector 15">
            <a:extLst>
              <a:ext uri="{FF2B5EF4-FFF2-40B4-BE49-F238E27FC236}">
                <a16:creationId xmlns:a16="http://schemas.microsoft.com/office/drawing/2014/main" id="{19D26279-CF3F-44FD-A4E8-B89D5F761927}"/>
              </a:ext>
            </a:extLst>
          </p:cNvPr>
          <p:cNvCxnSpPr/>
          <p:nvPr userDrawn="1"/>
        </p:nvCxnSpPr>
        <p:spPr>
          <a:xfrm>
            <a:off x="491655" y="0"/>
            <a:ext cx="0" cy="6858000"/>
          </a:xfrm>
          <a:prstGeom prst="line">
            <a:avLst/>
          </a:prstGeom>
          <a:ln w="25400">
            <a:solidFill>
              <a:srgbClr val="EBECF1"/>
            </a:solidFill>
          </a:ln>
        </p:spPr>
        <p:style>
          <a:lnRef idx="1">
            <a:schemeClr val="accent1"/>
          </a:lnRef>
          <a:fillRef idx="0">
            <a:schemeClr val="accent1"/>
          </a:fillRef>
          <a:effectRef idx="0">
            <a:schemeClr val="accent1"/>
          </a:effectRef>
          <a:fontRef idx="minor">
            <a:schemeClr val="tx1"/>
          </a:fontRef>
        </p:style>
      </p:cxnSp>
      <p:sp>
        <p:nvSpPr>
          <p:cNvPr id="21" name="Picture Placeholder 20">
            <a:extLst>
              <a:ext uri="{FF2B5EF4-FFF2-40B4-BE49-F238E27FC236}">
                <a16:creationId xmlns:a16="http://schemas.microsoft.com/office/drawing/2014/main" id="{D4A5C4B8-2A99-411B-991D-423AA8569ADC}"/>
              </a:ext>
            </a:extLst>
          </p:cNvPr>
          <p:cNvSpPr>
            <a:spLocks noGrp="1"/>
          </p:cNvSpPr>
          <p:nvPr>
            <p:ph type="pic" sz="quarter" idx="11"/>
          </p:nvPr>
        </p:nvSpPr>
        <p:spPr>
          <a:xfrm>
            <a:off x="4313273" y="1646041"/>
            <a:ext cx="3565454" cy="3565918"/>
          </a:xfrm>
          <a:custGeom>
            <a:avLst/>
            <a:gdLst>
              <a:gd name="connsiteX0" fmla="*/ 0 w 7131836"/>
              <a:gd name="connsiteY0" fmla="*/ 0 h 7131836"/>
              <a:gd name="connsiteX1" fmla="*/ 7131836 w 7131836"/>
              <a:gd name="connsiteY1" fmla="*/ 0 h 7131836"/>
              <a:gd name="connsiteX2" fmla="*/ 7131836 w 7131836"/>
              <a:gd name="connsiteY2" fmla="*/ 7131836 h 7131836"/>
              <a:gd name="connsiteX3" fmla="*/ 0 w 7131836"/>
              <a:gd name="connsiteY3" fmla="*/ 7131836 h 7131836"/>
            </a:gdLst>
            <a:ahLst/>
            <a:cxnLst>
              <a:cxn ang="0">
                <a:pos x="connsiteX0" y="connsiteY0"/>
              </a:cxn>
              <a:cxn ang="0">
                <a:pos x="connsiteX1" y="connsiteY1"/>
              </a:cxn>
              <a:cxn ang="0">
                <a:pos x="connsiteX2" y="connsiteY2"/>
              </a:cxn>
              <a:cxn ang="0">
                <a:pos x="connsiteX3" y="connsiteY3"/>
              </a:cxn>
            </a:cxnLst>
            <a:rect l="l" t="t" r="r" b="b"/>
            <a:pathLst>
              <a:path w="7131836" h="7131836">
                <a:moveTo>
                  <a:pt x="0" y="0"/>
                </a:moveTo>
                <a:lnTo>
                  <a:pt x="7131836" y="0"/>
                </a:lnTo>
                <a:lnTo>
                  <a:pt x="7131836" y="7131836"/>
                </a:lnTo>
                <a:lnTo>
                  <a:pt x="0" y="7131836"/>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408353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1500" fill="hold"/>
                                        <p:tgtEl>
                                          <p:spTgt spid="21"/>
                                        </p:tgtEl>
                                        <p:attrNameLst>
                                          <p:attrName>ppt_x</p:attrName>
                                        </p:attrNameLst>
                                      </p:cBhvr>
                                      <p:tavLst>
                                        <p:tav tm="0">
                                          <p:val>
                                            <p:strVal val="#ppt_x"/>
                                          </p:val>
                                        </p:tav>
                                        <p:tav tm="100000">
                                          <p:val>
                                            <p:strVal val="#ppt_x"/>
                                          </p:val>
                                        </p:tav>
                                      </p:tavLst>
                                    </p:anim>
                                    <p:anim calcmode="lin" valueType="num">
                                      <p:cBhvr additive="base">
                                        <p:cTn id="8" dur="1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D4A5C4B8-2A99-411B-991D-423AA8569ADC}"/>
              </a:ext>
            </a:extLst>
          </p:cNvPr>
          <p:cNvSpPr>
            <a:spLocks noGrp="1"/>
          </p:cNvSpPr>
          <p:nvPr>
            <p:ph type="pic" sz="quarter" idx="11"/>
          </p:nvPr>
        </p:nvSpPr>
        <p:spPr>
          <a:xfrm>
            <a:off x="4415860" y="1736767"/>
            <a:ext cx="3360280" cy="3384468"/>
          </a:xfrm>
          <a:custGeom>
            <a:avLst/>
            <a:gdLst>
              <a:gd name="connsiteX0" fmla="*/ 0 w 7131836"/>
              <a:gd name="connsiteY0" fmla="*/ 0 h 7131836"/>
              <a:gd name="connsiteX1" fmla="*/ 7131836 w 7131836"/>
              <a:gd name="connsiteY1" fmla="*/ 0 h 7131836"/>
              <a:gd name="connsiteX2" fmla="*/ 7131836 w 7131836"/>
              <a:gd name="connsiteY2" fmla="*/ 7131836 h 7131836"/>
              <a:gd name="connsiteX3" fmla="*/ 0 w 7131836"/>
              <a:gd name="connsiteY3" fmla="*/ 7131836 h 7131836"/>
            </a:gdLst>
            <a:ahLst/>
            <a:cxnLst>
              <a:cxn ang="0">
                <a:pos x="connsiteX0" y="connsiteY0"/>
              </a:cxn>
              <a:cxn ang="0">
                <a:pos x="connsiteX1" y="connsiteY1"/>
              </a:cxn>
              <a:cxn ang="0">
                <a:pos x="connsiteX2" y="connsiteY2"/>
              </a:cxn>
              <a:cxn ang="0">
                <a:pos x="connsiteX3" y="connsiteY3"/>
              </a:cxn>
            </a:cxnLst>
            <a:rect l="l" t="t" r="r" b="b"/>
            <a:pathLst>
              <a:path w="7131836" h="7131836">
                <a:moveTo>
                  <a:pt x="0" y="0"/>
                </a:moveTo>
                <a:lnTo>
                  <a:pt x="7131836" y="0"/>
                </a:lnTo>
                <a:lnTo>
                  <a:pt x="7131836" y="7131836"/>
                </a:lnTo>
                <a:lnTo>
                  <a:pt x="0" y="7131836"/>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677206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1500" fill="hold"/>
                                        <p:tgtEl>
                                          <p:spTgt spid="21"/>
                                        </p:tgtEl>
                                        <p:attrNameLst>
                                          <p:attrName>ppt_x</p:attrName>
                                        </p:attrNameLst>
                                      </p:cBhvr>
                                      <p:tavLst>
                                        <p:tav tm="0">
                                          <p:val>
                                            <p:strVal val="#ppt_x"/>
                                          </p:val>
                                        </p:tav>
                                        <p:tav tm="100000">
                                          <p:val>
                                            <p:strVal val="#ppt_x"/>
                                          </p:val>
                                        </p:tav>
                                      </p:tavLst>
                                    </p:anim>
                                    <p:anim calcmode="lin" valueType="num">
                                      <p:cBhvr additive="base">
                                        <p:cTn id="8" dur="1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8CF20DD-8F0C-446A-957D-3AED9A0D4FEC}"/>
              </a:ext>
            </a:extLst>
          </p:cNvPr>
          <p:cNvSpPr>
            <a:spLocks noGrp="1"/>
          </p:cNvSpPr>
          <p:nvPr>
            <p:ph type="pic" sz="quarter" idx="11"/>
          </p:nvPr>
        </p:nvSpPr>
        <p:spPr>
          <a:xfrm>
            <a:off x="1699752" y="2003368"/>
            <a:ext cx="2983880" cy="2984269"/>
          </a:xfrm>
          <a:custGeom>
            <a:avLst/>
            <a:gdLst>
              <a:gd name="connsiteX0" fmla="*/ 0 w 5968538"/>
              <a:gd name="connsiteY0" fmla="*/ 0 h 5968538"/>
              <a:gd name="connsiteX1" fmla="*/ 5968538 w 5968538"/>
              <a:gd name="connsiteY1" fmla="*/ 0 h 5968538"/>
              <a:gd name="connsiteX2" fmla="*/ 5968538 w 5968538"/>
              <a:gd name="connsiteY2" fmla="*/ 5968538 h 5968538"/>
              <a:gd name="connsiteX3" fmla="*/ 0 w 5968538"/>
              <a:gd name="connsiteY3" fmla="*/ 5968538 h 5968538"/>
            </a:gdLst>
            <a:ahLst/>
            <a:cxnLst>
              <a:cxn ang="0">
                <a:pos x="connsiteX0" y="connsiteY0"/>
              </a:cxn>
              <a:cxn ang="0">
                <a:pos x="connsiteX1" y="connsiteY1"/>
              </a:cxn>
              <a:cxn ang="0">
                <a:pos x="connsiteX2" y="connsiteY2"/>
              </a:cxn>
              <a:cxn ang="0">
                <a:pos x="connsiteX3" y="connsiteY3"/>
              </a:cxn>
            </a:cxnLst>
            <a:rect l="l" t="t" r="r" b="b"/>
            <a:pathLst>
              <a:path w="5968538" h="5968538">
                <a:moveTo>
                  <a:pt x="0" y="0"/>
                </a:moveTo>
                <a:lnTo>
                  <a:pt x="5968538" y="0"/>
                </a:lnTo>
                <a:lnTo>
                  <a:pt x="5968538" y="5968538"/>
                </a:lnTo>
                <a:lnTo>
                  <a:pt x="0" y="5968538"/>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8" name="Picture Placeholder 7">
            <a:extLst>
              <a:ext uri="{FF2B5EF4-FFF2-40B4-BE49-F238E27FC236}">
                <a16:creationId xmlns:a16="http://schemas.microsoft.com/office/drawing/2014/main" id="{ED66FB4C-ADAA-4847-94E5-5DC5373A826E}"/>
              </a:ext>
            </a:extLst>
          </p:cNvPr>
          <p:cNvSpPr>
            <a:spLocks noGrp="1"/>
          </p:cNvSpPr>
          <p:nvPr>
            <p:ph type="pic" sz="quarter" idx="12"/>
          </p:nvPr>
        </p:nvSpPr>
        <p:spPr>
          <a:xfrm>
            <a:off x="7508367" y="2003368"/>
            <a:ext cx="2983881" cy="2984269"/>
          </a:xfrm>
          <a:custGeom>
            <a:avLst/>
            <a:gdLst>
              <a:gd name="connsiteX0" fmla="*/ 0 w 5968539"/>
              <a:gd name="connsiteY0" fmla="*/ 0 h 5968538"/>
              <a:gd name="connsiteX1" fmla="*/ 5968539 w 5968539"/>
              <a:gd name="connsiteY1" fmla="*/ 0 h 5968538"/>
              <a:gd name="connsiteX2" fmla="*/ 5968539 w 5968539"/>
              <a:gd name="connsiteY2" fmla="*/ 5968538 h 5968538"/>
              <a:gd name="connsiteX3" fmla="*/ 0 w 5968539"/>
              <a:gd name="connsiteY3" fmla="*/ 5968538 h 5968538"/>
            </a:gdLst>
            <a:ahLst/>
            <a:cxnLst>
              <a:cxn ang="0">
                <a:pos x="connsiteX0" y="connsiteY0"/>
              </a:cxn>
              <a:cxn ang="0">
                <a:pos x="connsiteX1" y="connsiteY1"/>
              </a:cxn>
              <a:cxn ang="0">
                <a:pos x="connsiteX2" y="connsiteY2"/>
              </a:cxn>
              <a:cxn ang="0">
                <a:pos x="connsiteX3" y="connsiteY3"/>
              </a:cxn>
            </a:cxnLst>
            <a:rect l="l" t="t" r="r" b="b"/>
            <a:pathLst>
              <a:path w="5968539" h="5968538">
                <a:moveTo>
                  <a:pt x="0" y="0"/>
                </a:moveTo>
                <a:lnTo>
                  <a:pt x="5968539" y="0"/>
                </a:lnTo>
                <a:lnTo>
                  <a:pt x="5968539" y="5968538"/>
                </a:lnTo>
                <a:lnTo>
                  <a:pt x="0" y="5968538"/>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84474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par>
                                <p:cTn id="8" presetID="10" presetClass="entr" presetSubtype="0" fill="hold" grpId="0" nodeType="withEffect">
                                  <p:stCondLst>
                                    <p:cond delay="12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67E452C-19D1-41EF-8735-23A68B1970A6}"/>
              </a:ext>
            </a:extLst>
          </p:cNvPr>
          <p:cNvSpPr>
            <a:spLocks noGrp="1"/>
          </p:cNvSpPr>
          <p:nvPr>
            <p:ph type="pic" sz="quarter" idx="11"/>
          </p:nvPr>
        </p:nvSpPr>
        <p:spPr>
          <a:xfrm>
            <a:off x="1058790" y="2219998"/>
            <a:ext cx="2417690" cy="2418005"/>
          </a:xfrm>
          <a:custGeom>
            <a:avLst/>
            <a:gdLst>
              <a:gd name="connsiteX0" fmla="*/ 0 w 4836009"/>
              <a:gd name="connsiteY0" fmla="*/ 0 h 4836009"/>
              <a:gd name="connsiteX1" fmla="*/ 4836009 w 4836009"/>
              <a:gd name="connsiteY1" fmla="*/ 0 h 4836009"/>
              <a:gd name="connsiteX2" fmla="*/ 4836009 w 4836009"/>
              <a:gd name="connsiteY2" fmla="*/ 4836009 h 4836009"/>
              <a:gd name="connsiteX3" fmla="*/ 0 w 4836009"/>
              <a:gd name="connsiteY3" fmla="*/ 4836009 h 4836009"/>
            </a:gdLst>
            <a:ahLst/>
            <a:cxnLst>
              <a:cxn ang="0">
                <a:pos x="connsiteX0" y="connsiteY0"/>
              </a:cxn>
              <a:cxn ang="0">
                <a:pos x="connsiteX1" y="connsiteY1"/>
              </a:cxn>
              <a:cxn ang="0">
                <a:pos x="connsiteX2" y="connsiteY2"/>
              </a:cxn>
              <a:cxn ang="0">
                <a:pos x="connsiteX3" y="connsiteY3"/>
              </a:cxn>
            </a:cxnLst>
            <a:rect l="l" t="t" r="r" b="b"/>
            <a:pathLst>
              <a:path w="4836009" h="4836009">
                <a:moveTo>
                  <a:pt x="0" y="0"/>
                </a:moveTo>
                <a:lnTo>
                  <a:pt x="4836009" y="0"/>
                </a:lnTo>
                <a:lnTo>
                  <a:pt x="4836009" y="4836009"/>
                </a:lnTo>
                <a:lnTo>
                  <a:pt x="0" y="483600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2" name="Picture Placeholder 11">
            <a:extLst>
              <a:ext uri="{FF2B5EF4-FFF2-40B4-BE49-F238E27FC236}">
                <a16:creationId xmlns:a16="http://schemas.microsoft.com/office/drawing/2014/main" id="{0B210D6E-64B7-45A8-B852-CD8D74D09B2E}"/>
              </a:ext>
            </a:extLst>
          </p:cNvPr>
          <p:cNvSpPr>
            <a:spLocks noGrp="1"/>
          </p:cNvSpPr>
          <p:nvPr>
            <p:ph type="pic" sz="quarter" idx="13"/>
          </p:nvPr>
        </p:nvSpPr>
        <p:spPr>
          <a:xfrm>
            <a:off x="4633298" y="1966108"/>
            <a:ext cx="2925405" cy="2925786"/>
          </a:xfrm>
          <a:custGeom>
            <a:avLst/>
            <a:gdLst>
              <a:gd name="connsiteX0" fmla="*/ 0 w 5851571"/>
              <a:gd name="connsiteY0" fmla="*/ 0 h 5851571"/>
              <a:gd name="connsiteX1" fmla="*/ 5851571 w 5851571"/>
              <a:gd name="connsiteY1" fmla="*/ 0 h 5851571"/>
              <a:gd name="connsiteX2" fmla="*/ 5851571 w 5851571"/>
              <a:gd name="connsiteY2" fmla="*/ 5851571 h 5851571"/>
              <a:gd name="connsiteX3" fmla="*/ 0 w 5851571"/>
              <a:gd name="connsiteY3" fmla="*/ 5851571 h 5851571"/>
            </a:gdLst>
            <a:ahLst/>
            <a:cxnLst>
              <a:cxn ang="0">
                <a:pos x="connsiteX0" y="connsiteY0"/>
              </a:cxn>
              <a:cxn ang="0">
                <a:pos x="connsiteX1" y="connsiteY1"/>
              </a:cxn>
              <a:cxn ang="0">
                <a:pos x="connsiteX2" y="connsiteY2"/>
              </a:cxn>
              <a:cxn ang="0">
                <a:pos x="connsiteX3" y="connsiteY3"/>
              </a:cxn>
            </a:cxnLst>
            <a:rect l="l" t="t" r="r" b="b"/>
            <a:pathLst>
              <a:path w="5851571" h="5851571">
                <a:moveTo>
                  <a:pt x="0" y="0"/>
                </a:moveTo>
                <a:lnTo>
                  <a:pt x="5851571" y="0"/>
                </a:lnTo>
                <a:lnTo>
                  <a:pt x="5851571" y="5851571"/>
                </a:lnTo>
                <a:lnTo>
                  <a:pt x="0" y="585157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3" name="Picture Placeholder 12">
            <a:extLst>
              <a:ext uri="{FF2B5EF4-FFF2-40B4-BE49-F238E27FC236}">
                <a16:creationId xmlns:a16="http://schemas.microsoft.com/office/drawing/2014/main" id="{045E52FF-08AA-4E28-A1E7-F39F62753588}"/>
              </a:ext>
            </a:extLst>
          </p:cNvPr>
          <p:cNvSpPr>
            <a:spLocks noGrp="1"/>
          </p:cNvSpPr>
          <p:nvPr>
            <p:ph type="pic" sz="quarter" idx="14"/>
          </p:nvPr>
        </p:nvSpPr>
        <p:spPr>
          <a:xfrm>
            <a:off x="8715520" y="2219998"/>
            <a:ext cx="2417690" cy="2418005"/>
          </a:xfrm>
          <a:custGeom>
            <a:avLst/>
            <a:gdLst>
              <a:gd name="connsiteX0" fmla="*/ 0 w 4836010"/>
              <a:gd name="connsiteY0" fmla="*/ 0 h 4836009"/>
              <a:gd name="connsiteX1" fmla="*/ 4836010 w 4836010"/>
              <a:gd name="connsiteY1" fmla="*/ 0 h 4836009"/>
              <a:gd name="connsiteX2" fmla="*/ 4836010 w 4836010"/>
              <a:gd name="connsiteY2" fmla="*/ 4836009 h 4836009"/>
              <a:gd name="connsiteX3" fmla="*/ 0 w 4836010"/>
              <a:gd name="connsiteY3" fmla="*/ 4836009 h 4836009"/>
            </a:gdLst>
            <a:ahLst/>
            <a:cxnLst>
              <a:cxn ang="0">
                <a:pos x="connsiteX0" y="connsiteY0"/>
              </a:cxn>
              <a:cxn ang="0">
                <a:pos x="connsiteX1" y="connsiteY1"/>
              </a:cxn>
              <a:cxn ang="0">
                <a:pos x="connsiteX2" y="connsiteY2"/>
              </a:cxn>
              <a:cxn ang="0">
                <a:pos x="connsiteX3" y="connsiteY3"/>
              </a:cxn>
            </a:cxnLst>
            <a:rect l="l" t="t" r="r" b="b"/>
            <a:pathLst>
              <a:path w="4836010" h="4836009">
                <a:moveTo>
                  <a:pt x="0" y="0"/>
                </a:moveTo>
                <a:lnTo>
                  <a:pt x="4836010" y="0"/>
                </a:lnTo>
                <a:lnTo>
                  <a:pt x="4836010" y="4836009"/>
                </a:lnTo>
                <a:lnTo>
                  <a:pt x="0" y="483600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937775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00"/>
                                        <p:tgtEl>
                                          <p:spTgt spid="13"/>
                                        </p:tgtEl>
                                      </p:cBhvr>
                                    </p:animEffect>
                                  </p:childTnLst>
                                </p:cTn>
                              </p:par>
                              <p:par>
                                <p:cTn id="8" presetID="10" presetClass="entr" presetSubtype="0" fill="hold" grpId="0" nodeType="withEffect">
                                  <p:stCondLst>
                                    <p:cond delay="4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300"/>
                                        <p:tgtEl>
                                          <p:spTgt spid="12"/>
                                        </p:tgtEl>
                                      </p:cBhvr>
                                    </p:animEffect>
                                  </p:childTnLst>
                                </p:cTn>
                              </p:par>
                              <p:par>
                                <p:cTn id="11" presetID="10" presetClass="entr" presetSubtype="0" fill="hold" grpId="0" nodeType="withEffect">
                                  <p:stCondLst>
                                    <p:cond delay="80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D1674B-7819-4290-8EC6-DD14B5462434}"/>
              </a:ext>
            </a:extLst>
          </p:cNvPr>
          <p:cNvSpPr/>
          <p:nvPr userDrawn="1"/>
        </p:nvSpPr>
        <p:spPr>
          <a:xfrm>
            <a:off x="0" y="0"/>
            <a:ext cx="491655" cy="6858000"/>
          </a:xfrm>
          <a:prstGeom prst="rect">
            <a:avLst/>
          </a:prstGeom>
          <a:solidFill>
            <a:srgbClr val="FFFFFF"/>
          </a:solidFill>
          <a:ln>
            <a:noFill/>
          </a:ln>
          <a:effectLst>
            <a:outerShdw blurRad="952500" dist="215900" algn="l"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TextBox 2">
            <a:extLst>
              <a:ext uri="{FF2B5EF4-FFF2-40B4-BE49-F238E27FC236}">
                <a16:creationId xmlns:a16="http://schemas.microsoft.com/office/drawing/2014/main" id="{862FAAB3-2BD3-4B4B-8F68-CA607194A7CD}"/>
              </a:ext>
            </a:extLst>
          </p:cNvPr>
          <p:cNvSpPr txBox="1"/>
          <p:nvPr userDrawn="1"/>
        </p:nvSpPr>
        <p:spPr>
          <a:xfrm rot="16200000">
            <a:off x="-385071" y="5914770"/>
            <a:ext cx="1261797" cy="338554"/>
          </a:xfrm>
          <a:prstGeom prst="rect">
            <a:avLst/>
          </a:prstGeom>
          <a:noFill/>
        </p:spPr>
        <p:txBody>
          <a:bodyPr wrap="square" rtlCol="0">
            <a:spAutoFit/>
          </a:bodyPr>
          <a:lstStyle/>
          <a:p>
            <a:pPr algn="l"/>
            <a:r>
              <a:rPr lang="en-US" sz="1600" b="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
        <p:nvSpPr>
          <p:cNvPr id="4" name="Slide Number Placeholder 5">
            <a:extLst>
              <a:ext uri="{FF2B5EF4-FFF2-40B4-BE49-F238E27FC236}">
                <a16:creationId xmlns:a16="http://schemas.microsoft.com/office/drawing/2014/main" id="{EE3CA0C5-696B-4035-8328-04E507A14E6E}"/>
              </a:ext>
            </a:extLst>
          </p:cNvPr>
          <p:cNvSpPr txBox="1">
            <a:spLocks/>
          </p:cNvSpPr>
          <p:nvPr userDrawn="1"/>
        </p:nvSpPr>
        <p:spPr>
          <a:xfrm>
            <a:off x="164697" y="3283310"/>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5" name="Straight Connector 4">
            <a:extLst>
              <a:ext uri="{FF2B5EF4-FFF2-40B4-BE49-F238E27FC236}">
                <a16:creationId xmlns:a16="http://schemas.microsoft.com/office/drawing/2014/main" id="{504B40BC-21B9-4D12-8535-D9C29D99F968}"/>
              </a:ext>
            </a:extLst>
          </p:cNvPr>
          <p:cNvCxnSpPr/>
          <p:nvPr userDrawn="1"/>
        </p:nvCxnSpPr>
        <p:spPr>
          <a:xfrm>
            <a:off x="120026" y="223120"/>
            <a:ext cx="238296"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65B6781-0284-4FF4-9C39-1E697832CCB5}"/>
              </a:ext>
            </a:extLst>
          </p:cNvPr>
          <p:cNvCxnSpPr>
            <a:cxnSpLocks/>
          </p:cNvCxnSpPr>
          <p:nvPr userDrawn="1"/>
        </p:nvCxnSpPr>
        <p:spPr>
          <a:xfrm>
            <a:off x="120026" y="269044"/>
            <a:ext cx="101742"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FE7EC0D-F0F0-4288-868F-D1A462C8D492}"/>
              </a:ext>
            </a:extLst>
          </p:cNvPr>
          <p:cNvCxnSpPr>
            <a:cxnSpLocks/>
          </p:cNvCxnSpPr>
          <p:nvPr userDrawn="1"/>
        </p:nvCxnSpPr>
        <p:spPr>
          <a:xfrm>
            <a:off x="120026" y="314968"/>
            <a:ext cx="181333"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29CC7530-A671-4661-A267-47CAC7E2FF44}"/>
              </a:ext>
            </a:extLst>
          </p:cNvPr>
          <p:cNvGrpSpPr/>
          <p:nvPr userDrawn="1"/>
        </p:nvGrpSpPr>
        <p:grpSpPr>
          <a:xfrm>
            <a:off x="105963" y="655395"/>
            <a:ext cx="266420" cy="912401"/>
            <a:chOff x="211954" y="1310790"/>
            <a:chExt cx="532908" cy="1824801"/>
          </a:xfrm>
        </p:grpSpPr>
        <p:sp>
          <p:nvSpPr>
            <p:cNvPr id="9" name="Rectangle 8">
              <a:extLst>
                <a:ext uri="{FF2B5EF4-FFF2-40B4-BE49-F238E27FC236}">
                  <a16:creationId xmlns:a16="http://schemas.microsoft.com/office/drawing/2014/main" id="{BC58E2E0-3292-4E74-A22D-947EED6AA7AC}"/>
                </a:ext>
              </a:extLst>
            </p:cNvPr>
            <p:cNvSpPr/>
            <p:nvPr userDrawn="1"/>
          </p:nvSpPr>
          <p:spPr>
            <a:xfrm>
              <a:off x="213556" y="1946192"/>
              <a:ext cx="529702"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b</a:t>
              </a:r>
            </a:p>
          </p:txBody>
        </p:sp>
        <p:sp>
          <p:nvSpPr>
            <p:cNvPr id="10" name="Rectangle 9">
              <a:extLst>
                <a:ext uri="{FF2B5EF4-FFF2-40B4-BE49-F238E27FC236}">
                  <a16:creationId xmlns:a16="http://schemas.microsoft.com/office/drawing/2014/main" id="{9204B764-23BF-41EC-BF35-4E759ABDC120}"/>
                </a:ext>
              </a:extLst>
            </p:cNvPr>
            <p:cNvSpPr/>
            <p:nvPr userDrawn="1"/>
          </p:nvSpPr>
          <p:spPr>
            <a:xfrm>
              <a:off x="211954" y="1310790"/>
              <a:ext cx="532908"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1" name="Rectangle 10">
              <a:extLst>
                <a:ext uri="{FF2B5EF4-FFF2-40B4-BE49-F238E27FC236}">
                  <a16:creationId xmlns:a16="http://schemas.microsoft.com/office/drawing/2014/main" id="{D900F3B3-A1A6-4A4A-9768-B08A60BCF080}"/>
                </a:ext>
              </a:extLst>
            </p:cNvPr>
            <p:cNvSpPr/>
            <p:nvPr userDrawn="1"/>
          </p:nvSpPr>
          <p:spPr>
            <a:xfrm>
              <a:off x="227988" y="2581593"/>
              <a:ext cx="500844"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2" name="Rectangle 11">
              <a:hlinkClick r:id="rId2"/>
              <a:extLst>
                <a:ext uri="{FF2B5EF4-FFF2-40B4-BE49-F238E27FC236}">
                  <a16:creationId xmlns:a16="http://schemas.microsoft.com/office/drawing/2014/main" id="{C1510384-2C3D-4EBE-BD59-99BB4F7B1D95}"/>
                </a:ext>
              </a:extLst>
            </p:cNvPr>
            <p:cNvSpPr/>
            <p:nvPr userDrawn="1"/>
          </p:nvSpPr>
          <p:spPr>
            <a:xfrm>
              <a:off x="311927" y="200584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3" name="Rectangle 12">
              <a:hlinkClick r:id="rId3"/>
              <a:extLst>
                <a:ext uri="{FF2B5EF4-FFF2-40B4-BE49-F238E27FC236}">
                  <a16:creationId xmlns:a16="http://schemas.microsoft.com/office/drawing/2014/main" id="{E820DE5E-C61D-42D9-9F6F-1E352E9F4232}"/>
                </a:ext>
              </a:extLst>
            </p:cNvPr>
            <p:cNvSpPr/>
            <p:nvPr userDrawn="1"/>
          </p:nvSpPr>
          <p:spPr>
            <a:xfrm>
              <a:off x="311927" y="137507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4" name="Rectangle 13">
              <a:hlinkClick r:id="rId4"/>
              <a:extLst>
                <a:ext uri="{FF2B5EF4-FFF2-40B4-BE49-F238E27FC236}">
                  <a16:creationId xmlns:a16="http://schemas.microsoft.com/office/drawing/2014/main" id="{D6187E50-754A-44EE-BA02-05EBB604955C}"/>
                </a:ext>
              </a:extLst>
            </p:cNvPr>
            <p:cNvSpPr/>
            <p:nvPr userDrawn="1"/>
          </p:nvSpPr>
          <p:spPr>
            <a:xfrm>
              <a:off x="311927" y="2636618"/>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grpSp>
      <p:cxnSp>
        <p:nvCxnSpPr>
          <p:cNvPr id="16" name="Straight Connector 15">
            <a:extLst>
              <a:ext uri="{FF2B5EF4-FFF2-40B4-BE49-F238E27FC236}">
                <a16:creationId xmlns:a16="http://schemas.microsoft.com/office/drawing/2014/main" id="{19D26279-CF3F-44FD-A4E8-B89D5F761927}"/>
              </a:ext>
            </a:extLst>
          </p:cNvPr>
          <p:cNvCxnSpPr/>
          <p:nvPr userDrawn="1"/>
        </p:nvCxnSpPr>
        <p:spPr>
          <a:xfrm>
            <a:off x="491655" y="0"/>
            <a:ext cx="0" cy="6858000"/>
          </a:xfrm>
          <a:prstGeom prst="line">
            <a:avLst/>
          </a:prstGeom>
          <a:ln w="25400">
            <a:solidFill>
              <a:srgbClr val="EBECF1"/>
            </a:solidFill>
          </a:ln>
        </p:spPr>
        <p:style>
          <a:lnRef idx="1">
            <a:schemeClr val="accent1"/>
          </a:lnRef>
          <a:fillRef idx="0">
            <a:schemeClr val="accent1"/>
          </a:fillRef>
          <a:effectRef idx="0">
            <a:schemeClr val="accent1"/>
          </a:effectRef>
          <a:fontRef idx="minor">
            <a:schemeClr val="tx1"/>
          </a:fontRef>
        </p:style>
      </p:cxnSp>
      <p:sp>
        <p:nvSpPr>
          <p:cNvPr id="19" name="Picture Placeholder 18">
            <a:extLst>
              <a:ext uri="{FF2B5EF4-FFF2-40B4-BE49-F238E27FC236}">
                <a16:creationId xmlns:a16="http://schemas.microsoft.com/office/drawing/2014/main" id="{8A701BC0-D77B-4CAE-8580-7534058C3AA5}"/>
              </a:ext>
            </a:extLst>
          </p:cNvPr>
          <p:cNvSpPr>
            <a:spLocks noGrp="1"/>
          </p:cNvSpPr>
          <p:nvPr>
            <p:ph type="pic" sz="quarter" idx="11"/>
          </p:nvPr>
        </p:nvSpPr>
        <p:spPr>
          <a:xfrm>
            <a:off x="4234511" y="1567338"/>
            <a:ext cx="1809479" cy="1809505"/>
          </a:xfrm>
          <a:custGeom>
            <a:avLst/>
            <a:gdLst>
              <a:gd name="connsiteX0" fmla="*/ 3619429 w 3619429"/>
              <a:gd name="connsiteY0" fmla="*/ 0 h 3619010"/>
              <a:gd name="connsiteX1" fmla="*/ 3619429 w 3619429"/>
              <a:gd name="connsiteY1" fmla="*/ 3619010 h 3619010"/>
              <a:gd name="connsiteX2" fmla="*/ 0 w 3619429"/>
              <a:gd name="connsiteY2" fmla="*/ 3619010 h 3619010"/>
              <a:gd name="connsiteX3" fmla="*/ 917060 w 3619429"/>
              <a:gd name="connsiteY3" fmla="*/ 1505980 h 3619010"/>
              <a:gd name="connsiteX4" fmla="*/ 1507235 w 3619429"/>
              <a:gd name="connsiteY4" fmla="*/ 916362 h 3619010"/>
              <a:gd name="connsiteX5" fmla="*/ 3619429 w 3619429"/>
              <a:gd name="connsiteY5" fmla="*/ 0 h 361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9429" h="3619010">
                <a:moveTo>
                  <a:pt x="3619429" y="0"/>
                </a:moveTo>
                <a:lnTo>
                  <a:pt x="3619429" y="3619010"/>
                </a:lnTo>
                <a:lnTo>
                  <a:pt x="0" y="3619010"/>
                </a:lnTo>
                <a:cubicBezTo>
                  <a:pt x="25520" y="2851308"/>
                  <a:pt x="331207" y="2091415"/>
                  <a:pt x="917060" y="1505980"/>
                </a:cubicBezTo>
                <a:cubicBezTo>
                  <a:pt x="1507235" y="916362"/>
                  <a:pt x="1507235" y="916362"/>
                  <a:pt x="1507235" y="916362"/>
                </a:cubicBezTo>
                <a:cubicBezTo>
                  <a:pt x="2092530" y="331486"/>
                  <a:pt x="2852145" y="25939"/>
                  <a:pt x="3619429"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0" name="Picture Placeholder 19">
            <a:extLst>
              <a:ext uri="{FF2B5EF4-FFF2-40B4-BE49-F238E27FC236}">
                <a16:creationId xmlns:a16="http://schemas.microsoft.com/office/drawing/2014/main" id="{FFB6FEBA-DB51-4D69-9B4C-36616E7236B8}"/>
              </a:ext>
            </a:extLst>
          </p:cNvPr>
          <p:cNvSpPr>
            <a:spLocks noGrp="1"/>
          </p:cNvSpPr>
          <p:nvPr>
            <p:ph type="pic" sz="quarter" idx="12"/>
          </p:nvPr>
        </p:nvSpPr>
        <p:spPr>
          <a:xfrm>
            <a:off x="6148567" y="1567269"/>
            <a:ext cx="1811710" cy="1809575"/>
          </a:xfrm>
          <a:custGeom>
            <a:avLst/>
            <a:gdLst>
              <a:gd name="connsiteX0" fmla="*/ 0 w 3623892"/>
              <a:gd name="connsiteY0" fmla="*/ 0 h 3619150"/>
              <a:gd name="connsiteX1" fmla="*/ 2116795 w 3623892"/>
              <a:gd name="connsiteY1" fmla="*/ 916502 h 3619150"/>
              <a:gd name="connsiteX2" fmla="*/ 2706832 w 3623892"/>
              <a:gd name="connsiteY2" fmla="*/ 1506120 h 3619150"/>
              <a:gd name="connsiteX3" fmla="*/ 3623892 w 3623892"/>
              <a:gd name="connsiteY3" fmla="*/ 3619150 h 3619150"/>
              <a:gd name="connsiteX4" fmla="*/ 0 w 3623892"/>
              <a:gd name="connsiteY4" fmla="*/ 3619150 h 3619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3892" h="3619150">
                <a:moveTo>
                  <a:pt x="0" y="0"/>
                </a:moveTo>
                <a:cubicBezTo>
                  <a:pt x="768958" y="24823"/>
                  <a:pt x="1530385" y="330370"/>
                  <a:pt x="2116795" y="916502"/>
                </a:cubicBezTo>
                <a:cubicBezTo>
                  <a:pt x="2706832" y="1506120"/>
                  <a:pt x="2706832" y="1506120"/>
                  <a:pt x="2706832" y="1506120"/>
                </a:cubicBezTo>
                <a:cubicBezTo>
                  <a:pt x="3292684" y="2091554"/>
                  <a:pt x="3598371" y="2851447"/>
                  <a:pt x="3623892" y="3619150"/>
                </a:cubicBezTo>
                <a:lnTo>
                  <a:pt x="0" y="361915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1" name="Picture Placeholder 20">
            <a:extLst>
              <a:ext uri="{FF2B5EF4-FFF2-40B4-BE49-F238E27FC236}">
                <a16:creationId xmlns:a16="http://schemas.microsoft.com/office/drawing/2014/main" id="{E99129B9-5063-4716-A8DB-2516775ED05D}"/>
              </a:ext>
            </a:extLst>
          </p:cNvPr>
          <p:cNvSpPr>
            <a:spLocks noGrp="1"/>
          </p:cNvSpPr>
          <p:nvPr>
            <p:ph type="pic" sz="quarter" idx="13"/>
          </p:nvPr>
        </p:nvSpPr>
        <p:spPr>
          <a:xfrm>
            <a:off x="6148567" y="3481436"/>
            <a:ext cx="1811710" cy="1809436"/>
          </a:xfrm>
          <a:custGeom>
            <a:avLst/>
            <a:gdLst>
              <a:gd name="connsiteX0" fmla="*/ 0 w 3623892"/>
              <a:gd name="connsiteY0" fmla="*/ 0 h 3618871"/>
              <a:gd name="connsiteX1" fmla="*/ 3623892 w 3623892"/>
              <a:gd name="connsiteY1" fmla="*/ 0 h 3618871"/>
              <a:gd name="connsiteX2" fmla="*/ 2706832 w 3623892"/>
              <a:gd name="connsiteY2" fmla="*/ 2112891 h 3618871"/>
              <a:gd name="connsiteX3" fmla="*/ 2116795 w 3623892"/>
              <a:gd name="connsiteY3" fmla="*/ 2702509 h 3618871"/>
              <a:gd name="connsiteX4" fmla="*/ 0 w 3623892"/>
              <a:gd name="connsiteY4" fmla="*/ 3618871 h 3618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3892" h="3618871">
                <a:moveTo>
                  <a:pt x="0" y="0"/>
                </a:moveTo>
                <a:lnTo>
                  <a:pt x="3623892" y="0"/>
                </a:lnTo>
                <a:cubicBezTo>
                  <a:pt x="3598371" y="767563"/>
                  <a:pt x="3292684" y="1527456"/>
                  <a:pt x="2706832" y="2112891"/>
                </a:cubicBezTo>
                <a:cubicBezTo>
                  <a:pt x="2116795" y="2702509"/>
                  <a:pt x="2116795" y="2702509"/>
                  <a:pt x="2116795" y="2702509"/>
                </a:cubicBezTo>
                <a:cubicBezTo>
                  <a:pt x="1530385" y="3288640"/>
                  <a:pt x="768958" y="3594048"/>
                  <a:pt x="0" y="3618871"/>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2" name="Picture Placeholder 21">
            <a:extLst>
              <a:ext uri="{FF2B5EF4-FFF2-40B4-BE49-F238E27FC236}">
                <a16:creationId xmlns:a16="http://schemas.microsoft.com/office/drawing/2014/main" id="{49E1851D-605E-4620-A08E-5EEFA04BE2B0}"/>
              </a:ext>
            </a:extLst>
          </p:cNvPr>
          <p:cNvSpPr>
            <a:spLocks noGrp="1"/>
          </p:cNvSpPr>
          <p:nvPr>
            <p:ph type="pic" sz="quarter" idx="14"/>
          </p:nvPr>
        </p:nvSpPr>
        <p:spPr>
          <a:xfrm>
            <a:off x="4234511" y="3481435"/>
            <a:ext cx="1809479" cy="1809366"/>
          </a:xfrm>
          <a:custGeom>
            <a:avLst/>
            <a:gdLst>
              <a:gd name="connsiteX0" fmla="*/ 0 w 3619429"/>
              <a:gd name="connsiteY0" fmla="*/ 0 h 3618732"/>
              <a:gd name="connsiteX1" fmla="*/ 3619429 w 3619429"/>
              <a:gd name="connsiteY1" fmla="*/ 0 h 3618732"/>
              <a:gd name="connsiteX2" fmla="*/ 3619429 w 3619429"/>
              <a:gd name="connsiteY2" fmla="*/ 3618732 h 3618732"/>
              <a:gd name="connsiteX3" fmla="*/ 1507235 w 3619429"/>
              <a:gd name="connsiteY3" fmla="*/ 2702509 h 3618732"/>
              <a:gd name="connsiteX4" fmla="*/ 917060 w 3619429"/>
              <a:gd name="connsiteY4" fmla="*/ 2112891 h 3618732"/>
              <a:gd name="connsiteX5" fmla="*/ 0 w 3619429"/>
              <a:gd name="connsiteY5" fmla="*/ 0 h 361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9429" h="3618732">
                <a:moveTo>
                  <a:pt x="0" y="0"/>
                </a:moveTo>
                <a:lnTo>
                  <a:pt x="3619429" y="0"/>
                </a:lnTo>
                <a:lnTo>
                  <a:pt x="3619429" y="3618732"/>
                </a:lnTo>
                <a:cubicBezTo>
                  <a:pt x="2852145" y="3592793"/>
                  <a:pt x="2092530" y="3287385"/>
                  <a:pt x="1507235" y="2702509"/>
                </a:cubicBezTo>
                <a:cubicBezTo>
                  <a:pt x="917060" y="2112891"/>
                  <a:pt x="917060" y="2112891"/>
                  <a:pt x="917060" y="2112891"/>
                </a:cubicBezTo>
                <a:cubicBezTo>
                  <a:pt x="331207" y="1527456"/>
                  <a:pt x="25520" y="767563"/>
                  <a:pt x="0"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442515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300"/>
                                        <p:tgtEl>
                                          <p:spTgt spid="19"/>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300"/>
                                        <p:tgtEl>
                                          <p:spTgt spid="20"/>
                                        </p:tgtEl>
                                      </p:cBhvr>
                                    </p:animEffect>
                                  </p:childTnLst>
                                </p:cTn>
                              </p:par>
                              <p:par>
                                <p:cTn id="11" presetID="10" presetClass="entr" presetSubtype="0" fill="hold" grpId="0" nodeType="withEffect">
                                  <p:stCondLst>
                                    <p:cond delay="4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300"/>
                                        <p:tgtEl>
                                          <p:spTgt spid="21"/>
                                        </p:tgtEl>
                                      </p:cBhvr>
                                    </p:animEffect>
                                  </p:childTnLst>
                                </p:cTn>
                              </p:par>
                              <p:par>
                                <p:cTn id="14" presetID="10" presetClass="entr" presetSubtype="0" fill="hold" grpId="0" nodeType="withEffect">
                                  <p:stCondLst>
                                    <p:cond delay="60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3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B5593F2-E64A-40ED-944E-8AB64DD17CF1}"/>
              </a:ext>
            </a:extLst>
          </p:cNvPr>
          <p:cNvSpPr/>
          <p:nvPr userDrawn="1"/>
        </p:nvSpPr>
        <p:spPr>
          <a:xfrm rot="5400000">
            <a:off x="5850141" y="516141"/>
            <a:ext cx="491719" cy="12192000"/>
          </a:xfrm>
          <a:prstGeom prst="rect">
            <a:avLst/>
          </a:prstGeom>
          <a:solidFill>
            <a:srgbClr val="FFFFFF"/>
          </a:solidFill>
          <a:ln>
            <a:noFill/>
          </a:ln>
          <a:effectLst>
            <a:outerShdw blurRad="952500" dist="215900" algn="l"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7" name="Rectangle 16">
            <a:extLst>
              <a:ext uri="{FF2B5EF4-FFF2-40B4-BE49-F238E27FC236}">
                <a16:creationId xmlns:a16="http://schemas.microsoft.com/office/drawing/2014/main" id="{8E319BCE-E364-4BCD-908C-A01F28027962}"/>
              </a:ext>
            </a:extLst>
          </p:cNvPr>
          <p:cNvSpPr/>
          <p:nvPr userDrawn="1"/>
        </p:nvSpPr>
        <p:spPr>
          <a:xfrm rot="5400000">
            <a:off x="5850141" y="-5850141"/>
            <a:ext cx="491719" cy="12192000"/>
          </a:xfrm>
          <a:prstGeom prst="rect">
            <a:avLst/>
          </a:prstGeom>
          <a:solidFill>
            <a:srgbClr val="FFFFFF"/>
          </a:solidFill>
          <a:ln>
            <a:noFill/>
          </a:ln>
          <a:effectLst>
            <a:outerShdw blurRad="952500" dist="215900" algn="l"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Rectangle 1">
            <a:extLst>
              <a:ext uri="{FF2B5EF4-FFF2-40B4-BE49-F238E27FC236}">
                <a16:creationId xmlns:a16="http://schemas.microsoft.com/office/drawing/2014/main" id="{EED1674B-7819-4290-8EC6-DD14B5462434}"/>
              </a:ext>
            </a:extLst>
          </p:cNvPr>
          <p:cNvSpPr/>
          <p:nvPr userDrawn="1"/>
        </p:nvSpPr>
        <p:spPr>
          <a:xfrm>
            <a:off x="0" y="0"/>
            <a:ext cx="491655" cy="6858000"/>
          </a:xfrm>
          <a:prstGeom prst="rect">
            <a:avLst/>
          </a:prstGeom>
          <a:solidFill>
            <a:srgbClr val="FFFFFF"/>
          </a:solidFill>
          <a:ln>
            <a:noFill/>
          </a:ln>
          <a:effectLst>
            <a:outerShdw blurRad="952500" dist="215900" algn="l"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TextBox 2">
            <a:extLst>
              <a:ext uri="{FF2B5EF4-FFF2-40B4-BE49-F238E27FC236}">
                <a16:creationId xmlns:a16="http://schemas.microsoft.com/office/drawing/2014/main" id="{862FAAB3-2BD3-4B4B-8F68-CA607194A7CD}"/>
              </a:ext>
            </a:extLst>
          </p:cNvPr>
          <p:cNvSpPr txBox="1"/>
          <p:nvPr userDrawn="1"/>
        </p:nvSpPr>
        <p:spPr>
          <a:xfrm rot="16200000">
            <a:off x="-385071" y="5914770"/>
            <a:ext cx="1261797" cy="338554"/>
          </a:xfrm>
          <a:prstGeom prst="rect">
            <a:avLst/>
          </a:prstGeom>
          <a:noFill/>
        </p:spPr>
        <p:txBody>
          <a:bodyPr wrap="square" rtlCol="0">
            <a:spAutoFit/>
          </a:bodyPr>
          <a:lstStyle/>
          <a:p>
            <a:pPr algn="l"/>
            <a:r>
              <a:rPr lang="en-US" sz="1600" b="0">
                <a:solidFill>
                  <a:schemeClr val="accent1"/>
                </a:solidFill>
                <a:latin typeface="Open Sans Extrabold" panose="020B0906030804020204" pitchFamily="34" charset="0"/>
                <a:ea typeface="Open Sans Extrabold" panose="020B0906030804020204" pitchFamily="34" charset="0"/>
                <a:cs typeface="Open Sans Extrabold" panose="020B0906030804020204" pitchFamily="34" charset="0"/>
              </a:rPr>
              <a:t>Massive X</a:t>
            </a:r>
          </a:p>
        </p:txBody>
      </p:sp>
      <p:sp>
        <p:nvSpPr>
          <p:cNvPr id="4" name="Slide Number Placeholder 5">
            <a:extLst>
              <a:ext uri="{FF2B5EF4-FFF2-40B4-BE49-F238E27FC236}">
                <a16:creationId xmlns:a16="http://schemas.microsoft.com/office/drawing/2014/main" id="{EE3CA0C5-696B-4035-8328-04E507A14E6E}"/>
              </a:ext>
            </a:extLst>
          </p:cNvPr>
          <p:cNvSpPr txBox="1">
            <a:spLocks/>
          </p:cNvSpPr>
          <p:nvPr userDrawn="1"/>
        </p:nvSpPr>
        <p:spPr>
          <a:xfrm>
            <a:off x="164697" y="3283310"/>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rPr>
              <a:pPr algn="ctr"/>
              <a:t>‹#›</a:t>
            </a:fld>
            <a:endParaRPr lang="en-US" sz="700" b="1">
              <a:solidFill>
                <a:srgbClr val="172144"/>
              </a:solidFill>
              <a:latin typeface="Open Sans Light" panose="020B0306030504020204" pitchFamily="34" charset="0"/>
              <a:ea typeface="Open Sans Light" panose="020B0306030504020204" pitchFamily="34" charset="0"/>
              <a:cs typeface="Open Sans Light" panose="020B0306030504020204" pitchFamily="34" charset="0"/>
            </a:endParaRPr>
          </a:p>
        </p:txBody>
      </p:sp>
      <p:cxnSp>
        <p:nvCxnSpPr>
          <p:cNvPr id="5" name="Straight Connector 4">
            <a:extLst>
              <a:ext uri="{FF2B5EF4-FFF2-40B4-BE49-F238E27FC236}">
                <a16:creationId xmlns:a16="http://schemas.microsoft.com/office/drawing/2014/main" id="{504B40BC-21B9-4D12-8535-D9C29D99F968}"/>
              </a:ext>
            </a:extLst>
          </p:cNvPr>
          <p:cNvCxnSpPr/>
          <p:nvPr userDrawn="1"/>
        </p:nvCxnSpPr>
        <p:spPr>
          <a:xfrm>
            <a:off x="120026" y="223120"/>
            <a:ext cx="238296"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65B6781-0284-4FF4-9C39-1E697832CCB5}"/>
              </a:ext>
            </a:extLst>
          </p:cNvPr>
          <p:cNvCxnSpPr>
            <a:cxnSpLocks/>
          </p:cNvCxnSpPr>
          <p:nvPr userDrawn="1"/>
        </p:nvCxnSpPr>
        <p:spPr>
          <a:xfrm>
            <a:off x="120026" y="269044"/>
            <a:ext cx="101742"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FE7EC0D-F0F0-4288-868F-D1A462C8D492}"/>
              </a:ext>
            </a:extLst>
          </p:cNvPr>
          <p:cNvCxnSpPr>
            <a:cxnSpLocks/>
          </p:cNvCxnSpPr>
          <p:nvPr userDrawn="1"/>
        </p:nvCxnSpPr>
        <p:spPr>
          <a:xfrm>
            <a:off x="120026" y="314968"/>
            <a:ext cx="181333" cy="0"/>
          </a:xfrm>
          <a:prstGeom prst="line">
            <a:avLst/>
          </a:prstGeom>
          <a:ln w="19050">
            <a:solidFill>
              <a:srgbClr val="172144"/>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29CC7530-A671-4661-A267-47CAC7E2FF44}"/>
              </a:ext>
            </a:extLst>
          </p:cNvPr>
          <p:cNvGrpSpPr/>
          <p:nvPr userDrawn="1"/>
        </p:nvGrpSpPr>
        <p:grpSpPr>
          <a:xfrm>
            <a:off x="105963" y="655395"/>
            <a:ext cx="266420" cy="912401"/>
            <a:chOff x="211954" y="1310790"/>
            <a:chExt cx="532908" cy="1824801"/>
          </a:xfrm>
        </p:grpSpPr>
        <p:sp>
          <p:nvSpPr>
            <p:cNvPr id="9" name="Rectangle 8">
              <a:extLst>
                <a:ext uri="{FF2B5EF4-FFF2-40B4-BE49-F238E27FC236}">
                  <a16:creationId xmlns:a16="http://schemas.microsoft.com/office/drawing/2014/main" id="{BC58E2E0-3292-4E74-A22D-947EED6AA7AC}"/>
                </a:ext>
              </a:extLst>
            </p:cNvPr>
            <p:cNvSpPr/>
            <p:nvPr userDrawn="1"/>
          </p:nvSpPr>
          <p:spPr>
            <a:xfrm>
              <a:off x="213556" y="1946192"/>
              <a:ext cx="529702"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b</a:t>
              </a:r>
            </a:p>
          </p:txBody>
        </p:sp>
        <p:sp>
          <p:nvSpPr>
            <p:cNvPr id="10" name="Rectangle 9">
              <a:extLst>
                <a:ext uri="{FF2B5EF4-FFF2-40B4-BE49-F238E27FC236}">
                  <a16:creationId xmlns:a16="http://schemas.microsoft.com/office/drawing/2014/main" id="{9204B764-23BF-41EC-BF35-4E759ABDC120}"/>
                </a:ext>
              </a:extLst>
            </p:cNvPr>
            <p:cNvSpPr/>
            <p:nvPr userDrawn="1"/>
          </p:nvSpPr>
          <p:spPr>
            <a:xfrm>
              <a:off x="211954" y="1310790"/>
              <a:ext cx="532908"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1" name="Rectangle 10">
              <a:extLst>
                <a:ext uri="{FF2B5EF4-FFF2-40B4-BE49-F238E27FC236}">
                  <a16:creationId xmlns:a16="http://schemas.microsoft.com/office/drawing/2014/main" id="{D900F3B3-A1A6-4A4A-9768-B08A60BCF080}"/>
                </a:ext>
              </a:extLst>
            </p:cNvPr>
            <p:cNvSpPr/>
            <p:nvPr userDrawn="1"/>
          </p:nvSpPr>
          <p:spPr>
            <a:xfrm>
              <a:off x="227988" y="2581593"/>
              <a:ext cx="500844" cy="553998"/>
            </a:xfrm>
            <a:prstGeom prst="rect">
              <a:avLst/>
            </a:prstGeom>
          </p:spPr>
          <p:txBody>
            <a:bodyPr wrap="none" anchor="ctr">
              <a:spAutoFit/>
            </a:bodyPr>
            <a:lstStyle/>
            <a:p>
              <a:pPr algn="ctr"/>
              <a:r>
                <a:rPr lang="en-US" sz="1200">
                  <a:solidFill>
                    <a:srgbClr val="314792">
                      <a:alpha val="49000"/>
                    </a:srgbClr>
                  </a:solidFill>
                  <a:latin typeface="Designball-Social-01" pitchFamily="2" charset="0"/>
                </a:rPr>
                <a:t>c</a:t>
              </a:r>
            </a:p>
          </p:txBody>
        </p:sp>
        <p:sp>
          <p:nvSpPr>
            <p:cNvPr id="12" name="Rectangle 11">
              <a:hlinkClick r:id="rId2"/>
              <a:extLst>
                <a:ext uri="{FF2B5EF4-FFF2-40B4-BE49-F238E27FC236}">
                  <a16:creationId xmlns:a16="http://schemas.microsoft.com/office/drawing/2014/main" id="{C1510384-2C3D-4EBE-BD59-99BB4F7B1D95}"/>
                </a:ext>
              </a:extLst>
            </p:cNvPr>
            <p:cNvSpPr/>
            <p:nvPr userDrawn="1"/>
          </p:nvSpPr>
          <p:spPr>
            <a:xfrm>
              <a:off x="311927" y="200584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3" name="Rectangle 12">
              <a:hlinkClick r:id="rId3"/>
              <a:extLst>
                <a:ext uri="{FF2B5EF4-FFF2-40B4-BE49-F238E27FC236}">
                  <a16:creationId xmlns:a16="http://schemas.microsoft.com/office/drawing/2014/main" id="{E820DE5E-C61D-42D9-9F6F-1E352E9F4232}"/>
                </a:ext>
              </a:extLst>
            </p:cNvPr>
            <p:cNvSpPr/>
            <p:nvPr userDrawn="1"/>
          </p:nvSpPr>
          <p:spPr>
            <a:xfrm>
              <a:off x="311927" y="1375076"/>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sp>
          <p:nvSpPr>
            <p:cNvPr id="14" name="Rectangle 13">
              <a:hlinkClick r:id="rId4"/>
              <a:extLst>
                <a:ext uri="{FF2B5EF4-FFF2-40B4-BE49-F238E27FC236}">
                  <a16:creationId xmlns:a16="http://schemas.microsoft.com/office/drawing/2014/main" id="{D6187E50-754A-44EE-BA02-05EBB604955C}"/>
                </a:ext>
              </a:extLst>
            </p:cNvPr>
            <p:cNvSpPr/>
            <p:nvPr userDrawn="1"/>
          </p:nvSpPr>
          <p:spPr>
            <a:xfrm>
              <a:off x="311927" y="2636618"/>
              <a:ext cx="332961" cy="443947"/>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rgbClr val="314792">
                    <a:alpha val="49000"/>
                  </a:srgbClr>
                </a:solidFill>
              </a:endParaRPr>
            </a:p>
          </p:txBody>
        </p:sp>
      </p:grpSp>
      <p:cxnSp>
        <p:nvCxnSpPr>
          <p:cNvPr id="16" name="Straight Connector 15">
            <a:extLst>
              <a:ext uri="{FF2B5EF4-FFF2-40B4-BE49-F238E27FC236}">
                <a16:creationId xmlns:a16="http://schemas.microsoft.com/office/drawing/2014/main" id="{19D26279-CF3F-44FD-A4E8-B89D5F761927}"/>
              </a:ext>
            </a:extLst>
          </p:cNvPr>
          <p:cNvCxnSpPr/>
          <p:nvPr userDrawn="1"/>
        </p:nvCxnSpPr>
        <p:spPr>
          <a:xfrm>
            <a:off x="491655" y="0"/>
            <a:ext cx="0" cy="6858000"/>
          </a:xfrm>
          <a:prstGeom prst="line">
            <a:avLst/>
          </a:prstGeom>
          <a:ln w="25400">
            <a:solidFill>
              <a:srgbClr val="EBECF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29C634A3-E97D-43E8-BF4A-61945DFF0111}"/>
              </a:ext>
            </a:extLst>
          </p:cNvPr>
          <p:cNvSpPr/>
          <p:nvPr userDrawn="1"/>
        </p:nvSpPr>
        <p:spPr>
          <a:xfrm>
            <a:off x="11700345" y="0"/>
            <a:ext cx="491655" cy="6858000"/>
          </a:xfrm>
          <a:prstGeom prst="rect">
            <a:avLst/>
          </a:prstGeom>
          <a:solidFill>
            <a:srgbClr val="FFFFFF"/>
          </a:solidFill>
          <a:ln>
            <a:noFill/>
          </a:ln>
          <a:effectLst>
            <a:outerShdw blurRad="952500" dist="215900" algn="l" rotWithShape="0">
              <a:schemeClr val="accent1">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Tree>
    <p:extLst>
      <p:ext uri="{BB962C8B-B14F-4D97-AF65-F5344CB8AC3E}">
        <p14:creationId xmlns:p14="http://schemas.microsoft.com/office/powerpoint/2010/main" val="369758286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3399DF4-D239-4B46-A59E-3F2D266B8AC5}"/>
              </a:ext>
            </a:extLst>
          </p:cNvPr>
          <p:cNvSpPr/>
          <p:nvPr userDrawn="1"/>
        </p:nvSpPr>
        <p:spPr>
          <a:xfrm>
            <a:off x="781742" y="647700"/>
            <a:ext cx="10628516" cy="5524500"/>
          </a:xfrm>
          <a:prstGeom prst="rect">
            <a:avLst/>
          </a:prstGeom>
          <a:solidFill>
            <a:schemeClr val="accent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Tree>
    <p:extLst>
      <p:ext uri="{BB962C8B-B14F-4D97-AF65-F5344CB8AC3E}">
        <p14:creationId xmlns:p14="http://schemas.microsoft.com/office/powerpoint/2010/main" val="1664730143"/>
      </p:ext>
    </p:extLst>
  </p:cSld>
  <p:clrMapOvr>
    <a:masterClrMapping/>
  </p:clrMapOvr>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098827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CDD5BDAE-070D-466F-9878-EB1BC2848ED8}"/>
              </a:ext>
            </a:extLst>
          </p:cNvPr>
          <p:cNvSpPr>
            <a:spLocks noGrp="1"/>
          </p:cNvSpPr>
          <p:nvPr>
            <p:ph type="pic" sz="quarter" idx="11"/>
          </p:nvPr>
        </p:nvSpPr>
        <p:spPr>
          <a:xfrm>
            <a:off x="0" y="0"/>
            <a:ext cx="12192000" cy="6858000"/>
          </a:xfrm>
          <a:custGeom>
            <a:avLst/>
            <a:gdLst>
              <a:gd name="connsiteX0" fmla="*/ 0 w 7829549"/>
              <a:gd name="connsiteY0" fmla="*/ 0 h 7543801"/>
              <a:gd name="connsiteX1" fmla="*/ 7829549 w 7829549"/>
              <a:gd name="connsiteY1" fmla="*/ 0 h 7543801"/>
              <a:gd name="connsiteX2" fmla="*/ 7829549 w 7829549"/>
              <a:gd name="connsiteY2" fmla="*/ 7543801 h 7543801"/>
              <a:gd name="connsiteX3" fmla="*/ 0 w 7829549"/>
              <a:gd name="connsiteY3" fmla="*/ 7543801 h 7543801"/>
            </a:gdLst>
            <a:ahLst/>
            <a:cxnLst>
              <a:cxn ang="0">
                <a:pos x="connsiteX0" y="connsiteY0"/>
              </a:cxn>
              <a:cxn ang="0">
                <a:pos x="connsiteX1" y="connsiteY1"/>
              </a:cxn>
              <a:cxn ang="0">
                <a:pos x="connsiteX2" y="connsiteY2"/>
              </a:cxn>
              <a:cxn ang="0">
                <a:pos x="connsiteX3" y="connsiteY3"/>
              </a:cxn>
            </a:cxnLst>
            <a:rect l="l" t="t" r="r" b="b"/>
            <a:pathLst>
              <a:path w="7829549" h="7543801">
                <a:moveTo>
                  <a:pt x="0" y="0"/>
                </a:moveTo>
                <a:lnTo>
                  <a:pt x="7829549" y="0"/>
                </a:lnTo>
                <a:lnTo>
                  <a:pt x="7829549" y="7543801"/>
                </a:lnTo>
                <a:lnTo>
                  <a:pt x="0" y="754380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486604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200" fill="hold"/>
                                        <p:tgtEl>
                                          <p:spTgt spid="2"/>
                                        </p:tgtEl>
                                        <p:attrNameLst>
                                          <p:attrName>ppt_x</p:attrName>
                                        </p:attrNameLst>
                                      </p:cBhvr>
                                      <p:tavLst>
                                        <p:tav tm="0">
                                          <p:val>
                                            <p:strVal val="#ppt_x"/>
                                          </p:val>
                                        </p:tav>
                                        <p:tav tm="100000">
                                          <p:val>
                                            <p:strVal val="#ppt_x"/>
                                          </p:val>
                                        </p:tav>
                                      </p:tavLst>
                                    </p:anim>
                                    <p:anim calcmode="lin" valueType="num">
                                      <p:cBhvr additive="base">
                                        <p:cTn id="8" dur="22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CDD5BDAE-070D-466F-9878-EB1BC2848ED8}"/>
              </a:ext>
            </a:extLst>
          </p:cNvPr>
          <p:cNvSpPr>
            <a:spLocks noGrp="1"/>
          </p:cNvSpPr>
          <p:nvPr>
            <p:ph type="pic" sz="quarter" idx="11"/>
          </p:nvPr>
        </p:nvSpPr>
        <p:spPr>
          <a:xfrm>
            <a:off x="781742" y="647700"/>
            <a:ext cx="10628516" cy="5524500"/>
          </a:xfrm>
          <a:custGeom>
            <a:avLst/>
            <a:gdLst>
              <a:gd name="connsiteX0" fmla="*/ 0 w 7829549"/>
              <a:gd name="connsiteY0" fmla="*/ 0 h 7543801"/>
              <a:gd name="connsiteX1" fmla="*/ 7829549 w 7829549"/>
              <a:gd name="connsiteY1" fmla="*/ 0 h 7543801"/>
              <a:gd name="connsiteX2" fmla="*/ 7829549 w 7829549"/>
              <a:gd name="connsiteY2" fmla="*/ 7543801 h 7543801"/>
              <a:gd name="connsiteX3" fmla="*/ 0 w 7829549"/>
              <a:gd name="connsiteY3" fmla="*/ 7543801 h 7543801"/>
            </a:gdLst>
            <a:ahLst/>
            <a:cxnLst>
              <a:cxn ang="0">
                <a:pos x="connsiteX0" y="connsiteY0"/>
              </a:cxn>
              <a:cxn ang="0">
                <a:pos x="connsiteX1" y="connsiteY1"/>
              </a:cxn>
              <a:cxn ang="0">
                <a:pos x="connsiteX2" y="connsiteY2"/>
              </a:cxn>
              <a:cxn ang="0">
                <a:pos x="connsiteX3" y="connsiteY3"/>
              </a:cxn>
            </a:cxnLst>
            <a:rect l="l" t="t" r="r" b="b"/>
            <a:pathLst>
              <a:path w="7829549" h="7543801">
                <a:moveTo>
                  <a:pt x="0" y="0"/>
                </a:moveTo>
                <a:lnTo>
                  <a:pt x="7829549" y="0"/>
                </a:lnTo>
                <a:lnTo>
                  <a:pt x="7829549" y="7543801"/>
                </a:lnTo>
                <a:lnTo>
                  <a:pt x="0" y="754380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251236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200" fill="hold"/>
                                        <p:tgtEl>
                                          <p:spTgt spid="2"/>
                                        </p:tgtEl>
                                        <p:attrNameLst>
                                          <p:attrName>ppt_x</p:attrName>
                                        </p:attrNameLst>
                                      </p:cBhvr>
                                      <p:tavLst>
                                        <p:tav tm="0">
                                          <p:val>
                                            <p:strVal val="#ppt_x"/>
                                          </p:val>
                                        </p:tav>
                                        <p:tav tm="100000">
                                          <p:val>
                                            <p:strVal val="#ppt_x"/>
                                          </p:val>
                                        </p:tav>
                                      </p:tavLst>
                                    </p:anim>
                                    <p:anim calcmode="lin" valueType="num">
                                      <p:cBhvr additive="base">
                                        <p:cTn id="8" dur="22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extLst>
    <p:ext uri="{DCECCB84-F9BA-43D5-87BE-67443E8EF086}">
      <p15:sldGuideLst xmlns:p15="http://schemas.microsoft.com/office/powerpoint/2012/main">
        <p15:guide id="1" orient="horz" pos="4320">
          <p15:clr>
            <a:srgbClr val="FBAE40"/>
          </p15:clr>
        </p15:guide>
        <p15:guide id="2" pos="7681">
          <p15:clr>
            <a:srgbClr val="FBAE40"/>
          </p15:clr>
        </p15:guide>
        <p15:guide id="3" pos="985">
          <p15:clr>
            <a:srgbClr val="FBAE40"/>
          </p15:clr>
        </p15:guide>
        <p15:guide id="4" pos="14377">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8EC47BBF-5081-44C2-A39B-5B7D55A2CAC4}"/>
              </a:ext>
            </a:extLst>
          </p:cNvPr>
          <p:cNvSpPr>
            <a:spLocks noGrp="1"/>
          </p:cNvSpPr>
          <p:nvPr>
            <p:ph type="pic" sz="quarter" idx="11"/>
          </p:nvPr>
        </p:nvSpPr>
        <p:spPr>
          <a:xfrm>
            <a:off x="781742" y="647700"/>
            <a:ext cx="5314258" cy="5524500"/>
          </a:xfrm>
          <a:custGeom>
            <a:avLst/>
            <a:gdLst>
              <a:gd name="connsiteX0" fmla="*/ 0 w 10629899"/>
              <a:gd name="connsiteY0" fmla="*/ 0 h 11049000"/>
              <a:gd name="connsiteX1" fmla="*/ 10629899 w 10629899"/>
              <a:gd name="connsiteY1" fmla="*/ 0 h 11049000"/>
              <a:gd name="connsiteX2" fmla="*/ 10629899 w 10629899"/>
              <a:gd name="connsiteY2" fmla="*/ 11049000 h 11049000"/>
              <a:gd name="connsiteX3" fmla="*/ 0 w 10629899"/>
              <a:gd name="connsiteY3" fmla="*/ 11049000 h 11049000"/>
            </a:gdLst>
            <a:ahLst/>
            <a:cxnLst>
              <a:cxn ang="0">
                <a:pos x="connsiteX0" y="connsiteY0"/>
              </a:cxn>
              <a:cxn ang="0">
                <a:pos x="connsiteX1" y="connsiteY1"/>
              </a:cxn>
              <a:cxn ang="0">
                <a:pos x="connsiteX2" y="connsiteY2"/>
              </a:cxn>
              <a:cxn ang="0">
                <a:pos x="connsiteX3" y="connsiteY3"/>
              </a:cxn>
            </a:cxnLst>
            <a:rect l="l" t="t" r="r" b="b"/>
            <a:pathLst>
              <a:path w="10629899" h="11049000">
                <a:moveTo>
                  <a:pt x="0" y="0"/>
                </a:moveTo>
                <a:lnTo>
                  <a:pt x="10629899" y="0"/>
                </a:lnTo>
                <a:lnTo>
                  <a:pt x="10629899" y="11049000"/>
                </a:lnTo>
                <a:lnTo>
                  <a:pt x="0" y="110490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9" name="Picture Placeholder 8">
            <a:extLst>
              <a:ext uri="{FF2B5EF4-FFF2-40B4-BE49-F238E27FC236}">
                <a16:creationId xmlns:a16="http://schemas.microsoft.com/office/drawing/2014/main" id="{D59F983A-E9C3-445F-A7F1-45E2008FDCDD}"/>
              </a:ext>
            </a:extLst>
          </p:cNvPr>
          <p:cNvSpPr>
            <a:spLocks noGrp="1"/>
          </p:cNvSpPr>
          <p:nvPr>
            <p:ph type="pic" sz="quarter" idx="12"/>
          </p:nvPr>
        </p:nvSpPr>
        <p:spPr>
          <a:xfrm>
            <a:off x="6096001" y="3429000"/>
            <a:ext cx="2638804" cy="2743200"/>
          </a:xfrm>
          <a:custGeom>
            <a:avLst/>
            <a:gdLst>
              <a:gd name="connsiteX0" fmla="*/ 0 w 5278295"/>
              <a:gd name="connsiteY0" fmla="*/ 0 h 5486400"/>
              <a:gd name="connsiteX1" fmla="*/ 5278295 w 5278295"/>
              <a:gd name="connsiteY1" fmla="*/ 0 h 5486400"/>
              <a:gd name="connsiteX2" fmla="*/ 5278295 w 5278295"/>
              <a:gd name="connsiteY2" fmla="*/ 5486400 h 5486400"/>
              <a:gd name="connsiteX3" fmla="*/ 0 w 5278295"/>
              <a:gd name="connsiteY3" fmla="*/ 5486400 h 5486400"/>
            </a:gdLst>
            <a:ahLst/>
            <a:cxnLst>
              <a:cxn ang="0">
                <a:pos x="connsiteX0" y="connsiteY0"/>
              </a:cxn>
              <a:cxn ang="0">
                <a:pos x="connsiteX1" y="connsiteY1"/>
              </a:cxn>
              <a:cxn ang="0">
                <a:pos x="connsiteX2" y="connsiteY2"/>
              </a:cxn>
              <a:cxn ang="0">
                <a:pos x="connsiteX3" y="connsiteY3"/>
              </a:cxn>
            </a:cxnLst>
            <a:rect l="l" t="t" r="r" b="b"/>
            <a:pathLst>
              <a:path w="5278295" h="5486400">
                <a:moveTo>
                  <a:pt x="0" y="0"/>
                </a:moveTo>
                <a:lnTo>
                  <a:pt x="5278295" y="0"/>
                </a:lnTo>
                <a:lnTo>
                  <a:pt x="5278295" y="5486400"/>
                </a:lnTo>
                <a:lnTo>
                  <a:pt x="0" y="54864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1" name="Picture Placeholder 10">
            <a:extLst>
              <a:ext uri="{FF2B5EF4-FFF2-40B4-BE49-F238E27FC236}">
                <a16:creationId xmlns:a16="http://schemas.microsoft.com/office/drawing/2014/main" id="{BDE4FB34-EA53-468B-BEDD-E3F16B8A7852}"/>
              </a:ext>
            </a:extLst>
          </p:cNvPr>
          <p:cNvSpPr>
            <a:spLocks noGrp="1"/>
          </p:cNvSpPr>
          <p:nvPr>
            <p:ph type="pic" sz="quarter" idx="13"/>
          </p:nvPr>
        </p:nvSpPr>
        <p:spPr>
          <a:xfrm>
            <a:off x="8734804" y="647700"/>
            <a:ext cx="2675454" cy="2781300"/>
          </a:xfrm>
          <a:custGeom>
            <a:avLst/>
            <a:gdLst>
              <a:gd name="connsiteX0" fmla="*/ 0 w 5351604"/>
              <a:gd name="connsiteY0" fmla="*/ 0 h 5562600"/>
              <a:gd name="connsiteX1" fmla="*/ 5351604 w 5351604"/>
              <a:gd name="connsiteY1" fmla="*/ 0 h 5562600"/>
              <a:gd name="connsiteX2" fmla="*/ 5351604 w 5351604"/>
              <a:gd name="connsiteY2" fmla="*/ 5562600 h 5562600"/>
              <a:gd name="connsiteX3" fmla="*/ 0 w 5351604"/>
              <a:gd name="connsiteY3" fmla="*/ 5562600 h 5562600"/>
            </a:gdLst>
            <a:ahLst/>
            <a:cxnLst>
              <a:cxn ang="0">
                <a:pos x="connsiteX0" y="connsiteY0"/>
              </a:cxn>
              <a:cxn ang="0">
                <a:pos x="connsiteX1" y="connsiteY1"/>
              </a:cxn>
              <a:cxn ang="0">
                <a:pos x="connsiteX2" y="connsiteY2"/>
              </a:cxn>
              <a:cxn ang="0">
                <a:pos x="connsiteX3" y="connsiteY3"/>
              </a:cxn>
            </a:cxnLst>
            <a:rect l="l" t="t" r="r" b="b"/>
            <a:pathLst>
              <a:path w="5351604" h="5562600">
                <a:moveTo>
                  <a:pt x="0" y="0"/>
                </a:moveTo>
                <a:lnTo>
                  <a:pt x="5351604" y="0"/>
                </a:lnTo>
                <a:lnTo>
                  <a:pt x="5351604" y="5562600"/>
                </a:lnTo>
                <a:lnTo>
                  <a:pt x="0" y="55626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504906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2200" fill="hold"/>
                                        <p:tgtEl>
                                          <p:spTgt spid="8"/>
                                        </p:tgtEl>
                                        <p:attrNameLst>
                                          <p:attrName>ppt_x</p:attrName>
                                        </p:attrNameLst>
                                      </p:cBhvr>
                                      <p:tavLst>
                                        <p:tav tm="0">
                                          <p:val>
                                            <p:strVal val="#ppt_x"/>
                                          </p:val>
                                        </p:tav>
                                        <p:tav tm="100000">
                                          <p:val>
                                            <p:strVal val="#ppt_x"/>
                                          </p:val>
                                        </p:tav>
                                      </p:tavLst>
                                    </p:anim>
                                    <p:anim calcmode="lin" valueType="num">
                                      <p:cBhvr additive="base">
                                        <p:cTn id="8" dur="22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2200" fill="hold"/>
                                        <p:tgtEl>
                                          <p:spTgt spid="9"/>
                                        </p:tgtEl>
                                        <p:attrNameLst>
                                          <p:attrName>ppt_x</p:attrName>
                                        </p:attrNameLst>
                                      </p:cBhvr>
                                      <p:tavLst>
                                        <p:tav tm="0">
                                          <p:val>
                                            <p:strVal val="#ppt_x"/>
                                          </p:val>
                                        </p:tav>
                                        <p:tav tm="100000">
                                          <p:val>
                                            <p:strVal val="#ppt_x"/>
                                          </p:val>
                                        </p:tav>
                                      </p:tavLst>
                                    </p:anim>
                                    <p:anim calcmode="lin" valueType="num">
                                      <p:cBhvr additive="base">
                                        <p:cTn id="12" dur="22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2200" fill="hold"/>
                                        <p:tgtEl>
                                          <p:spTgt spid="11"/>
                                        </p:tgtEl>
                                        <p:attrNameLst>
                                          <p:attrName>ppt_x</p:attrName>
                                        </p:attrNameLst>
                                      </p:cBhvr>
                                      <p:tavLst>
                                        <p:tav tm="0">
                                          <p:val>
                                            <p:strVal val="#ppt_x"/>
                                          </p:val>
                                        </p:tav>
                                        <p:tav tm="100000">
                                          <p:val>
                                            <p:strVal val="#ppt_x"/>
                                          </p:val>
                                        </p:tav>
                                      </p:tavLst>
                                    </p:anim>
                                    <p:anim calcmode="lin" valueType="num">
                                      <p:cBhvr additive="base">
                                        <p:cTn id="16" dur="22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145268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ED8B4229-4B33-4A0A-AF4B-FF49C5161567}"/>
              </a:ext>
            </a:extLst>
          </p:cNvPr>
          <p:cNvSpPr>
            <a:spLocks noGrp="1"/>
          </p:cNvSpPr>
          <p:nvPr>
            <p:ph type="pic" sz="quarter" idx="13"/>
          </p:nvPr>
        </p:nvSpPr>
        <p:spPr>
          <a:xfrm>
            <a:off x="6096000" y="647700"/>
            <a:ext cx="6096000" cy="5524500"/>
          </a:xfrm>
          <a:custGeom>
            <a:avLst/>
            <a:gdLst>
              <a:gd name="connsiteX0" fmla="*/ 2264824 w 12193588"/>
              <a:gd name="connsiteY0" fmla="*/ 0 h 11049000"/>
              <a:gd name="connsiteX1" fmla="*/ 12193588 w 12193588"/>
              <a:gd name="connsiteY1" fmla="*/ 0 h 11049000"/>
              <a:gd name="connsiteX2" fmla="*/ 12193588 w 12193588"/>
              <a:gd name="connsiteY2" fmla="*/ 11049000 h 11049000"/>
              <a:gd name="connsiteX3" fmla="*/ 2264824 w 12193588"/>
              <a:gd name="connsiteY3" fmla="*/ 11049000 h 11049000"/>
              <a:gd name="connsiteX4" fmla="*/ 0 w 12193588"/>
              <a:gd name="connsiteY4" fmla="*/ 5524500 h 1104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3588" h="11049000">
                <a:moveTo>
                  <a:pt x="2264824" y="0"/>
                </a:moveTo>
                <a:lnTo>
                  <a:pt x="12193588" y="0"/>
                </a:lnTo>
                <a:lnTo>
                  <a:pt x="12193588" y="11049000"/>
                </a:lnTo>
                <a:lnTo>
                  <a:pt x="2264824" y="11049000"/>
                </a:lnTo>
                <a:lnTo>
                  <a:pt x="0" y="5524500"/>
                </a:lnTo>
                <a:close/>
              </a:path>
            </a:pathLst>
          </a:custGeom>
          <a:pattFill prst="pct60">
            <a:fgClr>
              <a:schemeClr val="bg1"/>
            </a:fgClr>
            <a:bgClr>
              <a:schemeClr val="bg1">
                <a:lumMod val="85000"/>
              </a:schemeClr>
            </a:bgClr>
          </a:pattFill>
          <a:effectLst>
            <a:outerShdw blurRad="711200" dist="863600" dir="10800000" sx="94000" sy="94000" algn="r" rotWithShape="0">
              <a:schemeClr val="accent1">
                <a:lumMod val="50000"/>
                <a:alpha val="63000"/>
              </a:schemeClr>
            </a:outerShdw>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03367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300" fill="hold"/>
                                        <p:tgtEl>
                                          <p:spTgt spid="12"/>
                                        </p:tgtEl>
                                        <p:attrNameLst>
                                          <p:attrName>ppt_x</p:attrName>
                                        </p:attrNameLst>
                                      </p:cBhvr>
                                      <p:tavLst>
                                        <p:tav tm="0">
                                          <p:val>
                                            <p:strVal val="1+#ppt_w/2"/>
                                          </p:val>
                                        </p:tav>
                                        <p:tav tm="100000">
                                          <p:val>
                                            <p:strVal val="#ppt_x"/>
                                          </p:val>
                                        </p:tav>
                                      </p:tavLst>
                                    </p:anim>
                                    <p:anim calcmode="lin" valueType="num">
                                      <p:cBhvr additive="base">
                                        <p:cTn id="8" dur="13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29ECCF-26E4-460B-B63D-0178A5C20500}"/>
              </a:ext>
            </a:extLst>
          </p:cNvPr>
          <p:cNvSpPr/>
          <p:nvPr/>
        </p:nvSpPr>
        <p:spPr>
          <a:xfrm>
            <a:off x="781742" y="647700"/>
            <a:ext cx="10628516" cy="5524500"/>
          </a:xfrm>
          <a:prstGeom prst="rect">
            <a:avLst/>
          </a:prstGeom>
          <a:solidFill>
            <a:schemeClr val="tx1">
              <a:lumMod val="90000"/>
              <a:lumOff val="10000"/>
              <a:alpha val="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Tree>
    <p:extLst>
      <p:ext uri="{BB962C8B-B14F-4D97-AF65-F5344CB8AC3E}">
        <p14:creationId xmlns:p14="http://schemas.microsoft.com/office/powerpoint/2010/main" val="187259474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8604283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0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A289BE9-3518-4572-9F36-A58461E16083}"/>
              </a:ext>
            </a:extLst>
          </p:cNvPr>
          <p:cNvSpPr>
            <a:spLocks noGrp="1"/>
          </p:cNvSpPr>
          <p:nvPr>
            <p:ph type="pic" sz="quarter" idx="15"/>
          </p:nvPr>
        </p:nvSpPr>
        <p:spPr>
          <a:xfrm>
            <a:off x="6515202" y="2960127"/>
            <a:ext cx="1368815" cy="937747"/>
          </a:xfrm>
          <a:custGeom>
            <a:avLst/>
            <a:gdLst>
              <a:gd name="connsiteX0" fmla="*/ 0 w 2737986"/>
              <a:gd name="connsiteY0" fmla="*/ 0 h 1875494"/>
              <a:gd name="connsiteX1" fmla="*/ 2737986 w 2737986"/>
              <a:gd name="connsiteY1" fmla="*/ 0 h 1875494"/>
              <a:gd name="connsiteX2" fmla="*/ 2737986 w 2737986"/>
              <a:gd name="connsiteY2" fmla="*/ 1875494 h 1875494"/>
              <a:gd name="connsiteX3" fmla="*/ 0 w 2737986"/>
              <a:gd name="connsiteY3" fmla="*/ 1875494 h 1875494"/>
            </a:gdLst>
            <a:ahLst/>
            <a:cxnLst>
              <a:cxn ang="0">
                <a:pos x="connsiteX0" y="connsiteY0"/>
              </a:cxn>
              <a:cxn ang="0">
                <a:pos x="connsiteX1" y="connsiteY1"/>
              </a:cxn>
              <a:cxn ang="0">
                <a:pos x="connsiteX2" y="connsiteY2"/>
              </a:cxn>
              <a:cxn ang="0">
                <a:pos x="connsiteX3" y="connsiteY3"/>
              </a:cxn>
            </a:cxnLst>
            <a:rect l="l" t="t" r="r" b="b"/>
            <a:pathLst>
              <a:path w="2737986" h="1875494">
                <a:moveTo>
                  <a:pt x="0" y="0"/>
                </a:moveTo>
                <a:lnTo>
                  <a:pt x="2737986" y="0"/>
                </a:lnTo>
                <a:lnTo>
                  <a:pt x="2737986" y="1875494"/>
                </a:lnTo>
                <a:lnTo>
                  <a:pt x="0" y="187549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0" name="Picture Placeholder 9">
            <a:extLst>
              <a:ext uri="{FF2B5EF4-FFF2-40B4-BE49-F238E27FC236}">
                <a16:creationId xmlns:a16="http://schemas.microsoft.com/office/drawing/2014/main" id="{E9995F91-8D51-4FF1-A532-B0BD4F0276E7}"/>
              </a:ext>
            </a:extLst>
          </p:cNvPr>
          <p:cNvSpPr>
            <a:spLocks noGrp="1"/>
          </p:cNvSpPr>
          <p:nvPr>
            <p:ph type="pic" sz="quarter" idx="16"/>
          </p:nvPr>
        </p:nvSpPr>
        <p:spPr>
          <a:xfrm>
            <a:off x="7932999" y="2960127"/>
            <a:ext cx="1368815" cy="937747"/>
          </a:xfrm>
          <a:custGeom>
            <a:avLst/>
            <a:gdLst>
              <a:gd name="connsiteX0" fmla="*/ 0 w 2737986"/>
              <a:gd name="connsiteY0" fmla="*/ 0 h 1875494"/>
              <a:gd name="connsiteX1" fmla="*/ 2737986 w 2737986"/>
              <a:gd name="connsiteY1" fmla="*/ 0 h 1875494"/>
              <a:gd name="connsiteX2" fmla="*/ 2737986 w 2737986"/>
              <a:gd name="connsiteY2" fmla="*/ 1875494 h 1875494"/>
              <a:gd name="connsiteX3" fmla="*/ 0 w 2737986"/>
              <a:gd name="connsiteY3" fmla="*/ 1875494 h 1875494"/>
            </a:gdLst>
            <a:ahLst/>
            <a:cxnLst>
              <a:cxn ang="0">
                <a:pos x="connsiteX0" y="connsiteY0"/>
              </a:cxn>
              <a:cxn ang="0">
                <a:pos x="connsiteX1" y="connsiteY1"/>
              </a:cxn>
              <a:cxn ang="0">
                <a:pos x="connsiteX2" y="connsiteY2"/>
              </a:cxn>
              <a:cxn ang="0">
                <a:pos x="connsiteX3" y="connsiteY3"/>
              </a:cxn>
            </a:cxnLst>
            <a:rect l="l" t="t" r="r" b="b"/>
            <a:pathLst>
              <a:path w="2737986" h="1875494">
                <a:moveTo>
                  <a:pt x="0" y="0"/>
                </a:moveTo>
                <a:lnTo>
                  <a:pt x="2737986" y="0"/>
                </a:lnTo>
                <a:lnTo>
                  <a:pt x="2737986" y="1875494"/>
                </a:lnTo>
                <a:lnTo>
                  <a:pt x="0" y="187549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1" name="Picture Placeholder 10">
            <a:extLst>
              <a:ext uri="{FF2B5EF4-FFF2-40B4-BE49-F238E27FC236}">
                <a16:creationId xmlns:a16="http://schemas.microsoft.com/office/drawing/2014/main" id="{EAC8D104-8DBC-47C1-B410-760C3B7EC2CF}"/>
              </a:ext>
            </a:extLst>
          </p:cNvPr>
          <p:cNvSpPr>
            <a:spLocks noGrp="1"/>
          </p:cNvSpPr>
          <p:nvPr>
            <p:ph type="pic" sz="quarter" idx="17"/>
          </p:nvPr>
        </p:nvSpPr>
        <p:spPr>
          <a:xfrm>
            <a:off x="9350798" y="2960127"/>
            <a:ext cx="1368814" cy="937747"/>
          </a:xfrm>
          <a:custGeom>
            <a:avLst/>
            <a:gdLst>
              <a:gd name="connsiteX0" fmla="*/ 0 w 2737984"/>
              <a:gd name="connsiteY0" fmla="*/ 0 h 1875494"/>
              <a:gd name="connsiteX1" fmla="*/ 2737984 w 2737984"/>
              <a:gd name="connsiteY1" fmla="*/ 0 h 1875494"/>
              <a:gd name="connsiteX2" fmla="*/ 2737984 w 2737984"/>
              <a:gd name="connsiteY2" fmla="*/ 1875494 h 1875494"/>
              <a:gd name="connsiteX3" fmla="*/ 0 w 2737984"/>
              <a:gd name="connsiteY3" fmla="*/ 1875494 h 1875494"/>
            </a:gdLst>
            <a:ahLst/>
            <a:cxnLst>
              <a:cxn ang="0">
                <a:pos x="connsiteX0" y="connsiteY0"/>
              </a:cxn>
              <a:cxn ang="0">
                <a:pos x="connsiteX1" y="connsiteY1"/>
              </a:cxn>
              <a:cxn ang="0">
                <a:pos x="connsiteX2" y="connsiteY2"/>
              </a:cxn>
              <a:cxn ang="0">
                <a:pos x="connsiteX3" y="connsiteY3"/>
              </a:cxn>
            </a:cxnLst>
            <a:rect l="l" t="t" r="r" b="b"/>
            <a:pathLst>
              <a:path w="2737984" h="1875494">
                <a:moveTo>
                  <a:pt x="0" y="0"/>
                </a:moveTo>
                <a:lnTo>
                  <a:pt x="2737984" y="0"/>
                </a:lnTo>
                <a:lnTo>
                  <a:pt x="2737984" y="1875494"/>
                </a:lnTo>
                <a:lnTo>
                  <a:pt x="0" y="187549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53840985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9_Custom Layout">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CDF241A1-3249-4A50-880D-BD32EE84584D}"/>
              </a:ext>
            </a:extLst>
          </p:cNvPr>
          <p:cNvSpPr>
            <a:spLocks noGrp="1"/>
          </p:cNvSpPr>
          <p:nvPr>
            <p:ph type="pic" sz="quarter" idx="15"/>
          </p:nvPr>
        </p:nvSpPr>
        <p:spPr>
          <a:xfrm>
            <a:off x="6096000" y="0"/>
            <a:ext cx="5314259" cy="6858000"/>
          </a:xfrm>
          <a:custGeom>
            <a:avLst/>
            <a:gdLst>
              <a:gd name="connsiteX0" fmla="*/ 0 w 10345056"/>
              <a:gd name="connsiteY0" fmla="*/ 0 h 10610851"/>
              <a:gd name="connsiteX1" fmla="*/ 10345056 w 10345056"/>
              <a:gd name="connsiteY1" fmla="*/ 0 h 10610851"/>
              <a:gd name="connsiteX2" fmla="*/ 10345056 w 10345056"/>
              <a:gd name="connsiteY2" fmla="*/ 10610851 h 10610851"/>
              <a:gd name="connsiteX3" fmla="*/ 0 w 10345056"/>
              <a:gd name="connsiteY3" fmla="*/ 10610851 h 10610851"/>
            </a:gdLst>
            <a:ahLst/>
            <a:cxnLst>
              <a:cxn ang="0">
                <a:pos x="connsiteX0" y="connsiteY0"/>
              </a:cxn>
              <a:cxn ang="0">
                <a:pos x="connsiteX1" y="connsiteY1"/>
              </a:cxn>
              <a:cxn ang="0">
                <a:pos x="connsiteX2" y="connsiteY2"/>
              </a:cxn>
              <a:cxn ang="0">
                <a:pos x="connsiteX3" y="connsiteY3"/>
              </a:cxn>
            </a:cxnLst>
            <a:rect l="l" t="t" r="r" b="b"/>
            <a:pathLst>
              <a:path w="10345056" h="10610851">
                <a:moveTo>
                  <a:pt x="0" y="0"/>
                </a:moveTo>
                <a:lnTo>
                  <a:pt x="10345056" y="0"/>
                </a:lnTo>
                <a:lnTo>
                  <a:pt x="10345056" y="10610851"/>
                </a:lnTo>
                <a:lnTo>
                  <a:pt x="0" y="1061085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589845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000" fill="hold"/>
                                        <p:tgtEl>
                                          <p:spTgt spid="2"/>
                                        </p:tgtEl>
                                        <p:attrNameLst>
                                          <p:attrName>ppt_x</p:attrName>
                                        </p:attrNameLst>
                                      </p:cBhvr>
                                      <p:tavLst>
                                        <p:tav tm="0">
                                          <p:val>
                                            <p:strVal val="#ppt_x"/>
                                          </p:val>
                                        </p:tav>
                                        <p:tav tm="100000">
                                          <p:val>
                                            <p:strVal val="#ppt_x"/>
                                          </p:val>
                                        </p:tav>
                                      </p:tavLst>
                                    </p:anim>
                                    <p:anim calcmode="lin" valueType="num">
                                      <p:cBhvr additive="base">
                                        <p:cTn id="8" dur="20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2" name="Picture Placeholder 75">
            <a:extLst>
              <a:ext uri="{FF2B5EF4-FFF2-40B4-BE49-F238E27FC236}">
                <a16:creationId xmlns:a16="http://schemas.microsoft.com/office/drawing/2014/main" id="{35C81404-E27E-4F36-A623-E57FC83C04C2}"/>
              </a:ext>
            </a:extLst>
          </p:cNvPr>
          <p:cNvSpPr>
            <a:spLocks noGrp="1"/>
          </p:cNvSpPr>
          <p:nvPr>
            <p:ph type="pic" sz="quarter" idx="24"/>
          </p:nvPr>
        </p:nvSpPr>
        <p:spPr>
          <a:xfrm>
            <a:off x="2960575" y="2512573"/>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effectLst>
          <a:scene3d>
            <a:camera prst="orthographicFront">
              <a:rot lat="19848000" lon="3234000" rev="17862000"/>
            </a:camera>
            <a:lightRig rig="soft" dir="t"/>
          </a:scene3d>
          <a:sp3d extrusionH="95250" prstMaterial="plastic"/>
        </p:spPr>
        <p:txBody>
          <a:bodyPr wrap="square" anchor="ctr">
            <a:noAutofit/>
          </a:bodyPr>
          <a:lstStyle>
            <a:lvl1pPr algn="ctr">
              <a:defRPr/>
            </a:lvl1pPr>
          </a:lstStyle>
          <a:p>
            <a:endParaRPr lang="en-US"/>
          </a:p>
        </p:txBody>
      </p:sp>
      <p:sp>
        <p:nvSpPr>
          <p:cNvPr id="3" name="Picture Placeholder 75">
            <a:extLst>
              <a:ext uri="{FF2B5EF4-FFF2-40B4-BE49-F238E27FC236}">
                <a16:creationId xmlns:a16="http://schemas.microsoft.com/office/drawing/2014/main" id="{B73DCDD3-849B-48E9-9914-DC8C6C493025}"/>
              </a:ext>
            </a:extLst>
          </p:cNvPr>
          <p:cNvSpPr>
            <a:spLocks noGrp="1"/>
          </p:cNvSpPr>
          <p:nvPr>
            <p:ph type="pic" sz="quarter" idx="25"/>
          </p:nvPr>
        </p:nvSpPr>
        <p:spPr>
          <a:xfrm>
            <a:off x="-177423" y="2845786"/>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effectLst>
          <a:scene3d>
            <a:camera prst="orthographicFront">
              <a:rot lat="19848000" lon="3234000" rev="17862000"/>
            </a:camera>
            <a:lightRig rig="soft" dir="t"/>
          </a:scene3d>
          <a:sp3d extrusionH="95250" prstMaterial="plastic"/>
        </p:spPr>
        <p:txBody>
          <a:bodyPr wrap="square" anchor="ctr">
            <a:noAutofit/>
          </a:bodyPr>
          <a:lstStyle>
            <a:lvl1pPr algn="ctr">
              <a:defRPr/>
            </a:lvl1pPr>
          </a:lstStyle>
          <a:p>
            <a:endParaRPr lang="en-US"/>
          </a:p>
        </p:txBody>
      </p:sp>
      <p:sp>
        <p:nvSpPr>
          <p:cNvPr id="4" name="Picture Placeholder 75">
            <a:extLst>
              <a:ext uri="{FF2B5EF4-FFF2-40B4-BE49-F238E27FC236}">
                <a16:creationId xmlns:a16="http://schemas.microsoft.com/office/drawing/2014/main" id="{8083A199-38E5-4ACB-BD72-CEC6E71018D7}"/>
              </a:ext>
            </a:extLst>
          </p:cNvPr>
          <p:cNvSpPr>
            <a:spLocks noGrp="1"/>
          </p:cNvSpPr>
          <p:nvPr>
            <p:ph type="pic" sz="quarter" idx="26"/>
          </p:nvPr>
        </p:nvSpPr>
        <p:spPr>
          <a:xfrm>
            <a:off x="2480191" y="4288872"/>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effectLst>
          <a:scene3d>
            <a:camera prst="orthographicFront">
              <a:rot lat="19848000" lon="3234000" rev="17862000"/>
            </a:camera>
            <a:lightRig rig="soft" dir="t"/>
          </a:scene3d>
          <a:sp3d extrusionH="95250" prstMaterial="plastic"/>
        </p:spPr>
        <p:txBody>
          <a:bodyPr wrap="square" anchor="ctr">
            <a:noAutofit/>
          </a:bodyPr>
          <a:lstStyle>
            <a:lvl1pPr algn="ctr">
              <a:defRPr/>
            </a:lvl1pPr>
          </a:lstStyle>
          <a:p>
            <a:endParaRPr lang="en-US"/>
          </a:p>
        </p:txBody>
      </p:sp>
      <p:sp>
        <p:nvSpPr>
          <p:cNvPr id="7" name="Picture Placeholder 75">
            <a:extLst>
              <a:ext uri="{FF2B5EF4-FFF2-40B4-BE49-F238E27FC236}">
                <a16:creationId xmlns:a16="http://schemas.microsoft.com/office/drawing/2014/main" id="{30F15E57-04C6-4909-ACB4-7ACAA591DE37}"/>
              </a:ext>
            </a:extLst>
          </p:cNvPr>
          <p:cNvSpPr>
            <a:spLocks noGrp="1"/>
          </p:cNvSpPr>
          <p:nvPr>
            <p:ph type="pic" sz="quarter" idx="29"/>
          </p:nvPr>
        </p:nvSpPr>
        <p:spPr>
          <a:xfrm>
            <a:off x="-3446134" y="3087109"/>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effectLst>
          <a:scene3d>
            <a:camera prst="orthographicFront">
              <a:rot lat="19848000" lon="3234000" rev="17862000"/>
            </a:camera>
            <a:lightRig rig="soft" dir="t"/>
          </a:scene3d>
          <a:sp3d extrusionH="95250" prstMaterial="plastic"/>
        </p:spPr>
        <p:txBody>
          <a:bodyPr wrap="square" anchor="ctr">
            <a:noAutofit/>
          </a:bodyPr>
          <a:lstStyle>
            <a:lvl1pPr algn="ctr">
              <a:defRPr/>
            </a:lvl1pPr>
          </a:lstStyle>
          <a:p>
            <a:endParaRPr lang="en-US"/>
          </a:p>
        </p:txBody>
      </p:sp>
      <p:sp>
        <p:nvSpPr>
          <p:cNvPr id="5" name="Picture Placeholder 75">
            <a:extLst>
              <a:ext uri="{FF2B5EF4-FFF2-40B4-BE49-F238E27FC236}">
                <a16:creationId xmlns:a16="http://schemas.microsoft.com/office/drawing/2014/main" id="{86FBEEA4-D851-4A6C-878E-E42016D4A514}"/>
              </a:ext>
            </a:extLst>
          </p:cNvPr>
          <p:cNvSpPr>
            <a:spLocks noGrp="1"/>
          </p:cNvSpPr>
          <p:nvPr>
            <p:ph type="pic" sz="quarter" idx="27"/>
          </p:nvPr>
        </p:nvSpPr>
        <p:spPr>
          <a:xfrm>
            <a:off x="-805022" y="4557089"/>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effectLst>
          <a:scene3d>
            <a:camera prst="orthographicFront">
              <a:rot lat="19848000" lon="3234000" rev="17862000"/>
            </a:camera>
            <a:lightRig rig="soft" dir="t"/>
          </a:scene3d>
          <a:sp3d extrusionH="95250" prstMaterial="plastic"/>
        </p:spPr>
        <p:txBody>
          <a:bodyPr wrap="square" anchor="ctr">
            <a:noAutofit/>
          </a:bodyPr>
          <a:lstStyle>
            <a:lvl1pPr algn="ctr">
              <a:defRPr/>
            </a:lvl1pPr>
          </a:lstStyle>
          <a:p>
            <a:endParaRPr lang="en-US"/>
          </a:p>
        </p:txBody>
      </p:sp>
      <p:sp>
        <p:nvSpPr>
          <p:cNvPr id="6" name="Picture Placeholder 75">
            <a:extLst>
              <a:ext uri="{FF2B5EF4-FFF2-40B4-BE49-F238E27FC236}">
                <a16:creationId xmlns:a16="http://schemas.microsoft.com/office/drawing/2014/main" id="{204CD476-3BC2-488C-9229-A7DD254475EA}"/>
              </a:ext>
            </a:extLst>
          </p:cNvPr>
          <p:cNvSpPr>
            <a:spLocks noGrp="1"/>
          </p:cNvSpPr>
          <p:nvPr>
            <p:ph type="pic" sz="quarter" idx="28"/>
          </p:nvPr>
        </p:nvSpPr>
        <p:spPr>
          <a:xfrm>
            <a:off x="1840192" y="5995429"/>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effectLst>
          <a:scene3d>
            <a:camera prst="orthographicFront">
              <a:rot lat="19848000" lon="3234000" rev="17862000"/>
            </a:camera>
            <a:lightRig rig="soft" dir="t"/>
          </a:scene3d>
          <a:sp3d extrusionH="95250" prstMaterial="plastic"/>
        </p:spPr>
        <p:txBody>
          <a:bodyPr wrap="square" anchor="ctr">
            <a:noAutofit/>
          </a:bodyPr>
          <a:lstStyle>
            <a:lvl1pPr algn="ctr">
              <a:defRPr/>
            </a:lvl1pPr>
          </a:lstStyle>
          <a:p>
            <a:endParaRPr lang="en-US"/>
          </a:p>
        </p:txBody>
      </p:sp>
    </p:spTree>
    <p:extLst>
      <p:ext uri="{BB962C8B-B14F-4D97-AF65-F5344CB8AC3E}">
        <p14:creationId xmlns:p14="http://schemas.microsoft.com/office/powerpoint/2010/main" val="1873376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decel="100000" fill="hold" grpId="0" nodeType="withEffect">
                                  <p:stCondLst>
                                    <p:cond delay="6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0" fill="hold"/>
                                        <p:tgtEl>
                                          <p:spTgt spid="2"/>
                                        </p:tgtEl>
                                        <p:attrNameLst>
                                          <p:attrName>ppt_x</p:attrName>
                                        </p:attrNameLst>
                                      </p:cBhvr>
                                      <p:tavLst>
                                        <p:tav tm="0">
                                          <p:val>
                                            <p:strVal val="0-#ppt_w/2"/>
                                          </p:val>
                                        </p:tav>
                                        <p:tav tm="100000">
                                          <p:val>
                                            <p:strVal val="#ppt_x"/>
                                          </p:val>
                                        </p:tav>
                                      </p:tavLst>
                                    </p:anim>
                                    <p:anim calcmode="lin" valueType="num">
                                      <p:cBhvr additive="base">
                                        <p:cTn id="8" dur="1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12" decel="100000" fill="hold" grpId="0" nodeType="withEffect">
                                  <p:stCondLst>
                                    <p:cond delay="7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500" fill="hold"/>
                                        <p:tgtEl>
                                          <p:spTgt spid="3"/>
                                        </p:tgtEl>
                                        <p:attrNameLst>
                                          <p:attrName>ppt_x</p:attrName>
                                        </p:attrNameLst>
                                      </p:cBhvr>
                                      <p:tavLst>
                                        <p:tav tm="0">
                                          <p:val>
                                            <p:strVal val="0-#ppt_w/2"/>
                                          </p:val>
                                        </p:tav>
                                        <p:tav tm="100000">
                                          <p:val>
                                            <p:strVal val="#ppt_x"/>
                                          </p:val>
                                        </p:tav>
                                      </p:tavLst>
                                    </p:anim>
                                    <p:anim calcmode="lin" valueType="num">
                                      <p:cBhvr additive="base">
                                        <p:cTn id="12" dur="1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12" decel="100000" fill="hold" grpId="0" nodeType="withEffect">
                                  <p:stCondLst>
                                    <p:cond delay="80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500" fill="hold"/>
                                        <p:tgtEl>
                                          <p:spTgt spid="4"/>
                                        </p:tgtEl>
                                        <p:attrNameLst>
                                          <p:attrName>ppt_x</p:attrName>
                                        </p:attrNameLst>
                                      </p:cBhvr>
                                      <p:tavLst>
                                        <p:tav tm="0">
                                          <p:val>
                                            <p:strVal val="0-#ppt_w/2"/>
                                          </p:val>
                                        </p:tav>
                                        <p:tav tm="100000">
                                          <p:val>
                                            <p:strVal val="#ppt_x"/>
                                          </p:val>
                                        </p:tav>
                                      </p:tavLst>
                                    </p:anim>
                                    <p:anim calcmode="lin" valueType="num">
                                      <p:cBhvr additive="base">
                                        <p:cTn id="16" dur="1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12" decel="100000" fill="hold" grpId="0" nodeType="withEffect">
                                  <p:stCondLst>
                                    <p:cond delay="9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500" fill="hold"/>
                                        <p:tgtEl>
                                          <p:spTgt spid="7"/>
                                        </p:tgtEl>
                                        <p:attrNameLst>
                                          <p:attrName>ppt_x</p:attrName>
                                        </p:attrNameLst>
                                      </p:cBhvr>
                                      <p:tavLst>
                                        <p:tav tm="0">
                                          <p:val>
                                            <p:strVal val="0-#ppt_w/2"/>
                                          </p:val>
                                        </p:tav>
                                        <p:tav tm="100000">
                                          <p:val>
                                            <p:strVal val="#ppt_x"/>
                                          </p:val>
                                        </p:tav>
                                      </p:tavLst>
                                    </p:anim>
                                    <p:anim calcmode="lin" valueType="num">
                                      <p:cBhvr additive="base">
                                        <p:cTn id="20" dur="1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12" decel="100000" fill="hold" grpId="0" nodeType="withEffect">
                                  <p:stCondLst>
                                    <p:cond delay="100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1500" fill="hold"/>
                                        <p:tgtEl>
                                          <p:spTgt spid="5"/>
                                        </p:tgtEl>
                                        <p:attrNameLst>
                                          <p:attrName>ppt_x</p:attrName>
                                        </p:attrNameLst>
                                      </p:cBhvr>
                                      <p:tavLst>
                                        <p:tav tm="0">
                                          <p:val>
                                            <p:strVal val="0-#ppt_w/2"/>
                                          </p:val>
                                        </p:tav>
                                        <p:tav tm="100000">
                                          <p:val>
                                            <p:strVal val="#ppt_x"/>
                                          </p:val>
                                        </p:tav>
                                      </p:tavLst>
                                    </p:anim>
                                    <p:anim calcmode="lin" valueType="num">
                                      <p:cBhvr additive="base">
                                        <p:cTn id="24" dur="1500" fill="hold"/>
                                        <p:tgtEl>
                                          <p:spTgt spid="5"/>
                                        </p:tgtEl>
                                        <p:attrNameLst>
                                          <p:attrName>ppt_y</p:attrName>
                                        </p:attrNameLst>
                                      </p:cBhvr>
                                      <p:tavLst>
                                        <p:tav tm="0">
                                          <p:val>
                                            <p:strVal val="1+#ppt_h/2"/>
                                          </p:val>
                                        </p:tav>
                                        <p:tav tm="100000">
                                          <p:val>
                                            <p:strVal val="#ppt_y"/>
                                          </p:val>
                                        </p:tav>
                                      </p:tavLst>
                                    </p:anim>
                                  </p:childTnLst>
                                </p:cTn>
                              </p:par>
                              <p:par>
                                <p:cTn id="25" presetID="2" presetClass="entr" presetSubtype="12" decel="100000" fill="hold" grpId="0" nodeType="withEffect">
                                  <p:stCondLst>
                                    <p:cond delay="110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0" fill="hold"/>
                                        <p:tgtEl>
                                          <p:spTgt spid="6"/>
                                        </p:tgtEl>
                                        <p:attrNameLst>
                                          <p:attrName>ppt_x</p:attrName>
                                        </p:attrNameLst>
                                      </p:cBhvr>
                                      <p:tavLst>
                                        <p:tav tm="0">
                                          <p:val>
                                            <p:strVal val="0-#ppt_w/2"/>
                                          </p:val>
                                        </p:tav>
                                        <p:tav tm="100000">
                                          <p:val>
                                            <p:strVal val="#ppt_x"/>
                                          </p:val>
                                        </p:tav>
                                      </p:tavLst>
                                    </p:anim>
                                    <p:anim calcmode="lin" valueType="num">
                                      <p:cBhvr additive="base">
                                        <p:cTn id="28" dur="1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7" grpId="0" animBg="1"/>
      <p:bldP spid="5" grpId="0" animBg="1"/>
      <p:bldP spid="6" grpId="0" animBg="1"/>
    </p:bldLst>
  </p:timing>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sp>
        <p:nvSpPr>
          <p:cNvPr id="2" name="Picture Placeholder 75">
            <a:extLst>
              <a:ext uri="{FF2B5EF4-FFF2-40B4-BE49-F238E27FC236}">
                <a16:creationId xmlns:a16="http://schemas.microsoft.com/office/drawing/2014/main" id="{35C81404-E27E-4F36-A623-E57FC83C04C2}"/>
              </a:ext>
            </a:extLst>
          </p:cNvPr>
          <p:cNvSpPr>
            <a:spLocks noGrp="1"/>
          </p:cNvSpPr>
          <p:nvPr>
            <p:ph type="pic" sz="quarter" idx="24"/>
          </p:nvPr>
        </p:nvSpPr>
        <p:spPr>
          <a:xfrm>
            <a:off x="3451805" y="1941447"/>
            <a:ext cx="5288390" cy="2975107"/>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accent3">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a:lvl1pPr>
          </a:lstStyle>
          <a:p>
            <a:endParaRPr lang="en-US"/>
          </a:p>
        </p:txBody>
      </p:sp>
    </p:spTree>
    <p:extLst>
      <p:ext uri="{BB962C8B-B14F-4D97-AF65-F5344CB8AC3E}">
        <p14:creationId xmlns:p14="http://schemas.microsoft.com/office/powerpoint/2010/main" val="246162228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17" name="Picture Placeholder 75">
            <a:extLst>
              <a:ext uri="{FF2B5EF4-FFF2-40B4-BE49-F238E27FC236}">
                <a16:creationId xmlns:a16="http://schemas.microsoft.com/office/drawing/2014/main" id="{DE1F0CA1-994C-4B15-BD61-C1FC8BE244E3}"/>
              </a:ext>
            </a:extLst>
          </p:cNvPr>
          <p:cNvSpPr>
            <a:spLocks noGrp="1"/>
          </p:cNvSpPr>
          <p:nvPr>
            <p:ph type="pic" sz="quarter" idx="34"/>
          </p:nvPr>
        </p:nvSpPr>
        <p:spPr>
          <a:xfrm>
            <a:off x="5795324" y="-2019910"/>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18" name="Picture Placeholder 75">
            <a:extLst>
              <a:ext uri="{FF2B5EF4-FFF2-40B4-BE49-F238E27FC236}">
                <a16:creationId xmlns:a16="http://schemas.microsoft.com/office/drawing/2014/main" id="{CCDC6E92-1B4E-4F2A-BD85-917834D7D1BF}"/>
              </a:ext>
            </a:extLst>
          </p:cNvPr>
          <p:cNvSpPr>
            <a:spLocks noGrp="1"/>
          </p:cNvSpPr>
          <p:nvPr>
            <p:ph type="pic" sz="quarter" idx="35"/>
          </p:nvPr>
        </p:nvSpPr>
        <p:spPr>
          <a:xfrm>
            <a:off x="8398700" y="-594066"/>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19" name="Picture Placeholder 75">
            <a:extLst>
              <a:ext uri="{FF2B5EF4-FFF2-40B4-BE49-F238E27FC236}">
                <a16:creationId xmlns:a16="http://schemas.microsoft.com/office/drawing/2014/main" id="{60FE58BF-2882-4922-8BE2-DC5C806999A3}"/>
              </a:ext>
            </a:extLst>
          </p:cNvPr>
          <p:cNvSpPr>
            <a:spLocks noGrp="1"/>
          </p:cNvSpPr>
          <p:nvPr>
            <p:ph type="pic" sz="quarter" idx="36"/>
          </p:nvPr>
        </p:nvSpPr>
        <p:spPr>
          <a:xfrm>
            <a:off x="11002077" y="831779"/>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13" name="Picture Placeholder 75">
            <a:extLst>
              <a:ext uri="{FF2B5EF4-FFF2-40B4-BE49-F238E27FC236}">
                <a16:creationId xmlns:a16="http://schemas.microsoft.com/office/drawing/2014/main" id="{DFC0A416-BD43-4889-A746-153B68F952A1}"/>
              </a:ext>
            </a:extLst>
          </p:cNvPr>
          <p:cNvSpPr>
            <a:spLocks noGrp="1"/>
          </p:cNvSpPr>
          <p:nvPr>
            <p:ph type="pic" sz="quarter" idx="30"/>
          </p:nvPr>
        </p:nvSpPr>
        <p:spPr>
          <a:xfrm>
            <a:off x="3092594" y="-1470698"/>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14" name="Picture Placeholder 75">
            <a:extLst>
              <a:ext uri="{FF2B5EF4-FFF2-40B4-BE49-F238E27FC236}">
                <a16:creationId xmlns:a16="http://schemas.microsoft.com/office/drawing/2014/main" id="{0B4C680D-3D96-4F02-8FDE-6C344B4EA949}"/>
              </a:ext>
            </a:extLst>
          </p:cNvPr>
          <p:cNvSpPr>
            <a:spLocks noGrp="1"/>
          </p:cNvSpPr>
          <p:nvPr>
            <p:ph type="pic" sz="quarter" idx="31"/>
          </p:nvPr>
        </p:nvSpPr>
        <p:spPr>
          <a:xfrm>
            <a:off x="5695970" y="-44854"/>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15" name="Picture Placeholder 75">
            <a:extLst>
              <a:ext uri="{FF2B5EF4-FFF2-40B4-BE49-F238E27FC236}">
                <a16:creationId xmlns:a16="http://schemas.microsoft.com/office/drawing/2014/main" id="{0136ECC1-14F7-404A-BB65-765B022634A5}"/>
              </a:ext>
            </a:extLst>
          </p:cNvPr>
          <p:cNvSpPr>
            <a:spLocks noGrp="1"/>
          </p:cNvSpPr>
          <p:nvPr>
            <p:ph type="pic" sz="quarter" idx="32"/>
          </p:nvPr>
        </p:nvSpPr>
        <p:spPr>
          <a:xfrm>
            <a:off x="8307095" y="1365493"/>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16" name="Picture Placeholder 75">
            <a:extLst>
              <a:ext uri="{FF2B5EF4-FFF2-40B4-BE49-F238E27FC236}">
                <a16:creationId xmlns:a16="http://schemas.microsoft.com/office/drawing/2014/main" id="{61F32264-5F7E-4A46-97AB-AABAB86F1EA9}"/>
              </a:ext>
            </a:extLst>
          </p:cNvPr>
          <p:cNvSpPr>
            <a:spLocks noGrp="1"/>
          </p:cNvSpPr>
          <p:nvPr>
            <p:ph type="pic" sz="quarter" idx="33"/>
          </p:nvPr>
        </p:nvSpPr>
        <p:spPr>
          <a:xfrm>
            <a:off x="10911794" y="2784466"/>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2" name="Picture Placeholder 75">
            <a:extLst>
              <a:ext uri="{FF2B5EF4-FFF2-40B4-BE49-F238E27FC236}">
                <a16:creationId xmlns:a16="http://schemas.microsoft.com/office/drawing/2014/main" id="{35C81404-E27E-4F36-A623-E57FC83C04C2}"/>
              </a:ext>
            </a:extLst>
          </p:cNvPr>
          <p:cNvSpPr>
            <a:spLocks noGrp="1"/>
          </p:cNvSpPr>
          <p:nvPr>
            <p:ph type="pic" sz="quarter" idx="24"/>
          </p:nvPr>
        </p:nvSpPr>
        <p:spPr>
          <a:xfrm>
            <a:off x="151309" y="-1058251"/>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8" name="Picture Placeholder 75">
            <a:extLst>
              <a:ext uri="{FF2B5EF4-FFF2-40B4-BE49-F238E27FC236}">
                <a16:creationId xmlns:a16="http://schemas.microsoft.com/office/drawing/2014/main" id="{65B77482-57E1-46FD-913A-0092573AC5F1}"/>
              </a:ext>
            </a:extLst>
          </p:cNvPr>
          <p:cNvSpPr>
            <a:spLocks noGrp="1"/>
          </p:cNvSpPr>
          <p:nvPr>
            <p:ph type="pic" sz="quarter" idx="25"/>
          </p:nvPr>
        </p:nvSpPr>
        <p:spPr>
          <a:xfrm>
            <a:off x="2754685" y="367594"/>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9" name="Picture Placeholder 75">
            <a:extLst>
              <a:ext uri="{FF2B5EF4-FFF2-40B4-BE49-F238E27FC236}">
                <a16:creationId xmlns:a16="http://schemas.microsoft.com/office/drawing/2014/main" id="{B37A391A-9563-4D8D-9F81-AF2A558906BA}"/>
              </a:ext>
            </a:extLst>
          </p:cNvPr>
          <p:cNvSpPr>
            <a:spLocks noGrp="1"/>
          </p:cNvSpPr>
          <p:nvPr>
            <p:ph type="pic" sz="quarter" idx="26"/>
          </p:nvPr>
        </p:nvSpPr>
        <p:spPr>
          <a:xfrm>
            <a:off x="5358062" y="1793439"/>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10" name="Picture Placeholder 75">
            <a:extLst>
              <a:ext uri="{FF2B5EF4-FFF2-40B4-BE49-F238E27FC236}">
                <a16:creationId xmlns:a16="http://schemas.microsoft.com/office/drawing/2014/main" id="{905913FF-40D6-422E-AE96-62587D32CE1B}"/>
              </a:ext>
            </a:extLst>
          </p:cNvPr>
          <p:cNvSpPr>
            <a:spLocks noGrp="1"/>
          </p:cNvSpPr>
          <p:nvPr>
            <p:ph type="pic" sz="quarter" idx="27"/>
          </p:nvPr>
        </p:nvSpPr>
        <p:spPr>
          <a:xfrm>
            <a:off x="7969186" y="3203785"/>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11" name="Picture Placeholder 75">
            <a:extLst>
              <a:ext uri="{FF2B5EF4-FFF2-40B4-BE49-F238E27FC236}">
                <a16:creationId xmlns:a16="http://schemas.microsoft.com/office/drawing/2014/main" id="{139B3716-743D-4E4C-8E9E-28622348549F}"/>
              </a:ext>
            </a:extLst>
          </p:cNvPr>
          <p:cNvSpPr>
            <a:spLocks noGrp="1"/>
          </p:cNvSpPr>
          <p:nvPr>
            <p:ph type="pic" sz="quarter" idx="28"/>
          </p:nvPr>
        </p:nvSpPr>
        <p:spPr>
          <a:xfrm>
            <a:off x="10573886" y="4622758"/>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Tree>
    <p:extLst>
      <p:ext uri="{BB962C8B-B14F-4D97-AF65-F5344CB8AC3E}">
        <p14:creationId xmlns:p14="http://schemas.microsoft.com/office/powerpoint/2010/main" val="2634868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1500" fill="hold"/>
                                        <p:tgtEl>
                                          <p:spTgt spid="17"/>
                                        </p:tgtEl>
                                        <p:attrNameLst>
                                          <p:attrName>ppt_x</p:attrName>
                                        </p:attrNameLst>
                                      </p:cBhvr>
                                      <p:tavLst>
                                        <p:tav tm="0">
                                          <p:val>
                                            <p:strVal val="#ppt_x"/>
                                          </p:val>
                                        </p:tav>
                                        <p:tav tm="100000">
                                          <p:val>
                                            <p:strVal val="#ppt_x"/>
                                          </p:val>
                                        </p:tav>
                                      </p:tavLst>
                                    </p:anim>
                                    <p:anim calcmode="lin" valueType="num">
                                      <p:cBhvr additive="base">
                                        <p:cTn id="8" dur="1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1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1500" fill="hold"/>
                                        <p:tgtEl>
                                          <p:spTgt spid="18"/>
                                        </p:tgtEl>
                                        <p:attrNameLst>
                                          <p:attrName>ppt_x</p:attrName>
                                        </p:attrNameLst>
                                      </p:cBhvr>
                                      <p:tavLst>
                                        <p:tav tm="0">
                                          <p:val>
                                            <p:strVal val="#ppt_x"/>
                                          </p:val>
                                        </p:tav>
                                        <p:tav tm="100000">
                                          <p:val>
                                            <p:strVal val="#ppt_x"/>
                                          </p:val>
                                        </p:tav>
                                      </p:tavLst>
                                    </p:anim>
                                    <p:anim calcmode="lin" valueType="num">
                                      <p:cBhvr additive="base">
                                        <p:cTn id="12" dur="1500" fill="hold"/>
                                        <p:tgtEl>
                                          <p:spTgt spid="18"/>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20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1500" fill="hold"/>
                                        <p:tgtEl>
                                          <p:spTgt spid="19"/>
                                        </p:tgtEl>
                                        <p:attrNameLst>
                                          <p:attrName>ppt_x</p:attrName>
                                        </p:attrNameLst>
                                      </p:cBhvr>
                                      <p:tavLst>
                                        <p:tav tm="0">
                                          <p:val>
                                            <p:strVal val="#ppt_x"/>
                                          </p:val>
                                        </p:tav>
                                        <p:tav tm="100000">
                                          <p:val>
                                            <p:strVal val="#ppt_x"/>
                                          </p:val>
                                        </p:tav>
                                      </p:tavLst>
                                    </p:anim>
                                    <p:anim calcmode="lin" valueType="num">
                                      <p:cBhvr additive="base">
                                        <p:cTn id="16" dur="1500" fill="hold"/>
                                        <p:tgtEl>
                                          <p:spTgt spid="19"/>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30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1500" fill="hold"/>
                                        <p:tgtEl>
                                          <p:spTgt spid="13"/>
                                        </p:tgtEl>
                                        <p:attrNameLst>
                                          <p:attrName>ppt_x</p:attrName>
                                        </p:attrNameLst>
                                      </p:cBhvr>
                                      <p:tavLst>
                                        <p:tav tm="0">
                                          <p:val>
                                            <p:strVal val="#ppt_x"/>
                                          </p:val>
                                        </p:tav>
                                        <p:tav tm="100000">
                                          <p:val>
                                            <p:strVal val="#ppt_x"/>
                                          </p:val>
                                        </p:tav>
                                      </p:tavLst>
                                    </p:anim>
                                    <p:anim calcmode="lin" valueType="num">
                                      <p:cBhvr additive="base">
                                        <p:cTn id="20" dur="1500" fill="hold"/>
                                        <p:tgtEl>
                                          <p:spTgt spid="13"/>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p:stCondLst>
                                    <p:cond delay="40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1500" fill="hold"/>
                                        <p:tgtEl>
                                          <p:spTgt spid="14"/>
                                        </p:tgtEl>
                                        <p:attrNameLst>
                                          <p:attrName>ppt_x</p:attrName>
                                        </p:attrNameLst>
                                      </p:cBhvr>
                                      <p:tavLst>
                                        <p:tav tm="0">
                                          <p:val>
                                            <p:strVal val="#ppt_x"/>
                                          </p:val>
                                        </p:tav>
                                        <p:tav tm="100000">
                                          <p:val>
                                            <p:strVal val="#ppt_x"/>
                                          </p:val>
                                        </p:tav>
                                      </p:tavLst>
                                    </p:anim>
                                    <p:anim calcmode="lin" valueType="num">
                                      <p:cBhvr additive="base">
                                        <p:cTn id="24" dur="1500" fill="hold"/>
                                        <p:tgtEl>
                                          <p:spTgt spid="14"/>
                                        </p:tgtEl>
                                        <p:attrNameLst>
                                          <p:attrName>ppt_y</p:attrName>
                                        </p:attrNameLst>
                                      </p:cBhvr>
                                      <p:tavLst>
                                        <p:tav tm="0">
                                          <p:val>
                                            <p:strVal val="1+#ppt_h/2"/>
                                          </p:val>
                                        </p:tav>
                                        <p:tav tm="100000">
                                          <p:val>
                                            <p:strVal val="#ppt_y"/>
                                          </p:val>
                                        </p:tav>
                                      </p:tavLst>
                                    </p:anim>
                                  </p:childTnLst>
                                </p:cTn>
                              </p:par>
                              <p:par>
                                <p:cTn id="25" presetID="2" presetClass="entr" presetSubtype="4" decel="100000" fill="hold" grpId="0" nodeType="withEffect">
                                  <p:stCondLst>
                                    <p:cond delay="50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1500" fill="hold"/>
                                        <p:tgtEl>
                                          <p:spTgt spid="15"/>
                                        </p:tgtEl>
                                        <p:attrNameLst>
                                          <p:attrName>ppt_x</p:attrName>
                                        </p:attrNameLst>
                                      </p:cBhvr>
                                      <p:tavLst>
                                        <p:tav tm="0">
                                          <p:val>
                                            <p:strVal val="#ppt_x"/>
                                          </p:val>
                                        </p:tav>
                                        <p:tav tm="100000">
                                          <p:val>
                                            <p:strVal val="#ppt_x"/>
                                          </p:val>
                                        </p:tav>
                                      </p:tavLst>
                                    </p:anim>
                                    <p:anim calcmode="lin" valueType="num">
                                      <p:cBhvr additive="base">
                                        <p:cTn id="28" dur="1500" fill="hold"/>
                                        <p:tgtEl>
                                          <p:spTgt spid="15"/>
                                        </p:tgtEl>
                                        <p:attrNameLst>
                                          <p:attrName>ppt_y</p:attrName>
                                        </p:attrNameLst>
                                      </p:cBhvr>
                                      <p:tavLst>
                                        <p:tav tm="0">
                                          <p:val>
                                            <p:strVal val="1+#ppt_h/2"/>
                                          </p:val>
                                        </p:tav>
                                        <p:tav tm="100000">
                                          <p:val>
                                            <p:strVal val="#ppt_y"/>
                                          </p:val>
                                        </p:tav>
                                      </p:tavLst>
                                    </p:anim>
                                  </p:childTnLst>
                                </p:cTn>
                              </p:par>
                              <p:par>
                                <p:cTn id="29" presetID="2" presetClass="entr" presetSubtype="4" decel="100000" fill="hold" grpId="0" nodeType="withEffect">
                                  <p:stCondLst>
                                    <p:cond delay="60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1500" fill="hold"/>
                                        <p:tgtEl>
                                          <p:spTgt spid="16"/>
                                        </p:tgtEl>
                                        <p:attrNameLst>
                                          <p:attrName>ppt_x</p:attrName>
                                        </p:attrNameLst>
                                      </p:cBhvr>
                                      <p:tavLst>
                                        <p:tav tm="0">
                                          <p:val>
                                            <p:strVal val="#ppt_x"/>
                                          </p:val>
                                        </p:tav>
                                        <p:tav tm="100000">
                                          <p:val>
                                            <p:strVal val="#ppt_x"/>
                                          </p:val>
                                        </p:tav>
                                      </p:tavLst>
                                    </p:anim>
                                    <p:anim calcmode="lin" valueType="num">
                                      <p:cBhvr additive="base">
                                        <p:cTn id="32" dur="1500" fill="hold"/>
                                        <p:tgtEl>
                                          <p:spTgt spid="16"/>
                                        </p:tgtEl>
                                        <p:attrNameLst>
                                          <p:attrName>ppt_y</p:attrName>
                                        </p:attrNameLst>
                                      </p:cBhvr>
                                      <p:tavLst>
                                        <p:tav tm="0">
                                          <p:val>
                                            <p:strVal val="1+#ppt_h/2"/>
                                          </p:val>
                                        </p:tav>
                                        <p:tav tm="100000">
                                          <p:val>
                                            <p:strVal val="#ppt_y"/>
                                          </p:val>
                                        </p:tav>
                                      </p:tavLst>
                                    </p:anim>
                                  </p:childTnLst>
                                </p:cTn>
                              </p:par>
                              <p:par>
                                <p:cTn id="33" presetID="2" presetClass="entr" presetSubtype="4" decel="100000" fill="hold" grpId="0" nodeType="withEffect">
                                  <p:stCondLst>
                                    <p:cond delay="70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1500" fill="hold"/>
                                        <p:tgtEl>
                                          <p:spTgt spid="2"/>
                                        </p:tgtEl>
                                        <p:attrNameLst>
                                          <p:attrName>ppt_x</p:attrName>
                                        </p:attrNameLst>
                                      </p:cBhvr>
                                      <p:tavLst>
                                        <p:tav tm="0">
                                          <p:val>
                                            <p:strVal val="#ppt_x"/>
                                          </p:val>
                                        </p:tav>
                                        <p:tav tm="100000">
                                          <p:val>
                                            <p:strVal val="#ppt_x"/>
                                          </p:val>
                                        </p:tav>
                                      </p:tavLst>
                                    </p:anim>
                                    <p:anim calcmode="lin" valueType="num">
                                      <p:cBhvr additive="base">
                                        <p:cTn id="36" dur="1500" fill="hold"/>
                                        <p:tgtEl>
                                          <p:spTgt spid="2"/>
                                        </p:tgtEl>
                                        <p:attrNameLst>
                                          <p:attrName>ppt_y</p:attrName>
                                        </p:attrNameLst>
                                      </p:cBhvr>
                                      <p:tavLst>
                                        <p:tav tm="0">
                                          <p:val>
                                            <p:strVal val="1+#ppt_h/2"/>
                                          </p:val>
                                        </p:tav>
                                        <p:tav tm="100000">
                                          <p:val>
                                            <p:strVal val="#ppt_y"/>
                                          </p:val>
                                        </p:tav>
                                      </p:tavLst>
                                    </p:anim>
                                  </p:childTnLst>
                                </p:cTn>
                              </p:par>
                              <p:par>
                                <p:cTn id="37" presetID="2" presetClass="entr" presetSubtype="4" decel="100000" fill="hold" grpId="0" nodeType="withEffect">
                                  <p:stCondLst>
                                    <p:cond delay="80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1500" fill="hold"/>
                                        <p:tgtEl>
                                          <p:spTgt spid="8"/>
                                        </p:tgtEl>
                                        <p:attrNameLst>
                                          <p:attrName>ppt_x</p:attrName>
                                        </p:attrNameLst>
                                      </p:cBhvr>
                                      <p:tavLst>
                                        <p:tav tm="0">
                                          <p:val>
                                            <p:strVal val="#ppt_x"/>
                                          </p:val>
                                        </p:tav>
                                        <p:tav tm="100000">
                                          <p:val>
                                            <p:strVal val="#ppt_x"/>
                                          </p:val>
                                        </p:tav>
                                      </p:tavLst>
                                    </p:anim>
                                    <p:anim calcmode="lin" valueType="num">
                                      <p:cBhvr additive="base">
                                        <p:cTn id="40" dur="1500" fill="hold"/>
                                        <p:tgtEl>
                                          <p:spTgt spid="8"/>
                                        </p:tgtEl>
                                        <p:attrNameLst>
                                          <p:attrName>ppt_y</p:attrName>
                                        </p:attrNameLst>
                                      </p:cBhvr>
                                      <p:tavLst>
                                        <p:tav tm="0">
                                          <p:val>
                                            <p:strVal val="1+#ppt_h/2"/>
                                          </p:val>
                                        </p:tav>
                                        <p:tav tm="100000">
                                          <p:val>
                                            <p:strVal val="#ppt_y"/>
                                          </p:val>
                                        </p:tav>
                                      </p:tavLst>
                                    </p:anim>
                                  </p:childTnLst>
                                </p:cTn>
                              </p:par>
                              <p:par>
                                <p:cTn id="41" presetID="2" presetClass="entr" presetSubtype="4" decel="100000" fill="hold" grpId="0" nodeType="withEffect">
                                  <p:stCondLst>
                                    <p:cond delay="90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1500" fill="hold"/>
                                        <p:tgtEl>
                                          <p:spTgt spid="9"/>
                                        </p:tgtEl>
                                        <p:attrNameLst>
                                          <p:attrName>ppt_x</p:attrName>
                                        </p:attrNameLst>
                                      </p:cBhvr>
                                      <p:tavLst>
                                        <p:tav tm="0">
                                          <p:val>
                                            <p:strVal val="#ppt_x"/>
                                          </p:val>
                                        </p:tav>
                                        <p:tav tm="100000">
                                          <p:val>
                                            <p:strVal val="#ppt_x"/>
                                          </p:val>
                                        </p:tav>
                                      </p:tavLst>
                                    </p:anim>
                                    <p:anim calcmode="lin" valueType="num">
                                      <p:cBhvr additive="base">
                                        <p:cTn id="44" dur="1500" fill="hold"/>
                                        <p:tgtEl>
                                          <p:spTgt spid="9"/>
                                        </p:tgtEl>
                                        <p:attrNameLst>
                                          <p:attrName>ppt_y</p:attrName>
                                        </p:attrNameLst>
                                      </p:cBhvr>
                                      <p:tavLst>
                                        <p:tav tm="0">
                                          <p:val>
                                            <p:strVal val="1+#ppt_h/2"/>
                                          </p:val>
                                        </p:tav>
                                        <p:tav tm="100000">
                                          <p:val>
                                            <p:strVal val="#ppt_y"/>
                                          </p:val>
                                        </p:tav>
                                      </p:tavLst>
                                    </p:anim>
                                  </p:childTnLst>
                                </p:cTn>
                              </p:par>
                              <p:par>
                                <p:cTn id="45" presetID="2" presetClass="entr" presetSubtype="4" decel="100000" fill="hold" grpId="0" nodeType="withEffect">
                                  <p:stCondLst>
                                    <p:cond delay="100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0" fill="hold"/>
                                        <p:tgtEl>
                                          <p:spTgt spid="10"/>
                                        </p:tgtEl>
                                        <p:attrNameLst>
                                          <p:attrName>ppt_x</p:attrName>
                                        </p:attrNameLst>
                                      </p:cBhvr>
                                      <p:tavLst>
                                        <p:tav tm="0">
                                          <p:val>
                                            <p:strVal val="#ppt_x"/>
                                          </p:val>
                                        </p:tav>
                                        <p:tav tm="100000">
                                          <p:val>
                                            <p:strVal val="#ppt_x"/>
                                          </p:val>
                                        </p:tav>
                                      </p:tavLst>
                                    </p:anim>
                                    <p:anim calcmode="lin" valueType="num">
                                      <p:cBhvr additive="base">
                                        <p:cTn id="48" dur="1500" fill="hold"/>
                                        <p:tgtEl>
                                          <p:spTgt spid="10"/>
                                        </p:tgtEl>
                                        <p:attrNameLst>
                                          <p:attrName>ppt_y</p:attrName>
                                        </p:attrNameLst>
                                      </p:cBhvr>
                                      <p:tavLst>
                                        <p:tav tm="0">
                                          <p:val>
                                            <p:strVal val="1+#ppt_h/2"/>
                                          </p:val>
                                        </p:tav>
                                        <p:tav tm="100000">
                                          <p:val>
                                            <p:strVal val="#ppt_y"/>
                                          </p:val>
                                        </p:tav>
                                      </p:tavLst>
                                    </p:anim>
                                  </p:childTnLst>
                                </p:cTn>
                              </p:par>
                              <p:par>
                                <p:cTn id="49" presetID="2" presetClass="entr" presetSubtype="4" decel="100000" fill="hold" grpId="0" nodeType="withEffect">
                                  <p:stCondLst>
                                    <p:cond delay="1100"/>
                                  </p:stCondLst>
                                  <p:childTnLst>
                                    <p:set>
                                      <p:cBhvr>
                                        <p:cTn id="50" dur="1" fill="hold">
                                          <p:stCondLst>
                                            <p:cond delay="0"/>
                                          </p:stCondLst>
                                        </p:cTn>
                                        <p:tgtEl>
                                          <p:spTgt spid="11"/>
                                        </p:tgtEl>
                                        <p:attrNameLst>
                                          <p:attrName>style.visibility</p:attrName>
                                        </p:attrNameLst>
                                      </p:cBhvr>
                                      <p:to>
                                        <p:strVal val="visible"/>
                                      </p:to>
                                    </p:set>
                                    <p:anim calcmode="lin" valueType="num">
                                      <p:cBhvr additive="base">
                                        <p:cTn id="51" dur="1500" fill="hold"/>
                                        <p:tgtEl>
                                          <p:spTgt spid="11"/>
                                        </p:tgtEl>
                                        <p:attrNameLst>
                                          <p:attrName>ppt_x</p:attrName>
                                        </p:attrNameLst>
                                      </p:cBhvr>
                                      <p:tavLst>
                                        <p:tav tm="0">
                                          <p:val>
                                            <p:strVal val="#ppt_x"/>
                                          </p:val>
                                        </p:tav>
                                        <p:tav tm="100000">
                                          <p:val>
                                            <p:strVal val="#ppt_x"/>
                                          </p:val>
                                        </p:tav>
                                      </p:tavLst>
                                    </p:anim>
                                    <p:anim calcmode="lin" valueType="num">
                                      <p:cBhvr additive="base">
                                        <p:cTn id="52" dur="1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13" grpId="0" animBg="1"/>
      <p:bldP spid="14" grpId="0" animBg="1"/>
      <p:bldP spid="15" grpId="0" animBg="1"/>
      <p:bldP spid="16" grpId="0" animBg="1"/>
      <p:bldP spid="2" grpId="0" animBg="1"/>
      <p:bldP spid="8" grpId="0" animBg="1"/>
      <p:bldP spid="9" grpId="0" animBg="1"/>
      <p:bldP spid="10" grpId="0" animBg="1"/>
      <p:bldP spid="11" grpId="0" animBg="1"/>
    </p:bld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8_Custom Layout">
    <p:spTree>
      <p:nvGrpSpPr>
        <p:cNvPr id="1" name=""/>
        <p:cNvGrpSpPr/>
        <p:nvPr/>
      </p:nvGrpSpPr>
      <p:grpSpPr>
        <a:xfrm>
          <a:off x="0" y="0"/>
          <a:ext cx="0" cy="0"/>
          <a:chOff x="0" y="0"/>
          <a:chExt cx="0" cy="0"/>
        </a:xfrm>
      </p:grpSpPr>
      <p:sp>
        <p:nvSpPr>
          <p:cNvPr id="48" name="Picture Placeholder 75">
            <a:extLst>
              <a:ext uri="{FF2B5EF4-FFF2-40B4-BE49-F238E27FC236}">
                <a16:creationId xmlns:a16="http://schemas.microsoft.com/office/drawing/2014/main" id="{E663C24A-6D61-4CE5-B812-FEFFD014239B}"/>
              </a:ext>
            </a:extLst>
          </p:cNvPr>
          <p:cNvSpPr>
            <a:spLocks noGrp="1" noChangeAspect="1"/>
          </p:cNvSpPr>
          <p:nvPr>
            <p:ph type="pic" sz="quarter" idx="57"/>
          </p:nvPr>
        </p:nvSpPr>
        <p:spPr>
          <a:xfrm>
            <a:off x="-657118" y="-1490653"/>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49" name="Picture Placeholder 75">
            <a:extLst>
              <a:ext uri="{FF2B5EF4-FFF2-40B4-BE49-F238E27FC236}">
                <a16:creationId xmlns:a16="http://schemas.microsoft.com/office/drawing/2014/main" id="{FC0F3EFD-29EA-4CF3-945D-F2BDFE1089BA}"/>
              </a:ext>
            </a:extLst>
          </p:cNvPr>
          <p:cNvSpPr>
            <a:spLocks noGrp="1" noChangeAspect="1"/>
          </p:cNvSpPr>
          <p:nvPr>
            <p:ph type="pic" sz="quarter" idx="58"/>
          </p:nvPr>
        </p:nvSpPr>
        <p:spPr>
          <a:xfrm>
            <a:off x="-2891069" y="-231196"/>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41" name="Picture Placeholder 75">
            <a:extLst>
              <a:ext uri="{FF2B5EF4-FFF2-40B4-BE49-F238E27FC236}">
                <a16:creationId xmlns:a16="http://schemas.microsoft.com/office/drawing/2014/main" id="{03EDB8AD-F804-43C3-A0D1-C12D7225E290}"/>
              </a:ext>
            </a:extLst>
          </p:cNvPr>
          <p:cNvSpPr>
            <a:spLocks noGrp="1" noChangeAspect="1"/>
          </p:cNvSpPr>
          <p:nvPr>
            <p:ph type="pic" sz="quarter" idx="50"/>
          </p:nvPr>
        </p:nvSpPr>
        <p:spPr>
          <a:xfrm>
            <a:off x="1728774" y="-1139772"/>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42" name="Picture Placeholder 75">
            <a:extLst>
              <a:ext uri="{FF2B5EF4-FFF2-40B4-BE49-F238E27FC236}">
                <a16:creationId xmlns:a16="http://schemas.microsoft.com/office/drawing/2014/main" id="{C5D21686-787F-4D1D-8E80-E2508F394D2B}"/>
              </a:ext>
            </a:extLst>
          </p:cNvPr>
          <p:cNvSpPr>
            <a:spLocks noGrp="1" noChangeAspect="1"/>
          </p:cNvSpPr>
          <p:nvPr>
            <p:ph type="pic" sz="quarter" idx="51"/>
          </p:nvPr>
        </p:nvSpPr>
        <p:spPr>
          <a:xfrm>
            <a:off x="-505177" y="119685"/>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43" name="Picture Placeholder 75">
            <a:extLst>
              <a:ext uri="{FF2B5EF4-FFF2-40B4-BE49-F238E27FC236}">
                <a16:creationId xmlns:a16="http://schemas.microsoft.com/office/drawing/2014/main" id="{A4D6FD94-3DFB-4DD1-A3E1-05F00BC1540C}"/>
              </a:ext>
            </a:extLst>
          </p:cNvPr>
          <p:cNvSpPr>
            <a:spLocks noGrp="1" noChangeAspect="1"/>
          </p:cNvSpPr>
          <p:nvPr>
            <p:ph type="pic" sz="quarter" idx="52"/>
          </p:nvPr>
        </p:nvSpPr>
        <p:spPr>
          <a:xfrm>
            <a:off x="-2739128" y="1379142"/>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28" name="Picture Placeholder 75">
            <a:extLst>
              <a:ext uri="{FF2B5EF4-FFF2-40B4-BE49-F238E27FC236}">
                <a16:creationId xmlns:a16="http://schemas.microsoft.com/office/drawing/2014/main" id="{6CAD025C-A654-4C88-A249-7079110D412A}"/>
              </a:ext>
            </a:extLst>
          </p:cNvPr>
          <p:cNvSpPr>
            <a:spLocks noGrp="1" noChangeAspect="1"/>
          </p:cNvSpPr>
          <p:nvPr>
            <p:ph type="pic" sz="quarter" idx="43"/>
          </p:nvPr>
        </p:nvSpPr>
        <p:spPr>
          <a:xfrm>
            <a:off x="3949279" y="-686603"/>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29" name="Picture Placeholder 75">
            <a:extLst>
              <a:ext uri="{FF2B5EF4-FFF2-40B4-BE49-F238E27FC236}">
                <a16:creationId xmlns:a16="http://schemas.microsoft.com/office/drawing/2014/main" id="{7D2A6AB2-B1B6-4E6E-A516-1624DC823BCE}"/>
              </a:ext>
            </a:extLst>
          </p:cNvPr>
          <p:cNvSpPr>
            <a:spLocks noGrp="1" noChangeAspect="1"/>
          </p:cNvSpPr>
          <p:nvPr>
            <p:ph type="pic" sz="quarter" idx="44"/>
          </p:nvPr>
        </p:nvSpPr>
        <p:spPr>
          <a:xfrm>
            <a:off x="1715328" y="572855"/>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30" name="Picture Placeholder 75">
            <a:extLst>
              <a:ext uri="{FF2B5EF4-FFF2-40B4-BE49-F238E27FC236}">
                <a16:creationId xmlns:a16="http://schemas.microsoft.com/office/drawing/2014/main" id="{9DD0859E-1EE8-4927-8BB2-F5754D3BD7BB}"/>
              </a:ext>
            </a:extLst>
          </p:cNvPr>
          <p:cNvSpPr>
            <a:spLocks noGrp="1" noChangeAspect="1"/>
          </p:cNvSpPr>
          <p:nvPr>
            <p:ph type="pic" sz="quarter" idx="45"/>
          </p:nvPr>
        </p:nvSpPr>
        <p:spPr>
          <a:xfrm>
            <a:off x="-518622" y="1832312"/>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31" name="Picture Placeholder 75">
            <a:extLst>
              <a:ext uri="{FF2B5EF4-FFF2-40B4-BE49-F238E27FC236}">
                <a16:creationId xmlns:a16="http://schemas.microsoft.com/office/drawing/2014/main" id="{F9FC8C08-0383-4EC2-82BB-1133D3D229E0}"/>
              </a:ext>
            </a:extLst>
          </p:cNvPr>
          <p:cNvSpPr>
            <a:spLocks noGrp="1" noChangeAspect="1"/>
          </p:cNvSpPr>
          <p:nvPr>
            <p:ph type="pic" sz="quarter" idx="46"/>
          </p:nvPr>
        </p:nvSpPr>
        <p:spPr>
          <a:xfrm>
            <a:off x="-2752573" y="3091769"/>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16" name="Picture Placeholder 75">
            <a:extLst>
              <a:ext uri="{FF2B5EF4-FFF2-40B4-BE49-F238E27FC236}">
                <a16:creationId xmlns:a16="http://schemas.microsoft.com/office/drawing/2014/main" id="{607EBF97-CA98-44E9-938D-F451E62350C1}"/>
              </a:ext>
            </a:extLst>
          </p:cNvPr>
          <p:cNvSpPr>
            <a:spLocks noGrp="1" noChangeAspect="1"/>
          </p:cNvSpPr>
          <p:nvPr>
            <p:ph type="pic" sz="quarter" idx="37"/>
          </p:nvPr>
        </p:nvSpPr>
        <p:spPr>
          <a:xfrm>
            <a:off x="6942516" y="-686603"/>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17" name="Picture Placeholder 75">
            <a:extLst>
              <a:ext uri="{FF2B5EF4-FFF2-40B4-BE49-F238E27FC236}">
                <a16:creationId xmlns:a16="http://schemas.microsoft.com/office/drawing/2014/main" id="{3D16D7ED-FD8B-4316-A459-2B2FB95393A8}"/>
              </a:ext>
            </a:extLst>
          </p:cNvPr>
          <p:cNvSpPr>
            <a:spLocks noGrp="1" noChangeAspect="1"/>
          </p:cNvSpPr>
          <p:nvPr>
            <p:ph type="pic" sz="quarter" idx="38"/>
          </p:nvPr>
        </p:nvSpPr>
        <p:spPr>
          <a:xfrm>
            <a:off x="4708566" y="572855"/>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18" name="Picture Placeholder 75">
            <a:extLst>
              <a:ext uri="{FF2B5EF4-FFF2-40B4-BE49-F238E27FC236}">
                <a16:creationId xmlns:a16="http://schemas.microsoft.com/office/drawing/2014/main" id="{0CDD9022-DE91-4943-A173-2B143DF81A30}"/>
              </a:ext>
            </a:extLst>
          </p:cNvPr>
          <p:cNvSpPr>
            <a:spLocks noGrp="1" noChangeAspect="1"/>
          </p:cNvSpPr>
          <p:nvPr>
            <p:ph type="pic" sz="quarter" idx="39"/>
          </p:nvPr>
        </p:nvSpPr>
        <p:spPr>
          <a:xfrm>
            <a:off x="2474615" y="1832312"/>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19" name="Picture Placeholder 75">
            <a:extLst>
              <a:ext uri="{FF2B5EF4-FFF2-40B4-BE49-F238E27FC236}">
                <a16:creationId xmlns:a16="http://schemas.microsoft.com/office/drawing/2014/main" id="{ABE95176-571E-450E-92C4-6C81EA4C7A3E}"/>
              </a:ext>
            </a:extLst>
          </p:cNvPr>
          <p:cNvSpPr>
            <a:spLocks noGrp="1" noChangeAspect="1"/>
          </p:cNvSpPr>
          <p:nvPr>
            <p:ph type="pic" sz="quarter" idx="40"/>
          </p:nvPr>
        </p:nvSpPr>
        <p:spPr>
          <a:xfrm>
            <a:off x="240664" y="3091769"/>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20" name="Picture Placeholder 75">
            <a:extLst>
              <a:ext uri="{FF2B5EF4-FFF2-40B4-BE49-F238E27FC236}">
                <a16:creationId xmlns:a16="http://schemas.microsoft.com/office/drawing/2014/main" id="{3EFAEF24-F8F9-40CF-94FB-D6695C184868}"/>
              </a:ext>
            </a:extLst>
          </p:cNvPr>
          <p:cNvSpPr>
            <a:spLocks noGrp="1" noChangeAspect="1"/>
          </p:cNvSpPr>
          <p:nvPr>
            <p:ph type="pic" sz="quarter" idx="41"/>
          </p:nvPr>
        </p:nvSpPr>
        <p:spPr>
          <a:xfrm>
            <a:off x="-1993286" y="4351226"/>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2" name="Picture Placeholder 75">
            <a:extLst>
              <a:ext uri="{FF2B5EF4-FFF2-40B4-BE49-F238E27FC236}">
                <a16:creationId xmlns:a16="http://schemas.microsoft.com/office/drawing/2014/main" id="{35C81404-E27E-4F36-A623-E57FC83C04C2}"/>
              </a:ext>
            </a:extLst>
          </p:cNvPr>
          <p:cNvSpPr>
            <a:spLocks noGrp="1" noChangeAspect="1"/>
          </p:cNvSpPr>
          <p:nvPr>
            <p:ph type="pic" sz="quarter" idx="24"/>
          </p:nvPr>
        </p:nvSpPr>
        <p:spPr>
          <a:xfrm>
            <a:off x="9672465" y="-531152"/>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4" name="Picture Placeholder 75">
            <a:extLst>
              <a:ext uri="{FF2B5EF4-FFF2-40B4-BE49-F238E27FC236}">
                <a16:creationId xmlns:a16="http://schemas.microsoft.com/office/drawing/2014/main" id="{FEAB132E-72A8-4AAE-84A4-48B1A95CEE6C}"/>
              </a:ext>
            </a:extLst>
          </p:cNvPr>
          <p:cNvSpPr>
            <a:spLocks noGrp="1" noChangeAspect="1"/>
          </p:cNvSpPr>
          <p:nvPr>
            <p:ph type="pic" sz="quarter" idx="25"/>
          </p:nvPr>
        </p:nvSpPr>
        <p:spPr>
          <a:xfrm>
            <a:off x="7438514" y="728306"/>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5" name="Picture Placeholder 75">
            <a:extLst>
              <a:ext uri="{FF2B5EF4-FFF2-40B4-BE49-F238E27FC236}">
                <a16:creationId xmlns:a16="http://schemas.microsoft.com/office/drawing/2014/main" id="{243FAE32-B9F4-4AE7-AE82-22570A22956A}"/>
              </a:ext>
            </a:extLst>
          </p:cNvPr>
          <p:cNvSpPr>
            <a:spLocks noGrp="1" noChangeAspect="1"/>
          </p:cNvSpPr>
          <p:nvPr>
            <p:ph type="pic" sz="quarter" idx="26"/>
          </p:nvPr>
        </p:nvSpPr>
        <p:spPr>
          <a:xfrm>
            <a:off x="5204564" y="1987763"/>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6" name="Picture Placeholder 75">
            <a:extLst>
              <a:ext uri="{FF2B5EF4-FFF2-40B4-BE49-F238E27FC236}">
                <a16:creationId xmlns:a16="http://schemas.microsoft.com/office/drawing/2014/main" id="{22DB54D1-378A-4542-9D02-E25B5BADC362}"/>
              </a:ext>
            </a:extLst>
          </p:cNvPr>
          <p:cNvSpPr>
            <a:spLocks noGrp="1" noChangeAspect="1"/>
          </p:cNvSpPr>
          <p:nvPr>
            <p:ph type="pic" sz="quarter" idx="27"/>
          </p:nvPr>
        </p:nvSpPr>
        <p:spPr>
          <a:xfrm>
            <a:off x="2970613" y="3247220"/>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7" name="Picture Placeholder 75">
            <a:extLst>
              <a:ext uri="{FF2B5EF4-FFF2-40B4-BE49-F238E27FC236}">
                <a16:creationId xmlns:a16="http://schemas.microsoft.com/office/drawing/2014/main" id="{8FFD3707-289A-4097-A634-5DFE56AC06FE}"/>
              </a:ext>
            </a:extLst>
          </p:cNvPr>
          <p:cNvSpPr>
            <a:spLocks noGrp="1" noChangeAspect="1"/>
          </p:cNvSpPr>
          <p:nvPr>
            <p:ph type="pic" sz="quarter" idx="28"/>
          </p:nvPr>
        </p:nvSpPr>
        <p:spPr>
          <a:xfrm>
            <a:off x="736662" y="4506677"/>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8" name="Picture Placeholder 75">
            <a:extLst>
              <a:ext uri="{FF2B5EF4-FFF2-40B4-BE49-F238E27FC236}">
                <a16:creationId xmlns:a16="http://schemas.microsoft.com/office/drawing/2014/main" id="{54A7639C-C713-48A6-BCBD-272206505DD0}"/>
              </a:ext>
            </a:extLst>
          </p:cNvPr>
          <p:cNvSpPr>
            <a:spLocks noGrp="1" noChangeAspect="1"/>
          </p:cNvSpPr>
          <p:nvPr>
            <p:ph type="pic" sz="quarter" idx="29"/>
          </p:nvPr>
        </p:nvSpPr>
        <p:spPr>
          <a:xfrm>
            <a:off x="-1497288" y="5766134"/>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10" name="Picture Placeholder 75">
            <a:extLst>
              <a:ext uri="{FF2B5EF4-FFF2-40B4-BE49-F238E27FC236}">
                <a16:creationId xmlns:a16="http://schemas.microsoft.com/office/drawing/2014/main" id="{EADC1BA6-7445-4738-896F-F25E3B51C125}"/>
              </a:ext>
            </a:extLst>
          </p:cNvPr>
          <p:cNvSpPr>
            <a:spLocks noGrp="1" noChangeAspect="1"/>
          </p:cNvSpPr>
          <p:nvPr>
            <p:ph type="pic" sz="quarter" idx="31"/>
          </p:nvPr>
        </p:nvSpPr>
        <p:spPr>
          <a:xfrm>
            <a:off x="10280074" y="813692"/>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11" name="Picture Placeholder 75">
            <a:extLst>
              <a:ext uri="{FF2B5EF4-FFF2-40B4-BE49-F238E27FC236}">
                <a16:creationId xmlns:a16="http://schemas.microsoft.com/office/drawing/2014/main" id="{C2B339F4-9FE6-4B11-BADC-2E50B1ADD1F5}"/>
              </a:ext>
            </a:extLst>
          </p:cNvPr>
          <p:cNvSpPr>
            <a:spLocks noGrp="1" noChangeAspect="1"/>
          </p:cNvSpPr>
          <p:nvPr>
            <p:ph type="pic" sz="quarter" idx="32"/>
          </p:nvPr>
        </p:nvSpPr>
        <p:spPr>
          <a:xfrm>
            <a:off x="8046124" y="2073149"/>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12" name="Picture Placeholder 75">
            <a:extLst>
              <a:ext uri="{FF2B5EF4-FFF2-40B4-BE49-F238E27FC236}">
                <a16:creationId xmlns:a16="http://schemas.microsoft.com/office/drawing/2014/main" id="{FFE71006-16E5-457F-9B4E-4C8C74041CF2}"/>
              </a:ext>
            </a:extLst>
          </p:cNvPr>
          <p:cNvSpPr>
            <a:spLocks noGrp="1" noChangeAspect="1"/>
          </p:cNvSpPr>
          <p:nvPr>
            <p:ph type="pic" sz="quarter" idx="33"/>
          </p:nvPr>
        </p:nvSpPr>
        <p:spPr>
          <a:xfrm>
            <a:off x="5812173" y="3332606"/>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13" name="Picture Placeholder 75">
            <a:extLst>
              <a:ext uri="{FF2B5EF4-FFF2-40B4-BE49-F238E27FC236}">
                <a16:creationId xmlns:a16="http://schemas.microsoft.com/office/drawing/2014/main" id="{6DDB9485-9DF7-49C5-ADFC-F845200EBD64}"/>
              </a:ext>
            </a:extLst>
          </p:cNvPr>
          <p:cNvSpPr>
            <a:spLocks noGrp="1" noChangeAspect="1"/>
          </p:cNvSpPr>
          <p:nvPr>
            <p:ph type="pic" sz="quarter" idx="34"/>
          </p:nvPr>
        </p:nvSpPr>
        <p:spPr>
          <a:xfrm>
            <a:off x="3578222" y="4592063"/>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14" name="Picture Placeholder 75">
            <a:extLst>
              <a:ext uri="{FF2B5EF4-FFF2-40B4-BE49-F238E27FC236}">
                <a16:creationId xmlns:a16="http://schemas.microsoft.com/office/drawing/2014/main" id="{C2FEBF29-F3C4-44EB-A394-6B97F83C159B}"/>
              </a:ext>
            </a:extLst>
          </p:cNvPr>
          <p:cNvSpPr>
            <a:spLocks noGrp="1" noChangeAspect="1"/>
          </p:cNvSpPr>
          <p:nvPr>
            <p:ph type="pic" sz="quarter" idx="35"/>
          </p:nvPr>
        </p:nvSpPr>
        <p:spPr>
          <a:xfrm>
            <a:off x="1344272" y="5851520"/>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53" name="Picture Placeholder 75">
            <a:extLst>
              <a:ext uri="{FF2B5EF4-FFF2-40B4-BE49-F238E27FC236}">
                <a16:creationId xmlns:a16="http://schemas.microsoft.com/office/drawing/2014/main" id="{2F015E8F-22EA-4453-8367-140895DC3255}"/>
              </a:ext>
            </a:extLst>
          </p:cNvPr>
          <p:cNvSpPr>
            <a:spLocks noGrp="1" noChangeAspect="1"/>
          </p:cNvSpPr>
          <p:nvPr>
            <p:ph type="pic" sz="quarter" idx="62"/>
          </p:nvPr>
        </p:nvSpPr>
        <p:spPr>
          <a:xfrm>
            <a:off x="10348604" y="2456075"/>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54" name="Picture Placeholder 75">
            <a:extLst>
              <a:ext uri="{FF2B5EF4-FFF2-40B4-BE49-F238E27FC236}">
                <a16:creationId xmlns:a16="http://schemas.microsoft.com/office/drawing/2014/main" id="{38BD2839-9FD8-4A47-8C6C-BA555D30B060}"/>
              </a:ext>
            </a:extLst>
          </p:cNvPr>
          <p:cNvSpPr>
            <a:spLocks noGrp="1" noChangeAspect="1"/>
          </p:cNvSpPr>
          <p:nvPr>
            <p:ph type="pic" sz="quarter" idx="63"/>
          </p:nvPr>
        </p:nvSpPr>
        <p:spPr>
          <a:xfrm>
            <a:off x="8114654" y="3715532"/>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55" name="Picture Placeholder 75">
            <a:extLst>
              <a:ext uri="{FF2B5EF4-FFF2-40B4-BE49-F238E27FC236}">
                <a16:creationId xmlns:a16="http://schemas.microsoft.com/office/drawing/2014/main" id="{36034C35-1CBE-46E5-9904-EDC510CB644A}"/>
              </a:ext>
            </a:extLst>
          </p:cNvPr>
          <p:cNvSpPr>
            <a:spLocks noGrp="1" noChangeAspect="1"/>
          </p:cNvSpPr>
          <p:nvPr>
            <p:ph type="pic" sz="quarter" idx="64"/>
          </p:nvPr>
        </p:nvSpPr>
        <p:spPr>
          <a:xfrm>
            <a:off x="5880703" y="4974989"/>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56" name="Picture Placeholder 75">
            <a:extLst>
              <a:ext uri="{FF2B5EF4-FFF2-40B4-BE49-F238E27FC236}">
                <a16:creationId xmlns:a16="http://schemas.microsoft.com/office/drawing/2014/main" id="{507BEDBC-9F75-40C5-8467-AA2A8746E709}"/>
              </a:ext>
            </a:extLst>
          </p:cNvPr>
          <p:cNvSpPr>
            <a:spLocks noGrp="1" noChangeAspect="1"/>
          </p:cNvSpPr>
          <p:nvPr>
            <p:ph type="pic" sz="quarter" idx="65"/>
          </p:nvPr>
        </p:nvSpPr>
        <p:spPr>
          <a:xfrm>
            <a:off x="3646752" y="6234445"/>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59" name="Picture Placeholder 75">
            <a:extLst>
              <a:ext uri="{FF2B5EF4-FFF2-40B4-BE49-F238E27FC236}">
                <a16:creationId xmlns:a16="http://schemas.microsoft.com/office/drawing/2014/main" id="{AECDF11A-996B-4276-B504-5061846D8626}"/>
              </a:ext>
            </a:extLst>
          </p:cNvPr>
          <p:cNvSpPr>
            <a:spLocks noGrp="1" noChangeAspect="1"/>
          </p:cNvSpPr>
          <p:nvPr>
            <p:ph type="pic" sz="quarter" idx="68"/>
          </p:nvPr>
        </p:nvSpPr>
        <p:spPr>
          <a:xfrm>
            <a:off x="10536718" y="4037823"/>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60" name="Picture Placeholder 75">
            <a:extLst>
              <a:ext uri="{FF2B5EF4-FFF2-40B4-BE49-F238E27FC236}">
                <a16:creationId xmlns:a16="http://schemas.microsoft.com/office/drawing/2014/main" id="{18FFBB60-78C0-41D6-B988-AE90BC50278F}"/>
              </a:ext>
            </a:extLst>
          </p:cNvPr>
          <p:cNvSpPr>
            <a:spLocks noGrp="1" noChangeAspect="1"/>
          </p:cNvSpPr>
          <p:nvPr>
            <p:ph type="pic" sz="quarter" idx="69"/>
          </p:nvPr>
        </p:nvSpPr>
        <p:spPr>
          <a:xfrm>
            <a:off x="8302767" y="5297280"/>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61" name="Picture Placeholder 75">
            <a:extLst>
              <a:ext uri="{FF2B5EF4-FFF2-40B4-BE49-F238E27FC236}">
                <a16:creationId xmlns:a16="http://schemas.microsoft.com/office/drawing/2014/main" id="{157843DF-2840-468E-B1B3-C729FF5281C6}"/>
              </a:ext>
            </a:extLst>
          </p:cNvPr>
          <p:cNvSpPr>
            <a:spLocks noGrp="1" noChangeAspect="1"/>
          </p:cNvSpPr>
          <p:nvPr>
            <p:ph type="pic" sz="quarter" idx="70"/>
          </p:nvPr>
        </p:nvSpPr>
        <p:spPr>
          <a:xfrm>
            <a:off x="6068817" y="6556737"/>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65" name="Picture Placeholder 75">
            <a:extLst>
              <a:ext uri="{FF2B5EF4-FFF2-40B4-BE49-F238E27FC236}">
                <a16:creationId xmlns:a16="http://schemas.microsoft.com/office/drawing/2014/main" id="{8DF2D5D1-AC63-4DDD-BF20-41ACF22FCE4B}"/>
              </a:ext>
            </a:extLst>
          </p:cNvPr>
          <p:cNvSpPr>
            <a:spLocks noGrp="1" noChangeAspect="1"/>
          </p:cNvSpPr>
          <p:nvPr>
            <p:ph type="pic" sz="quarter" idx="74"/>
          </p:nvPr>
        </p:nvSpPr>
        <p:spPr>
          <a:xfrm>
            <a:off x="11051634" y="5464020"/>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66" name="Picture Placeholder 75">
            <a:extLst>
              <a:ext uri="{FF2B5EF4-FFF2-40B4-BE49-F238E27FC236}">
                <a16:creationId xmlns:a16="http://schemas.microsoft.com/office/drawing/2014/main" id="{3932DA6D-A9C7-4444-87EB-1B1FFD57213B}"/>
              </a:ext>
            </a:extLst>
          </p:cNvPr>
          <p:cNvSpPr>
            <a:spLocks noGrp="1" noChangeAspect="1"/>
          </p:cNvSpPr>
          <p:nvPr>
            <p:ph type="pic" sz="quarter" idx="75"/>
          </p:nvPr>
        </p:nvSpPr>
        <p:spPr>
          <a:xfrm>
            <a:off x="8817684" y="6723477"/>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Tree>
    <p:extLst>
      <p:ext uri="{BB962C8B-B14F-4D97-AF65-F5344CB8AC3E}">
        <p14:creationId xmlns:p14="http://schemas.microsoft.com/office/powerpoint/2010/main" val="1899168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100000" fill="hold" grpId="0" nodeType="with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3000" fill="hold"/>
                                        <p:tgtEl>
                                          <p:spTgt spid="48"/>
                                        </p:tgtEl>
                                        <p:attrNameLst>
                                          <p:attrName>ppt_x</p:attrName>
                                        </p:attrNameLst>
                                      </p:cBhvr>
                                      <p:tavLst>
                                        <p:tav tm="0">
                                          <p:val>
                                            <p:strVal val="1+#ppt_w/2"/>
                                          </p:val>
                                        </p:tav>
                                        <p:tav tm="100000">
                                          <p:val>
                                            <p:strVal val="#ppt_x"/>
                                          </p:val>
                                        </p:tav>
                                      </p:tavLst>
                                    </p:anim>
                                    <p:anim calcmode="lin" valueType="num">
                                      <p:cBhvr additive="base">
                                        <p:cTn id="8" dur="3000" fill="hold"/>
                                        <p:tgtEl>
                                          <p:spTgt spid="48"/>
                                        </p:tgtEl>
                                        <p:attrNameLst>
                                          <p:attrName>ppt_y</p:attrName>
                                        </p:attrNameLst>
                                      </p:cBhvr>
                                      <p:tavLst>
                                        <p:tav tm="0">
                                          <p:val>
                                            <p:strVal val="1+#ppt_h/2"/>
                                          </p:val>
                                        </p:tav>
                                        <p:tav tm="100000">
                                          <p:val>
                                            <p:strVal val="#ppt_y"/>
                                          </p:val>
                                        </p:tav>
                                      </p:tavLst>
                                    </p:anim>
                                  </p:childTnLst>
                                </p:cTn>
                              </p:par>
                              <p:par>
                                <p:cTn id="9" presetID="2" presetClass="entr" presetSubtype="6" decel="10000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3000" fill="hold"/>
                                        <p:tgtEl>
                                          <p:spTgt spid="49"/>
                                        </p:tgtEl>
                                        <p:attrNameLst>
                                          <p:attrName>ppt_x</p:attrName>
                                        </p:attrNameLst>
                                      </p:cBhvr>
                                      <p:tavLst>
                                        <p:tav tm="0">
                                          <p:val>
                                            <p:strVal val="1+#ppt_w/2"/>
                                          </p:val>
                                        </p:tav>
                                        <p:tav tm="100000">
                                          <p:val>
                                            <p:strVal val="#ppt_x"/>
                                          </p:val>
                                        </p:tav>
                                      </p:tavLst>
                                    </p:anim>
                                    <p:anim calcmode="lin" valueType="num">
                                      <p:cBhvr additive="base">
                                        <p:cTn id="12" dur="3000" fill="hold"/>
                                        <p:tgtEl>
                                          <p:spTgt spid="49"/>
                                        </p:tgtEl>
                                        <p:attrNameLst>
                                          <p:attrName>ppt_y</p:attrName>
                                        </p:attrNameLst>
                                      </p:cBhvr>
                                      <p:tavLst>
                                        <p:tav tm="0">
                                          <p:val>
                                            <p:strVal val="1+#ppt_h/2"/>
                                          </p:val>
                                        </p:tav>
                                        <p:tav tm="100000">
                                          <p:val>
                                            <p:strVal val="#ppt_y"/>
                                          </p:val>
                                        </p:tav>
                                      </p:tavLst>
                                    </p:anim>
                                  </p:childTnLst>
                                </p:cTn>
                              </p:par>
                              <p:par>
                                <p:cTn id="13" presetID="2" presetClass="entr" presetSubtype="6" decel="100000"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anim calcmode="lin" valueType="num">
                                      <p:cBhvr additive="base">
                                        <p:cTn id="15" dur="3000" fill="hold"/>
                                        <p:tgtEl>
                                          <p:spTgt spid="43"/>
                                        </p:tgtEl>
                                        <p:attrNameLst>
                                          <p:attrName>ppt_x</p:attrName>
                                        </p:attrNameLst>
                                      </p:cBhvr>
                                      <p:tavLst>
                                        <p:tav tm="0">
                                          <p:val>
                                            <p:strVal val="1+#ppt_w/2"/>
                                          </p:val>
                                        </p:tav>
                                        <p:tav tm="100000">
                                          <p:val>
                                            <p:strVal val="#ppt_x"/>
                                          </p:val>
                                        </p:tav>
                                      </p:tavLst>
                                    </p:anim>
                                    <p:anim calcmode="lin" valueType="num">
                                      <p:cBhvr additive="base">
                                        <p:cTn id="16" dur="3000" fill="hold"/>
                                        <p:tgtEl>
                                          <p:spTgt spid="43"/>
                                        </p:tgtEl>
                                        <p:attrNameLst>
                                          <p:attrName>ppt_y</p:attrName>
                                        </p:attrNameLst>
                                      </p:cBhvr>
                                      <p:tavLst>
                                        <p:tav tm="0">
                                          <p:val>
                                            <p:strVal val="1+#ppt_h/2"/>
                                          </p:val>
                                        </p:tav>
                                        <p:tav tm="100000">
                                          <p:val>
                                            <p:strVal val="#ppt_y"/>
                                          </p:val>
                                        </p:tav>
                                      </p:tavLst>
                                    </p:anim>
                                  </p:childTnLst>
                                </p:cTn>
                              </p:par>
                              <p:par>
                                <p:cTn id="17" presetID="2" presetClass="entr" presetSubtype="6" decel="10000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3000" fill="hold"/>
                                        <p:tgtEl>
                                          <p:spTgt spid="42"/>
                                        </p:tgtEl>
                                        <p:attrNameLst>
                                          <p:attrName>ppt_x</p:attrName>
                                        </p:attrNameLst>
                                      </p:cBhvr>
                                      <p:tavLst>
                                        <p:tav tm="0">
                                          <p:val>
                                            <p:strVal val="1+#ppt_w/2"/>
                                          </p:val>
                                        </p:tav>
                                        <p:tav tm="100000">
                                          <p:val>
                                            <p:strVal val="#ppt_x"/>
                                          </p:val>
                                        </p:tav>
                                      </p:tavLst>
                                    </p:anim>
                                    <p:anim calcmode="lin" valueType="num">
                                      <p:cBhvr additive="base">
                                        <p:cTn id="20" dur="3000" fill="hold"/>
                                        <p:tgtEl>
                                          <p:spTgt spid="42"/>
                                        </p:tgtEl>
                                        <p:attrNameLst>
                                          <p:attrName>ppt_y</p:attrName>
                                        </p:attrNameLst>
                                      </p:cBhvr>
                                      <p:tavLst>
                                        <p:tav tm="0">
                                          <p:val>
                                            <p:strVal val="1+#ppt_h/2"/>
                                          </p:val>
                                        </p:tav>
                                        <p:tav tm="100000">
                                          <p:val>
                                            <p:strVal val="#ppt_y"/>
                                          </p:val>
                                        </p:tav>
                                      </p:tavLst>
                                    </p:anim>
                                  </p:childTnLst>
                                </p:cTn>
                              </p:par>
                              <p:par>
                                <p:cTn id="21" presetID="2" presetClass="entr" presetSubtype="6" decel="10000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anim calcmode="lin" valueType="num">
                                      <p:cBhvr additive="base">
                                        <p:cTn id="23" dur="3000" fill="hold"/>
                                        <p:tgtEl>
                                          <p:spTgt spid="41"/>
                                        </p:tgtEl>
                                        <p:attrNameLst>
                                          <p:attrName>ppt_x</p:attrName>
                                        </p:attrNameLst>
                                      </p:cBhvr>
                                      <p:tavLst>
                                        <p:tav tm="0">
                                          <p:val>
                                            <p:strVal val="1+#ppt_w/2"/>
                                          </p:val>
                                        </p:tav>
                                        <p:tav tm="100000">
                                          <p:val>
                                            <p:strVal val="#ppt_x"/>
                                          </p:val>
                                        </p:tav>
                                      </p:tavLst>
                                    </p:anim>
                                    <p:anim calcmode="lin" valueType="num">
                                      <p:cBhvr additive="base">
                                        <p:cTn id="24" dur="3000" fill="hold"/>
                                        <p:tgtEl>
                                          <p:spTgt spid="41"/>
                                        </p:tgtEl>
                                        <p:attrNameLst>
                                          <p:attrName>ppt_y</p:attrName>
                                        </p:attrNameLst>
                                      </p:cBhvr>
                                      <p:tavLst>
                                        <p:tav tm="0">
                                          <p:val>
                                            <p:strVal val="1+#ppt_h/2"/>
                                          </p:val>
                                        </p:tav>
                                        <p:tav tm="100000">
                                          <p:val>
                                            <p:strVal val="#ppt_y"/>
                                          </p:val>
                                        </p:tav>
                                      </p:tavLst>
                                    </p:anim>
                                  </p:childTnLst>
                                </p:cTn>
                              </p:par>
                              <p:par>
                                <p:cTn id="25" presetID="2" presetClass="entr" presetSubtype="6" decel="10000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3000" fill="hold"/>
                                        <p:tgtEl>
                                          <p:spTgt spid="31"/>
                                        </p:tgtEl>
                                        <p:attrNameLst>
                                          <p:attrName>ppt_x</p:attrName>
                                        </p:attrNameLst>
                                      </p:cBhvr>
                                      <p:tavLst>
                                        <p:tav tm="0">
                                          <p:val>
                                            <p:strVal val="1+#ppt_w/2"/>
                                          </p:val>
                                        </p:tav>
                                        <p:tav tm="100000">
                                          <p:val>
                                            <p:strVal val="#ppt_x"/>
                                          </p:val>
                                        </p:tav>
                                      </p:tavLst>
                                    </p:anim>
                                    <p:anim calcmode="lin" valueType="num">
                                      <p:cBhvr additive="base">
                                        <p:cTn id="28" dur="3000" fill="hold"/>
                                        <p:tgtEl>
                                          <p:spTgt spid="31"/>
                                        </p:tgtEl>
                                        <p:attrNameLst>
                                          <p:attrName>ppt_y</p:attrName>
                                        </p:attrNameLst>
                                      </p:cBhvr>
                                      <p:tavLst>
                                        <p:tav tm="0">
                                          <p:val>
                                            <p:strVal val="1+#ppt_h/2"/>
                                          </p:val>
                                        </p:tav>
                                        <p:tav tm="100000">
                                          <p:val>
                                            <p:strVal val="#ppt_y"/>
                                          </p:val>
                                        </p:tav>
                                      </p:tavLst>
                                    </p:anim>
                                  </p:childTnLst>
                                </p:cTn>
                              </p:par>
                              <p:par>
                                <p:cTn id="29" presetID="2" presetClass="entr" presetSubtype="6" decel="10000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3000" fill="hold"/>
                                        <p:tgtEl>
                                          <p:spTgt spid="30"/>
                                        </p:tgtEl>
                                        <p:attrNameLst>
                                          <p:attrName>ppt_x</p:attrName>
                                        </p:attrNameLst>
                                      </p:cBhvr>
                                      <p:tavLst>
                                        <p:tav tm="0">
                                          <p:val>
                                            <p:strVal val="1+#ppt_w/2"/>
                                          </p:val>
                                        </p:tav>
                                        <p:tav tm="100000">
                                          <p:val>
                                            <p:strVal val="#ppt_x"/>
                                          </p:val>
                                        </p:tav>
                                      </p:tavLst>
                                    </p:anim>
                                    <p:anim calcmode="lin" valueType="num">
                                      <p:cBhvr additive="base">
                                        <p:cTn id="32" dur="3000" fill="hold"/>
                                        <p:tgtEl>
                                          <p:spTgt spid="30"/>
                                        </p:tgtEl>
                                        <p:attrNameLst>
                                          <p:attrName>ppt_y</p:attrName>
                                        </p:attrNameLst>
                                      </p:cBhvr>
                                      <p:tavLst>
                                        <p:tav tm="0">
                                          <p:val>
                                            <p:strVal val="1+#ppt_h/2"/>
                                          </p:val>
                                        </p:tav>
                                        <p:tav tm="100000">
                                          <p:val>
                                            <p:strVal val="#ppt_y"/>
                                          </p:val>
                                        </p:tav>
                                      </p:tavLst>
                                    </p:anim>
                                  </p:childTnLst>
                                </p:cTn>
                              </p:par>
                              <p:par>
                                <p:cTn id="33" presetID="2" presetClass="entr" presetSubtype="6" decel="10000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 calcmode="lin" valueType="num">
                                      <p:cBhvr additive="base">
                                        <p:cTn id="35" dur="3000" fill="hold"/>
                                        <p:tgtEl>
                                          <p:spTgt spid="29"/>
                                        </p:tgtEl>
                                        <p:attrNameLst>
                                          <p:attrName>ppt_x</p:attrName>
                                        </p:attrNameLst>
                                      </p:cBhvr>
                                      <p:tavLst>
                                        <p:tav tm="0">
                                          <p:val>
                                            <p:strVal val="1+#ppt_w/2"/>
                                          </p:val>
                                        </p:tav>
                                        <p:tav tm="100000">
                                          <p:val>
                                            <p:strVal val="#ppt_x"/>
                                          </p:val>
                                        </p:tav>
                                      </p:tavLst>
                                    </p:anim>
                                    <p:anim calcmode="lin" valueType="num">
                                      <p:cBhvr additive="base">
                                        <p:cTn id="36" dur="3000" fill="hold"/>
                                        <p:tgtEl>
                                          <p:spTgt spid="29"/>
                                        </p:tgtEl>
                                        <p:attrNameLst>
                                          <p:attrName>ppt_y</p:attrName>
                                        </p:attrNameLst>
                                      </p:cBhvr>
                                      <p:tavLst>
                                        <p:tav tm="0">
                                          <p:val>
                                            <p:strVal val="1+#ppt_h/2"/>
                                          </p:val>
                                        </p:tav>
                                        <p:tav tm="100000">
                                          <p:val>
                                            <p:strVal val="#ppt_y"/>
                                          </p:val>
                                        </p:tav>
                                      </p:tavLst>
                                    </p:anim>
                                  </p:childTnLst>
                                </p:cTn>
                              </p:par>
                              <p:par>
                                <p:cTn id="37" presetID="2" presetClass="entr" presetSubtype="6" decel="10000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 calcmode="lin" valueType="num">
                                      <p:cBhvr additive="base">
                                        <p:cTn id="39" dur="3000" fill="hold"/>
                                        <p:tgtEl>
                                          <p:spTgt spid="28"/>
                                        </p:tgtEl>
                                        <p:attrNameLst>
                                          <p:attrName>ppt_x</p:attrName>
                                        </p:attrNameLst>
                                      </p:cBhvr>
                                      <p:tavLst>
                                        <p:tav tm="0">
                                          <p:val>
                                            <p:strVal val="1+#ppt_w/2"/>
                                          </p:val>
                                        </p:tav>
                                        <p:tav tm="100000">
                                          <p:val>
                                            <p:strVal val="#ppt_x"/>
                                          </p:val>
                                        </p:tav>
                                      </p:tavLst>
                                    </p:anim>
                                    <p:anim calcmode="lin" valueType="num">
                                      <p:cBhvr additive="base">
                                        <p:cTn id="40" dur="3000" fill="hold"/>
                                        <p:tgtEl>
                                          <p:spTgt spid="28"/>
                                        </p:tgtEl>
                                        <p:attrNameLst>
                                          <p:attrName>ppt_y</p:attrName>
                                        </p:attrNameLst>
                                      </p:cBhvr>
                                      <p:tavLst>
                                        <p:tav tm="0">
                                          <p:val>
                                            <p:strVal val="1+#ppt_h/2"/>
                                          </p:val>
                                        </p:tav>
                                        <p:tav tm="100000">
                                          <p:val>
                                            <p:strVal val="#ppt_y"/>
                                          </p:val>
                                        </p:tav>
                                      </p:tavLst>
                                    </p:anim>
                                  </p:childTnLst>
                                </p:cTn>
                              </p:par>
                              <p:par>
                                <p:cTn id="41" presetID="2" presetClass="entr" presetSubtype="6" decel="10000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additive="base">
                                        <p:cTn id="43" dur="3000" fill="hold"/>
                                        <p:tgtEl>
                                          <p:spTgt spid="20"/>
                                        </p:tgtEl>
                                        <p:attrNameLst>
                                          <p:attrName>ppt_x</p:attrName>
                                        </p:attrNameLst>
                                      </p:cBhvr>
                                      <p:tavLst>
                                        <p:tav tm="0">
                                          <p:val>
                                            <p:strVal val="1+#ppt_w/2"/>
                                          </p:val>
                                        </p:tav>
                                        <p:tav tm="100000">
                                          <p:val>
                                            <p:strVal val="#ppt_x"/>
                                          </p:val>
                                        </p:tav>
                                      </p:tavLst>
                                    </p:anim>
                                    <p:anim calcmode="lin" valueType="num">
                                      <p:cBhvr additive="base">
                                        <p:cTn id="44" dur="3000" fill="hold"/>
                                        <p:tgtEl>
                                          <p:spTgt spid="20"/>
                                        </p:tgtEl>
                                        <p:attrNameLst>
                                          <p:attrName>ppt_y</p:attrName>
                                        </p:attrNameLst>
                                      </p:cBhvr>
                                      <p:tavLst>
                                        <p:tav tm="0">
                                          <p:val>
                                            <p:strVal val="1+#ppt_h/2"/>
                                          </p:val>
                                        </p:tav>
                                        <p:tav tm="100000">
                                          <p:val>
                                            <p:strVal val="#ppt_y"/>
                                          </p:val>
                                        </p:tav>
                                      </p:tavLst>
                                    </p:anim>
                                  </p:childTnLst>
                                </p:cTn>
                              </p:par>
                              <p:par>
                                <p:cTn id="45" presetID="2" presetClass="entr" presetSubtype="6" decel="10000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3000" fill="hold"/>
                                        <p:tgtEl>
                                          <p:spTgt spid="19"/>
                                        </p:tgtEl>
                                        <p:attrNameLst>
                                          <p:attrName>ppt_x</p:attrName>
                                        </p:attrNameLst>
                                      </p:cBhvr>
                                      <p:tavLst>
                                        <p:tav tm="0">
                                          <p:val>
                                            <p:strVal val="1+#ppt_w/2"/>
                                          </p:val>
                                        </p:tav>
                                        <p:tav tm="100000">
                                          <p:val>
                                            <p:strVal val="#ppt_x"/>
                                          </p:val>
                                        </p:tav>
                                      </p:tavLst>
                                    </p:anim>
                                    <p:anim calcmode="lin" valueType="num">
                                      <p:cBhvr additive="base">
                                        <p:cTn id="48" dur="3000" fill="hold"/>
                                        <p:tgtEl>
                                          <p:spTgt spid="19"/>
                                        </p:tgtEl>
                                        <p:attrNameLst>
                                          <p:attrName>ppt_y</p:attrName>
                                        </p:attrNameLst>
                                      </p:cBhvr>
                                      <p:tavLst>
                                        <p:tav tm="0">
                                          <p:val>
                                            <p:strVal val="1+#ppt_h/2"/>
                                          </p:val>
                                        </p:tav>
                                        <p:tav tm="100000">
                                          <p:val>
                                            <p:strVal val="#ppt_y"/>
                                          </p:val>
                                        </p:tav>
                                      </p:tavLst>
                                    </p:anim>
                                  </p:childTnLst>
                                </p:cTn>
                              </p:par>
                              <p:par>
                                <p:cTn id="49" presetID="2" presetClass="entr" presetSubtype="6" decel="10000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3000" fill="hold"/>
                                        <p:tgtEl>
                                          <p:spTgt spid="18"/>
                                        </p:tgtEl>
                                        <p:attrNameLst>
                                          <p:attrName>ppt_x</p:attrName>
                                        </p:attrNameLst>
                                      </p:cBhvr>
                                      <p:tavLst>
                                        <p:tav tm="0">
                                          <p:val>
                                            <p:strVal val="1+#ppt_w/2"/>
                                          </p:val>
                                        </p:tav>
                                        <p:tav tm="100000">
                                          <p:val>
                                            <p:strVal val="#ppt_x"/>
                                          </p:val>
                                        </p:tav>
                                      </p:tavLst>
                                    </p:anim>
                                    <p:anim calcmode="lin" valueType="num">
                                      <p:cBhvr additive="base">
                                        <p:cTn id="52" dur="3000" fill="hold"/>
                                        <p:tgtEl>
                                          <p:spTgt spid="18"/>
                                        </p:tgtEl>
                                        <p:attrNameLst>
                                          <p:attrName>ppt_y</p:attrName>
                                        </p:attrNameLst>
                                      </p:cBhvr>
                                      <p:tavLst>
                                        <p:tav tm="0">
                                          <p:val>
                                            <p:strVal val="1+#ppt_h/2"/>
                                          </p:val>
                                        </p:tav>
                                        <p:tav tm="100000">
                                          <p:val>
                                            <p:strVal val="#ppt_y"/>
                                          </p:val>
                                        </p:tav>
                                      </p:tavLst>
                                    </p:anim>
                                  </p:childTnLst>
                                </p:cTn>
                              </p:par>
                              <p:par>
                                <p:cTn id="53" presetID="2" presetClass="entr" presetSubtype="6" decel="10000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3000" fill="hold"/>
                                        <p:tgtEl>
                                          <p:spTgt spid="17"/>
                                        </p:tgtEl>
                                        <p:attrNameLst>
                                          <p:attrName>ppt_x</p:attrName>
                                        </p:attrNameLst>
                                      </p:cBhvr>
                                      <p:tavLst>
                                        <p:tav tm="0">
                                          <p:val>
                                            <p:strVal val="1+#ppt_w/2"/>
                                          </p:val>
                                        </p:tav>
                                        <p:tav tm="100000">
                                          <p:val>
                                            <p:strVal val="#ppt_x"/>
                                          </p:val>
                                        </p:tav>
                                      </p:tavLst>
                                    </p:anim>
                                    <p:anim calcmode="lin" valueType="num">
                                      <p:cBhvr additive="base">
                                        <p:cTn id="56" dur="3000" fill="hold"/>
                                        <p:tgtEl>
                                          <p:spTgt spid="17"/>
                                        </p:tgtEl>
                                        <p:attrNameLst>
                                          <p:attrName>ppt_y</p:attrName>
                                        </p:attrNameLst>
                                      </p:cBhvr>
                                      <p:tavLst>
                                        <p:tav tm="0">
                                          <p:val>
                                            <p:strVal val="1+#ppt_h/2"/>
                                          </p:val>
                                        </p:tav>
                                        <p:tav tm="100000">
                                          <p:val>
                                            <p:strVal val="#ppt_y"/>
                                          </p:val>
                                        </p:tav>
                                      </p:tavLst>
                                    </p:anim>
                                  </p:childTnLst>
                                </p:cTn>
                              </p:par>
                              <p:par>
                                <p:cTn id="57" presetID="2" presetClass="entr" presetSubtype="6" decel="10000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3000" fill="hold"/>
                                        <p:tgtEl>
                                          <p:spTgt spid="16"/>
                                        </p:tgtEl>
                                        <p:attrNameLst>
                                          <p:attrName>ppt_x</p:attrName>
                                        </p:attrNameLst>
                                      </p:cBhvr>
                                      <p:tavLst>
                                        <p:tav tm="0">
                                          <p:val>
                                            <p:strVal val="1+#ppt_w/2"/>
                                          </p:val>
                                        </p:tav>
                                        <p:tav tm="100000">
                                          <p:val>
                                            <p:strVal val="#ppt_x"/>
                                          </p:val>
                                        </p:tav>
                                      </p:tavLst>
                                    </p:anim>
                                    <p:anim calcmode="lin" valueType="num">
                                      <p:cBhvr additive="base">
                                        <p:cTn id="60" dur="3000" fill="hold"/>
                                        <p:tgtEl>
                                          <p:spTgt spid="16"/>
                                        </p:tgtEl>
                                        <p:attrNameLst>
                                          <p:attrName>ppt_y</p:attrName>
                                        </p:attrNameLst>
                                      </p:cBhvr>
                                      <p:tavLst>
                                        <p:tav tm="0">
                                          <p:val>
                                            <p:strVal val="1+#ppt_h/2"/>
                                          </p:val>
                                        </p:tav>
                                        <p:tav tm="100000">
                                          <p:val>
                                            <p:strVal val="#ppt_y"/>
                                          </p:val>
                                        </p:tav>
                                      </p:tavLst>
                                    </p:anim>
                                  </p:childTnLst>
                                </p:cTn>
                              </p:par>
                              <p:par>
                                <p:cTn id="61" presetID="2" presetClass="entr" presetSubtype="6" decel="100000" fill="hold" grpId="0" nodeType="withEffect">
                                  <p:stCondLst>
                                    <p:cond delay="0"/>
                                  </p:stCondLst>
                                  <p:childTnLst>
                                    <p:set>
                                      <p:cBhvr>
                                        <p:cTn id="62" dur="1" fill="hold">
                                          <p:stCondLst>
                                            <p:cond delay="0"/>
                                          </p:stCondLst>
                                        </p:cTn>
                                        <p:tgtEl>
                                          <p:spTgt spid="8"/>
                                        </p:tgtEl>
                                        <p:attrNameLst>
                                          <p:attrName>style.visibility</p:attrName>
                                        </p:attrNameLst>
                                      </p:cBhvr>
                                      <p:to>
                                        <p:strVal val="visible"/>
                                      </p:to>
                                    </p:set>
                                    <p:anim calcmode="lin" valueType="num">
                                      <p:cBhvr additive="base">
                                        <p:cTn id="63" dur="3000" fill="hold"/>
                                        <p:tgtEl>
                                          <p:spTgt spid="8"/>
                                        </p:tgtEl>
                                        <p:attrNameLst>
                                          <p:attrName>ppt_x</p:attrName>
                                        </p:attrNameLst>
                                      </p:cBhvr>
                                      <p:tavLst>
                                        <p:tav tm="0">
                                          <p:val>
                                            <p:strVal val="1+#ppt_w/2"/>
                                          </p:val>
                                        </p:tav>
                                        <p:tav tm="100000">
                                          <p:val>
                                            <p:strVal val="#ppt_x"/>
                                          </p:val>
                                        </p:tav>
                                      </p:tavLst>
                                    </p:anim>
                                    <p:anim calcmode="lin" valueType="num">
                                      <p:cBhvr additive="base">
                                        <p:cTn id="64" dur="3000" fill="hold"/>
                                        <p:tgtEl>
                                          <p:spTgt spid="8"/>
                                        </p:tgtEl>
                                        <p:attrNameLst>
                                          <p:attrName>ppt_y</p:attrName>
                                        </p:attrNameLst>
                                      </p:cBhvr>
                                      <p:tavLst>
                                        <p:tav tm="0">
                                          <p:val>
                                            <p:strVal val="1+#ppt_h/2"/>
                                          </p:val>
                                        </p:tav>
                                        <p:tav tm="100000">
                                          <p:val>
                                            <p:strVal val="#ppt_y"/>
                                          </p:val>
                                        </p:tav>
                                      </p:tavLst>
                                    </p:anim>
                                  </p:childTnLst>
                                </p:cTn>
                              </p:par>
                              <p:par>
                                <p:cTn id="65" presetID="2" presetClass="entr" presetSubtype="6" decel="10000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anim calcmode="lin" valueType="num">
                                      <p:cBhvr additive="base">
                                        <p:cTn id="67" dur="3000" fill="hold"/>
                                        <p:tgtEl>
                                          <p:spTgt spid="7"/>
                                        </p:tgtEl>
                                        <p:attrNameLst>
                                          <p:attrName>ppt_x</p:attrName>
                                        </p:attrNameLst>
                                      </p:cBhvr>
                                      <p:tavLst>
                                        <p:tav tm="0">
                                          <p:val>
                                            <p:strVal val="1+#ppt_w/2"/>
                                          </p:val>
                                        </p:tav>
                                        <p:tav tm="100000">
                                          <p:val>
                                            <p:strVal val="#ppt_x"/>
                                          </p:val>
                                        </p:tav>
                                      </p:tavLst>
                                    </p:anim>
                                    <p:anim calcmode="lin" valueType="num">
                                      <p:cBhvr additive="base">
                                        <p:cTn id="68" dur="3000" fill="hold"/>
                                        <p:tgtEl>
                                          <p:spTgt spid="7"/>
                                        </p:tgtEl>
                                        <p:attrNameLst>
                                          <p:attrName>ppt_y</p:attrName>
                                        </p:attrNameLst>
                                      </p:cBhvr>
                                      <p:tavLst>
                                        <p:tav tm="0">
                                          <p:val>
                                            <p:strVal val="1+#ppt_h/2"/>
                                          </p:val>
                                        </p:tav>
                                        <p:tav tm="100000">
                                          <p:val>
                                            <p:strVal val="#ppt_y"/>
                                          </p:val>
                                        </p:tav>
                                      </p:tavLst>
                                    </p:anim>
                                  </p:childTnLst>
                                </p:cTn>
                              </p:par>
                              <p:par>
                                <p:cTn id="69" presetID="2" presetClass="entr" presetSubtype="6" decel="100000" fill="hold" grpId="0" nodeType="withEffect">
                                  <p:stCondLst>
                                    <p:cond delay="0"/>
                                  </p:stCondLst>
                                  <p:childTnLst>
                                    <p:set>
                                      <p:cBhvr>
                                        <p:cTn id="70" dur="1" fill="hold">
                                          <p:stCondLst>
                                            <p:cond delay="0"/>
                                          </p:stCondLst>
                                        </p:cTn>
                                        <p:tgtEl>
                                          <p:spTgt spid="6"/>
                                        </p:tgtEl>
                                        <p:attrNameLst>
                                          <p:attrName>style.visibility</p:attrName>
                                        </p:attrNameLst>
                                      </p:cBhvr>
                                      <p:to>
                                        <p:strVal val="visible"/>
                                      </p:to>
                                    </p:set>
                                    <p:anim calcmode="lin" valueType="num">
                                      <p:cBhvr additive="base">
                                        <p:cTn id="71" dur="3000" fill="hold"/>
                                        <p:tgtEl>
                                          <p:spTgt spid="6"/>
                                        </p:tgtEl>
                                        <p:attrNameLst>
                                          <p:attrName>ppt_x</p:attrName>
                                        </p:attrNameLst>
                                      </p:cBhvr>
                                      <p:tavLst>
                                        <p:tav tm="0">
                                          <p:val>
                                            <p:strVal val="1+#ppt_w/2"/>
                                          </p:val>
                                        </p:tav>
                                        <p:tav tm="100000">
                                          <p:val>
                                            <p:strVal val="#ppt_x"/>
                                          </p:val>
                                        </p:tav>
                                      </p:tavLst>
                                    </p:anim>
                                    <p:anim calcmode="lin" valueType="num">
                                      <p:cBhvr additive="base">
                                        <p:cTn id="72" dur="3000" fill="hold"/>
                                        <p:tgtEl>
                                          <p:spTgt spid="6"/>
                                        </p:tgtEl>
                                        <p:attrNameLst>
                                          <p:attrName>ppt_y</p:attrName>
                                        </p:attrNameLst>
                                      </p:cBhvr>
                                      <p:tavLst>
                                        <p:tav tm="0">
                                          <p:val>
                                            <p:strVal val="1+#ppt_h/2"/>
                                          </p:val>
                                        </p:tav>
                                        <p:tav tm="100000">
                                          <p:val>
                                            <p:strVal val="#ppt_y"/>
                                          </p:val>
                                        </p:tav>
                                      </p:tavLst>
                                    </p:anim>
                                  </p:childTnLst>
                                </p:cTn>
                              </p:par>
                              <p:par>
                                <p:cTn id="73" presetID="2" presetClass="entr" presetSubtype="6" decel="100000" fill="hold" grpId="0" nodeType="withEffect">
                                  <p:stCondLst>
                                    <p:cond delay="0"/>
                                  </p:stCondLst>
                                  <p:childTnLst>
                                    <p:set>
                                      <p:cBhvr>
                                        <p:cTn id="74" dur="1" fill="hold">
                                          <p:stCondLst>
                                            <p:cond delay="0"/>
                                          </p:stCondLst>
                                        </p:cTn>
                                        <p:tgtEl>
                                          <p:spTgt spid="5"/>
                                        </p:tgtEl>
                                        <p:attrNameLst>
                                          <p:attrName>style.visibility</p:attrName>
                                        </p:attrNameLst>
                                      </p:cBhvr>
                                      <p:to>
                                        <p:strVal val="visible"/>
                                      </p:to>
                                    </p:set>
                                    <p:anim calcmode="lin" valueType="num">
                                      <p:cBhvr additive="base">
                                        <p:cTn id="75" dur="3000" fill="hold"/>
                                        <p:tgtEl>
                                          <p:spTgt spid="5"/>
                                        </p:tgtEl>
                                        <p:attrNameLst>
                                          <p:attrName>ppt_x</p:attrName>
                                        </p:attrNameLst>
                                      </p:cBhvr>
                                      <p:tavLst>
                                        <p:tav tm="0">
                                          <p:val>
                                            <p:strVal val="1+#ppt_w/2"/>
                                          </p:val>
                                        </p:tav>
                                        <p:tav tm="100000">
                                          <p:val>
                                            <p:strVal val="#ppt_x"/>
                                          </p:val>
                                        </p:tav>
                                      </p:tavLst>
                                    </p:anim>
                                    <p:anim calcmode="lin" valueType="num">
                                      <p:cBhvr additive="base">
                                        <p:cTn id="76" dur="3000" fill="hold"/>
                                        <p:tgtEl>
                                          <p:spTgt spid="5"/>
                                        </p:tgtEl>
                                        <p:attrNameLst>
                                          <p:attrName>ppt_y</p:attrName>
                                        </p:attrNameLst>
                                      </p:cBhvr>
                                      <p:tavLst>
                                        <p:tav tm="0">
                                          <p:val>
                                            <p:strVal val="1+#ppt_h/2"/>
                                          </p:val>
                                        </p:tav>
                                        <p:tav tm="100000">
                                          <p:val>
                                            <p:strVal val="#ppt_y"/>
                                          </p:val>
                                        </p:tav>
                                      </p:tavLst>
                                    </p:anim>
                                  </p:childTnLst>
                                </p:cTn>
                              </p:par>
                              <p:par>
                                <p:cTn id="77" presetID="2" presetClass="entr" presetSubtype="6" decel="100000" fill="hold" grpId="0" nodeType="withEffect">
                                  <p:stCondLst>
                                    <p:cond delay="0"/>
                                  </p:stCondLst>
                                  <p:childTnLst>
                                    <p:set>
                                      <p:cBhvr>
                                        <p:cTn id="78" dur="1" fill="hold">
                                          <p:stCondLst>
                                            <p:cond delay="0"/>
                                          </p:stCondLst>
                                        </p:cTn>
                                        <p:tgtEl>
                                          <p:spTgt spid="4"/>
                                        </p:tgtEl>
                                        <p:attrNameLst>
                                          <p:attrName>style.visibility</p:attrName>
                                        </p:attrNameLst>
                                      </p:cBhvr>
                                      <p:to>
                                        <p:strVal val="visible"/>
                                      </p:to>
                                    </p:set>
                                    <p:anim calcmode="lin" valueType="num">
                                      <p:cBhvr additive="base">
                                        <p:cTn id="79" dur="3000" fill="hold"/>
                                        <p:tgtEl>
                                          <p:spTgt spid="4"/>
                                        </p:tgtEl>
                                        <p:attrNameLst>
                                          <p:attrName>ppt_x</p:attrName>
                                        </p:attrNameLst>
                                      </p:cBhvr>
                                      <p:tavLst>
                                        <p:tav tm="0">
                                          <p:val>
                                            <p:strVal val="1+#ppt_w/2"/>
                                          </p:val>
                                        </p:tav>
                                        <p:tav tm="100000">
                                          <p:val>
                                            <p:strVal val="#ppt_x"/>
                                          </p:val>
                                        </p:tav>
                                      </p:tavLst>
                                    </p:anim>
                                    <p:anim calcmode="lin" valueType="num">
                                      <p:cBhvr additive="base">
                                        <p:cTn id="80" dur="3000" fill="hold"/>
                                        <p:tgtEl>
                                          <p:spTgt spid="4"/>
                                        </p:tgtEl>
                                        <p:attrNameLst>
                                          <p:attrName>ppt_y</p:attrName>
                                        </p:attrNameLst>
                                      </p:cBhvr>
                                      <p:tavLst>
                                        <p:tav tm="0">
                                          <p:val>
                                            <p:strVal val="1+#ppt_h/2"/>
                                          </p:val>
                                        </p:tav>
                                        <p:tav tm="100000">
                                          <p:val>
                                            <p:strVal val="#ppt_y"/>
                                          </p:val>
                                        </p:tav>
                                      </p:tavLst>
                                    </p:anim>
                                  </p:childTnLst>
                                </p:cTn>
                              </p:par>
                              <p:par>
                                <p:cTn id="81" presetID="2" presetClass="entr" presetSubtype="6" decel="100000" fill="hold" grpId="0" nodeType="withEffect">
                                  <p:stCondLst>
                                    <p:cond delay="0"/>
                                  </p:stCondLst>
                                  <p:childTnLst>
                                    <p:set>
                                      <p:cBhvr>
                                        <p:cTn id="82" dur="1" fill="hold">
                                          <p:stCondLst>
                                            <p:cond delay="0"/>
                                          </p:stCondLst>
                                        </p:cTn>
                                        <p:tgtEl>
                                          <p:spTgt spid="2"/>
                                        </p:tgtEl>
                                        <p:attrNameLst>
                                          <p:attrName>style.visibility</p:attrName>
                                        </p:attrNameLst>
                                      </p:cBhvr>
                                      <p:to>
                                        <p:strVal val="visible"/>
                                      </p:to>
                                    </p:set>
                                    <p:anim calcmode="lin" valueType="num">
                                      <p:cBhvr additive="base">
                                        <p:cTn id="83" dur="3000" fill="hold"/>
                                        <p:tgtEl>
                                          <p:spTgt spid="2"/>
                                        </p:tgtEl>
                                        <p:attrNameLst>
                                          <p:attrName>ppt_x</p:attrName>
                                        </p:attrNameLst>
                                      </p:cBhvr>
                                      <p:tavLst>
                                        <p:tav tm="0">
                                          <p:val>
                                            <p:strVal val="1+#ppt_w/2"/>
                                          </p:val>
                                        </p:tav>
                                        <p:tav tm="100000">
                                          <p:val>
                                            <p:strVal val="#ppt_x"/>
                                          </p:val>
                                        </p:tav>
                                      </p:tavLst>
                                    </p:anim>
                                    <p:anim calcmode="lin" valueType="num">
                                      <p:cBhvr additive="base">
                                        <p:cTn id="84" dur="3000" fill="hold"/>
                                        <p:tgtEl>
                                          <p:spTgt spid="2"/>
                                        </p:tgtEl>
                                        <p:attrNameLst>
                                          <p:attrName>ppt_y</p:attrName>
                                        </p:attrNameLst>
                                      </p:cBhvr>
                                      <p:tavLst>
                                        <p:tav tm="0">
                                          <p:val>
                                            <p:strVal val="1+#ppt_h/2"/>
                                          </p:val>
                                        </p:tav>
                                        <p:tav tm="100000">
                                          <p:val>
                                            <p:strVal val="#ppt_y"/>
                                          </p:val>
                                        </p:tav>
                                      </p:tavLst>
                                    </p:anim>
                                  </p:childTnLst>
                                </p:cTn>
                              </p:par>
                              <p:par>
                                <p:cTn id="85" presetID="2" presetClass="entr" presetSubtype="6" decel="100000" fill="hold" grpId="0" nodeType="withEffect">
                                  <p:stCondLst>
                                    <p:cond delay="0"/>
                                  </p:stCondLst>
                                  <p:childTnLst>
                                    <p:set>
                                      <p:cBhvr>
                                        <p:cTn id="86" dur="1" fill="hold">
                                          <p:stCondLst>
                                            <p:cond delay="0"/>
                                          </p:stCondLst>
                                        </p:cTn>
                                        <p:tgtEl>
                                          <p:spTgt spid="14"/>
                                        </p:tgtEl>
                                        <p:attrNameLst>
                                          <p:attrName>style.visibility</p:attrName>
                                        </p:attrNameLst>
                                      </p:cBhvr>
                                      <p:to>
                                        <p:strVal val="visible"/>
                                      </p:to>
                                    </p:set>
                                    <p:anim calcmode="lin" valueType="num">
                                      <p:cBhvr additive="base">
                                        <p:cTn id="87" dur="3000" fill="hold"/>
                                        <p:tgtEl>
                                          <p:spTgt spid="14"/>
                                        </p:tgtEl>
                                        <p:attrNameLst>
                                          <p:attrName>ppt_x</p:attrName>
                                        </p:attrNameLst>
                                      </p:cBhvr>
                                      <p:tavLst>
                                        <p:tav tm="0">
                                          <p:val>
                                            <p:strVal val="1+#ppt_w/2"/>
                                          </p:val>
                                        </p:tav>
                                        <p:tav tm="100000">
                                          <p:val>
                                            <p:strVal val="#ppt_x"/>
                                          </p:val>
                                        </p:tav>
                                      </p:tavLst>
                                    </p:anim>
                                    <p:anim calcmode="lin" valueType="num">
                                      <p:cBhvr additive="base">
                                        <p:cTn id="88" dur="3000" fill="hold"/>
                                        <p:tgtEl>
                                          <p:spTgt spid="14"/>
                                        </p:tgtEl>
                                        <p:attrNameLst>
                                          <p:attrName>ppt_y</p:attrName>
                                        </p:attrNameLst>
                                      </p:cBhvr>
                                      <p:tavLst>
                                        <p:tav tm="0">
                                          <p:val>
                                            <p:strVal val="1+#ppt_h/2"/>
                                          </p:val>
                                        </p:tav>
                                        <p:tav tm="100000">
                                          <p:val>
                                            <p:strVal val="#ppt_y"/>
                                          </p:val>
                                        </p:tav>
                                      </p:tavLst>
                                    </p:anim>
                                  </p:childTnLst>
                                </p:cTn>
                              </p:par>
                              <p:par>
                                <p:cTn id="89" presetID="2" presetClass="entr" presetSubtype="6" decel="100000" fill="hold" grpId="0" nodeType="withEffect">
                                  <p:stCondLst>
                                    <p:cond delay="0"/>
                                  </p:stCondLst>
                                  <p:childTnLst>
                                    <p:set>
                                      <p:cBhvr>
                                        <p:cTn id="90" dur="1" fill="hold">
                                          <p:stCondLst>
                                            <p:cond delay="0"/>
                                          </p:stCondLst>
                                        </p:cTn>
                                        <p:tgtEl>
                                          <p:spTgt spid="13"/>
                                        </p:tgtEl>
                                        <p:attrNameLst>
                                          <p:attrName>style.visibility</p:attrName>
                                        </p:attrNameLst>
                                      </p:cBhvr>
                                      <p:to>
                                        <p:strVal val="visible"/>
                                      </p:to>
                                    </p:set>
                                    <p:anim calcmode="lin" valueType="num">
                                      <p:cBhvr additive="base">
                                        <p:cTn id="91" dur="3000" fill="hold"/>
                                        <p:tgtEl>
                                          <p:spTgt spid="13"/>
                                        </p:tgtEl>
                                        <p:attrNameLst>
                                          <p:attrName>ppt_x</p:attrName>
                                        </p:attrNameLst>
                                      </p:cBhvr>
                                      <p:tavLst>
                                        <p:tav tm="0">
                                          <p:val>
                                            <p:strVal val="1+#ppt_w/2"/>
                                          </p:val>
                                        </p:tav>
                                        <p:tav tm="100000">
                                          <p:val>
                                            <p:strVal val="#ppt_x"/>
                                          </p:val>
                                        </p:tav>
                                      </p:tavLst>
                                    </p:anim>
                                    <p:anim calcmode="lin" valueType="num">
                                      <p:cBhvr additive="base">
                                        <p:cTn id="92" dur="3000" fill="hold"/>
                                        <p:tgtEl>
                                          <p:spTgt spid="13"/>
                                        </p:tgtEl>
                                        <p:attrNameLst>
                                          <p:attrName>ppt_y</p:attrName>
                                        </p:attrNameLst>
                                      </p:cBhvr>
                                      <p:tavLst>
                                        <p:tav tm="0">
                                          <p:val>
                                            <p:strVal val="1+#ppt_h/2"/>
                                          </p:val>
                                        </p:tav>
                                        <p:tav tm="100000">
                                          <p:val>
                                            <p:strVal val="#ppt_y"/>
                                          </p:val>
                                        </p:tav>
                                      </p:tavLst>
                                    </p:anim>
                                  </p:childTnLst>
                                </p:cTn>
                              </p:par>
                              <p:par>
                                <p:cTn id="93" presetID="2" presetClass="entr" presetSubtype="6" decel="100000" fill="hold" grpId="0" nodeType="withEffect">
                                  <p:stCondLst>
                                    <p:cond delay="0"/>
                                  </p:stCondLst>
                                  <p:childTnLst>
                                    <p:set>
                                      <p:cBhvr>
                                        <p:cTn id="94" dur="1" fill="hold">
                                          <p:stCondLst>
                                            <p:cond delay="0"/>
                                          </p:stCondLst>
                                        </p:cTn>
                                        <p:tgtEl>
                                          <p:spTgt spid="12"/>
                                        </p:tgtEl>
                                        <p:attrNameLst>
                                          <p:attrName>style.visibility</p:attrName>
                                        </p:attrNameLst>
                                      </p:cBhvr>
                                      <p:to>
                                        <p:strVal val="visible"/>
                                      </p:to>
                                    </p:set>
                                    <p:anim calcmode="lin" valueType="num">
                                      <p:cBhvr additive="base">
                                        <p:cTn id="95" dur="3000" fill="hold"/>
                                        <p:tgtEl>
                                          <p:spTgt spid="12"/>
                                        </p:tgtEl>
                                        <p:attrNameLst>
                                          <p:attrName>ppt_x</p:attrName>
                                        </p:attrNameLst>
                                      </p:cBhvr>
                                      <p:tavLst>
                                        <p:tav tm="0">
                                          <p:val>
                                            <p:strVal val="1+#ppt_w/2"/>
                                          </p:val>
                                        </p:tav>
                                        <p:tav tm="100000">
                                          <p:val>
                                            <p:strVal val="#ppt_x"/>
                                          </p:val>
                                        </p:tav>
                                      </p:tavLst>
                                    </p:anim>
                                    <p:anim calcmode="lin" valueType="num">
                                      <p:cBhvr additive="base">
                                        <p:cTn id="96" dur="3000" fill="hold"/>
                                        <p:tgtEl>
                                          <p:spTgt spid="12"/>
                                        </p:tgtEl>
                                        <p:attrNameLst>
                                          <p:attrName>ppt_y</p:attrName>
                                        </p:attrNameLst>
                                      </p:cBhvr>
                                      <p:tavLst>
                                        <p:tav tm="0">
                                          <p:val>
                                            <p:strVal val="1+#ppt_h/2"/>
                                          </p:val>
                                        </p:tav>
                                        <p:tav tm="100000">
                                          <p:val>
                                            <p:strVal val="#ppt_y"/>
                                          </p:val>
                                        </p:tav>
                                      </p:tavLst>
                                    </p:anim>
                                  </p:childTnLst>
                                </p:cTn>
                              </p:par>
                              <p:par>
                                <p:cTn id="97" presetID="2" presetClass="entr" presetSubtype="6" decel="100000" fill="hold" grpId="0" nodeType="withEffect">
                                  <p:stCondLst>
                                    <p:cond delay="0"/>
                                  </p:stCondLst>
                                  <p:childTnLst>
                                    <p:set>
                                      <p:cBhvr>
                                        <p:cTn id="98" dur="1" fill="hold">
                                          <p:stCondLst>
                                            <p:cond delay="0"/>
                                          </p:stCondLst>
                                        </p:cTn>
                                        <p:tgtEl>
                                          <p:spTgt spid="11"/>
                                        </p:tgtEl>
                                        <p:attrNameLst>
                                          <p:attrName>style.visibility</p:attrName>
                                        </p:attrNameLst>
                                      </p:cBhvr>
                                      <p:to>
                                        <p:strVal val="visible"/>
                                      </p:to>
                                    </p:set>
                                    <p:anim calcmode="lin" valueType="num">
                                      <p:cBhvr additive="base">
                                        <p:cTn id="99" dur="3000" fill="hold"/>
                                        <p:tgtEl>
                                          <p:spTgt spid="11"/>
                                        </p:tgtEl>
                                        <p:attrNameLst>
                                          <p:attrName>ppt_x</p:attrName>
                                        </p:attrNameLst>
                                      </p:cBhvr>
                                      <p:tavLst>
                                        <p:tav tm="0">
                                          <p:val>
                                            <p:strVal val="1+#ppt_w/2"/>
                                          </p:val>
                                        </p:tav>
                                        <p:tav tm="100000">
                                          <p:val>
                                            <p:strVal val="#ppt_x"/>
                                          </p:val>
                                        </p:tav>
                                      </p:tavLst>
                                    </p:anim>
                                    <p:anim calcmode="lin" valueType="num">
                                      <p:cBhvr additive="base">
                                        <p:cTn id="100" dur="3000" fill="hold"/>
                                        <p:tgtEl>
                                          <p:spTgt spid="11"/>
                                        </p:tgtEl>
                                        <p:attrNameLst>
                                          <p:attrName>ppt_y</p:attrName>
                                        </p:attrNameLst>
                                      </p:cBhvr>
                                      <p:tavLst>
                                        <p:tav tm="0">
                                          <p:val>
                                            <p:strVal val="1+#ppt_h/2"/>
                                          </p:val>
                                        </p:tav>
                                        <p:tav tm="100000">
                                          <p:val>
                                            <p:strVal val="#ppt_y"/>
                                          </p:val>
                                        </p:tav>
                                      </p:tavLst>
                                    </p:anim>
                                  </p:childTnLst>
                                </p:cTn>
                              </p:par>
                              <p:par>
                                <p:cTn id="101" presetID="2" presetClass="entr" presetSubtype="6" decel="100000" fill="hold" grpId="0" nodeType="withEffect">
                                  <p:stCondLst>
                                    <p:cond delay="0"/>
                                  </p:stCondLst>
                                  <p:childTnLst>
                                    <p:set>
                                      <p:cBhvr>
                                        <p:cTn id="102" dur="1" fill="hold">
                                          <p:stCondLst>
                                            <p:cond delay="0"/>
                                          </p:stCondLst>
                                        </p:cTn>
                                        <p:tgtEl>
                                          <p:spTgt spid="10"/>
                                        </p:tgtEl>
                                        <p:attrNameLst>
                                          <p:attrName>style.visibility</p:attrName>
                                        </p:attrNameLst>
                                      </p:cBhvr>
                                      <p:to>
                                        <p:strVal val="visible"/>
                                      </p:to>
                                    </p:set>
                                    <p:anim calcmode="lin" valueType="num">
                                      <p:cBhvr additive="base">
                                        <p:cTn id="103" dur="3000" fill="hold"/>
                                        <p:tgtEl>
                                          <p:spTgt spid="10"/>
                                        </p:tgtEl>
                                        <p:attrNameLst>
                                          <p:attrName>ppt_x</p:attrName>
                                        </p:attrNameLst>
                                      </p:cBhvr>
                                      <p:tavLst>
                                        <p:tav tm="0">
                                          <p:val>
                                            <p:strVal val="1+#ppt_w/2"/>
                                          </p:val>
                                        </p:tav>
                                        <p:tav tm="100000">
                                          <p:val>
                                            <p:strVal val="#ppt_x"/>
                                          </p:val>
                                        </p:tav>
                                      </p:tavLst>
                                    </p:anim>
                                    <p:anim calcmode="lin" valueType="num">
                                      <p:cBhvr additive="base">
                                        <p:cTn id="104" dur="3000" fill="hold"/>
                                        <p:tgtEl>
                                          <p:spTgt spid="10"/>
                                        </p:tgtEl>
                                        <p:attrNameLst>
                                          <p:attrName>ppt_y</p:attrName>
                                        </p:attrNameLst>
                                      </p:cBhvr>
                                      <p:tavLst>
                                        <p:tav tm="0">
                                          <p:val>
                                            <p:strVal val="1+#ppt_h/2"/>
                                          </p:val>
                                        </p:tav>
                                        <p:tav tm="100000">
                                          <p:val>
                                            <p:strVal val="#ppt_y"/>
                                          </p:val>
                                        </p:tav>
                                      </p:tavLst>
                                    </p:anim>
                                  </p:childTnLst>
                                </p:cTn>
                              </p:par>
                              <p:par>
                                <p:cTn id="105" presetID="2" presetClass="entr" presetSubtype="6" decel="100000" fill="hold" grpId="0" nodeType="withEffect">
                                  <p:stCondLst>
                                    <p:cond delay="0"/>
                                  </p:stCondLst>
                                  <p:childTnLst>
                                    <p:set>
                                      <p:cBhvr>
                                        <p:cTn id="106" dur="1" fill="hold">
                                          <p:stCondLst>
                                            <p:cond delay="0"/>
                                          </p:stCondLst>
                                        </p:cTn>
                                        <p:tgtEl>
                                          <p:spTgt spid="56"/>
                                        </p:tgtEl>
                                        <p:attrNameLst>
                                          <p:attrName>style.visibility</p:attrName>
                                        </p:attrNameLst>
                                      </p:cBhvr>
                                      <p:to>
                                        <p:strVal val="visible"/>
                                      </p:to>
                                    </p:set>
                                    <p:anim calcmode="lin" valueType="num">
                                      <p:cBhvr additive="base">
                                        <p:cTn id="107" dur="3000" fill="hold"/>
                                        <p:tgtEl>
                                          <p:spTgt spid="56"/>
                                        </p:tgtEl>
                                        <p:attrNameLst>
                                          <p:attrName>ppt_x</p:attrName>
                                        </p:attrNameLst>
                                      </p:cBhvr>
                                      <p:tavLst>
                                        <p:tav tm="0">
                                          <p:val>
                                            <p:strVal val="1+#ppt_w/2"/>
                                          </p:val>
                                        </p:tav>
                                        <p:tav tm="100000">
                                          <p:val>
                                            <p:strVal val="#ppt_x"/>
                                          </p:val>
                                        </p:tav>
                                      </p:tavLst>
                                    </p:anim>
                                    <p:anim calcmode="lin" valueType="num">
                                      <p:cBhvr additive="base">
                                        <p:cTn id="108" dur="3000" fill="hold"/>
                                        <p:tgtEl>
                                          <p:spTgt spid="56"/>
                                        </p:tgtEl>
                                        <p:attrNameLst>
                                          <p:attrName>ppt_y</p:attrName>
                                        </p:attrNameLst>
                                      </p:cBhvr>
                                      <p:tavLst>
                                        <p:tav tm="0">
                                          <p:val>
                                            <p:strVal val="1+#ppt_h/2"/>
                                          </p:val>
                                        </p:tav>
                                        <p:tav tm="100000">
                                          <p:val>
                                            <p:strVal val="#ppt_y"/>
                                          </p:val>
                                        </p:tav>
                                      </p:tavLst>
                                    </p:anim>
                                  </p:childTnLst>
                                </p:cTn>
                              </p:par>
                              <p:par>
                                <p:cTn id="109" presetID="2" presetClass="entr" presetSubtype="6" decel="100000" fill="hold" grpId="0" nodeType="withEffect">
                                  <p:stCondLst>
                                    <p:cond delay="0"/>
                                  </p:stCondLst>
                                  <p:childTnLst>
                                    <p:set>
                                      <p:cBhvr>
                                        <p:cTn id="110" dur="1" fill="hold">
                                          <p:stCondLst>
                                            <p:cond delay="0"/>
                                          </p:stCondLst>
                                        </p:cTn>
                                        <p:tgtEl>
                                          <p:spTgt spid="55"/>
                                        </p:tgtEl>
                                        <p:attrNameLst>
                                          <p:attrName>style.visibility</p:attrName>
                                        </p:attrNameLst>
                                      </p:cBhvr>
                                      <p:to>
                                        <p:strVal val="visible"/>
                                      </p:to>
                                    </p:set>
                                    <p:anim calcmode="lin" valueType="num">
                                      <p:cBhvr additive="base">
                                        <p:cTn id="111" dur="3000" fill="hold"/>
                                        <p:tgtEl>
                                          <p:spTgt spid="55"/>
                                        </p:tgtEl>
                                        <p:attrNameLst>
                                          <p:attrName>ppt_x</p:attrName>
                                        </p:attrNameLst>
                                      </p:cBhvr>
                                      <p:tavLst>
                                        <p:tav tm="0">
                                          <p:val>
                                            <p:strVal val="1+#ppt_w/2"/>
                                          </p:val>
                                        </p:tav>
                                        <p:tav tm="100000">
                                          <p:val>
                                            <p:strVal val="#ppt_x"/>
                                          </p:val>
                                        </p:tav>
                                      </p:tavLst>
                                    </p:anim>
                                    <p:anim calcmode="lin" valueType="num">
                                      <p:cBhvr additive="base">
                                        <p:cTn id="112" dur="3000" fill="hold"/>
                                        <p:tgtEl>
                                          <p:spTgt spid="55"/>
                                        </p:tgtEl>
                                        <p:attrNameLst>
                                          <p:attrName>ppt_y</p:attrName>
                                        </p:attrNameLst>
                                      </p:cBhvr>
                                      <p:tavLst>
                                        <p:tav tm="0">
                                          <p:val>
                                            <p:strVal val="1+#ppt_h/2"/>
                                          </p:val>
                                        </p:tav>
                                        <p:tav tm="100000">
                                          <p:val>
                                            <p:strVal val="#ppt_y"/>
                                          </p:val>
                                        </p:tav>
                                      </p:tavLst>
                                    </p:anim>
                                  </p:childTnLst>
                                </p:cTn>
                              </p:par>
                              <p:par>
                                <p:cTn id="113" presetID="2" presetClass="entr" presetSubtype="6" decel="100000" fill="hold" grpId="0" nodeType="withEffect">
                                  <p:stCondLst>
                                    <p:cond delay="0"/>
                                  </p:stCondLst>
                                  <p:childTnLst>
                                    <p:set>
                                      <p:cBhvr>
                                        <p:cTn id="114" dur="1" fill="hold">
                                          <p:stCondLst>
                                            <p:cond delay="0"/>
                                          </p:stCondLst>
                                        </p:cTn>
                                        <p:tgtEl>
                                          <p:spTgt spid="54"/>
                                        </p:tgtEl>
                                        <p:attrNameLst>
                                          <p:attrName>style.visibility</p:attrName>
                                        </p:attrNameLst>
                                      </p:cBhvr>
                                      <p:to>
                                        <p:strVal val="visible"/>
                                      </p:to>
                                    </p:set>
                                    <p:anim calcmode="lin" valueType="num">
                                      <p:cBhvr additive="base">
                                        <p:cTn id="115" dur="3000" fill="hold"/>
                                        <p:tgtEl>
                                          <p:spTgt spid="54"/>
                                        </p:tgtEl>
                                        <p:attrNameLst>
                                          <p:attrName>ppt_x</p:attrName>
                                        </p:attrNameLst>
                                      </p:cBhvr>
                                      <p:tavLst>
                                        <p:tav tm="0">
                                          <p:val>
                                            <p:strVal val="1+#ppt_w/2"/>
                                          </p:val>
                                        </p:tav>
                                        <p:tav tm="100000">
                                          <p:val>
                                            <p:strVal val="#ppt_x"/>
                                          </p:val>
                                        </p:tav>
                                      </p:tavLst>
                                    </p:anim>
                                    <p:anim calcmode="lin" valueType="num">
                                      <p:cBhvr additive="base">
                                        <p:cTn id="116" dur="3000" fill="hold"/>
                                        <p:tgtEl>
                                          <p:spTgt spid="54"/>
                                        </p:tgtEl>
                                        <p:attrNameLst>
                                          <p:attrName>ppt_y</p:attrName>
                                        </p:attrNameLst>
                                      </p:cBhvr>
                                      <p:tavLst>
                                        <p:tav tm="0">
                                          <p:val>
                                            <p:strVal val="1+#ppt_h/2"/>
                                          </p:val>
                                        </p:tav>
                                        <p:tav tm="100000">
                                          <p:val>
                                            <p:strVal val="#ppt_y"/>
                                          </p:val>
                                        </p:tav>
                                      </p:tavLst>
                                    </p:anim>
                                  </p:childTnLst>
                                </p:cTn>
                              </p:par>
                              <p:par>
                                <p:cTn id="117" presetID="2" presetClass="entr" presetSubtype="6" decel="100000" fill="hold" grpId="0" nodeType="withEffect">
                                  <p:stCondLst>
                                    <p:cond delay="0"/>
                                  </p:stCondLst>
                                  <p:childTnLst>
                                    <p:set>
                                      <p:cBhvr>
                                        <p:cTn id="118" dur="1" fill="hold">
                                          <p:stCondLst>
                                            <p:cond delay="0"/>
                                          </p:stCondLst>
                                        </p:cTn>
                                        <p:tgtEl>
                                          <p:spTgt spid="53"/>
                                        </p:tgtEl>
                                        <p:attrNameLst>
                                          <p:attrName>style.visibility</p:attrName>
                                        </p:attrNameLst>
                                      </p:cBhvr>
                                      <p:to>
                                        <p:strVal val="visible"/>
                                      </p:to>
                                    </p:set>
                                    <p:anim calcmode="lin" valueType="num">
                                      <p:cBhvr additive="base">
                                        <p:cTn id="119" dur="3000" fill="hold"/>
                                        <p:tgtEl>
                                          <p:spTgt spid="53"/>
                                        </p:tgtEl>
                                        <p:attrNameLst>
                                          <p:attrName>ppt_x</p:attrName>
                                        </p:attrNameLst>
                                      </p:cBhvr>
                                      <p:tavLst>
                                        <p:tav tm="0">
                                          <p:val>
                                            <p:strVal val="1+#ppt_w/2"/>
                                          </p:val>
                                        </p:tav>
                                        <p:tav tm="100000">
                                          <p:val>
                                            <p:strVal val="#ppt_x"/>
                                          </p:val>
                                        </p:tav>
                                      </p:tavLst>
                                    </p:anim>
                                    <p:anim calcmode="lin" valueType="num">
                                      <p:cBhvr additive="base">
                                        <p:cTn id="120" dur="3000" fill="hold"/>
                                        <p:tgtEl>
                                          <p:spTgt spid="53"/>
                                        </p:tgtEl>
                                        <p:attrNameLst>
                                          <p:attrName>ppt_y</p:attrName>
                                        </p:attrNameLst>
                                      </p:cBhvr>
                                      <p:tavLst>
                                        <p:tav tm="0">
                                          <p:val>
                                            <p:strVal val="1+#ppt_h/2"/>
                                          </p:val>
                                        </p:tav>
                                        <p:tav tm="100000">
                                          <p:val>
                                            <p:strVal val="#ppt_y"/>
                                          </p:val>
                                        </p:tav>
                                      </p:tavLst>
                                    </p:anim>
                                  </p:childTnLst>
                                </p:cTn>
                              </p:par>
                              <p:par>
                                <p:cTn id="121" presetID="2" presetClass="entr" presetSubtype="6" decel="100000" fill="hold" grpId="0" nodeType="withEffect">
                                  <p:stCondLst>
                                    <p:cond delay="0"/>
                                  </p:stCondLst>
                                  <p:childTnLst>
                                    <p:set>
                                      <p:cBhvr>
                                        <p:cTn id="122" dur="1" fill="hold">
                                          <p:stCondLst>
                                            <p:cond delay="0"/>
                                          </p:stCondLst>
                                        </p:cTn>
                                        <p:tgtEl>
                                          <p:spTgt spid="61"/>
                                        </p:tgtEl>
                                        <p:attrNameLst>
                                          <p:attrName>style.visibility</p:attrName>
                                        </p:attrNameLst>
                                      </p:cBhvr>
                                      <p:to>
                                        <p:strVal val="visible"/>
                                      </p:to>
                                    </p:set>
                                    <p:anim calcmode="lin" valueType="num">
                                      <p:cBhvr additive="base">
                                        <p:cTn id="123" dur="3000" fill="hold"/>
                                        <p:tgtEl>
                                          <p:spTgt spid="61"/>
                                        </p:tgtEl>
                                        <p:attrNameLst>
                                          <p:attrName>ppt_x</p:attrName>
                                        </p:attrNameLst>
                                      </p:cBhvr>
                                      <p:tavLst>
                                        <p:tav tm="0">
                                          <p:val>
                                            <p:strVal val="1+#ppt_w/2"/>
                                          </p:val>
                                        </p:tav>
                                        <p:tav tm="100000">
                                          <p:val>
                                            <p:strVal val="#ppt_x"/>
                                          </p:val>
                                        </p:tav>
                                      </p:tavLst>
                                    </p:anim>
                                    <p:anim calcmode="lin" valueType="num">
                                      <p:cBhvr additive="base">
                                        <p:cTn id="124" dur="3000" fill="hold"/>
                                        <p:tgtEl>
                                          <p:spTgt spid="61"/>
                                        </p:tgtEl>
                                        <p:attrNameLst>
                                          <p:attrName>ppt_y</p:attrName>
                                        </p:attrNameLst>
                                      </p:cBhvr>
                                      <p:tavLst>
                                        <p:tav tm="0">
                                          <p:val>
                                            <p:strVal val="1+#ppt_h/2"/>
                                          </p:val>
                                        </p:tav>
                                        <p:tav tm="100000">
                                          <p:val>
                                            <p:strVal val="#ppt_y"/>
                                          </p:val>
                                        </p:tav>
                                      </p:tavLst>
                                    </p:anim>
                                  </p:childTnLst>
                                </p:cTn>
                              </p:par>
                              <p:par>
                                <p:cTn id="125" presetID="2" presetClass="entr" presetSubtype="6" decel="100000" fill="hold" grpId="0" nodeType="withEffect">
                                  <p:stCondLst>
                                    <p:cond delay="0"/>
                                  </p:stCondLst>
                                  <p:childTnLst>
                                    <p:set>
                                      <p:cBhvr>
                                        <p:cTn id="126" dur="1" fill="hold">
                                          <p:stCondLst>
                                            <p:cond delay="0"/>
                                          </p:stCondLst>
                                        </p:cTn>
                                        <p:tgtEl>
                                          <p:spTgt spid="60"/>
                                        </p:tgtEl>
                                        <p:attrNameLst>
                                          <p:attrName>style.visibility</p:attrName>
                                        </p:attrNameLst>
                                      </p:cBhvr>
                                      <p:to>
                                        <p:strVal val="visible"/>
                                      </p:to>
                                    </p:set>
                                    <p:anim calcmode="lin" valueType="num">
                                      <p:cBhvr additive="base">
                                        <p:cTn id="127" dur="3000" fill="hold"/>
                                        <p:tgtEl>
                                          <p:spTgt spid="60"/>
                                        </p:tgtEl>
                                        <p:attrNameLst>
                                          <p:attrName>ppt_x</p:attrName>
                                        </p:attrNameLst>
                                      </p:cBhvr>
                                      <p:tavLst>
                                        <p:tav tm="0">
                                          <p:val>
                                            <p:strVal val="1+#ppt_w/2"/>
                                          </p:val>
                                        </p:tav>
                                        <p:tav tm="100000">
                                          <p:val>
                                            <p:strVal val="#ppt_x"/>
                                          </p:val>
                                        </p:tav>
                                      </p:tavLst>
                                    </p:anim>
                                    <p:anim calcmode="lin" valueType="num">
                                      <p:cBhvr additive="base">
                                        <p:cTn id="128" dur="3000" fill="hold"/>
                                        <p:tgtEl>
                                          <p:spTgt spid="60"/>
                                        </p:tgtEl>
                                        <p:attrNameLst>
                                          <p:attrName>ppt_y</p:attrName>
                                        </p:attrNameLst>
                                      </p:cBhvr>
                                      <p:tavLst>
                                        <p:tav tm="0">
                                          <p:val>
                                            <p:strVal val="1+#ppt_h/2"/>
                                          </p:val>
                                        </p:tav>
                                        <p:tav tm="100000">
                                          <p:val>
                                            <p:strVal val="#ppt_y"/>
                                          </p:val>
                                        </p:tav>
                                      </p:tavLst>
                                    </p:anim>
                                  </p:childTnLst>
                                </p:cTn>
                              </p:par>
                              <p:par>
                                <p:cTn id="129" presetID="2" presetClass="entr" presetSubtype="6" decel="100000" fill="hold" grpId="0" nodeType="withEffect">
                                  <p:stCondLst>
                                    <p:cond delay="0"/>
                                  </p:stCondLst>
                                  <p:childTnLst>
                                    <p:set>
                                      <p:cBhvr>
                                        <p:cTn id="130" dur="1" fill="hold">
                                          <p:stCondLst>
                                            <p:cond delay="0"/>
                                          </p:stCondLst>
                                        </p:cTn>
                                        <p:tgtEl>
                                          <p:spTgt spid="59"/>
                                        </p:tgtEl>
                                        <p:attrNameLst>
                                          <p:attrName>style.visibility</p:attrName>
                                        </p:attrNameLst>
                                      </p:cBhvr>
                                      <p:to>
                                        <p:strVal val="visible"/>
                                      </p:to>
                                    </p:set>
                                    <p:anim calcmode="lin" valueType="num">
                                      <p:cBhvr additive="base">
                                        <p:cTn id="131" dur="3000" fill="hold"/>
                                        <p:tgtEl>
                                          <p:spTgt spid="59"/>
                                        </p:tgtEl>
                                        <p:attrNameLst>
                                          <p:attrName>ppt_x</p:attrName>
                                        </p:attrNameLst>
                                      </p:cBhvr>
                                      <p:tavLst>
                                        <p:tav tm="0">
                                          <p:val>
                                            <p:strVal val="1+#ppt_w/2"/>
                                          </p:val>
                                        </p:tav>
                                        <p:tav tm="100000">
                                          <p:val>
                                            <p:strVal val="#ppt_x"/>
                                          </p:val>
                                        </p:tav>
                                      </p:tavLst>
                                    </p:anim>
                                    <p:anim calcmode="lin" valueType="num">
                                      <p:cBhvr additive="base">
                                        <p:cTn id="132" dur="3000" fill="hold"/>
                                        <p:tgtEl>
                                          <p:spTgt spid="59"/>
                                        </p:tgtEl>
                                        <p:attrNameLst>
                                          <p:attrName>ppt_y</p:attrName>
                                        </p:attrNameLst>
                                      </p:cBhvr>
                                      <p:tavLst>
                                        <p:tav tm="0">
                                          <p:val>
                                            <p:strVal val="1+#ppt_h/2"/>
                                          </p:val>
                                        </p:tav>
                                        <p:tav tm="100000">
                                          <p:val>
                                            <p:strVal val="#ppt_y"/>
                                          </p:val>
                                        </p:tav>
                                      </p:tavLst>
                                    </p:anim>
                                  </p:childTnLst>
                                </p:cTn>
                              </p:par>
                              <p:par>
                                <p:cTn id="133" presetID="2" presetClass="entr" presetSubtype="6" decel="100000" fill="hold" grpId="0" nodeType="withEffect">
                                  <p:stCondLst>
                                    <p:cond delay="0"/>
                                  </p:stCondLst>
                                  <p:childTnLst>
                                    <p:set>
                                      <p:cBhvr>
                                        <p:cTn id="134" dur="1" fill="hold">
                                          <p:stCondLst>
                                            <p:cond delay="0"/>
                                          </p:stCondLst>
                                        </p:cTn>
                                        <p:tgtEl>
                                          <p:spTgt spid="66"/>
                                        </p:tgtEl>
                                        <p:attrNameLst>
                                          <p:attrName>style.visibility</p:attrName>
                                        </p:attrNameLst>
                                      </p:cBhvr>
                                      <p:to>
                                        <p:strVal val="visible"/>
                                      </p:to>
                                    </p:set>
                                    <p:anim calcmode="lin" valueType="num">
                                      <p:cBhvr additive="base">
                                        <p:cTn id="135" dur="3000" fill="hold"/>
                                        <p:tgtEl>
                                          <p:spTgt spid="66"/>
                                        </p:tgtEl>
                                        <p:attrNameLst>
                                          <p:attrName>ppt_x</p:attrName>
                                        </p:attrNameLst>
                                      </p:cBhvr>
                                      <p:tavLst>
                                        <p:tav tm="0">
                                          <p:val>
                                            <p:strVal val="1+#ppt_w/2"/>
                                          </p:val>
                                        </p:tav>
                                        <p:tav tm="100000">
                                          <p:val>
                                            <p:strVal val="#ppt_x"/>
                                          </p:val>
                                        </p:tav>
                                      </p:tavLst>
                                    </p:anim>
                                    <p:anim calcmode="lin" valueType="num">
                                      <p:cBhvr additive="base">
                                        <p:cTn id="136" dur="3000" fill="hold"/>
                                        <p:tgtEl>
                                          <p:spTgt spid="66"/>
                                        </p:tgtEl>
                                        <p:attrNameLst>
                                          <p:attrName>ppt_y</p:attrName>
                                        </p:attrNameLst>
                                      </p:cBhvr>
                                      <p:tavLst>
                                        <p:tav tm="0">
                                          <p:val>
                                            <p:strVal val="1+#ppt_h/2"/>
                                          </p:val>
                                        </p:tav>
                                        <p:tav tm="100000">
                                          <p:val>
                                            <p:strVal val="#ppt_y"/>
                                          </p:val>
                                        </p:tav>
                                      </p:tavLst>
                                    </p:anim>
                                  </p:childTnLst>
                                </p:cTn>
                              </p:par>
                              <p:par>
                                <p:cTn id="137" presetID="2" presetClass="entr" presetSubtype="6" decel="100000" fill="hold" grpId="0" nodeType="withEffect">
                                  <p:stCondLst>
                                    <p:cond delay="0"/>
                                  </p:stCondLst>
                                  <p:childTnLst>
                                    <p:set>
                                      <p:cBhvr>
                                        <p:cTn id="138" dur="1" fill="hold">
                                          <p:stCondLst>
                                            <p:cond delay="0"/>
                                          </p:stCondLst>
                                        </p:cTn>
                                        <p:tgtEl>
                                          <p:spTgt spid="65"/>
                                        </p:tgtEl>
                                        <p:attrNameLst>
                                          <p:attrName>style.visibility</p:attrName>
                                        </p:attrNameLst>
                                      </p:cBhvr>
                                      <p:to>
                                        <p:strVal val="visible"/>
                                      </p:to>
                                    </p:set>
                                    <p:anim calcmode="lin" valueType="num">
                                      <p:cBhvr additive="base">
                                        <p:cTn id="139" dur="3000" fill="hold"/>
                                        <p:tgtEl>
                                          <p:spTgt spid="65"/>
                                        </p:tgtEl>
                                        <p:attrNameLst>
                                          <p:attrName>ppt_x</p:attrName>
                                        </p:attrNameLst>
                                      </p:cBhvr>
                                      <p:tavLst>
                                        <p:tav tm="0">
                                          <p:val>
                                            <p:strVal val="1+#ppt_w/2"/>
                                          </p:val>
                                        </p:tav>
                                        <p:tav tm="100000">
                                          <p:val>
                                            <p:strVal val="#ppt_x"/>
                                          </p:val>
                                        </p:tav>
                                      </p:tavLst>
                                    </p:anim>
                                    <p:anim calcmode="lin" valueType="num">
                                      <p:cBhvr additive="base">
                                        <p:cTn id="140" dur="3000" fill="hold"/>
                                        <p:tgtEl>
                                          <p:spTgt spid="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P spid="41" grpId="0" animBg="1"/>
      <p:bldP spid="42" grpId="0" animBg="1"/>
      <p:bldP spid="43" grpId="0" animBg="1"/>
      <p:bldP spid="28" grpId="0" animBg="1"/>
      <p:bldP spid="29" grpId="0" animBg="1"/>
      <p:bldP spid="30" grpId="0" animBg="1"/>
      <p:bldP spid="31" grpId="0" animBg="1"/>
      <p:bldP spid="16" grpId="0" animBg="1"/>
      <p:bldP spid="17" grpId="0" animBg="1"/>
      <p:bldP spid="18" grpId="0" animBg="1"/>
      <p:bldP spid="19" grpId="0" animBg="1"/>
      <p:bldP spid="20" grpId="0" animBg="1"/>
      <p:bldP spid="2" grpId="0" animBg="1"/>
      <p:bldP spid="4" grpId="0" animBg="1"/>
      <p:bldP spid="5" grpId="0" animBg="1"/>
      <p:bldP spid="6" grpId="0" animBg="1"/>
      <p:bldP spid="7" grpId="0" animBg="1"/>
      <p:bldP spid="8" grpId="0" animBg="1"/>
      <p:bldP spid="10" grpId="0" animBg="1"/>
      <p:bldP spid="11" grpId="0" animBg="1"/>
      <p:bldP spid="12" grpId="0" animBg="1"/>
      <p:bldP spid="13" grpId="0" animBg="1"/>
      <p:bldP spid="14" grpId="0" animBg="1"/>
      <p:bldP spid="53" grpId="0" animBg="1"/>
      <p:bldP spid="54" grpId="0" animBg="1"/>
      <p:bldP spid="55" grpId="0" animBg="1"/>
      <p:bldP spid="56" grpId="0" animBg="1"/>
      <p:bldP spid="59" grpId="0" animBg="1"/>
      <p:bldP spid="60" grpId="0" animBg="1"/>
      <p:bldP spid="61" grpId="0" animBg="1"/>
      <p:bldP spid="65" grpId="0" animBg="1"/>
      <p:bldP spid="66" grpId="0" animBg="1"/>
    </p:bldLst>
  </p:timing>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37128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5EDC9F4-A7C4-4676-AB6E-7148F8580972}"/>
              </a:ext>
            </a:extLst>
          </p:cNvPr>
          <p:cNvSpPr>
            <a:spLocks noGrp="1"/>
          </p:cNvSpPr>
          <p:nvPr>
            <p:ph type="pic" sz="quarter" idx="16"/>
          </p:nvPr>
        </p:nvSpPr>
        <p:spPr>
          <a:xfrm>
            <a:off x="0" y="0"/>
            <a:ext cx="12192000" cy="6858000"/>
          </a:xfrm>
          <a:custGeom>
            <a:avLst/>
            <a:gdLst>
              <a:gd name="connsiteX0" fmla="*/ 0 w 22823488"/>
              <a:gd name="connsiteY0" fmla="*/ 0 h 13716000"/>
              <a:gd name="connsiteX1" fmla="*/ 22823488 w 22823488"/>
              <a:gd name="connsiteY1" fmla="*/ 0 h 13716000"/>
              <a:gd name="connsiteX2" fmla="*/ 22823488 w 22823488"/>
              <a:gd name="connsiteY2" fmla="*/ 13716000 h 13716000"/>
              <a:gd name="connsiteX3" fmla="*/ 0 w 22823488"/>
              <a:gd name="connsiteY3" fmla="*/ 13716000 h 13716000"/>
            </a:gdLst>
            <a:ahLst/>
            <a:cxnLst>
              <a:cxn ang="0">
                <a:pos x="connsiteX0" y="connsiteY0"/>
              </a:cxn>
              <a:cxn ang="0">
                <a:pos x="connsiteX1" y="connsiteY1"/>
              </a:cxn>
              <a:cxn ang="0">
                <a:pos x="connsiteX2" y="connsiteY2"/>
              </a:cxn>
              <a:cxn ang="0">
                <a:pos x="connsiteX3" y="connsiteY3"/>
              </a:cxn>
            </a:cxnLst>
            <a:rect l="l" t="t" r="r" b="b"/>
            <a:pathLst>
              <a:path w="22823488" h="13716000">
                <a:moveTo>
                  <a:pt x="0" y="0"/>
                </a:moveTo>
                <a:lnTo>
                  <a:pt x="22823488" y="0"/>
                </a:lnTo>
                <a:lnTo>
                  <a:pt x="22823488" y="13716000"/>
                </a:lnTo>
                <a:lnTo>
                  <a:pt x="0" y="137160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438540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2000" fill="hold"/>
                                        <p:tgtEl>
                                          <p:spTgt spid="4"/>
                                        </p:tgtEl>
                                        <p:attrNameLst>
                                          <p:attrName>ppt_x</p:attrName>
                                        </p:attrNameLst>
                                      </p:cBhvr>
                                      <p:tavLst>
                                        <p:tav tm="0">
                                          <p:val>
                                            <p:strVal val="0-#ppt_w/2"/>
                                          </p:val>
                                        </p:tav>
                                        <p:tav tm="100000">
                                          <p:val>
                                            <p:strVal val="#ppt_x"/>
                                          </p:val>
                                        </p:tav>
                                      </p:tavLst>
                                    </p:anim>
                                    <p:anim calcmode="lin" valueType="num">
                                      <p:cBhvr additive="base">
                                        <p:cTn id="8" dur="20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4B948602-5320-4DCD-94A3-2CB80716ED1F}"/>
              </a:ext>
            </a:extLst>
          </p:cNvPr>
          <p:cNvSpPr>
            <a:spLocks noGrp="1"/>
          </p:cNvSpPr>
          <p:nvPr>
            <p:ph type="pic" sz="quarter" idx="16"/>
          </p:nvPr>
        </p:nvSpPr>
        <p:spPr>
          <a:xfrm>
            <a:off x="781743" y="647700"/>
            <a:ext cx="5314258" cy="5524500"/>
          </a:xfrm>
          <a:custGeom>
            <a:avLst/>
            <a:gdLst>
              <a:gd name="connsiteX0" fmla="*/ 0 w 10629899"/>
              <a:gd name="connsiteY0" fmla="*/ 0 h 11049000"/>
              <a:gd name="connsiteX1" fmla="*/ 10629899 w 10629899"/>
              <a:gd name="connsiteY1" fmla="*/ 0 h 11049000"/>
              <a:gd name="connsiteX2" fmla="*/ 10629899 w 10629899"/>
              <a:gd name="connsiteY2" fmla="*/ 11049000 h 11049000"/>
              <a:gd name="connsiteX3" fmla="*/ 0 w 10629899"/>
              <a:gd name="connsiteY3" fmla="*/ 11049000 h 11049000"/>
            </a:gdLst>
            <a:ahLst/>
            <a:cxnLst>
              <a:cxn ang="0">
                <a:pos x="connsiteX0" y="connsiteY0"/>
              </a:cxn>
              <a:cxn ang="0">
                <a:pos x="connsiteX1" y="connsiteY1"/>
              </a:cxn>
              <a:cxn ang="0">
                <a:pos x="connsiteX2" y="connsiteY2"/>
              </a:cxn>
              <a:cxn ang="0">
                <a:pos x="connsiteX3" y="connsiteY3"/>
              </a:cxn>
            </a:cxnLst>
            <a:rect l="l" t="t" r="r" b="b"/>
            <a:pathLst>
              <a:path w="10629899" h="11049000">
                <a:moveTo>
                  <a:pt x="0" y="0"/>
                </a:moveTo>
                <a:lnTo>
                  <a:pt x="10629899" y="0"/>
                </a:lnTo>
                <a:lnTo>
                  <a:pt x="10629899" y="11049000"/>
                </a:lnTo>
                <a:lnTo>
                  <a:pt x="0" y="110490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494469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500" fill="hold"/>
                                        <p:tgtEl>
                                          <p:spTgt spid="4"/>
                                        </p:tgtEl>
                                        <p:attrNameLst>
                                          <p:attrName>ppt_x</p:attrName>
                                        </p:attrNameLst>
                                      </p:cBhvr>
                                      <p:tavLst>
                                        <p:tav tm="0">
                                          <p:val>
                                            <p:strVal val="0-#ppt_w/2"/>
                                          </p:val>
                                        </p:tav>
                                        <p:tav tm="100000">
                                          <p:val>
                                            <p:strVal val="#ppt_x"/>
                                          </p:val>
                                        </p:tav>
                                      </p:tavLst>
                                    </p:anim>
                                    <p:anim calcmode="lin" valueType="num">
                                      <p:cBhvr additive="base">
                                        <p:cTn id="8" dur="1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4B948602-5320-4DCD-94A3-2CB80716ED1F}"/>
              </a:ext>
            </a:extLst>
          </p:cNvPr>
          <p:cNvSpPr>
            <a:spLocks noGrp="1"/>
          </p:cNvSpPr>
          <p:nvPr>
            <p:ph type="pic" sz="quarter" idx="16"/>
          </p:nvPr>
        </p:nvSpPr>
        <p:spPr>
          <a:xfrm>
            <a:off x="781743" y="647700"/>
            <a:ext cx="10628516" cy="5524500"/>
          </a:xfrm>
          <a:custGeom>
            <a:avLst/>
            <a:gdLst>
              <a:gd name="connsiteX0" fmla="*/ 0 w 10629899"/>
              <a:gd name="connsiteY0" fmla="*/ 0 h 11049000"/>
              <a:gd name="connsiteX1" fmla="*/ 10629899 w 10629899"/>
              <a:gd name="connsiteY1" fmla="*/ 0 h 11049000"/>
              <a:gd name="connsiteX2" fmla="*/ 10629899 w 10629899"/>
              <a:gd name="connsiteY2" fmla="*/ 11049000 h 11049000"/>
              <a:gd name="connsiteX3" fmla="*/ 0 w 10629899"/>
              <a:gd name="connsiteY3" fmla="*/ 11049000 h 11049000"/>
            </a:gdLst>
            <a:ahLst/>
            <a:cxnLst>
              <a:cxn ang="0">
                <a:pos x="connsiteX0" y="connsiteY0"/>
              </a:cxn>
              <a:cxn ang="0">
                <a:pos x="connsiteX1" y="connsiteY1"/>
              </a:cxn>
              <a:cxn ang="0">
                <a:pos x="connsiteX2" y="connsiteY2"/>
              </a:cxn>
              <a:cxn ang="0">
                <a:pos x="connsiteX3" y="connsiteY3"/>
              </a:cxn>
            </a:cxnLst>
            <a:rect l="l" t="t" r="r" b="b"/>
            <a:pathLst>
              <a:path w="10629899" h="11049000">
                <a:moveTo>
                  <a:pt x="0" y="0"/>
                </a:moveTo>
                <a:lnTo>
                  <a:pt x="10629899" y="0"/>
                </a:lnTo>
                <a:lnTo>
                  <a:pt x="10629899" y="11049000"/>
                </a:lnTo>
                <a:lnTo>
                  <a:pt x="0" y="110490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641292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500" fill="hold"/>
                                        <p:tgtEl>
                                          <p:spTgt spid="4"/>
                                        </p:tgtEl>
                                        <p:attrNameLst>
                                          <p:attrName>ppt_x</p:attrName>
                                        </p:attrNameLst>
                                      </p:cBhvr>
                                      <p:tavLst>
                                        <p:tav tm="0">
                                          <p:val>
                                            <p:strVal val="#ppt_x"/>
                                          </p:val>
                                        </p:tav>
                                        <p:tav tm="100000">
                                          <p:val>
                                            <p:strVal val="#ppt_x"/>
                                          </p:val>
                                        </p:tav>
                                      </p:tavLst>
                                    </p:anim>
                                    <p:anim calcmode="lin" valueType="num">
                                      <p:cBhvr additive="base">
                                        <p:cTn id="8" dur="1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E0F4C81-9939-41D0-86EF-EA52E53D1D3D}"/>
              </a:ext>
            </a:extLst>
          </p:cNvPr>
          <p:cNvSpPr>
            <a:spLocks noGrp="1"/>
          </p:cNvSpPr>
          <p:nvPr>
            <p:ph type="pic" sz="quarter" idx="16"/>
          </p:nvPr>
        </p:nvSpPr>
        <p:spPr>
          <a:xfrm>
            <a:off x="4827269" y="1119808"/>
            <a:ext cx="2537461" cy="2537791"/>
          </a:xfrm>
          <a:custGeom>
            <a:avLst/>
            <a:gdLst>
              <a:gd name="connsiteX0" fmla="*/ 2537791 w 5075582"/>
              <a:gd name="connsiteY0" fmla="*/ 0 h 5075582"/>
              <a:gd name="connsiteX1" fmla="*/ 5075582 w 5075582"/>
              <a:gd name="connsiteY1" fmla="*/ 2537791 h 5075582"/>
              <a:gd name="connsiteX2" fmla="*/ 2537791 w 5075582"/>
              <a:gd name="connsiteY2" fmla="*/ 5075582 h 5075582"/>
              <a:gd name="connsiteX3" fmla="*/ 0 w 5075582"/>
              <a:gd name="connsiteY3" fmla="*/ 2537791 h 5075582"/>
              <a:gd name="connsiteX4" fmla="*/ 2537791 w 5075582"/>
              <a:gd name="connsiteY4" fmla="*/ 0 h 5075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5582" h="5075582">
                <a:moveTo>
                  <a:pt x="2537791" y="0"/>
                </a:moveTo>
                <a:cubicBezTo>
                  <a:pt x="3939374" y="0"/>
                  <a:pt x="5075582" y="1136208"/>
                  <a:pt x="5075582" y="2537791"/>
                </a:cubicBezTo>
                <a:cubicBezTo>
                  <a:pt x="5075582" y="3939374"/>
                  <a:pt x="3939374" y="5075582"/>
                  <a:pt x="2537791" y="5075582"/>
                </a:cubicBezTo>
                <a:cubicBezTo>
                  <a:pt x="1136208" y="5075582"/>
                  <a:pt x="0" y="3939374"/>
                  <a:pt x="0" y="2537791"/>
                </a:cubicBezTo>
                <a:cubicBezTo>
                  <a:pt x="0" y="1136208"/>
                  <a:pt x="1136208" y="0"/>
                  <a:pt x="2537791"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85093643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0EE7DA-954F-470F-B4FB-970B10427B29}"/>
              </a:ext>
            </a:extLst>
          </p:cNvPr>
          <p:cNvSpPr>
            <a:spLocks noGrp="1"/>
          </p:cNvSpPr>
          <p:nvPr>
            <p:ph type="pic" sz="quarter" idx="16"/>
          </p:nvPr>
        </p:nvSpPr>
        <p:spPr>
          <a:xfrm>
            <a:off x="4526197" y="1082616"/>
            <a:ext cx="3139606" cy="4692770"/>
          </a:xfrm>
          <a:custGeom>
            <a:avLst/>
            <a:gdLst>
              <a:gd name="connsiteX0" fmla="*/ 0 w 6280030"/>
              <a:gd name="connsiteY0" fmla="*/ 0 h 9385539"/>
              <a:gd name="connsiteX1" fmla="*/ 6280030 w 6280030"/>
              <a:gd name="connsiteY1" fmla="*/ 0 h 9385539"/>
              <a:gd name="connsiteX2" fmla="*/ 6280030 w 6280030"/>
              <a:gd name="connsiteY2" fmla="*/ 9385539 h 9385539"/>
              <a:gd name="connsiteX3" fmla="*/ 0 w 6280030"/>
              <a:gd name="connsiteY3" fmla="*/ 9385539 h 9385539"/>
            </a:gdLst>
            <a:ahLst/>
            <a:cxnLst>
              <a:cxn ang="0">
                <a:pos x="connsiteX0" y="connsiteY0"/>
              </a:cxn>
              <a:cxn ang="0">
                <a:pos x="connsiteX1" y="connsiteY1"/>
              </a:cxn>
              <a:cxn ang="0">
                <a:pos x="connsiteX2" y="connsiteY2"/>
              </a:cxn>
              <a:cxn ang="0">
                <a:pos x="connsiteX3" y="connsiteY3"/>
              </a:cxn>
            </a:cxnLst>
            <a:rect l="l" t="t" r="r" b="b"/>
            <a:pathLst>
              <a:path w="6280030" h="9385539">
                <a:moveTo>
                  <a:pt x="0" y="0"/>
                </a:moveTo>
                <a:lnTo>
                  <a:pt x="6280030" y="0"/>
                </a:lnTo>
                <a:lnTo>
                  <a:pt x="6280030" y="9385539"/>
                </a:lnTo>
                <a:lnTo>
                  <a:pt x="0" y="9385539"/>
                </a:lnTo>
                <a:close/>
              </a:path>
            </a:pathLst>
          </a:custGeom>
          <a:pattFill prst="pct60">
            <a:fgClr>
              <a:schemeClr val="bg1"/>
            </a:fgClr>
            <a:bgClr>
              <a:schemeClr val="bg1">
                <a:lumMod val="85000"/>
              </a:schemeClr>
            </a:bgClr>
          </a:pattFill>
          <a:effectLst>
            <a:outerShdw dist="266700" dir="2700000" algn="tl" rotWithShape="0">
              <a:prstClr val="black">
                <a:alpha val="23000"/>
              </a:prstClr>
            </a:outerShdw>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936255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accel="50000" decel="50000" autoRev="1" fill="hold" grpId="0" nodeType="withEffect">
                                  <p:stCondLst>
                                    <p:cond delay="0"/>
                                  </p:stCondLst>
                                  <p:childTnLst>
                                    <p:animMotion origin="layout" path="M 5.55112E-17 0 L -0.02246 -0.05093 " pathEditMode="relative" rAng="0" ptsTypes="AA">
                                      <p:cBhvr>
                                        <p:cTn id="6" dur="2000" fill="hold"/>
                                        <p:tgtEl>
                                          <p:spTgt spid="4"/>
                                        </p:tgtEl>
                                        <p:attrNameLst>
                                          <p:attrName>ppt_x</p:attrName>
                                          <p:attrName>ppt_y</p:attrName>
                                        </p:attrNameLst>
                                      </p:cBhvr>
                                      <p:rCtr x="-1126" y="-254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CB2A7E9-3614-483C-A98C-8ECE0BE80B01}"/>
              </a:ext>
            </a:extLst>
          </p:cNvPr>
          <p:cNvSpPr>
            <a:spLocks noGrp="1"/>
          </p:cNvSpPr>
          <p:nvPr>
            <p:ph type="pic" sz="quarter" idx="16"/>
          </p:nvPr>
        </p:nvSpPr>
        <p:spPr>
          <a:xfrm>
            <a:off x="781742" y="647700"/>
            <a:ext cx="10628516" cy="5524500"/>
          </a:xfrm>
          <a:custGeom>
            <a:avLst/>
            <a:gdLst>
              <a:gd name="connsiteX0" fmla="*/ 0 w 21259800"/>
              <a:gd name="connsiteY0" fmla="*/ 0 h 11049000"/>
              <a:gd name="connsiteX1" fmla="*/ 21259800 w 21259800"/>
              <a:gd name="connsiteY1" fmla="*/ 0 h 11049000"/>
              <a:gd name="connsiteX2" fmla="*/ 21259800 w 21259800"/>
              <a:gd name="connsiteY2" fmla="*/ 11049000 h 11049000"/>
              <a:gd name="connsiteX3" fmla="*/ 0 w 21259800"/>
              <a:gd name="connsiteY3" fmla="*/ 11049000 h 11049000"/>
            </a:gdLst>
            <a:ahLst/>
            <a:cxnLst>
              <a:cxn ang="0">
                <a:pos x="connsiteX0" y="connsiteY0"/>
              </a:cxn>
              <a:cxn ang="0">
                <a:pos x="connsiteX1" y="connsiteY1"/>
              </a:cxn>
              <a:cxn ang="0">
                <a:pos x="connsiteX2" y="connsiteY2"/>
              </a:cxn>
              <a:cxn ang="0">
                <a:pos x="connsiteX3" y="connsiteY3"/>
              </a:cxn>
            </a:cxnLst>
            <a:rect l="l" t="t" r="r" b="b"/>
            <a:pathLst>
              <a:path w="21259800" h="11049000">
                <a:moveTo>
                  <a:pt x="0" y="0"/>
                </a:moveTo>
                <a:lnTo>
                  <a:pt x="21259800" y="0"/>
                </a:lnTo>
                <a:lnTo>
                  <a:pt x="21259800" y="11049000"/>
                </a:lnTo>
                <a:lnTo>
                  <a:pt x="0" y="110490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73505993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CB2A7E9-3614-483C-A98C-8ECE0BE80B01}"/>
              </a:ext>
            </a:extLst>
          </p:cNvPr>
          <p:cNvSpPr>
            <a:spLocks noGrp="1"/>
          </p:cNvSpPr>
          <p:nvPr>
            <p:ph type="pic" sz="quarter" idx="16"/>
          </p:nvPr>
        </p:nvSpPr>
        <p:spPr>
          <a:xfrm>
            <a:off x="3616788" y="647700"/>
            <a:ext cx="7793470" cy="5524500"/>
          </a:xfrm>
          <a:custGeom>
            <a:avLst/>
            <a:gdLst>
              <a:gd name="connsiteX0" fmla="*/ 0 w 21259800"/>
              <a:gd name="connsiteY0" fmla="*/ 0 h 11049000"/>
              <a:gd name="connsiteX1" fmla="*/ 21259800 w 21259800"/>
              <a:gd name="connsiteY1" fmla="*/ 0 h 11049000"/>
              <a:gd name="connsiteX2" fmla="*/ 21259800 w 21259800"/>
              <a:gd name="connsiteY2" fmla="*/ 11049000 h 11049000"/>
              <a:gd name="connsiteX3" fmla="*/ 0 w 21259800"/>
              <a:gd name="connsiteY3" fmla="*/ 11049000 h 11049000"/>
            </a:gdLst>
            <a:ahLst/>
            <a:cxnLst>
              <a:cxn ang="0">
                <a:pos x="connsiteX0" y="connsiteY0"/>
              </a:cxn>
              <a:cxn ang="0">
                <a:pos x="connsiteX1" y="connsiteY1"/>
              </a:cxn>
              <a:cxn ang="0">
                <a:pos x="connsiteX2" y="connsiteY2"/>
              </a:cxn>
              <a:cxn ang="0">
                <a:pos x="connsiteX3" y="connsiteY3"/>
              </a:cxn>
            </a:cxnLst>
            <a:rect l="l" t="t" r="r" b="b"/>
            <a:pathLst>
              <a:path w="21259800" h="11049000">
                <a:moveTo>
                  <a:pt x="0" y="0"/>
                </a:moveTo>
                <a:lnTo>
                  <a:pt x="21259800" y="0"/>
                </a:lnTo>
                <a:lnTo>
                  <a:pt x="21259800" y="11049000"/>
                </a:lnTo>
                <a:lnTo>
                  <a:pt x="0" y="110490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714129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900" fill="hold"/>
                                        <p:tgtEl>
                                          <p:spTgt spid="4"/>
                                        </p:tgtEl>
                                        <p:attrNameLst>
                                          <p:attrName>ppt_x</p:attrName>
                                        </p:attrNameLst>
                                      </p:cBhvr>
                                      <p:tavLst>
                                        <p:tav tm="0">
                                          <p:val>
                                            <p:strVal val="0-#ppt_w/2"/>
                                          </p:val>
                                        </p:tav>
                                        <p:tav tm="100000">
                                          <p:val>
                                            <p:strVal val="#ppt_x"/>
                                          </p:val>
                                        </p:tav>
                                      </p:tavLst>
                                    </p:anim>
                                    <p:anim calcmode="lin" valueType="num">
                                      <p:cBhvr additive="base">
                                        <p:cTn id="8" dur="19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D2B06C0-CBE8-405B-8A49-1EDA08527EB6}"/>
              </a:ext>
            </a:extLst>
          </p:cNvPr>
          <p:cNvSpPr>
            <a:spLocks noGrp="1"/>
          </p:cNvSpPr>
          <p:nvPr>
            <p:ph type="pic" sz="quarter" idx="16"/>
          </p:nvPr>
        </p:nvSpPr>
        <p:spPr>
          <a:xfrm>
            <a:off x="1566817" y="1035169"/>
            <a:ext cx="3476803" cy="4917057"/>
          </a:xfrm>
          <a:custGeom>
            <a:avLst/>
            <a:gdLst>
              <a:gd name="connsiteX0" fmla="*/ 0 w 10629900"/>
              <a:gd name="connsiteY0" fmla="*/ 0 h 13715999"/>
              <a:gd name="connsiteX1" fmla="*/ 10629900 w 10629900"/>
              <a:gd name="connsiteY1" fmla="*/ 0 h 13715999"/>
              <a:gd name="connsiteX2" fmla="*/ 10629900 w 10629900"/>
              <a:gd name="connsiteY2" fmla="*/ 13715999 h 13715999"/>
              <a:gd name="connsiteX3" fmla="*/ 0 w 10629900"/>
              <a:gd name="connsiteY3" fmla="*/ 13715999 h 13715999"/>
            </a:gdLst>
            <a:ahLst/>
            <a:cxnLst>
              <a:cxn ang="0">
                <a:pos x="connsiteX0" y="connsiteY0"/>
              </a:cxn>
              <a:cxn ang="0">
                <a:pos x="connsiteX1" y="connsiteY1"/>
              </a:cxn>
              <a:cxn ang="0">
                <a:pos x="connsiteX2" y="connsiteY2"/>
              </a:cxn>
              <a:cxn ang="0">
                <a:pos x="connsiteX3" y="connsiteY3"/>
              </a:cxn>
            </a:cxnLst>
            <a:rect l="l" t="t" r="r" b="b"/>
            <a:pathLst>
              <a:path w="10629900" h="13715999">
                <a:moveTo>
                  <a:pt x="0" y="0"/>
                </a:moveTo>
                <a:lnTo>
                  <a:pt x="10629900" y="0"/>
                </a:lnTo>
                <a:lnTo>
                  <a:pt x="10629900" y="13715999"/>
                </a:lnTo>
                <a:lnTo>
                  <a:pt x="0" y="1371599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444813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000" fill="hold"/>
                                        <p:tgtEl>
                                          <p:spTgt spid="3"/>
                                        </p:tgtEl>
                                        <p:attrNameLst>
                                          <p:attrName>ppt_x</p:attrName>
                                        </p:attrNameLst>
                                      </p:cBhvr>
                                      <p:tavLst>
                                        <p:tav tm="0">
                                          <p:val>
                                            <p:strVal val="#ppt_x"/>
                                          </p:val>
                                        </p:tav>
                                        <p:tav tm="100000">
                                          <p:val>
                                            <p:strVal val="#ppt_x"/>
                                          </p:val>
                                        </p:tav>
                                      </p:tavLst>
                                    </p:anim>
                                    <p:anim calcmode="lin" valueType="num">
                                      <p:cBhvr additive="base">
                                        <p:cTn id="8" dur="20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B13DB9B-D378-4E6B-8FA4-452DF397F209}"/>
              </a:ext>
            </a:extLst>
          </p:cNvPr>
          <p:cNvSpPr>
            <a:spLocks noGrp="1"/>
          </p:cNvSpPr>
          <p:nvPr>
            <p:ph type="pic" sz="quarter" idx="16"/>
          </p:nvPr>
        </p:nvSpPr>
        <p:spPr>
          <a:xfrm>
            <a:off x="6096000" y="-1"/>
            <a:ext cx="5314258" cy="6858000"/>
          </a:xfrm>
          <a:custGeom>
            <a:avLst/>
            <a:gdLst>
              <a:gd name="connsiteX0" fmla="*/ 0 w 10629900"/>
              <a:gd name="connsiteY0" fmla="*/ 0 h 13715999"/>
              <a:gd name="connsiteX1" fmla="*/ 10629900 w 10629900"/>
              <a:gd name="connsiteY1" fmla="*/ 0 h 13715999"/>
              <a:gd name="connsiteX2" fmla="*/ 10629900 w 10629900"/>
              <a:gd name="connsiteY2" fmla="*/ 13715999 h 13715999"/>
              <a:gd name="connsiteX3" fmla="*/ 0 w 10629900"/>
              <a:gd name="connsiteY3" fmla="*/ 13715999 h 13715999"/>
            </a:gdLst>
            <a:ahLst/>
            <a:cxnLst>
              <a:cxn ang="0">
                <a:pos x="connsiteX0" y="connsiteY0"/>
              </a:cxn>
              <a:cxn ang="0">
                <a:pos x="connsiteX1" y="connsiteY1"/>
              </a:cxn>
              <a:cxn ang="0">
                <a:pos x="connsiteX2" y="connsiteY2"/>
              </a:cxn>
              <a:cxn ang="0">
                <a:pos x="connsiteX3" y="connsiteY3"/>
              </a:cxn>
            </a:cxnLst>
            <a:rect l="l" t="t" r="r" b="b"/>
            <a:pathLst>
              <a:path w="10629900" h="13715999">
                <a:moveTo>
                  <a:pt x="0" y="0"/>
                </a:moveTo>
                <a:lnTo>
                  <a:pt x="10629900" y="0"/>
                </a:lnTo>
                <a:lnTo>
                  <a:pt x="10629900" y="13715999"/>
                </a:lnTo>
                <a:lnTo>
                  <a:pt x="0" y="1371599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536150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2000" fill="hold"/>
                                        <p:tgtEl>
                                          <p:spTgt spid="4"/>
                                        </p:tgtEl>
                                        <p:attrNameLst>
                                          <p:attrName>ppt_x</p:attrName>
                                        </p:attrNameLst>
                                      </p:cBhvr>
                                      <p:tavLst>
                                        <p:tav tm="0">
                                          <p:val>
                                            <p:strVal val="#ppt_x"/>
                                          </p:val>
                                        </p:tav>
                                        <p:tav tm="100000">
                                          <p:val>
                                            <p:strVal val="#ppt_x"/>
                                          </p:val>
                                        </p:tav>
                                      </p:tavLst>
                                    </p:anim>
                                    <p:anim calcmode="lin" valueType="num">
                                      <p:cBhvr additive="base">
                                        <p:cTn id="8" dur="20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Picture Placeholder 75">
            <a:extLst>
              <a:ext uri="{FF2B5EF4-FFF2-40B4-BE49-F238E27FC236}">
                <a16:creationId xmlns:a16="http://schemas.microsoft.com/office/drawing/2014/main" id="{35C81404-E27E-4F36-A623-E57FC83C04C2}"/>
              </a:ext>
            </a:extLst>
          </p:cNvPr>
          <p:cNvSpPr>
            <a:spLocks noGrp="1"/>
          </p:cNvSpPr>
          <p:nvPr>
            <p:ph type="pic" sz="quarter" idx="24"/>
          </p:nvPr>
        </p:nvSpPr>
        <p:spPr>
          <a:xfrm>
            <a:off x="3451805" y="1941447"/>
            <a:ext cx="5288390" cy="2975107"/>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accent3">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a:lvl1pPr>
          </a:lstStyle>
          <a:p>
            <a:endParaRPr lang="en-US"/>
          </a:p>
        </p:txBody>
      </p:sp>
    </p:spTree>
    <p:extLst>
      <p:ext uri="{BB962C8B-B14F-4D97-AF65-F5344CB8AC3E}">
        <p14:creationId xmlns:p14="http://schemas.microsoft.com/office/powerpoint/2010/main" val="248895759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48" name="Picture Placeholder 75">
            <a:extLst>
              <a:ext uri="{FF2B5EF4-FFF2-40B4-BE49-F238E27FC236}">
                <a16:creationId xmlns:a16="http://schemas.microsoft.com/office/drawing/2014/main" id="{E663C24A-6D61-4CE5-B812-FEFFD014239B}"/>
              </a:ext>
            </a:extLst>
          </p:cNvPr>
          <p:cNvSpPr>
            <a:spLocks noGrp="1" noChangeAspect="1"/>
          </p:cNvSpPr>
          <p:nvPr>
            <p:ph type="pic" sz="quarter" idx="57"/>
          </p:nvPr>
        </p:nvSpPr>
        <p:spPr>
          <a:xfrm>
            <a:off x="-657118" y="-1490653"/>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49" name="Picture Placeholder 75">
            <a:extLst>
              <a:ext uri="{FF2B5EF4-FFF2-40B4-BE49-F238E27FC236}">
                <a16:creationId xmlns:a16="http://schemas.microsoft.com/office/drawing/2014/main" id="{FC0F3EFD-29EA-4CF3-945D-F2BDFE1089BA}"/>
              </a:ext>
            </a:extLst>
          </p:cNvPr>
          <p:cNvSpPr>
            <a:spLocks noGrp="1" noChangeAspect="1"/>
          </p:cNvSpPr>
          <p:nvPr>
            <p:ph type="pic" sz="quarter" idx="58"/>
          </p:nvPr>
        </p:nvSpPr>
        <p:spPr>
          <a:xfrm>
            <a:off x="-2891069" y="-231196"/>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41" name="Picture Placeholder 75">
            <a:extLst>
              <a:ext uri="{FF2B5EF4-FFF2-40B4-BE49-F238E27FC236}">
                <a16:creationId xmlns:a16="http://schemas.microsoft.com/office/drawing/2014/main" id="{03EDB8AD-F804-43C3-A0D1-C12D7225E290}"/>
              </a:ext>
            </a:extLst>
          </p:cNvPr>
          <p:cNvSpPr>
            <a:spLocks noGrp="1" noChangeAspect="1"/>
          </p:cNvSpPr>
          <p:nvPr>
            <p:ph type="pic" sz="quarter" idx="50"/>
          </p:nvPr>
        </p:nvSpPr>
        <p:spPr>
          <a:xfrm>
            <a:off x="1728774" y="-1139772"/>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42" name="Picture Placeholder 75">
            <a:extLst>
              <a:ext uri="{FF2B5EF4-FFF2-40B4-BE49-F238E27FC236}">
                <a16:creationId xmlns:a16="http://schemas.microsoft.com/office/drawing/2014/main" id="{C5D21686-787F-4D1D-8E80-E2508F394D2B}"/>
              </a:ext>
            </a:extLst>
          </p:cNvPr>
          <p:cNvSpPr>
            <a:spLocks noGrp="1" noChangeAspect="1"/>
          </p:cNvSpPr>
          <p:nvPr>
            <p:ph type="pic" sz="quarter" idx="51"/>
          </p:nvPr>
        </p:nvSpPr>
        <p:spPr>
          <a:xfrm>
            <a:off x="-505177" y="119685"/>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43" name="Picture Placeholder 75">
            <a:extLst>
              <a:ext uri="{FF2B5EF4-FFF2-40B4-BE49-F238E27FC236}">
                <a16:creationId xmlns:a16="http://schemas.microsoft.com/office/drawing/2014/main" id="{A4D6FD94-3DFB-4DD1-A3E1-05F00BC1540C}"/>
              </a:ext>
            </a:extLst>
          </p:cNvPr>
          <p:cNvSpPr>
            <a:spLocks noGrp="1" noChangeAspect="1"/>
          </p:cNvSpPr>
          <p:nvPr>
            <p:ph type="pic" sz="quarter" idx="52"/>
          </p:nvPr>
        </p:nvSpPr>
        <p:spPr>
          <a:xfrm>
            <a:off x="-2739128" y="1379142"/>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28" name="Picture Placeholder 75">
            <a:extLst>
              <a:ext uri="{FF2B5EF4-FFF2-40B4-BE49-F238E27FC236}">
                <a16:creationId xmlns:a16="http://schemas.microsoft.com/office/drawing/2014/main" id="{6CAD025C-A654-4C88-A249-7079110D412A}"/>
              </a:ext>
            </a:extLst>
          </p:cNvPr>
          <p:cNvSpPr>
            <a:spLocks noGrp="1" noChangeAspect="1"/>
          </p:cNvSpPr>
          <p:nvPr>
            <p:ph type="pic" sz="quarter" idx="43"/>
          </p:nvPr>
        </p:nvSpPr>
        <p:spPr>
          <a:xfrm>
            <a:off x="3949279" y="-686603"/>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29" name="Picture Placeholder 75">
            <a:extLst>
              <a:ext uri="{FF2B5EF4-FFF2-40B4-BE49-F238E27FC236}">
                <a16:creationId xmlns:a16="http://schemas.microsoft.com/office/drawing/2014/main" id="{7D2A6AB2-B1B6-4E6E-A516-1624DC823BCE}"/>
              </a:ext>
            </a:extLst>
          </p:cNvPr>
          <p:cNvSpPr>
            <a:spLocks noGrp="1" noChangeAspect="1"/>
          </p:cNvSpPr>
          <p:nvPr>
            <p:ph type="pic" sz="quarter" idx="44"/>
          </p:nvPr>
        </p:nvSpPr>
        <p:spPr>
          <a:xfrm>
            <a:off x="1715328" y="572855"/>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30" name="Picture Placeholder 75">
            <a:extLst>
              <a:ext uri="{FF2B5EF4-FFF2-40B4-BE49-F238E27FC236}">
                <a16:creationId xmlns:a16="http://schemas.microsoft.com/office/drawing/2014/main" id="{9DD0859E-1EE8-4927-8BB2-F5754D3BD7BB}"/>
              </a:ext>
            </a:extLst>
          </p:cNvPr>
          <p:cNvSpPr>
            <a:spLocks noGrp="1" noChangeAspect="1"/>
          </p:cNvSpPr>
          <p:nvPr>
            <p:ph type="pic" sz="quarter" idx="45"/>
          </p:nvPr>
        </p:nvSpPr>
        <p:spPr>
          <a:xfrm>
            <a:off x="-518622" y="1832312"/>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31" name="Picture Placeholder 75">
            <a:extLst>
              <a:ext uri="{FF2B5EF4-FFF2-40B4-BE49-F238E27FC236}">
                <a16:creationId xmlns:a16="http://schemas.microsoft.com/office/drawing/2014/main" id="{F9FC8C08-0383-4EC2-82BB-1133D3D229E0}"/>
              </a:ext>
            </a:extLst>
          </p:cNvPr>
          <p:cNvSpPr>
            <a:spLocks noGrp="1" noChangeAspect="1"/>
          </p:cNvSpPr>
          <p:nvPr>
            <p:ph type="pic" sz="quarter" idx="46"/>
          </p:nvPr>
        </p:nvSpPr>
        <p:spPr>
          <a:xfrm>
            <a:off x="-2752573" y="3091769"/>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16" name="Picture Placeholder 75">
            <a:extLst>
              <a:ext uri="{FF2B5EF4-FFF2-40B4-BE49-F238E27FC236}">
                <a16:creationId xmlns:a16="http://schemas.microsoft.com/office/drawing/2014/main" id="{607EBF97-CA98-44E9-938D-F451E62350C1}"/>
              </a:ext>
            </a:extLst>
          </p:cNvPr>
          <p:cNvSpPr>
            <a:spLocks noGrp="1" noChangeAspect="1"/>
          </p:cNvSpPr>
          <p:nvPr>
            <p:ph type="pic" sz="quarter" idx="37"/>
          </p:nvPr>
        </p:nvSpPr>
        <p:spPr>
          <a:xfrm>
            <a:off x="6942516" y="-686603"/>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17" name="Picture Placeholder 75">
            <a:extLst>
              <a:ext uri="{FF2B5EF4-FFF2-40B4-BE49-F238E27FC236}">
                <a16:creationId xmlns:a16="http://schemas.microsoft.com/office/drawing/2014/main" id="{3D16D7ED-FD8B-4316-A459-2B2FB95393A8}"/>
              </a:ext>
            </a:extLst>
          </p:cNvPr>
          <p:cNvSpPr>
            <a:spLocks noGrp="1" noChangeAspect="1"/>
          </p:cNvSpPr>
          <p:nvPr>
            <p:ph type="pic" sz="quarter" idx="38"/>
          </p:nvPr>
        </p:nvSpPr>
        <p:spPr>
          <a:xfrm>
            <a:off x="4708566" y="572855"/>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18" name="Picture Placeholder 75">
            <a:extLst>
              <a:ext uri="{FF2B5EF4-FFF2-40B4-BE49-F238E27FC236}">
                <a16:creationId xmlns:a16="http://schemas.microsoft.com/office/drawing/2014/main" id="{0CDD9022-DE91-4943-A173-2B143DF81A30}"/>
              </a:ext>
            </a:extLst>
          </p:cNvPr>
          <p:cNvSpPr>
            <a:spLocks noGrp="1" noChangeAspect="1"/>
          </p:cNvSpPr>
          <p:nvPr>
            <p:ph type="pic" sz="quarter" idx="39"/>
          </p:nvPr>
        </p:nvSpPr>
        <p:spPr>
          <a:xfrm>
            <a:off x="2474615" y="1832312"/>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19" name="Picture Placeholder 75">
            <a:extLst>
              <a:ext uri="{FF2B5EF4-FFF2-40B4-BE49-F238E27FC236}">
                <a16:creationId xmlns:a16="http://schemas.microsoft.com/office/drawing/2014/main" id="{ABE95176-571E-450E-92C4-6C81EA4C7A3E}"/>
              </a:ext>
            </a:extLst>
          </p:cNvPr>
          <p:cNvSpPr>
            <a:spLocks noGrp="1" noChangeAspect="1"/>
          </p:cNvSpPr>
          <p:nvPr>
            <p:ph type="pic" sz="quarter" idx="40"/>
          </p:nvPr>
        </p:nvSpPr>
        <p:spPr>
          <a:xfrm>
            <a:off x="240664" y="3091769"/>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20" name="Picture Placeholder 75">
            <a:extLst>
              <a:ext uri="{FF2B5EF4-FFF2-40B4-BE49-F238E27FC236}">
                <a16:creationId xmlns:a16="http://schemas.microsoft.com/office/drawing/2014/main" id="{3EFAEF24-F8F9-40CF-94FB-D6695C184868}"/>
              </a:ext>
            </a:extLst>
          </p:cNvPr>
          <p:cNvSpPr>
            <a:spLocks noGrp="1" noChangeAspect="1"/>
          </p:cNvSpPr>
          <p:nvPr>
            <p:ph type="pic" sz="quarter" idx="41"/>
          </p:nvPr>
        </p:nvSpPr>
        <p:spPr>
          <a:xfrm>
            <a:off x="-1993286" y="4351226"/>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2" name="Picture Placeholder 75">
            <a:extLst>
              <a:ext uri="{FF2B5EF4-FFF2-40B4-BE49-F238E27FC236}">
                <a16:creationId xmlns:a16="http://schemas.microsoft.com/office/drawing/2014/main" id="{35C81404-E27E-4F36-A623-E57FC83C04C2}"/>
              </a:ext>
            </a:extLst>
          </p:cNvPr>
          <p:cNvSpPr>
            <a:spLocks noGrp="1" noChangeAspect="1"/>
          </p:cNvSpPr>
          <p:nvPr>
            <p:ph type="pic" sz="quarter" idx="24"/>
          </p:nvPr>
        </p:nvSpPr>
        <p:spPr>
          <a:xfrm>
            <a:off x="9672465" y="-531152"/>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4" name="Picture Placeholder 75">
            <a:extLst>
              <a:ext uri="{FF2B5EF4-FFF2-40B4-BE49-F238E27FC236}">
                <a16:creationId xmlns:a16="http://schemas.microsoft.com/office/drawing/2014/main" id="{FEAB132E-72A8-4AAE-84A4-48B1A95CEE6C}"/>
              </a:ext>
            </a:extLst>
          </p:cNvPr>
          <p:cNvSpPr>
            <a:spLocks noGrp="1" noChangeAspect="1"/>
          </p:cNvSpPr>
          <p:nvPr>
            <p:ph type="pic" sz="quarter" idx="25"/>
          </p:nvPr>
        </p:nvSpPr>
        <p:spPr>
          <a:xfrm>
            <a:off x="7438514" y="728306"/>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5" name="Picture Placeholder 75">
            <a:extLst>
              <a:ext uri="{FF2B5EF4-FFF2-40B4-BE49-F238E27FC236}">
                <a16:creationId xmlns:a16="http://schemas.microsoft.com/office/drawing/2014/main" id="{243FAE32-B9F4-4AE7-AE82-22570A22956A}"/>
              </a:ext>
            </a:extLst>
          </p:cNvPr>
          <p:cNvSpPr>
            <a:spLocks noGrp="1" noChangeAspect="1"/>
          </p:cNvSpPr>
          <p:nvPr>
            <p:ph type="pic" sz="quarter" idx="26"/>
          </p:nvPr>
        </p:nvSpPr>
        <p:spPr>
          <a:xfrm>
            <a:off x="5204564" y="1987763"/>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6" name="Picture Placeholder 75">
            <a:extLst>
              <a:ext uri="{FF2B5EF4-FFF2-40B4-BE49-F238E27FC236}">
                <a16:creationId xmlns:a16="http://schemas.microsoft.com/office/drawing/2014/main" id="{22DB54D1-378A-4542-9D02-E25B5BADC362}"/>
              </a:ext>
            </a:extLst>
          </p:cNvPr>
          <p:cNvSpPr>
            <a:spLocks noGrp="1" noChangeAspect="1"/>
          </p:cNvSpPr>
          <p:nvPr>
            <p:ph type="pic" sz="quarter" idx="27"/>
          </p:nvPr>
        </p:nvSpPr>
        <p:spPr>
          <a:xfrm>
            <a:off x="2970613" y="3247220"/>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7" name="Picture Placeholder 75">
            <a:extLst>
              <a:ext uri="{FF2B5EF4-FFF2-40B4-BE49-F238E27FC236}">
                <a16:creationId xmlns:a16="http://schemas.microsoft.com/office/drawing/2014/main" id="{8FFD3707-289A-4097-A634-5DFE56AC06FE}"/>
              </a:ext>
            </a:extLst>
          </p:cNvPr>
          <p:cNvSpPr>
            <a:spLocks noGrp="1" noChangeAspect="1"/>
          </p:cNvSpPr>
          <p:nvPr>
            <p:ph type="pic" sz="quarter" idx="28"/>
          </p:nvPr>
        </p:nvSpPr>
        <p:spPr>
          <a:xfrm>
            <a:off x="736662" y="4506677"/>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8" name="Picture Placeholder 75">
            <a:extLst>
              <a:ext uri="{FF2B5EF4-FFF2-40B4-BE49-F238E27FC236}">
                <a16:creationId xmlns:a16="http://schemas.microsoft.com/office/drawing/2014/main" id="{54A7639C-C713-48A6-BCBD-272206505DD0}"/>
              </a:ext>
            </a:extLst>
          </p:cNvPr>
          <p:cNvSpPr>
            <a:spLocks noGrp="1" noChangeAspect="1"/>
          </p:cNvSpPr>
          <p:nvPr>
            <p:ph type="pic" sz="quarter" idx="29"/>
          </p:nvPr>
        </p:nvSpPr>
        <p:spPr>
          <a:xfrm>
            <a:off x="-1497288" y="5766134"/>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10" name="Picture Placeholder 75">
            <a:extLst>
              <a:ext uri="{FF2B5EF4-FFF2-40B4-BE49-F238E27FC236}">
                <a16:creationId xmlns:a16="http://schemas.microsoft.com/office/drawing/2014/main" id="{EADC1BA6-7445-4738-896F-F25E3B51C125}"/>
              </a:ext>
            </a:extLst>
          </p:cNvPr>
          <p:cNvSpPr>
            <a:spLocks noGrp="1" noChangeAspect="1"/>
          </p:cNvSpPr>
          <p:nvPr>
            <p:ph type="pic" sz="quarter" idx="31"/>
          </p:nvPr>
        </p:nvSpPr>
        <p:spPr>
          <a:xfrm>
            <a:off x="10280074" y="813692"/>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11" name="Picture Placeholder 75">
            <a:extLst>
              <a:ext uri="{FF2B5EF4-FFF2-40B4-BE49-F238E27FC236}">
                <a16:creationId xmlns:a16="http://schemas.microsoft.com/office/drawing/2014/main" id="{C2B339F4-9FE6-4B11-BADC-2E50B1ADD1F5}"/>
              </a:ext>
            </a:extLst>
          </p:cNvPr>
          <p:cNvSpPr>
            <a:spLocks noGrp="1" noChangeAspect="1"/>
          </p:cNvSpPr>
          <p:nvPr>
            <p:ph type="pic" sz="quarter" idx="32"/>
          </p:nvPr>
        </p:nvSpPr>
        <p:spPr>
          <a:xfrm>
            <a:off x="8046124" y="2073149"/>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12" name="Picture Placeholder 75">
            <a:extLst>
              <a:ext uri="{FF2B5EF4-FFF2-40B4-BE49-F238E27FC236}">
                <a16:creationId xmlns:a16="http://schemas.microsoft.com/office/drawing/2014/main" id="{FFE71006-16E5-457F-9B4E-4C8C74041CF2}"/>
              </a:ext>
            </a:extLst>
          </p:cNvPr>
          <p:cNvSpPr>
            <a:spLocks noGrp="1" noChangeAspect="1"/>
          </p:cNvSpPr>
          <p:nvPr>
            <p:ph type="pic" sz="quarter" idx="33"/>
          </p:nvPr>
        </p:nvSpPr>
        <p:spPr>
          <a:xfrm>
            <a:off x="5812173" y="3332606"/>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13" name="Picture Placeholder 75">
            <a:extLst>
              <a:ext uri="{FF2B5EF4-FFF2-40B4-BE49-F238E27FC236}">
                <a16:creationId xmlns:a16="http://schemas.microsoft.com/office/drawing/2014/main" id="{6DDB9485-9DF7-49C5-ADFC-F845200EBD64}"/>
              </a:ext>
            </a:extLst>
          </p:cNvPr>
          <p:cNvSpPr>
            <a:spLocks noGrp="1" noChangeAspect="1"/>
          </p:cNvSpPr>
          <p:nvPr>
            <p:ph type="pic" sz="quarter" idx="34"/>
          </p:nvPr>
        </p:nvSpPr>
        <p:spPr>
          <a:xfrm>
            <a:off x="3578222" y="4592063"/>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14" name="Picture Placeholder 75">
            <a:extLst>
              <a:ext uri="{FF2B5EF4-FFF2-40B4-BE49-F238E27FC236}">
                <a16:creationId xmlns:a16="http://schemas.microsoft.com/office/drawing/2014/main" id="{C2FEBF29-F3C4-44EB-A394-6B97F83C159B}"/>
              </a:ext>
            </a:extLst>
          </p:cNvPr>
          <p:cNvSpPr>
            <a:spLocks noGrp="1" noChangeAspect="1"/>
          </p:cNvSpPr>
          <p:nvPr>
            <p:ph type="pic" sz="quarter" idx="35"/>
          </p:nvPr>
        </p:nvSpPr>
        <p:spPr>
          <a:xfrm>
            <a:off x="1344272" y="5851520"/>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53" name="Picture Placeholder 75">
            <a:extLst>
              <a:ext uri="{FF2B5EF4-FFF2-40B4-BE49-F238E27FC236}">
                <a16:creationId xmlns:a16="http://schemas.microsoft.com/office/drawing/2014/main" id="{2F015E8F-22EA-4453-8367-140895DC3255}"/>
              </a:ext>
            </a:extLst>
          </p:cNvPr>
          <p:cNvSpPr>
            <a:spLocks noGrp="1" noChangeAspect="1"/>
          </p:cNvSpPr>
          <p:nvPr>
            <p:ph type="pic" sz="quarter" idx="62"/>
          </p:nvPr>
        </p:nvSpPr>
        <p:spPr>
          <a:xfrm>
            <a:off x="10348604" y="2456075"/>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54" name="Picture Placeholder 75">
            <a:extLst>
              <a:ext uri="{FF2B5EF4-FFF2-40B4-BE49-F238E27FC236}">
                <a16:creationId xmlns:a16="http://schemas.microsoft.com/office/drawing/2014/main" id="{38BD2839-9FD8-4A47-8C6C-BA555D30B060}"/>
              </a:ext>
            </a:extLst>
          </p:cNvPr>
          <p:cNvSpPr>
            <a:spLocks noGrp="1" noChangeAspect="1"/>
          </p:cNvSpPr>
          <p:nvPr>
            <p:ph type="pic" sz="quarter" idx="63"/>
          </p:nvPr>
        </p:nvSpPr>
        <p:spPr>
          <a:xfrm>
            <a:off x="8114654" y="3715532"/>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55" name="Picture Placeholder 75">
            <a:extLst>
              <a:ext uri="{FF2B5EF4-FFF2-40B4-BE49-F238E27FC236}">
                <a16:creationId xmlns:a16="http://schemas.microsoft.com/office/drawing/2014/main" id="{36034C35-1CBE-46E5-9904-EDC510CB644A}"/>
              </a:ext>
            </a:extLst>
          </p:cNvPr>
          <p:cNvSpPr>
            <a:spLocks noGrp="1" noChangeAspect="1"/>
          </p:cNvSpPr>
          <p:nvPr>
            <p:ph type="pic" sz="quarter" idx="64"/>
          </p:nvPr>
        </p:nvSpPr>
        <p:spPr>
          <a:xfrm>
            <a:off x="5880703" y="4974989"/>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56" name="Picture Placeholder 75">
            <a:extLst>
              <a:ext uri="{FF2B5EF4-FFF2-40B4-BE49-F238E27FC236}">
                <a16:creationId xmlns:a16="http://schemas.microsoft.com/office/drawing/2014/main" id="{507BEDBC-9F75-40C5-8467-AA2A8746E709}"/>
              </a:ext>
            </a:extLst>
          </p:cNvPr>
          <p:cNvSpPr>
            <a:spLocks noGrp="1" noChangeAspect="1"/>
          </p:cNvSpPr>
          <p:nvPr>
            <p:ph type="pic" sz="quarter" idx="65"/>
          </p:nvPr>
        </p:nvSpPr>
        <p:spPr>
          <a:xfrm>
            <a:off x="3646752" y="6234445"/>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59" name="Picture Placeholder 75">
            <a:extLst>
              <a:ext uri="{FF2B5EF4-FFF2-40B4-BE49-F238E27FC236}">
                <a16:creationId xmlns:a16="http://schemas.microsoft.com/office/drawing/2014/main" id="{AECDF11A-996B-4276-B504-5061846D8626}"/>
              </a:ext>
            </a:extLst>
          </p:cNvPr>
          <p:cNvSpPr>
            <a:spLocks noGrp="1" noChangeAspect="1"/>
          </p:cNvSpPr>
          <p:nvPr>
            <p:ph type="pic" sz="quarter" idx="68"/>
          </p:nvPr>
        </p:nvSpPr>
        <p:spPr>
          <a:xfrm>
            <a:off x="10536718" y="4037823"/>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60" name="Picture Placeholder 75">
            <a:extLst>
              <a:ext uri="{FF2B5EF4-FFF2-40B4-BE49-F238E27FC236}">
                <a16:creationId xmlns:a16="http://schemas.microsoft.com/office/drawing/2014/main" id="{18FFBB60-78C0-41D6-B988-AE90BC50278F}"/>
              </a:ext>
            </a:extLst>
          </p:cNvPr>
          <p:cNvSpPr>
            <a:spLocks noGrp="1" noChangeAspect="1"/>
          </p:cNvSpPr>
          <p:nvPr>
            <p:ph type="pic" sz="quarter" idx="69"/>
          </p:nvPr>
        </p:nvSpPr>
        <p:spPr>
          <a:xfrm>
            <a:off x="8302767" y="5297280"/>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61" name="Picture Placeholder 75">
            <a:extLst>
              <a:ext uri="{FF2B5EF4-FFF2-40B4-BE49-F238E27FC236}">
                <a16:creationId xmlns:a16="http://schemas.microsoft.com/office/drawing/2014/main" id="{157843DF-2840-468E-B1B3-C729FF5281C6}"/>
              </a:ext>
            </a:extLst>
          </p:cNvPr>
          <p:cNvSpPr>
            <a:spLocks noGrp="1" noChangeAspect="1"/>
          </p:cNvSpPr>
          <p:nvPr>
            <p:ph type="pic" sz="quarter" idx="70"/>
          </p:nvPr>
        </p:nvSpPr>
        <p:spPr>
          <a:xfrm>
            <a:off x="6068817" y="6556737"/>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65" name="Picture Placeholder 75">
            <a:extLst>
              <a:ext uri="{FF2B5EF4-FFF2-40B4-BE49-F238E27FC236}">
                <a16:creationId xmlns:a16="http://schemas.microsoft.com/office/drawing/2014/main" id="{8DF2D5D1-AC63-4DDD-BF20-41ACF22FCE4B}"/>
              </a:ext>
            </a:extLst>
          </p:cNvPr>
          <p:cNvSpPr>
            <a:spLocks noGrp="1" noChangeAspect="1"/>
          </p:cNvSpPr>
          <p:nvPr>
            <p:ph type="pic" sz="quarter" idx="74"/>
          </p:nvPr>
        </p:nvSpPr>
        <p:spPr>
          <a:xfrm>
            <a:off x="11051634" y="5464020"/>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
        <p:nvSpPr>
          <p:cNvPr id="66" name="Picture Placeholder 75">
            <a:extLst>
              <a:ext uri="{FF2B5EF4-FFF2-40B4-BE49-F238E27FC236}">
                <a16:creationId xmlns:a16="http://schemas.microsoft.com/office/drawing/2014/main" id="{3932DA6D-A9C7-4444-87EB-1B1FFD57213B}"/>
              </a:ext>
            </a:extLst>
          </p:cNvPr>
          <p:cNvSpPr>
            <a:spLocks noGrp="1" noChangeAspect="1"/>
          </p:cNvSpPr>
          <p:nvPr>
            <p:ph type="pic" sz="quarter" idx="75"/>
          </p:nvPr>
        </p:nvSpPr>
        <p:spPr>
          <a:xfrm>
            <a:off x="8817684" y="6723477"/>
            <a:ext cx="3283674" cy="1847308"/>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bg1"/>
          </a:solidFill>
          <a:effectLst>
            <a:outerShdw blurRad="914400" dist="495300" dir="8100000" algn="ctr" rotWithShape="0">
              <a:schemeClr val="tx1">
                <a:lumMod val="75000"/>
                <a:lumOff val="25000"/>
                <a:alpha val="14000"/>
              </a:schemeClr>
            </a:outerShdw>
          </a:effectLst>
          <a:scene3d>
            <a:camera prst="orthographicFront">
              <a:rot lat="19800000" lon="18600000" rev="3600000"/>
            </a:camera>
            <a:lightRig rig="chilly" dir="t"/>
          </a:scene3d>
          <a:sp3d extrusionH="31750" prstMaterial="plastic"/>
        </p:spPr>
        <p:txBody>
          <a:bodyPr wrap="square" anchor="ctr">
            <a:noAutofit/>
          </a:bodyPr>
          <a:lstStyle>
            <a:lvl1pPr algn="ctr">
              <a:defRPr sz="1400"/>
            </a:lvl1pPr>
          </a:lstStyle>
          <a:p>
            <a:endParaRPr lang="en-US"/>
          </a:p>
        </p:txBody>
      </p:sp>
    </p:spTree>
    <p:extLst>
      <p:ext uri="{BB962C8B-B14F-4D97-AF65-F5344CB8AC3E}">
        <p14:creationId xmlns:p14="http://schemas.microsoft.com/office/powerpoint/2010/main" val="140164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100000" fill="hold" grpId="0" nodeType="with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3000" fill="hold"/>
                                        <p:tgtEl>
                                          <p:spTgt spid="48"/>
                                        </p:tgtEl>
                                        <p:attrNameLst>
                                          <p:attrName>ppt_x</p:attrName>
                                        </p:attrNameLst>
                                      </p:cBhvr>
                                      <p:tavLst>
                                        <p:tav tm="0">
                                          <p:val>
                                            <p:strVal val="1+#ppt_w/2"/>
                                          </p:val>
                                        </p:tav>
                                        <p:tav tm="100000">
                                          <p:val>
                                            <p:strVal val="#ppt_x"/>
                                          </p:val>
                                        </p:tav>
                                      </p:tavLst>
                                    </p:anim>
                                    <p:anim calcmode="lin" valueType="num">
                                      <p:cBhvr additive="base">
                                        <p:cTn id="8" dur="3000" fill="hold"/>
                                        <p:tgtEl>
                                          <p:spTgt spid="48"/>
                                        </p:tgtEl>
                                        <p:attrNameLst>
                                          <p:attrName>ppt_y</p:attrName>
                                        </p:attrNameLst>
                                      </p:cBhvr>
                                      <p:tavLst>
                                        <p:tav tm="0">
                                          <p:val>
                                            <p:strVal val="1+#ppt_h/2"/>
                                          </p:val>
                                        </p:tav>
                                        <p:tav tm="100000">
                                          <p:val>
                                            <p:strVal val="#ppt_y"/>
                                          </p:val>
                                        </p:tav>
                                      </p:tavLst>
                                    </p:anim>
                                  </p:childTnLst>
                                </p:cTn>
                              </p:par>
                              <p:par>
                                <p:cTn id="9" presetID="2" presetClass="entr" presetSubtype="6" decel="10000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3000" fill="hold"/>
                                        <p:tgtEl>
                                          <p:spTgt spid="49"/>
                                        </p:tgtEl>
                                        <p:attrNameLst>
                                          <p:attrName>ppt_x</p:attrName>
                                        </p:attrNameLst>
                                      </p:cBhvr>
                                      <p:tavLst>
                                        <p:tav tm="0">
                                          <p:val>
                                            <p:strVal val="1+#ppt_w/2"/>
                                          </p:val>
                                        </p:tav>
                                        <p:tav tm="100000">
                                          <p:val>
                                            <p:strVal val="#ppt_x"/>
                                          </p:val>
                                        </p:tav>
                                      </p:tavLst>
                                    </p:anim>
                                    <p:anim calcmode="lin" valueType="num">
                                      <p:cBhvr additive="base">
                                        <p:cTn id="12" dur="3000" fill="hold"/>
                                        <p:tgtEl>
                                          <p:spTgt spid="49"/>
                                        </p:tgtEl>
                                        <p:attrNameLst>
                                          <p:attrName>ppt_y</p:attrName>
                                        </p:attrNameLst>
                                      </p:cBhvr>
                                      <p:tavLst>
                                        <p:tav tm="0">
                                          <p:val>
                                            <p:strVal val="1+#ppt_h/2"/>
                                          </p:val>
                                        </p:tav>
                                        <p:tav tm="100000">
                                          <p:val>
                                            <p:strVal val="#ppt_y"/>
                                          </p:val>
                                        </p:tav>
                                      </p:tavLst>
                                    </p:anim>
                                  </p:childTnLst>
                                </p:cTn>
                              </p:par>
                              <p:par>
                                <p:cTn id="13" presetID="2" presetClass="entr" presetSubtype="6" decel="100000"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anim calcmode="lin" valueType="num">
                                      <p:cBhvr additive="base">
                                        <p:cTn id="15" dur="3000" fill="hold"/>
                                        <p:tgtEl>
                                          <p:spTgt spid="43"/>
                                        </p:tgtEl>
                                        <p:attrNameLst>
                                          <p:attrName>ppt_x</p:attrName>
                                        </p:attrNameLst>
                                      </p:cBhvr>
                                      <p:tavLst>
                                        <p:tav tm="0">
                                          <p:val>
                                            <p:strVal val="1+#ppt_w/2"/>
                                          </p:val>
                                        </p:tav>
                                        <p:tav tm="100000">
                                          <p:val>
                                            <p:strVal val="#ppt_x"/>
                                          </p:val>
                                        </p:tav>
                                      </p:tavLst>
                                    </p:anim>
                                    <p:anim calcmode="lin" valueType="num">
                                      <p:cBhvr additive="base">
                                        <p:cTn id="16" dur="3000" fill="hold"/>
                                        <p:tgtEl>
                                          <p:spTgt spid="43"/>
                                        </p:tgtEl>
                                        <p:attrNameLst>
                                          <p:attrName>ppt_y</p:attrName>
                                        </p:attrNameLst>
                                      </p:cBhvr>
                                      <p:tavLst>
                                        <p:tav tm="0">
                                          <p:val>
                                            <p:strVal val="1+#ppt_h/2"/>
                                          </p:val>
                                        </p:tav>
                                        <p:tav tm="100000">
                                          <p:val>
                                            <p:strVal val="#ppt_y"/>
                                          </p:val>
                                        </p:tav>
                                      </p:tavLst>
                                    </p:anim>
                                  </p:childTnLst>
                                </p:cTn>
                              </p:par>
                              <p:par>
                                <p:cTn id="17" presetID="2" presetClass="entr" presetSubtype="6" decel="10000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3000" fill="hold"/>
                                        <p:tgtEl>
                                          <p:spTgt spid="42"/>
                                        </p:tgtEl>
                                        <p:attrNameLst>
                                          <p:attrName>ppt_x</p:attrName>
                                        </p:attrNameLst>
                                      </p:cBhvr>
                                      <p:tavLst>
                                        <p:tav tm="0">
                                          <p:val>
                                            <p:strVal val="1+#ppt_w/2"/>
                                          </p:val>
                                        </p:tav>
                                        <p:tav tm="100000">
                                          <p:val>
                                            <p:strVal val="#ppt_x"/>
                                          </p:val>
                                        </p:tav>
                                      </p:tavLst>
                                    </p:anim>
                                    <p:anim calcmode="lin" valueType="num">
                                      <p:cBhvr additive="base">
                                        <p:cTn id="20" dur="3000" fill="hold"/>
                                        <p:tgtEl>
                                          <p:spTgt spid="42"/>
                                        </p:tgtEl>
                                        <p:attrNameLst>
                                          <p:attrName>ppt_y</p:attrName>
                                        </p:attrNameLst>
                                      </p:cBhvr>
                                      <p:tavLst>
                                        <p:tav tm="0">
                                          <p:val>
                                            <p:strVal val="1+#ppt_h/2"/>
                                          </p:val>
                                        </p:tav>
                                        <p:tav tm="100000">
                                          <p:val>
                                            <p:strVal val="#ppt_y"/>
                                          </p:val>
                                        </p:tav>
                                      </p:tavLst>
                                    </p:anim>
                                  </p:childTnLst>
                                </p:cTn>
                              </p:par>
                              <p:par>
                                <p:cTn id="21" presetID="2" presetClass="entr" presetSubtype="6" decel="10000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anim calcmode="lin" valueType="num">
                                      <p:cBhvr additive="base">
                                        <p:cTn id="23" dur="3000" fill="hold"/>
                                        <p:tgtEl>
                                          <p:spTgt spid="41"/>
                                        </p:tgtEl>
                                        <p:attrNameLst>
                                          <p:attrName>ppt_x</p:attrName>
                                        </p:attrNameLst>
                                      </p:cBhvr>
                                      <p:tavLst>
                                        <p:tav tm="0">
                                          <p:val>
                                            <p:strVal val="1+#ppt_w/2"/>
                                          </p:val>
                                        </p:tav>
                                        <p:tav tm="100000">
                                          <p:val>
                                            <p:strVal val="#ppt_x"/>
                                          </p:val>
                                        </p:tav>
                                      </p:tavLst>
                                    </p:anim>
                                    <p:anim calcmode="lin" valueType="num">
                                      <p:cBhvr additive="base">
                                        <p:cTn id="24" dur="3000" fill="hold"/>
                                        <p:tgtEl>
                                          <p:spTgt spid="41"/>
                                        </p:tgtEl>
                                        <p:attrNameLst>
                                          <p:attrName>ppt_y</p:attrName>
                                        </p:attrNameLst>
                                      </p:cBhvr>
                                      <p:tavLst>
                                        <p:tav tm="0">
                                          <p:val>
                                            <p:strVal val="1+#ppt_h/2"/>
                                          </p:val>
                                        </p:tav>
                                        <p:tav tm="100000">
                                          <p:val>
                                            <p:strVal val="#ppt_y"/>
                                          </p:val>
                                        </p:tav>
                                      </p:tavLst>
                                    </p:anim>
                                  </p:childTnLst>
                                </p:cTn>
                              </p:par>
                              <p:par>
                                <p:cTn id="25" presetID="2" presetClass="entr" presetSubtype="6" decel="10000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3000" fill="hold"/>
                                        <p:tgtEl>
                                          <p:spTgt spid="31"/>
                                        </p:tgtEl>
                                        <p:attrNameLst>
                                          <p:attrName>ppt_x</p:attrName>
                                        </p:attrNameLst>
                                      </p:cBhvr>
                                      <p:tavLst>
                                        <p:tav tm="0">
                                          <p:val>
                                            <p:strVal val="1+#ppt_w/2"/>
                                          </p:val>
                                        </p:tav>
                                        <p:tav tm="100000">
                                          <p:val>
                                            <p:strVal val="#ppt_x"/>
                                          </p:val>
                                        </p:tav>
                                      </p:tavLst>
                                    </p:anim>
                                    <p:anim calcmode="lin" valueType="num">
                                      <p:cBhvr additive="base">
                                        <p:cTn id="28" dur="3000" fill="hold"/>
                                        <p:tgtEl>
                                          <p:spTgt spid="31"/>
                                        </p:tgtEl>
                                        <p:attrNameLst>
                                          <p:attrName>ppt_y</p:attrName>
                                        </p:attrNameLst>
                                      </p:cBhvr>
                                      <p:tavLst>
                                        <p:tav tm="0">
                                          <p:val>
                                            <p:strVal val="1+#ppt_h/2"/>
                                          </p:val>
                                        </p:tav>
                                        <p:tav tm="100000">
                                          <p:val>
                                            <p:strVal val="#ppt_y"/>
                                          </p:val>
                                        </p:tav>
                                      </p:tavLst>
                                    </p:anim>
                                  </p:childTnLst>
                                </p:cTn>
                              </p:par>
                              <p:par>
                                <p:cTn id="29" presetID="2" presetClass="entr" presetSubtype="6" decel="10000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3000" fill="hold"/>
                                        <p:tgtEl>
                                          <p:spTgt spid="30"/>
                                        </p:tgtEl>
                                        <p:attrNameLst>
                                          <p:attrName>ppt_x</p:attrName>
                                        </p:attrNameLst>
                                      </p:cBhvr>
                                      <p:tavLst>
                                        <p:tav tm="0">
                                          <p:val>
                                            <p:strVal val="1+#ppt_w/2"/>
                                          </p:val>
                                        </p:tav>
                                        <p:tav tm="100000">
                                          <p:val>
                                            <p:strVal val="#ppt_x"/>
                                          </p:val>
                                        </p:tav>
                                      </p:tavLst>
                                    </p:anim>
                                    <p:anim calcmode="lin" valueType="num">
                                      <p:cBhvr additive="base">
                                        <p:cTn id="32" dur="3000" fill="hold"/>
                                        <p:tgtEl>
                                          <p:spTgt spid="30"/>
                                        </p:tgtEl>
                                        <p:attrNameLst>
                                          <p:attrName>ppt_y</p:attrName>
                                        </p:attrNameLst>
                                      </p:cBhvr>
                                      <p:tavLst>
                                        <p:tav tm="0">
                                          <p:val>
                                            <p:strVal val="1+#ppt_h/2"/>
                                          </p:val>
                                        </p:tav>
                                        <p:tav tm="100000">
                                          <p:val>
                                            <p:strVal val="#ppt_y"/>
                                          </p:val>
                                        </p:tav>
                                      </p:tavLst>
                                    </p:anim>
                                  </p:childTnLst>
                                </p:cTn>
                              </p:par>
                              <p:par>
                                <p:cTn id="33" presetID="2" presetClass="entr" presetSubtype="6" decel="10000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 calcmode="lin" valueType="num">
                                      <p:cBhvr additive="base">
                                        <p:cTn id="35" dur="3000" fill="hold"/>
                                        <p:tgtEl>
                                          <p:spTgt spid="29"/>
                                        </p:tgtEl>
                                        <p:attrNameLst>
                                          <p:attrName>ppt_x</p:attrName>
                                        </p:attrNameLst>
                                      </p:cBhvr>
                                      <p:tavLst>
                                        <p:tav tm="0">
                                          <p:val>
                                            <p:strVal val="1+#ppt_w/2"/>
                                          </p:val>
                                        </p:tav>
                                        <p:tav tm="100000">
                                          <p:val>
                                            <p:strVal val="#ppt_x"/>
                                          </p:val>
                                        </p:tav>
                                      </p:tavLst>
                                    </p:anim>
                                    <p:anim calcmode="lin" valueType="num">
                                      <p:cBhvr additive="base">
                                        <p:cTn id="36" dur="3000" fill="hold"/>
                                        <p:tgtEl>
                                          <p:spTgt spid="29"/>
                                        </p:tgtEl>
                                        <p:attrNameLst>
                                          <p:attrName>ppt_y</p:attrName>
                                        </p:attrNameLst>
                                      </p:cBhvr>
                                      <p:tavLst>
                                        <p:tav tm="0">
                                          <p:val>
                                            <p:strVal val="1+#ppt_h/2"/>
                                          </p:val>
                                        </p:tav>
                                        <p:tav tm="100000">
                                          <p:val>
                                            <p:strVal val="#ppt_y"/>
                                          </p:val>
                                        </p:tav>
                                      </p:tavLst>
                                    </p:anim>
                                  </p:childTnLst>
                                </p:cTn>
                              </p:par>
                              <p:par>
                                <p:cTn id="37" presetID="2" presetClass="entr" presetSubtype="6" decel="10000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 calcmode="lin" valueType="num">
                                      <p:cBhvr additive="base">
                                        <p:cTn id="39" dur="3000" fill="hold"/>
                                        <p:tgtEl>
                                          <p:spTgt spid="28"/>
                                        </p:tgtEl>
                                        <p:attrNameLst>
                                          <p:attrName>ppt_x</p:attrName>
                                        </p:attrNameLst>
                                      </p:cBhvr>
                                      <p:tavLst>
                                        <p:tav tm="0">
                                          <p:val>
                                            <p:strVal val="1+#ppt_w/2"/>
                                          </p:val>
                                        </p:tav>
                                        <p:tav tm="100000">
                                          <p:val>
                                            <p:strVal val="#ppt_x"/>
                                          </p:val>
                                        </p:tav>
                                      </p:tavLst>
                                    </p:anim>
                                    <p:anim calcmode="lin" valueType="num">
                                      <p:cBhvr additive="base">
                                        <p:cTn id="40" dur="3000" fill="hold"/>
                                        <p:tgtEl>
                                          <p:spTgt spid="28"/>
                                        </p:tgtEl>
                                        <p:attrNameLst>
                                          <p:attrName>ppt_y</p:attrName>
                                        </p:attrNameLst>
                                      </p:cBhvr>
                                      <p:tavLst>
                                        <p:tav tm="0">
                                          <p:val>
                                            <p:strVal val="1+#ppt_h/2"/>
                                          </p:val>
                                        </p:tav>
                                        <p:tav tm="100000">
                                          <p:val>
                                            <p:strVal val="#ppt_y"/>
                                          </p:val>
                                        </p:tav>
                                      </p:tavLst>
                                    </p:anim>
                                  </p:childTnLst>
                                </p:cTn>
                              </p:par>
                              <p:par>
                                <p:cTn id="41" presetID="2" presetClass="entr" presetSubtype="6" decel="10000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additive="base">
                                        <p:cTn id="43" dur="3000" fill="hold"/>
                                        <p:tgtEl>
                                          <p:spTgt spid="20"/>
                                        </p:tgtEl>
                                        <p:attrNameLst>
                                          <p:attrName>ppt_x</p:attrName>
                                        </p:attrNameLst>
                                      </p:cBhvr>
                                      <p:tavLst>
                                        <p:tav tm="0">
                                          <p:val>
                                            <p:strVal val="1+#ppt_w/2"/>
                                          </p:val>
                                        </p:tav>
                                        <p:tav tm="100000">
                                          <p:val>
                                            <p:strVal val="#ppt_x"/>
                                          </p:val>
                                        </p:tav>
                                      </p:tavLst>
                                    </p:anim>
                                    <p:anim calcmode="lin" valueType="num">
                                      <p:cBhvr additive="base">
                                        <p:cTn id="44" dur="3000" fill="hold"/>
                                        <p:tgtEl>
                                          <p:spTgt spid="20"/>
                                        </p:tgtEl>
                                        <p:attrNameLst>
                                          <p:attrName>ppt_y</p:attrName>
                                        </p:attrNameLst>
                                      </p:cBhvr>
                                      <p:tavLst>
                                        <p:tav tm="0">
                                          <p:val>
                                            <p:strVal val="1+#ppt_h/2"/>
                                          </p:val>
                                        </p:tav>
                                        <p:tav tm="100000">
                                          <p:val>
                                            <p:strVal val="#ppt_y"/>
                                          </p:val>
                                        </p:tav>
                                      </p:tavLst>
                                    </p:anim>
                                  </p:childTnLst>
                                </p:cTn>
                              </p:par>
                              <p:par>
                                <p:cTn id="45" presetID="2" presetClass="entr" presetSubtype="6" decel="10000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3000" fill="hold"/>
                                        <p:tgtEl>
                                          <p:spTgt spid="19"/>
                                        </p:tgtEl>
                                        <p:attrNameLst>
                                          <p:attrName>ppt_x</p:attrName>
                                        </p:attrNameLst>
                                      </p:cBhvr>
                                      <p:tavLst>
                                        <p:tav tm="0">
                                          <p:val>
                                            <p:strVal val="1+#ppt_w/2"/>
                                          </p:val>
                                        </p:tav>
                                        <p:tav tm="100000">
                                          <p:val>
                                            <p:strVal val="#ppt_x"/>
                                          </p:val>
                                        </p:tav>
                                      </p:tavLst>
                                    </p:anim>
                                    <p:anim calcmode="lin" valueType="num">
                                      <p:cBhvr additive="base">
                                        <p:cTn id="48" dur="3000" fill="hold"/>
                                        <p:tgtEl>
                                          <p:spTgt spid="19"/>
                                        </p:tgtEl>
                                        <p:attrNameLst>
                                          <p:attrName>ppt_y</p:attrName>
                                        </p:attrNameLst>
                                      </p:cBhvr>
                                      <p:tavLst>
                                        <p:tav tm="0">
                                          <p:val>
                                            <p:strVal val="1+#ppt_h/2"/>
                                          </p:val>
                                        </p:tav>
                                        <p:tav tm="100000">
                                          <p:val>
                                            <p:strVal val="#ppt_y"/>
                                          </p:val>
                                        </p:tav>
                                      </p:tavLst>
                                    </p:anim>
                                  </p:childTnLst>
                                </p:cTn>
                              </p:par>
                              <p:par>
                                <p:cTn id="49" presetID="2" presetClass="entr" presetSubtype="6" decel="10000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3000" fill="hold"/>
                                        <p:tgtEl>
                                          <p:spTgt spid="18"/>
                                        </p:tgtEl>
                                        <p:attrNameLst>
                                          <p:attrName>ppt_x</p:attrName>
                                        </p:attrNameLst>
                                      </p:cBhvr>
                                      <p:tavLst>
                                        <p:tav tm="0">
                                          <p:val>
                                            <p:strVal val="1+#ppt_w/2"/>
                                          </p:val>
                                        </p:tav>
                                        <p:tav tm="100000">
                                          <p:val>
                                            <p:strVal val="#ppt_x"/>
                                          </p:val>
                                        </p:tav>
                                      </p:tavLst>
                                    </p:anim>
                                    <p:anim calcmode="lin" valueType="num">
                                      <p:cBhvr additive="base">
                                        <p:cTn id="52" dur="3000" fill="hold"/>
                                        <p:tgtEl>
                                          <p:spTgt spid="18"/>
                                        </p:tgtEl>
                                        <p:attrNameLst>
                                          <p:attrName>ppt_y</p:attrName>
                                        </p:attrNameLst>
                                      </p:cBhvr>
                                      <p:tavLst>
                                        <p:tav tm="0">
                                          <p:val>
                                            <p:strVal val="1+#ppt_h/2"/>
                                          </p:val>
                                        </p:tav>
                                        <p:tav tm="100000">
                                          <p:val>
                                            <p:strVal val="#ppt_y"/>
                                          </p:val>
                                        </p:tav>
                                      </p:tavLst>
                                    </p:anim>
                                  </p:childTnLst>
                                </p:cTn>
                              </p:par>
                              <p:par>
                                <p:cTn id="53" presetID="2" presetClass="entr" presetSubtype="6" decel="10000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3000" fill="hold"/>
                                        <p:tgtEl>
                                          <p:spTgt spid="17"/>
                                        </p:tgtEl>
                                        <p:attrNameLst>
                                          <p:attrName>ppt_x</p:attrName>
                                        </p:attrNameLst>
                                      </p:cBhvr>
                                      <p:tavLst>
                                        <p:tav tm="0">
                                          <p:val>
                                            <p:strVal val="1+#ppt_w/2"/>
                                          </p:val>
                                        </p:tav>
                                        <p:tav tm="100000">
                                          <p:val>
                                            <p:strVal val="#ppt_x"/>
                                          </p:val>
                                        </p:tav>
                                      </p:tavLst>
                                    </p:anim>
                                    <p:anim calcmode="lin" valueType="num">
                                      <p:cBhvr additive="base">
                                        <p:cTn id="56" dur="3000" fill="hold"/>
                                        <p:tgtEl>
                                          <p:spTgt spid="17"/>
                                        </p:tgtEl>
                                        <p:attrNameLst>
                                          <p:attrName>ppt_y</p:attrName>
                                        </p:attrNameLst>
                                      </p:cBhvr>
                                      <p:tavLst>
                                        <p:tav tm="0">
                                          <p:val>
                                            <p:strVal val="1+#ppt_h/2"/>
                                          </p:val>
                                        </p:tav>
                                        <p:tav tm="100000">
                                          <p:val>
                                            <p:strVal val="#ppt_y"/>
                                          </p:val>
                                        </p:tav>
                                      </p:tavLst>
                                    </p:anim>
                                  </p:childTnLst>
                                </p:cTn>
                              </p:par>
                              <p:par>
                                <p:cTn id="57" presetID="2" presetClass="entr" presetSubtype="6" decel="10000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3000" fill="hold"/>
                                        <p:tgtEl>
                                          <p:spTgt spid="16"/>
                                        </p:tgtEl>
                                        <p:attrNameLst>
                                          <p:attrName>ppt_x</p:attrName>
                                        </p:attrNameLst>
                                      </p:cBhvr>
                                      <p:tavLst>
                                        <p:tav tm="0">
                                          <p:val>
                                            <p:strVal val="1+#ppt_w/2"/>
                                          </p:val>
                                        </p:tav>
                                        <p:tav tm="100000">
                                          <p:val>
                                            <p:strVal val="#ppt_x"/>
                                          </p:val>
                                        </p:tav>
                                      </p:tavLst>
                                    </p:anim>
                                    <p:anim calcmode="lin" valueType="num">
                                      <p:cBhvr additive="base">
                                        <p:cTn id="60" dur="3000" fill="hold"/>
                                        <p:tgtEl>
                                          <p:spTgt spid="16"/>
                                        </p:tgtEl>
                                        <p:attrNameLst>
                                          <p:attrName>ppt_y</p:attrName>
                                        </p:attrNameLst>
                                      </p:cBhvr>
                                      <p:tavLst>
                                        <p:tav tm="0">
                                          <p:val>
                                            <p:strVal val="1+#ppt_h/2"/>
                                          </p:val>
                                        </p:tav>
                                        <p:tav tm="100000">
                                          <p:val>
                                            <p:strVal val="#ppt_y"/>
                                          </p:val>
                                        </p:tav>
                                      </p:tavLst>
                                    </p:anim>
                                  </p:childTnLst>
                                </p:cTn>
                              </p:par>
                              <p:par>
                                <p:cTn id="61" presetID="2" presetClass="entr" presetSubtype="6" decel="100000" fill="hold" grpId="0" nodeType="withEffect">
                                  <p:stCondLst>
                                    <p:cond delay="0"/>
                                  </p:stCondLst>
                                  <p:childTnLst>
                                    <p:set>
                                      <p:cBhvr>
                                        <p:cTn id="62" dur="1" fill="hold">
                                          <p:stCondLst>
                                            <p:cond delay="0"/>
                                          </p:stCondLst>
                                        </p:cTn>
                                        <p:tgtEl>
                                          <p:spTgt spid="8"/>
                                        </p:tgtEl>
                                        <p:attrNameLst>
                                          <p:attrName>style.visibility</p:attrName>
                                        </p:attrNameLst>
                                      </p:cBhvr>
                                      <p:to>
                                        <p:strVal val="visible"/>
                                      </p:to>
                                    </p:set>
                                    <p:anim calcmode="lin" valueType="num">
                                      <p:cBhvr additive="base">
                                        <p:cTn id="63" dur="3000" fill="hold"/>
                                        <p:tgtEl>
                                          <p:spTgt spid="8"/>
                                        </p:tgtEl>
                                        <p:attrNameLst>
                                          <p:attrName>ppt_x</p:attrName>
                                        </p:attrNameLst>
                                      </p:cBhvr>
                                      <p:tavLst>
                                        <p:tav tm="0">
                                          <p:val>
                                            <p:strVal val="1+#ppt_w/2"/>
                                          </p:val>
                                        </p:tav>
                                        <p:tav tm="100000">
                                          <p:val>
                                            <p:strVal val="#ppt_x"/>
                                          </p:val>
                                        </p:tav>
                                      </p:tavLst>
                                    </p:anim>
                                    <p:anim calcmode="lin" valueType="num">
                                      <p:cBhvr additive="base">
                                        <p:cTn id="64" dur="3000" fill="hold"/>
                                        <p:tgtEl>
                                          <p:spTgt spid="8"/>
                                        </p:tgtEl>
                                        <p:attrNameLst>
                                          <p:attrName>ppt_y</p:attrName>
                                        </p:attrNameLst>
                                      </p:cBhvr>
                                      <p:tavLst>
                                        <p:tav tm="0">
                                          <p:val>
                                            <p:strVal val="1+#ppt_h/2"/>
                                          </p:val>
                                        </p:tav>
                                        <p:tav tm="100000">
                                          <p:val>
                                            <p:strVal val="#ppt_y"/>
                                          </p:val>
                                        </p:tav>
                                      </p:tavLst>
                                    </p:anim>
                                  </p:childTnLst>
                                </p:cTn>
                              </p:par>
                              <p:par>
                                <p:cTn id="65" presetID="2" presetClass="entr" presetSubtype="6" decel="10000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anim calcmode="lin" valueType="num">
                                      <p:cBhvr additive="base">
                                        <p:cTn id="67" dur="3000" fill="hold"/>
                                        <p:tgtEl>
                                          <p:spTgt spid="7"/>
                                        </p:tgtEl>
                                        <p:attrNameLst>
                                          <p:attrName>ppt_x</p:attrName>
                                        </p:attrNameLst>
                                      </p:cBhvr>
                                      <p:tavLst>
                                        <p:tav tm="0">
                                          <p:val>
                                            <p:strVal val="1+#ppt_w/2"/>
                                          </p:val>
                                        </p:tav>
                                        <p:tav tm="100000">
                                          <p:val>
                                            <p:strVal val="#ppt_x"/>
                                          </p:val>
                                        </p:tav>
                                      </p:tavLst>
                                    </p:anim>
                                    <p:anim calcmode="lin" valueType="num">
                                      <p:cBhvr additive="base">
                                        <p:cTn id="68" dur="3000" fill="hold"/>
                                        <p:tgtEl>
                                          <p:spTgt spid="7"/>
                                        </p:tgtEl>
                                        <p:attrNameLst>
                                          <p:attrName>ppt_y</p:attrName>
                                        </p:attrNameLst>
                                      </p:cBhvr>
                                      <p:tavLst>
                                        <p:tav tm="0">
                                          <p:val>
                                            <p:strVal val="1+#ppt_h/2"/>
                                          </p:val>
                                        </p:tav>
                                        <p:tav tm="100000">
                                          <p:val>
                                            <p:strVal val="#ppt_y"/>
                                          </p:val>
                                        </p:tav>
                                      </p:tavLst>
                                    </p:anim>
                                  </p:childTnLst>
                                </p:cTn>
                              </p:par>
                              <p:par>
                                <p:cTn id="69" presetID="2" presetClass="entr" presetSubtype="6" decel="100000" fill="hold" grpId="0" nodeType="withEffect">
                                  <p:stCondLst>
                                    <p:cond delay="0"/>
                                  </p:stCondLst>
                                  <p:childTnLst>
                                    <p:set>
                                      <p:cBhvr>
                                        <p:cTn id="70" dur="1" fill="hold">
                                          <p:stCondLst>
                                            <p:cond delay="0"/>
                                          </p:stCondLst>
                                        </p:cTn>
                                        <p:tgtEl>
                                          <p:spTgt spid="6"/>
                                        </p:tgtEl>
                                        <p:attrNameLst>
                                          <p:attrName>style.visibility</p:attrName>
                                        </p:attrNameLst>
                                      </p:cBhvr>
                                      <p:to>
                                        <p:strVal val="visible"/>
                                      </p:to>
                                    </p:set>
                                    <p:anim calcmode="lin" valueType="num">
                                      <p:cBhvr additive="base">
                                        <p:cTn id="71" dur="3000" fill="hold"/>
                                        <p:tgtEl>
                                          <p:spTgt spid="6"/>
                                        </p:tgtEl>
                                        <p:attrNameLst>
                                          <p:attrName>ppt_x</p:attrName>
                                        </p:attrNameLst>
                                      </p:cBhvr>
                                      <p:tavLst>
                                        <p:tav tm="0">
                                          <p:val>
                                            <p:strVal val="1+#ppt_w/2"/>
                                          </p:val>
                                        </p:tav>
                                        <p:tav tm="100000">
                                          <p:val>
                                            <p:strVal val="#ppt_x"/>
                                          </p:val>
                                        </p:tav>
                                      </p:tavLst>
                                    </p:anim>
                                    <p:anim calcmode="lin" valueType="num">
                                      <p:cBhvr additive="base">
                                        <p:cTn id="72" dur="3000" fill="hold"/>
                                        <p:tgtEl>
                                          <p:spTgt spid="6"/>
                                        </p:tgtEl>
                                        <p:attrNameLst>
                                          <p:attrName>ppt_y</p:attrName>
                                        </p:attrNameLst>
                                      </p:cBhvr>
                                      <p:tavLst>
                                        <p:tav tm="0">
                                          <p:val>
                                            <p:strVal val="1+#ppt_h/2"/>
                                          </p:val>
                                        </p:tav>
                                        <p:tav tm="100000">
                                          <p:val>
                                            <p:strVal val="#ppt_y"/>
                                          </p:val>
                                        </p:tav>
                                      </p:tavLst>
                                    </p:anim>
                                  </p:childTnLst>
                                </p:cTn>
                              </p:par>
                              <p:par>
                                <p:cTn id="73" presetID="2" presetClass="entr" presetSubtype="6" decel="100000" fill="hold" grpId="0" nodeType="withEffect">
                                  <p:stCondLst>
                                    <p:cond delay="0"/>
                                  </p:stCondLst>
                                  <p:childTnLst>
                                    <p:set>
                                      <p:cBhvr>
                                        <p:cTn id="74" dur="1" fill="hold">
                                          <p:stCondLst>
                                            <p:cond delay="0"/>
                                          </p:stCondLst>
                                        </p:cTn>
                                        <p:tgtEl>
                                          <p:spTgt spid="5"/>
                                        </p:tgtEl>
                                        <p:attrNameLst>
                                          <p:attrName>style.visibility</p:attrName>
                                        </p:attrNameLst>
                                      </p:cBhvr>
                                      <p:to>
                                        <p:strVal val="visible"/>
                                      </p:to>
                                    </p:set>
                                    <p:anim calcmode="lin" valueType="num">
                                      <p:cBhvr additive="base">
                                        <p:cTn id="75" dur="3000" fill="hold"/>
                                        <p:tgtEl>
                                          <p:spTgt spid="5"/>
                                        </p:tgtEl>
                                        <p:attrNameLst>
                                          <p:attrName>ppt_x</p:attrName>
                                        </p:attrNameLst>
                                      </p:cBhvr>
                                      <p:tavLst>
                                        <p:tav tm="0">
                                          <p:val>
                                            <p:strVal val="1+#ppt_w/2"/>
                                          </p:val>
                                        </p:tav>
                                        <p:tav tm="100000">
                                          <p:val>
                                            <p:strVal val="#ppt_x"/>
                                          </p:val>
                                        </p:tav>
                                      </p:tavLst>
                                    </p:anim>
                                    <p:anim calcmode="lin" valueType="num">
                                      <p:cBhvr additive="base">
                                        <p:cTn id="76" dur="3000" fill="hold"/>
                                        <p:tgtEl>
                                          <p:spTgt spid="5"/>
                                        </p:tgtEl>
                                        <p:attrNameLst>
                                          <p:attrName>ppt_y</p:attrName>
                                        </p:attrNameLst>
                                      </p:cBhvr>
                                      <p:tavLst>
                                        <p:tav tm="0">
                                          <p:val>
                                            <p:strVal val="1+#ppt_h/2"/>
                                          </p:val>
                                        </p:tav>
                                        <p:tav tm="100000">
                                          <p:val>
                                            <p:strVal val="#ppt_y"/>
                                          </p:val>
                                        </p:tav>
                                      </p:tavLst>
                                    </p:anim>
                                  </p:childTnLst>
                                </p:cTn>
                              </p:par>
                              <p:par>
                                <p:cTn id="77" presetID="2" presetClass="entr" presetSubtype="6" decel="100000" fill="hold" grpId="0" nodeType="withEffect">
                                  <p:stCondLst>
                                    <p:cond delay="0"/>
                                  </p:stCondLst>
                                  <p:childTnLst>
                                    <p:set>
                                      <p:cBhvr>
                                        <p:cTn id="78" dur="1" fill="hold">
                                          <p:stCondLst>
                                            <p:cond delay="0"/>
                                          </p:stCondLst>
                                        </p:cTn>
                                        <p:tgtEl>
                                          <p:spTgt spid="4"/>
                                        </p:tgtEl>
                                        <p:attrNameLst>
                                          <p:attrName>style.visibility</p:attrName>
                                        </p:attrNameLst>
                                      </p:cBhvr>
                                      <p:to>
                                        <p:strVal val="visible"/>
                                      </p:to>
                                    </p:set>
                                    <p:anim calcmode="lin" valueType="num">
                                      <p:cBhvr additive="base">
                                        <p:cTn id="79" dur="3000" fill="hold"/>
                                        <p:tgtEl>
                                          <p:spTgt spid="4"/>
                                        </p:tgtEl>
                                        <p:attrNameLst>
                                          <p:attrName>ppt_x</p:attrName>
                                        </p:attrNameLst>
                                      </p:cBhvr>
                                      <p:tavLst>
                                        <p:tav tm="0">
                                          <p:val>
                                            <p:strVal val="1+#ppt_w/2"/>
                                          </p:val>
                                        </p:tav>
                                        <p:tav tm="100000">
                                          <p:val>
                                            <p:strVal val="#ppt_x"/>
                                          </p:val>
                                        </p:tav>
                                      </p:tavLst>
                                    </p:anim>
                                    <p:anim calcmode="lin" valueType="num">
                                      <p:cBhvr additive="base">
                                        <p:cTn id="80" dur="3000" fill="hold"/>
                                        <p:tgtEl>
                                          <p:spTgt spid="4"/>
                                        </p:tgtEl>
                                        <p:attrNameLst>
                                          <p:attrName>ppt_y</p:attrName>
                                        </p:attrNameLst>
                                      </p:cBhvr>
                                      <p:tavLst>
                                        <p:tav tm="0">
                                          <p:val>
                                            <p:strVal val="1+#ppt_h/2"/>
                                          </p:val>
                                        </p:tav>
                                        <p:tav tm="100000">
                                          <p:val>
                                            <p:strVal val="#ppt_y"/>
                                          </p:val>
                                        </p:tav>
                                      </p:tavLst>
                                    </p:anim>
                                  </p:childTnLst>
                                </p:cTn>
                              </p:par>
                              <p:par>
                                <p:cTn id="81" presetID="2" presetClass="entr" presetSubtype="6" decel="100000" fill="hold" grpId="0" nodeType="withEffect">
                                  <p:stCondLst>
                                    <p:cond delay="0"/>
                                  </p:stCondLst>
                                  <p:childTnLst>
                                    <p:set>
                                      <p:cBhvr>
                                        <p:cTn id="82" dur="1" fill="hold">
                                          <p:stCondLst>
                                            <p:cond delay="0"/>
                                          </p:stCondLst>
                                        </p:cTn>
                                        <p:tgtEl>
                                          <p:spTgt spid="2"/>
                                        </p:tgtEl>
                                        <p:attrNameLst>
                                          <p:attrName>style.visibility</p:attrName>
                                        </p:attrNameLst>
                                      </p:cBhvr>
                                      <p:to>
                                        <p:strVal val="visible"/>
                                      </p:to>
                                    </p:set>
                                    <p:anim calcmode="lin" valueType="num">
                                      <p:cBhvr additive="base">
                                        <p:cTn id="83" dur="3000" fill="hold"/>
                                        <p:tgtEl>
                                          <p:spTgt spid="2"/>
                                        </p:tgtEl>
                                        <p:attrNameLst>
                                          <p:attrName>ppt_x</p:attrName>
                                        </p:attrNameLst>
                                      </p:cBhvr>
                                      <p:tavLst>
                                        <p:tav tm="0">
                                          <p:val>
                                            <p:strVal val="1+#ppt_w/2"/>
                                          </p:val>
                                        </p:tav>
                                        <p:tav tm="100000">
                                          <p:val>
                                            <p:strVal val="#ppt_x"/>
                                          </p:val>
                                        </p:tav>
                                      </p:tavLst>
                                    </p:anim>
                                    <p:anim calcmode="lin" valueType="num">
                                      <p:cBhvr additive="base">
                                        <p:cTn id="84" dur="3000" fill="hold"/>
                                        <p:tgtEl>
                                          <p:spTgt spid="2"/>
                                        </p:tgtEl>
                                        <p:attrNameLst>
                                          <p:attrName>ppt_y</p:attrName>
                                        </p:attrNameLst>
                                      </p:cBhvr>
                                      <p:tavLst>
                                        <p:tav tm="0">
                                          <p:val>
                                            <p:strVal val="1+#ppt_h/2"/>
                                          </p:val>
                                        </p:tav>
                                        <p:tav tm="100000">
                                          <p:val>
                                            <p:strVal val="#ppt_y"/>
                                          </p:val>
                                        </p:tav>
                                      </p:tavLst>
                                    </p:anim>
                                  </p:childTnLst>
                                </p:cTn>
                              </p:par>
                              <p:par>
                                <p:cTn id="85" presetID="2" presetClass="entr" presetSubtype="6" decel="100000" fill="hold" grpId="0" nodeType="withEffect">
                                  <p:stCondLst>
                                    <p:cond delay="0"/>
                                  </p:stCondLst>
                                  <p:childTnLst>
                                    <p:set>
                                      <p:cBhvr>
                                        <p:cTn id="86" dur="1" fill="hold">
                                          <p:stCondLst>
                                            <p:cond delay="0"/>
                                          </p:stCondLst>
                                        </p:cTn>
                                        <p:tgtEl>
                                          <p:spTgt spid="14"/>
                                        </p:tgtEl>
                                        <p:attrNameLst>
                                          <p:attrName>style.visibility</p:attrName>
                                        </p:attrNameLst>
                                      </p:cBhvr>
                                      <p:to>
                                        <p:strVal val="visible"/>
                                      </p:to>
                                    </p:set>
                                    <p:anim calcmode="lin" valueType="num">
                                      <p:cBhvr additive="base">
                                        <p:cTn id="87" dur="3000" fill="hold"/>
                                        <p:tgtEl>
                                          <p:spTgt spid="14"/>
                                        </p:tgtEl>
                                        <p:attrNameLst>
                                          <p:attrName>ppt_x</p:attrName>
                                        </p:attrNameLst>
                                      </p:cBhvr>
                                      <p:tavLst>
                                        <p:tav tm="0">
                                          <p:val>
                                            <p:strVal val="1+#ppt_w/2"/>
                                          </p:val>
                                        </p:tav>
                                        <p:tav tm="100000">
                                          <p:val>
                                            <p:strVal val="#ppt_x"/>
                                          </p:val>
                                        </p:tav>
                                      </p:tavLst>
                                    </p:anim>
                                    <p:anim calcmode="lin" valueType="num">
                                      <p:cBhvr additive="base">
                                        <p:cTn id="88" dur="3000" fill="hold"/>
                                        <p:tgtEl>
                                          <p:spTgt spid="14"/>
                                        </p:tgtEl>
                                        <p:attrNameLst>
                                          <p:attrName>ppt_y</p:attrName>
                                        </p:attrNameLst>
                                      </p:cBhvr>
                                      <p:tavLst>
                                        <p:tav tm="0">
                                          <p:val>
                                            <p:strVal val="1+#ppt_h/2"/>
                                          </p:val>
                                        </p:tav>
                                        <p:tav tm="100000">
                                          <p:val>
                                            <p:strVal val="#ppt_y"/>
                                          </p:val>
                                        </p:tav>
                                      </p:tavLst>
                                    </p:anim>
                                  </p:childTnLst>
                                </p:cTn>
                              </p:par>
                              <p:par>
                                <p:cTn id="89" presetID="2" presetClass="entr" presetSubtype="6" decel="100000" fill="hold" grpId="0" nodeType="withEffect">
                                  <p:stCondLst>
                                    <p:cond delay="0"/>
                                  </p:stCondLst>
                                  <p:childTnLst>
                                    <p:set>
                                      <p:cBhvr>
                                        <p:cTn id="90" dur="1" fill="hold">
                                          <p:stCondLst>
                                            <p:cond delay="0"/>
                                          </p:stCondLst>
                                        </p:cTn>
                                        <p:tgtEl>
                                          <p:spTgt spid="13"/>
                                        </p:tgtEl>
                                        <p:attrNameLst>
                                          <p:attrName>style.visibility</p:attrName>
                                        </p:attrNameLst>
                                      </p:cBhvr>
                                      <p:to>
                                        <p:strVal val="visible"/>
                                      </p:to>
                                    </p:set>
                                    <p:anim calcmode="lin" valueType="num">
                                      <p:cBhvr additive="base">
                                        <p:cTn id="91" dur="3000" fill="hold"/>
                                        <p:tgtEl>
                                          <p:spTgt spid="13"/>
                                        </p:tgtEl>
                                        <p:attrNameLst>
                                          <p:attrName>ppt_x</p:attrName>
                                        </p:attrNameLst>
                                      </p:cBhvr>
                                      <p:tavLst>
                                        <p:tav tm="0">
                                          <p:val>
                                            <p:strVal val="1+#ppt_w/2"/>
                                          </p:val>
                                        </p:tav>
                                        <p:tav tm="100000">
                                          <p:val>
                                            <p:strVal val="#ppt_x"/>
                                          </p:val>
                                        </p:tav>
                                      </p:tavLst>
                                    </p:anim>
                                    <p:anim calcmode="lin" valueType="num">
                                      <p:cBhvr additive="base">
                                        <p:cTn id="92" dur="3000" fill="hold"/>
                                        <p:tgtEl>
                                          <p:spTgt spid="13"/>
                                        </p:tgtEl>
                                        <p:attrNameLst>
                                          <p:attrName>ppt_y</p:attrName>
                                        </p:attrNameLst>
                                      </p:cBhvr>
                                      <p:tavLst>
                                        <p:tav tm="0">
                                          <p:val>
                                            <p:strVal val="1+#ppt_h/2"/>
                                          </p:val>
                                        </p:tav>
                                        <p:tav tm="100000">
                                          <p:val>
                                            <p:strVal val="#ppt_y"/>
                                          </p:val>
                                        </p:tav>
                                      </p:tavLst>
                                    </p:anim>
                                  </p:childTnLst>
                                </p:cTn>
                              </p:par>
                              <p:par>
                                <p:cTn id="93" presetID="2" presetClass="entr" presetSubtype="6" decel="100000" fill="hold" grpId="0" nodeType="withEffect">
                                  <p:stCondLst>
                                    <p:cond delay="0"/>
                                  </p:stCondLst>
                                  <p:childTnLst>
                                    <p:set>
                                      <p:cBhvr>
                                        <p:cTn id="94" dur="1" fill="hold">
                                          <p:stCondLst>
                                            <p:cond delay="0"/>
                                          </p:stCondLst>
                                        </p:cTn>
                                        <p:tgtEl>
                                          <p:spTgt spid="12"/>
                                        </p:tgtEl>
                                        <p:attrNameLst>
                                          <p:attrName>style.visibility</p:attrName>
                                        </p:attrNameLst>
                                      </p:cBhvr>
                                      <p:to>
                                        <p:strVal val="visible"/>
                                      </p:to>
                                    </p:set>
                                    <p:anim calcmode="lin" valueType="num">
                                      <p:cBhvr additive="base">
                                        <p:cTn id="95" dur="3000" fill="hold"/>
                                        <p:tgtEl>
                                          <p:spTgt spid="12"/>
                                        </p:tgtEl>
                                        <p:attrNameLst>
                                          <p:attrName>ppt_x</p:attrName>
                                        </p:attrNameLst>
                                      </p:cBhvr>
                                      <p:tavLst>
                                        <p:tav tm="0">
                                          <p:val>
                                            <p:strVal val="1+#ppt_w/2"/>
                                          </p:val>
                                        </p:tav>
                                        <p:tav tm="100000">
                                          <p:val>
                                            <p:strVal val="#ppt_x"/>
                                          </p:val>
                                        </p:tav>
                                      </p:tavLst>
                                    </p:anim>
                                    <p:anim calcmode="lin" valueType="num">
                                      <p:cBhvr additive="base">
                                        <p:cTn id="96" dur="3000" fill="hold"/>
                                        <p:tgtEl>
                                          <p:spTgt spid="12"/>
                                        </p:tgtEl>
                                        <p:attrNameLst>
                                          <p:attrName>ppt_y</p:attrName>
                                        </p:attrNameLst>
                                      </p:cBhvr>
                                      <p:tavLst>
                                        <p:tav tm="0">
                                          <p:val>
                                            <p:strVal val="1+#ppt_h/2"/>
                                          </p:val>
                                        </p:tav>
                                        <p:tav tm="100000">
                                          <p:val>
                                            <p:strVal val="#ppt_y"/>
                                          </p:val>
                                        </p:tav>
                                      </p:tavLst>
                                    </p:anim>
                                  </p:childTnLst>
                                </p:cTn>
                              </p:par>
                              <p:par>
                                <p:cTn id="97" presetID="2" presetClass="entr" presetSubtype="6" decel="100000" fill="hold" grpId="0" nodeType="withEffect">
                                  <p:stCondLst>
                                    <p:cond delay="0"/>
                                  </p:stCondLst>
                                  <p:childTnLst>
                                    <p:set>
                                      <p:cBhvr>
                                        <p:cTn id="98" dur="1" fill="hold">
                                          <p:stCondLst>
                                            <p:cond delay="0"/>
                                          </p:stCondLst>
                                        </p:cTn>
                                        <p:tgtEl>
                                          <p:spTgt spid="11"/>
                                        </p:tgtEl>
                                        <p:attrNameLst>
                                          <p:attrName>style.visibility</p:attrName>
                                        </p:attrNameLst>
                                      </p:cBhvr>
                                      <p:to>
                                        <p:strVal val="visible"/>
                                      </p:to>
                                    </p:set>
                                    <p:anim calcmode="lin" valueType="num">
                                      <p:cBhvr additive="base">
                                        <p:cTn id="99" dur="3000" fill="hold"/>
                                        <p:tgtEl>
                                          <p:spTgt spid="11"/>
                                        </p:tgtEl>
                                        <p:attrNameLst>
                                          <p:attrName>ppt_x</p:attrName>
                                        </p:attrNameLst>
                                      </p:cBhvr>
                                      <p:tavLst>
                                        <p:tav tm="0">
                                          <p:val>
                                            <p:strVal val="1+#ppt_w/2"/>
                                          </p:val>
                                        </p:tav>
                                        <p:tav tm="100000">
                                          <p:val>
                                            <p:strVal val="#ppt_x"/>
                                          </p:val>
                                        </p:tav>
                                      </p:tavLst>
                                    </p:anim>
                                    <p:anim calcmode="lin" valueType="num">
                                      <p:cBhvr additive="base">
                                        <p:cTn id="100" dur="3000" fill="hold"/>
                                        <p:tgtEl>
                                          <p:spTgt spid="11"/>
                                        </p:tgtEl>
                                        <p:attrNameLst>
                                          <p:attrName>ppt_y</p:attrName>
                                        </p:attrNameLst>
                                      </p:cBhvr>
                                      <p:tavLst>
                                        <p:tav tm="0">
                                          <p:val>
                                            <p:strVal val="1+#ppt_h/2"/>
                                          </p:val>
                                        </p:tav>
                                        <p:tav tm="100000">
                                          <p:val>
                                            <p:strVal val="#ppt_y"/>
                                          </p:val>
                                        </p:tav>
                                      </p:tavLst>
                                    </p:anim>
                                  </p:childTnLst>
                                </p:cTn>
                              </p:par>
                              <p:par>
                                <p:cTn id="101" presetID="2" presetClass="entr" presetSubtype="6" decel="100000" fill="hold" grpId="0" nodeType="withEffect">
                                  <p:stCondLst>
                                    <p:cond delay="0"/>
                                  </p:stCondLst>
                                  <p:childTnLst>
                                    <p:set>
                                      <p:cBhvr>
                                        <p:cTn id="102" dur="1" fill="hold">
                                          <p:stCondLst>
                                            <p:cond delay="0"/>
                                          </p:stCondLst>
                                        </p:cTn>
                                        <p:tgtEl>
                                          <p:spTgt spid="10"/>
                                        </p:tgtEl>
                                        <p:attrNameLst>
                                          <p:attrName>style.visibility</p:attrName>
                                        </p:attrNameLst>
                                      </p:cBhvr>
                                      <p:to>
                                        <p:strVal val="visible"/>
                                      </p:to>
                                    </p:set>
                                    <p:anim calcmode="lin" valueType="num">
                                      <p:cBhvr additive="base">
                                        <p:cTn id="103" dur="3000" fill="hold"/>
                                        <p:tgtEl>
                                          <p:spTgt spid="10"/>
                                        </p:tgtEl>
                                        <p:attrNameLst>
                                          <p:attrName>ppt_x</p:attrName>
                                        </p:attrNameLst>
                                      </p:cBhvr>
                                      <p:tavLst>
                                        <p:tav tm="0">
                                          <p:val>
                                            <p:strVal val="1+#ppt_w/2"/>
                                          </p:val>
                                        </p:tav>
                                        <p:tav tm="100000">
                                          <p:val>
                                            <p:strVal val="#ppt_x"/>
                                          </p:val>
                                        </p:tav>
                                      </p:tavLst>
                                    </p:anim>
                                    <p:anim calcmode="lin" valueType="num">
                                      <p:cBhvr additive="base">
                                        <p:cTn id="104" dur="3000" fill="hold"/>
                                        <p:tgtEl>
                                          <p:spTgt spid="10"/>
                                        </p:tgtEl>
                                        <p:attrNameLst>
                                          <p:attrName>ppt_y</p:attrName>
                                        </p:attrNameLst>
                                      </p:cBhvr>
                                      <p:tavLst>
                                        <p:tav tm="0">
                                          <p:val>
                                            <p:strVal val="1+#ppt_h/2"/>
                                          </p:val>
                                        </p:tav>
                                        <p:tav tm="100000">
                                          <p:val>
                                            <p:strVal val="#ppt_y"/>
                                          </p:val>
                                        </p:tav>
                                      </p:tavLst>
                                    </p:anim>
                                  </p:childTnLst>
                                </p:cTn>
                              </p:par>
                              <p:par>
                                <p:cTn id="105" presetID="2" presetClass="entr" presetSubtype="6" decel="100000" fill="hold" grpId="0" nodeType="withEffect">
                                  <p:stCondLst>
                                    <p:cond delay="0"/>
                                  </p:stCondLst>
                                  <p:childTnLst>
                                    <p:set>
                                      <p:cBhvr>
                                        <p:cTn id="106" dur="1" fill="hold">
                                          <p:stCondLst>
                                            <p:cond delay="0"/>
                                          </p:stCondLst>
                                        </p:cTn>
                                        <p:tgtEl>
                                          <p:spTgt spid="56"/>
                                        </p:tgtEl>
                                        <p:attrNameLst>
                                          <p:attrName>style.visibility</p:attrName>
                                        </p:attrNameLst>
                                      </p:cBhvr>
                                      <p:to>
                                        <p:strVal val="visible"/>
                                      </p:to>
                                    </p:set>
                                    <p:anim calcmode="lin" valueType="num">
                                      <p:cBhvr additive="base">
                                        <p:cTn id="107" dur="3000" fill="hold"/>
                                        <p:tgtEl>
                                          <p:spTgt spid="56"/>
                                        </p:tgtEl>
                                        <p:attrNameLst>
                                          <p:attrName>ppt_x</p:attrName>
                                        </p:attrNameLst>
                                      </p:cBhvr>
                                      <p:tavLst>
                                        <p:tav tm="0">
                                          <p:val>
                                            <p:strVal val="1+#ppt_w/2"/>
                                          </p:val>
                                        </p:tav>
                                        <p:tav tm="100000">
                                          <p:val>
                                            <p:strVal val="#ppt_x"/>
                                          </p:val>
                                        </p:tav>
                                      </p:tavLst>
                                    </p:anim>
                                    <p:anim calcmode="lin" valueType="num">
                                      <p:cBhvr additive="base">
                                        <p:cTn id="108" dur="3000" fill="hold"/>
                                        <p:tgtEl>
                                          <p:spTgt spid="56"/>
                                        </p:tgtEl>
                                        <p:attrNameLst>
                                          <p:attrName>ppt_y</p:attrName>
                                        </p:attrNameLst>
                                      </p:cBhvr>
                                      <p:tavLst>
                                        <p:tav tm="0">
                                          <p:val>
                                            <p:strVal val="1+#ppt_h/2"/>
                                          </p:val>
                                        </p:tav>
                                        <p:tav tm="100000">
                                          <p:val>
                                            <p:strVal val="#ppt_y"/>
                                          </p:val>
                                        </p:tav>
                                      </p:tavLst>
                                    </p:anim>
                                  </p:childTnLst>
                                </p:cTn>
                              </p:par>
                              <p:par>
                                <p:cTn id="109" presetID="2" presetClass="entr" presetSubtype="6" decel="100000" fill="hold" grpId="0" nodeType="withEffect">
                                  <p:stCondLst>
                                    <p:cond delay="0"/>
                                  </p:stCondLst>
                                  <p:childTnLst>
                                    <p:set>
                                      <p:cBhvr>
                                        <p:cTn id="110" dur="1" fill="hold">
                                          <p:stCondLst>
                                            <p:cond delay="0"/>
                                          </p:stCondLst>
                                        </p:cTn>
                                        <p:tgtEl>
                                          <p:spTgt spid="55"/>
                                        </p:tgtEl>
                                        <p:attrNameLst>
                                          <p:attrName>style.visibility</p:attrName>
                                        </p:attrNameLst>
                                      </p:cBhvr>
                                      <p:to>
                                        <p:strVal val="visible"/>
                                      </p:to>
                                    </p:set>
                                    <p:anim calcmode="lin" valueType="num">
                                      <p:cBhvr additive="base">
                                        <p:cTn id="111" dur="3000" fill="hold"/>
                                        <p:tgtEl>
                                          <p:spTgt spid="55"/>
                                        </p:tgtEl>
                                        <p:attrNameLst>
                                          <p:attrName>ppt_x</p:attrName>
                                        </p:attrNameLst>
                                      </p:cBhvr>
                                      <p:tavLst>
                                        <p:tav tm="0">
                                          <p:val>
                                            <p:strVal val="1+#ppt_w/2"/>
                                          </p:val>
                                        </p:tav>
                                        <p:tav tm="100000">
                                          <p:val>
                                            <p:strVal val="#ppt_x"/>
                                          </p:val>
                                        </p:tav>
                                      </p:tavLst>
                                    </p:anim>
                                    <p:anim calcmode="lin" valueType="num">
                                      <p:cBhvr additive="base">
                                        <p:cTn id="112" dur="3000" fill="hold"/>
                                        <p:tgtEl>
                                          <p:spTgt spid="55"/>
                                        </p:tgtEl>
                                        <p:attrNameLst>
                                          <p:attrName>ppt_y</p:attrName>
                                        </p:attrNameLst>
                                      </p:cBhvr>
                                      <p:tavLst>
                                        <p:tav tm="0">
                                          <p:val>
                                            <p:strVal val="1+#ppt_h/2"/>
                                          </p:val>
                                        </p:tav>
                                        <p:tav tm="100000">
                                          <p:val>
                                            <p:strVal val="#ppt_y"/>
                                          </p:val>
                                        </p:tav>
                                      </p:tavLst>
                                    </p:anim>
                                  </p:childTnLst>
                                </p:cTn>
                              </p:par>
                              <p:par>
                                <p:cTn id="113" presetID="2" presetClass="entr" presetSubtype="6" decel="100000" fill="hold" grpId="0" nodeType="withEffect">
                                  <p:stCondLst>
                                    <p:cond delay="0"/>
                                  </p:stCondLst>
                                  <p:childTnLst>
                                    <p:set>
                                      <p:cBhvr>
                                        <p:cTn id="114" dur="1" fill="hold">
                                          <p:stCondLst>
                                            <p:cond delay="0"/>
                                          </p:stCondLst>
                                        </p:cTn>
                                        <p:tgtEl>
                                          <p:spTgt spid="54"/>
                                        </p:tgtEl>
                                        <p:attrNameLst>
                                          <p:attrName>style.visibility</p:attrName>
                                        </p:attrNameLst>
                                      </p:cBhvr>
                                      <p:to>
                                        <p:strVal val="visible"/>
                                      </p:to>
                                    </p:set>
                                    <p:anim calcmode="lin" valueType="num">
                                      <p:cBhvr additive="base">
                                        <p:cTn id="115" dur="3000" fill="hold"/>
                                        <p:tgtEl>
                                          <p:spTgt spid="54"/>
                                        </p:tgtEl>
                                        <p:attrNameLst>
                                          <p:attrName>ppt_x</p:attrName>
                                        </p:attrNameLst>
                                      </p:cBhvr>
                                      <p:tavLst>
                                        <p:tav tm="0">
                                          <p:val>
                                            <p:strVal val="1+#ppt_w/2"/>
                                          </p:val>
                                        </p:tav>
                                        <p:tav tm="100000">
                                          <p:val>
                                            <p:strVal val="#ppt_x"/>
                                          </p:val>
                                        </p:tav>
                                      </p:tavLst>
                                    </p:anim>
                                    <p:anim calcmode="lin" valueType="num">
                                      <p:cBhvr additive="base">
                                        <p:cTn id="116" dur="3000" fill="hold"/>
                                        <p:tgtEl>
                                          <p:spTgt spid="54"/>
                                        </p:tgtEl>
                                        <p:attrNameLst>
                                          <p:attrName>ppt_y</p:attrName>
                                        </p:attrNameLst>
                                      </p:cBhvr>
                                      <p:tavLst>
                                        <p:tav tm="0">
                                          <p:val>
                                            <p:strVal val="1+#ppt_h/2"/>
                                          </p:val>
                                        </p:tav>
                                        <p:tav tm="100000">
                                          <p:val>
                                            <p:strVal val="#ppt_y"/>
                                          </p:val>
                                        </p:tav>
                                      </p:tavLst>
                                    </p:anim>
                                  </p:childTnLst>
                                </p:cTn>
                              </p:par>
                              <p:par>
                                <p:cTn id="117" presetID="2" presetClass="entr" presetSubtype="6" decel="100000" fill="hold" grpId="0" nodeType="withEffect">
                                  <p:stCondLst>
                                    <p:cond delay="0"/>
                                  </p:stCondLst>
                                  <p:childTnLst>
                                    <p:set>
                                      <p:cBhvr>
                                        <p:cTn id="118" dur="1" fill="hold">
                                          <p:stCondLst>
                                            <p:cond delay="0"/>
                                          </p:stCondLst>
                                        </p:cTn>
                                        <p:tgtEl>
                                          <p:spTgt spid="53"/>
                                        </p:tgtEl>
                                        <p:attrNameLst>
                                          <p:attrName>style.visibility</p:attrName>
                                        </p:attrNameLst>
                                      </p:cBhvr>
                                      <p:to>
                                        <p:strVal val="visible"/>
                                      </p:to>
                                    </p:set>
                                    <p:anim calcmode="lin" valueType="num">
                                      <p:cBhvr additive="base">
                                        <p:cTn id="119" dur="3000" fill="hold"/>
                                        <p:tgtEl>
                                          <p:spTgt spid="53"/>
                                        </p:tgtEl>
                                        <p:attrNameLst>
                                          <p:attrName>ppt_x</p:attrName>
                                        </p:attrNameLst>
                                      </p:cBhvr>
                                      <p:tavLst>
                                        <p:tav tm="0">
                                          <p:val>
                                            <p:strVal val="1+#ppt_w/2"/>
                                          </p:val>
                                        </p:tav>
                                        <p:tav tm="100000">
                                          <p:val>
                                            <p:strVal val="#ppt_x"/>
                                          </p:val>
                                        </p:tav>
                                      </p:tavLst>
                                    </p:anim>
                                    <p:anim calcmode="lin" valueType="num">
                                      <p:cBhvr additive="base">
                                        <p:cTn id="120" dur="3000" fill="hold"/>
                                        <p:tgtEl>
                                          <p:spTgt spid="53"/>
                                        </p:tgtEl>
                                        <p:attrNameLst>
                                          <p:attrName>ppt_y</p:attrName>
                                        </p:attrNameLst>
                                      </p:cBhvr>
                                      <p:tavLst>
                                        <p:tav tm="0">
                                          <p:val>
                                            <p:strVal val="1+#ppt_h/2"/>
                                          </p:val>
                                        </p:tav>
                                        <p:tav tm="100000">
                                          <p:val>
                                            <p:strVal val="#ppt_y"/>
                                          </p:val>
                                        </p:tav>
                                      </p:tavLst>
                                    </p:anim>
                                  </p:childTnLst>
                                </p:cTn>
                              </p:par>
                              <p:par>
                                <p:cTn id="121" presetID="2" presetClass="entr" presetSubtype="6" decel="100000" fill="hold" grpId="0" nodeType="withEffect">
                                  <p:stCondLst>
                                    <p:cond delay="0"/>
                                  </p:stCondLst>
                                  <p:childTnLst>
                                    <p:set>
                                      <p:cBhvr>
                                        <p:cTn id="122" dur="1" fill="hold">
                                          <p:stCondLst>
                                            <p:cond delay="0"/>
                                          </p:stCondLst>
                                        </p:cTn>
                                        <p:tgtEl>
                                          <p:spTgt spid="61"/>
                                        </p:tgtEl>
                                        <p:attrNameLst>
                                          <p:attrName>style.visibility</p:attrName>
                                        </p:attrNameLst>
                                      </p:cBhvr>
                                      <p:to>
                                        <p:strVal val="visible"/>
                                      </p:to>
                                    </p:set>
                                    <p:anim calcmode="lin" valueType="num">
                                      <p:cBhvr additive="base">
                                        <p:cTn id="123" dur="3000" fill="hold"/>
                                        <p:tgtEl>
                                          <p:spTgt spid="61"/>
                                        </p:tgtEl>
                                        <p:attrNameLst>
                                          <p:attrName>ppt_x</p:attrName>
                                        </p:attrNameLst>
                                      </p:cBhvr>
                                      <p:tavLst>
                                        <p:tav tm="0">
                                          <p:val>
                                            <p:strVal val="1+#ppt_w/2"/>
                                          </p:val>
                                        </p:tav>
                                        <p:tav tm="100000">
                                          <p:val>
                                            <p:strVal val="#ppt_x"/>
                                          </p:val>
                                        </p:tav>
                                      </p:tavLst>
                                    </p:anim>
                                    <p:anim calcmode="lin" valueType="num">
                                      <p:cBhvr additive="base">
                                        <p:cTn id="124" dur="3000" fill="hold"/>
                                        <p:tgtEl>
                                          <p:spTgt spid="61"/>
                                        </p:tgtEl>
                                        <p:attrNameLst>
                                          <p:attrName>ppt_y</p:attrName>
                                        </p:attrNameLst>
                                      </p:cBhvr>
                                      <p:tavLst>
                                        <p:tav tm="0">
                                          <p:val>
                                            <p:strVal val="1+#ppt_h/2"/>
                                          </p:val>
                                        </p:tav>
                                        <p:tav tm="100000">
                                          <p:val>
                                            <p:strVal val="#ppt_y"/>
                                          </p:val>
                                        </p:tav>
                                      </p:tavLst>
                                    </p:anim>
                                  </p:childTnLst>
                                </p:cTn>
                              </p:par>
                              <p:par>
                                <p:cTn id="125" presetID="2" presetClass="entr" presetSubtype="6" decel="100000" fill="hold" grpId="0" nodeType="withEffect">
                                  <p:stCondLst>
                                    <p:cond delay="0"/>
                                  </p:stCondLst>
                                  <p:childTnLst>
                                    <p:set>
                                      <p:cBhvr>
                                        <p:cTn id="126" dur="1" fill="hold">
                                          <p:stCondLst>
                                            <p:cond delay="0"/>
                                          </p:stCondLst>
                                        </p:cTn>
                                        <p:tgtEl>
                                          <p:spTgt spid="60"/>
                                        </p:tgtEl>
                                        <p:attrNameLst>
                                          <p:attrName>style.visibility</p:attrName>
                                        </p:attrNameLst>
                                      </p:cBhvr>
                                      <p:to>
                                        <p:strVal val="visible"/>
                                      </p:to>
                                    </p:set>
                                    <p:anim calcmode="lin" valueType="num">
                                      <p:cBhvr additive="base">
                                        <p:cTn id="127" dur="3000" fill="hold"/>
                                        <p:tgtEl>
                                          <p:spTgt spid="60"/>
                                        </p:tgtEl>
                                        <p:attrNameLst>
                                          <p:attrName>ppt_x</p:attrName>
                                        </p:attrNameLst>
                                      </p:cBhvr>
                                      <p:tavLst>
                                        <p:tav tm="0">
                                          <p:val>
                                            <p:strVal val="1+#ppt_w/2"/>
                                          </p:val>
                                        </p:tav>
                                        <p:tav tm="100000">
                                          <p:val>
                                            <p:strVal val="#ppt_x"/>
                                          </p:val>
                                        </p:tav>
                                      </p:tavLst>
                                    </p:anim>
                                    <p:anim calcmode="lin" valueType="num">
                                      <p:cBhvr additive="base">
                                        <p:cTn id="128" dur="3000" fill="hold"/>
                                        <p:tgtEl>
                                          <p:spTgt spid="60"/>
                                        </p:tgtEl>
                                        <p:attrNameLst>
                                          <p:attrName>ppt_y</p:attrName>
                                        </p:attrNameLst>
                                      </p:cBhvr>
                                      <p:tavLst>
                                        <p:tav tm="0">
                                          <p:val>
                                            <p:strVal val="1+#ppt_h/2"/>
                                          </p:val>
                                        </p:tav>
                                        <p:tav tm="100000">
                                          <p:val>
                                            <p:strVal val="#ppt_y"/>
                                          </p:val>
                                        </p:tav>
                                      </p:tavLst>
                                    </p:anim>
                                  </p:childTnLst>
                                </p:cTn>
                              </p:par>
                              <p:par>
                                <p:cTn id="129" presetID="2" presetClass="entr" presetSubtype="6" decel="100000" fill="hold" grpId="0" nodeType="withEffect">
                                  <p:stCondLst>
                                    <p:cond delay="0"/>
                                  </p:stCondLst>
                                  <p:childTnLst>
                                    <p:set>
                                      <p:cBhvr>
                                        <p:cTn id="130" dur="1" fill="hold">
                                          <p:stCondLst>
                                            <p:cond delay="0"/>
                                          </p:stCondLst>
                                        </p:cTn>
                                        <p:tgtEl>
                                          <p:spTgt spid="59"/>
                                        </p:tgtEl>
                                        <p:attrNameLst>
                                          <p:attrName>style.visibility</p:attrName>
                                        </p:attrNameLst>
                                      </p:cBhvr>
                                      <p:to>
                                        <p:strVal val="visible"/>
                                      </p:to>
                                    </p:set>
                                    <p:anim calcmode="lin" valueType="num">
                                      <p:cBhvr additive="base">
                                        <p:cTn id="131" dur="3000" fill="hold"/>
                                        <p:tgtEl>
                                          <p:spTgt spid="59"/>
                                        </p:tgtEl>
                                        <p:attrNameLst>
                                          <p:attrName>ppt_x</p:attrName>
                                        </p:attrNameLst>
                                      </p:cBhvr>
                                      <p:tavLst>
                                        <p:tav tm="0">
                                          <p:val>
                                            <p:strVal val="1+#ppt_w/2"/>
                                          </p:val>
                                        </p:tav>
                                        <p:tav tm="100000">
                                          <p:val>
                                            <p:strVal val="#ppt_x"/>
                                          </p:val>
                                        </p:tav>
                                      </p:tavLst>
                                    </p:anim>
                                    <p:anim calcmode="lin" valueType="num">
                                      <p:cBhvr additive="base">
                                        <p:cTn id="132" dur="3000" fill="hold"/>
                                        <p:tgtEl>
                                          <p:spTgt spid="59"/>
                                        </p:tgtEl>
                                        <p:attrNameLst>
                                          <p:attrName>ppt_y</p:attrName>
                                        </p:attrNameLst>
                                      </p:cBhvr>
                                      <p:tavLst>
                                        <p:tav tm="0">
                                          <p:val>
                                            <p:strVal val="1+#ppt_h/2"/>
                                          </p:val>
                                        </p:tav>
                                        <p:tav tm="100000">
                                          <p:val>
                                            <p:strVal val="#ppt_y"/>
                                          </p:val>
                                        </p:tav>
                                      </p:tavLst>
                                    </p:anim>
                                  </p:childTnLst>
                                </p:cTn>
                              </p:par>
                              <p:par>
                                <p:cTn id="133" presetID="2" presetClass="entr" presetSubtype="6" decel="100000" fill="hold" grpId="0" nodeType="withEffect">
                                  <p:stCondLst>
                                    <p:cond delay="0"/>
                                  </p:stCondLst>
                                  <p:childTnLst>
                                    <p:set>
                                      <p:cBhvr>
                                        <p:cTn id="134" dur="1" fill="hold">
                                          <p:stCondLst>
                                            <p:cond delay="0"/>
                                          </p:stCondLst>
                                        </p:cTn>
                                        <p:tgtEl>
                                          <p:spTgt spid="66"/>
                                        </p:tgtEl>
                                        <p:attrNameLst>
                                          <p:attrName>style.visibility</p:attrName>
                                        </p:attrNameLst>
                                      </p:cBhvr>
                                      <p:to>
                                        <p:strVal val="visible"/>
                                      </p:to>
                                    </p:set>
                                    <p:anim calcmode="lin" valueType="num">
                                      <p:cBhvr additive="base">
                                        <p:cTn id="135" dur="3000" fill="hold"/>
                                        <p:tgtEl>
                                          <p:spTgt spid="66"/>
                                        </p:tgtEl>
                                        <p:attrNameLst>
                                          <p:attrName>ppt_x</p:attrName>
                                        </p:attrNameLst>
                                      </p:cBhvr>
                                      <p:tavLst>
                                        <p:tav tm="0">
                                          <p:val>
                                            <p:strVal val="1+#ppt_w/2"/>
                                          </p:val>
                                        </p:tav>
                                        <p:tav tm="100000">
                                          <p:val>
                                            <p:strVal val="#ppt_x"/>
                                          </p:val>
                                        </p:tav>
                                      </p:tavLst>
                                    </p:anim>
                                    <p:anim calcmode="lin" valueType="num">
                                      <p:cBhvr additive="base">
                                        <p:cTn id="136" dur="3000" fill="hold"/>
                                        <p:tgtEl>
                                          <p:spTgt spid="66"/>
                                        </p:tgtEl>
                                        <p:attrNameLst>
                                          <p:attrName>ppt_y</p:attrName>
                                        </p:attrNameLst>
                                      </p:cBhvr>
                                      <p:tavLst>
                                        <p:tav tm="0">
                                          <p:val>
                                            <p:strVal val="1+#ppt_h/2"/>
                                          </p:val>
                                        </p:tav>
                                        <p:tav tm="100000">
                                          <p:val>
                                            <p:strVal val="#ppt_y"/>
                                          </p:val>
                                        </p:tav>
                                      </p:tavLst>
                                    </p:anim>
                                  </p:childTnLst>
                                </p:cTn>
                              </p:par>
                              <p:par>
                                <p:cTn id="137" presetID="2" presetClass="entr" presetSubtype="6" decel="100000" fill="hold" grpId="0" nodeType="withEffect">
                                  <p:stCondLst>
                                    <p:cond delay="0"/>
                                  </p:stCondLst>
                                  <p:childTnLst>
                                    <p:set>
                                      <p:cBhvr>
                                        <p:cTn id="138" dur="1" fill="hold">
                                          <p:stCondLst>
                                            <p:cond delay="0"/>
                                          </p:stCondLst>
                                        </p:cTn>
                                        <p:tgtEl>
                                          <p:spTgt spid="65"/>
                                        </p:tgtEl>
                                        <p:attrNameLst>
                                          <p:attrName>style.visibility</p:attrName>
                                        </p:attrNameLst>
                                      </p:cBhvr>
                                      <p:to>
                                        <p:strVal val="visible"/>
                                      </p:to>
                                    </p:set>
                                    <p:anim calcmode="lin" valueType="num">
                                      <p:cBhvr additive="base">
                                        <p:cTn id="139" dur="3000" fill="hold"/>
                                        <p:tgtEl>
                                          <p:spTgt spid="65"/>
                                        </p:tgtEl>
                                        <p:attrNameLst>
                                          <p:attrName>ppt_x</p:attrName>
                                        </p:attrNameLst>
                                      </p:cBhvr>
                                      <p:tavLst>
                                        <p:tav tm="0">
                                          <p:val>
                                            <p:strVal val="1+#ppt_w/2"/>
                                          </p:val>
                                        </p:tav>
                                        <p:tav tm="100000">
                                          <p:val>
                                            <p:strVal val="#ppt_x"/>
                                          </p:val>
                                        </p:tav>
                                      </p:tavLst>
                                    </p:anim>
                                    <p:anim calcmode="lin" valueType="num">
                                      <p:cBhvr additive="base">
                                        <p:cTn id="140" dur="3000" fill="hold"/>
                                        <p:tgtEl>
                                          <p:spTgt spid="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P spid="41" grpId="0" animBg="1"/>
      <p:bldP spid="42" grpId="0" animBg="1"/>
      <p:bldP spid="43" grpId="0" animBg="1"/>
      <p:bldP spid="28" grpId="0" animBg="1"/>
      <p:bldP spid="29" grpId="0" animBg="1"/>
      <p:bldP spid="30" grpId="0" animBg="1"/>
      <p:bldP spid="31" grpId="0" animBg="1"/>
      <p:bldP spid="16" grpId="0" animBg="1"/>
      <p:bldP spid="17" grpId="0" animBg="1"/>
      <p:bldP spid="18" grpId="0" animBg="1"/>
      <p:bldP spid="19" grpId="0" animBg="1"/>
      <p:bldP spid="20" grpId="0" animBg="1"/>
      <p:bldP spid="2" grpId="0" animBg="1"/>
      <p:bldP spid="4" grpId="0" animBg="1"/>
      <p:bldP spid="5" grpId="0" animBg="1"/>
      <p:bldP spid="6" grpId="0" animBg="1"/>
      <p:bldP spid="7" grpId="0" animBg="1"/>
      <p:bldP spid="8" grpId="0" animBg="1"/>
      <p:bldP spid="10" grpId="0" animBg="1"/>
      <p:bldP spid="11" grpId="0" animBg="1"/>
      <p:bldP spid="12" grpId="0" animBg="1"/>
      <p:bldP spid="13" grpId="0" animBg="1"/>
      <p:bldP spid="14" grpId="0" animBg="1"/>
      <p:bldP spid="53" grpId="0" animBg="1"/>
      <p:bldP spid="54" grpId="0" animBg="1"/>
      <p:bldP spid="55" grpId="0" animBg="1"/>
      <p:bldP spid="56" grpId="0" animBg="1"/>
      <p:bldP spid="59" grpId="0" animBg="1"/>
      <p:bldP spid="60" grpId="0" animBg="1"/>
      <p:bldP spid="61" grpId="0" animBg="1"/>
      <p:bldP spid="65" grpId="0" animBg="1"/>
      <p:bldP spid="66" grpId="0" animBg="1"/>
    </p:bldLst>
  </p:timing>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Picture Placeholder 75">
            <a:extLst>
              <a:ext uri="{FF2B5EF4-FFF2-40B4-BE49-F238E27FC236}">
                <a16:creationId xmlns:a16="http://schemas.microsoft.com/office/drawing/2014/main" id="{35C81404-E27E-4F36-A623-E57FC83C04C2}"/>
              </a:ext>
            </a:extLst>
          </p:cNvPr>
          <p:cNvSpPr>
            <a:spLocks noGrp="1"/>
          </p:cNvSpPr>
          <p:nvPr>
            <p:ph type="pic" sz="quarter" idx="24"/>
          </p:nvPr>
        </p:nvSpPr>
        <p:spPr>
          <a:xfrm>
            <a:off x="2960575" y="2512573"/>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effectLst>
          <a:scene3d>
            <a:camera prst="orthographicFront">
              <a:rot lat="19848000" lon="3234000" rev="17862000"/>
            </a:camera>
            <a:lightRig rig="soft" dir="t"/>
          </a:scene3d>
          <a:sp3d extrusionH="95250" prstMaterial="plastic"/>
        </p:spPr>
        <p:txBody>
          <a:bodyPr wrap="square" anchor="ctr">
            <a:noAutofit/>
          </a:bodyPr>
          <a:lstStyle>
            <a:lvl1pPr algn="ctr">
              <a:defRPr/>
            </a:lvl1pPr>
          </a:lstStyle>
          <a:p>
            <a:endParaRPr lang="en-US"/>
          </a:p>
        </p:txBody>
      </p:sp>
      <p:sp>
        <p:nvSpPr>
          <p:cNvPr id="3" name="Picture Placeholder 75">
            <a:extLst>
              <a:ext uri="{FF2B5EF4-FFF2-40B4-BE49-F238E27FC236}">
                <a16:creationId xmlns:a16="http://schemas.microsoft.com/office/drawing/2014/main" id="{B73DCDD3-849B-48E9-9914-DC8C6C493025}"/>
              </a:ext>
            </a:extLst>
          </p:cNvPr>
          <p:cNvSpPr>
            <a:spLocks noGrp="1"/>
          </p:cNvSpPr>
          <p:nvPr>
            <p:ph type="pic" sz="quarter" idx="25"/>
          </p:nvPr>
        </p:nvSpPr>
        <p:spPr>
          <a:xfrm>
            <a:off x="-177423" y="2845786"/>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effectLst>
          <a:scene3d>
            <a:camera prst="orthographicFront">
              <a:rot lat="19848000" lon="3234000" rev="17862000"/>
            </a:camera>
            <a:lightRig rig="soft" dir="t"/>
          </a:scene3d>
          <a:sp3d extrusionH="95250" prstMaterial="plastic"/>
        </p:spPr>
        <p:txBody>
          <a:bodyPr wrap="square" anchor="ctr">
            <a:noAutofit/>
          </a:bodyPr>
          <a:lstStyle>
            <a:lvl1pPr algn="ctr">
              <a:defRPr/>
            </a:lvl1pPr>
          </a:lstStyle>
          <a:p>
            <a:endParaRPr lang="en-US"/>
          </a:p>
        </p:txBody>
      </p:sp>
      <p:sp>
        <p:nvSpPr>
          <p:cNvPr id="4" name="Picture Placeholder 75">
            <a:extLst>
              <a:ext uri="{FF2B5EF4-FFF2-40B4-BE49-F238E27FC236}">
                <a16:creationId xmlns:a16="http://schemas.microsoft.com/office/drawing/2014/main" id="{8083A199-38E5-4ACB-BD72-CEC6E71018D7}"/>
              </a:ext>
            </a:extLst>
          </p:cNvPr>
          <p:cNvSpPr>
            <a:spLocks noGrp="1"/>
          </p:cNvSpPr>
          <p:nvPr>
            <p:ph type="pic" sz="quarter" idx="26"/>
          </p:nvPr>
        </p:nvSpPr>
        <p:spPr>
          <a:xfrm>
            <a:off x="2480191" y="4288872"/>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effectLst>
          <a:scene3d>
            <a:camera prst="orthographicFront">
              <a:rot lat="19848000" lon="3234000" rev="17862000"/>
            </a:camera>
            <a:lightRig rig="soft" dir="t"/>
          </a:scene3d>
          <a:sp3d extrusionH="95250" prstMaterial="plastic"/>
        </p:spPr>
        <p:txBody>
          <a:bodyPr wrap="square" anchor="ctr">
            <a:noAutofit/>
          </a:bodyPr>
          <a:lstStyle>
            <a:lvl1pPr algn="ctr">
              <a:defRPr/>
            </a:lvl1pPr>
          </a:lstStyle>
          <a:p>
            <a:endParaRPr lang="en-US"/>
          </a:p>
        </p:txBody>
      </p:sp>
      <p:sp>
        <p:nvSpPr>
          <p:cNvPr id="7" name="Picture Placeholder 75">
            <a:extLst>
              <a:ext uri="{FF2B5EF4-FFF2-40B4-BE49-F238E27FC236}">
                <a16:creationId xmlns:a16="http://schemas.microsoft.com/office/drawing/2014/main" id="{30F15E57-04C6-4909-ACB4-7ACAA591DE37}"/>
              </a:ext>
            </a:extLst>
          </p:cNvPr>
          <p:cNvSpPr>
            <a:spLocks noGrp="1"/>
          </p:cNvSpPr>
          <p:nvPr>
            <p:ph type="pic" sz="quarter" idx="29"/>
          </p:nvPr>
        </p:nvSpPr>
        <p:spPr>
          <a:xfrm>
            <a:off x="-3446134" y="3087109"/>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effectLst>
          <a:scene3d>
            <a:camera prst="orthographicFront">
              <a:rot lat="19848000" lon="3234000" rev="17862000"/>
            </a:camera>
            <a:lightRig rig="soft" dir="t"/>
          </a:scene3d>
          <a:sp3d extrusionH="95250" prstMaterial="plastic"/>
        </p:spPr>
        <p:txBody>
          <a:bodyPr wrap="square" anchor="ctr">
            <a:noAutofit/>
          </a:bodyPr>
          <a:lstStyle>
            <a:lvl1pPr algn="ctr">
              <a:defRPr/>
            </a:lvl1pPr>
          </a:lstStyle>
          <a:p>
            <a:endParaRPr lang="en-US"/>
          </a:p>
        </p:txBody>
      </p:sp>
      <p:sp>
        <p:nvSpPr>
          <p:cNvPr id="5" name="Picture Placeholder 75">
            <a:extLst>
              <a:ext uri="{FF2B5EF4-FFF2-40B4-BE49-F238E27FC236}">
                <a16:creationId xmlns:a16="http://schemas.microsoft.com/office/drawing/2014/main" id="{86FBEEA4-D851-4A6C-878E-E42016D4A514}"/>
              </a:ext>
            </a:extLst>
          </p:cNvPr>
          <p:cNvSpPr>
            <a:spLocks noGrp="1"/>
          </p:cNvSpPr>
          <p:nvPr>
            <p:ph type="pic" sz="quarter" idx="27"/>
          </p:nvPr>
        </p:nvSpPr>
        <p:spPr>
          <a:xfrm>
            <a:off x="-805022" y="4557089"/>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effectLst>
          <a:scene3d>
            <a:camera prst="orthographicFront">
              <a:rot lat="19848000" lon="3234000" rev="17862000"/>
            </a:camera>
            <a:lightRig rig="soft" dir="t"/>
          </a:scene3d>
          <a:sp3d extrusionH="95250" prstMaterial="plastic"/>
        </p:spPr>
        <p:txBody>
          <a:bodyPr wrap="square" anchor="ctr">
            <a:noAutofit/>
          </a:bodyPr>
          <a:lstStyle>
            <a:lvl1pPr algn="ctr">
              <a:defRPr/>
            </a:lvl1pPr>
          </a:lstStyle>
          <a:p>
            <a:endParaRPr lang="en-US"/>
          </a:p>
        </p:txBody>
      </p:sp>
      <p:sp>
        <p:nvSpPr>
          <p:cNvPr id="6" name="Picture Placeholder 75">
            <a:extLst>
              <a:ext uri="{FF2B5EF4-FFF2-40B4-BE49-F238E27FC236}">
                <a16:creationId xmlns:a16="http://schemas.microsoft.com/office/drawing/2014/main" id="{204CD476-3BC2-488C-9229-A7DD254475EA}"/>
              </a:ext>
            </a:extLst>
          </p:cNvPr>
          <p:cNvSpPr>
            <a:spLocks noGrp="1"/>
          </p:cNvSpPr>
          <p:nvPr>
            <p:ph type="pic" sz="quarter" idx="28"/>
          </p:nvPr>
        </p:nvSpPr>
        <p:spPr>
          <a:xfrm>
            <a:off x="1840192" y="5995429"/>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effectLst>
          <a:scene3d>
            <a:camera prst="orthographicFront">
              <a:rot lat="19848000" lon="3234000" rev="17862000"/>
            </a:camera>
            <a:lightRig rig="soft" dir="t"/>
          </a:scene3d>
          <a:sp3d extrusionH="95250" prstMaterial="plastic"/>
        </p:spPr>
        <p:txBody>
          <a:bodyPr wrap="square" anchor="ctr">
            <a:noAutofit/>
          </a:bodyPr>
          <a:lstStyle>
            <a:lvl1pPr algn="ctr">
              <a:defRPr/>
            </a:lvl1pPr>
          </a:lstStyle>
          <a:p>
            <a:endParaRPr lang="en-US"/>
          </a:p>
        </p:txBody>
      </p:sp>
    </p:spTree>
    <p:extLst>
      <p:ext uri="{BB962C8B-B14F-4D97-AF65-F5344CB8AC3E}">
        <p14:creationId xmlns:p14="http://schemas.microsoft.com/office/powerpoint/2010/main" val="619779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decel="100000" fill="hold" grpId="0" nodeType="withEffect">
                                  <p:stCondLst>
                                    <p:cond delay="6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0" fill="hold"/>
                                        <p:tgtEl>
                                          <p:spTgt spid="2"/>
                                        </p:tgtEl>
                                        <p:attrNameLst>
                                          <p:attrName>ppt_x</p:attrName>
                                        </p:attrNameLst>
                                      </p:cBhvr>
                                      <p:tavLst>
                                        <p:tav tm="0">
                                          <p:val>
                                            <p:strVal val="0-#ppt_w/2"/>
                                          </p:val>
                                        </p:tav>
                                        <p:tav tm="100000">
                                          <p:val>
                                            <p:strVal val="#ppt_x"/>
                                          </p:val>
                                        </p:tav>
                                      </p:tavLst>
                                    </p:anim>
                                    <p:anim calcmode="lin" valueType="num">
                                      <p:cBhvr additive="base">
                                        <p:cTn id="8" dur="1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12" decel="100000" fill="hold" grpId="0" nodeType="withEffect">
                                  <p:stCondLst>
                                    <p:cond delay="7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500" fill="hold"/>
                                        <p:tgtEl>
                                          <p:spTgt spid="3"/>
                                        </p:tgtEl>
                                        <p:attrNameLst>
                                          <p:attrName>ppt_x</p:attrName>
                                        </p:attrNameLst>
                                      </p:cBhvr>
                                      <p:tavLst>
                                        <p:tav tm="0">
                                          <p:val>
                                            <p:strVal val="0-#ppt_w/2"/>
                                          </p:val>
                                        </p:tav>
                                        <p:tav tm="100000">
                                          <p:val>
                                            <p:strVal val="#ppt_x"/>
                                          </p:val>
                                        </p:tav>
                                      </p:tavLst>
                                    </p:anim>
                                    <p:anim calcmode="lin" valueType="num">
                                      <p:cBhvr additive="base">
                                        <p:cTn id="12" dur="1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12" decel="100000" fill="hold" grpId="0" nodeType="withEffect">
                                  <p:stCondLst>
                                    <p:cond delay="80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500" fill="hold"/>
                                        <p:tgtEl>
                                          <p:spTgt spid="4"/>
                                        </p:tgtEl>
                                        <p:attrNameLst>
                                          <p:attrName>ppt_x</p:attrName>
                                        </p:attrNameLst>
                                      </p:cBhvr>
                                      <p:tavLst>
                                        <p:tav tm="0">
                                          <p:val>
                                            <p:strVal val="0-#ppt_w/2"/>
                                          </p:val>
                                        </p:tav>
                                        <p:tav tm="100000">
                                          <p:val>
                                            <p:strVal val="#ppt_x"/>
                                          </p:val>
                                        </p:tav>
                                      </p:tavLst>
                                    </p:anim>
                                    <p:anim calcmode="lin" valueType="num">
                                      <p:cBhvr additive="base">
                                        <p:cTn id="16" dur="1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12" decel="100000" fill="hold" grpId="0" nodeType="withEffect">
                                  <p:stCondLst>
                                    <p:cond delay="9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500" fill="hold"/>
                                        <p:tgtEl>
                                          <p:spTgt spid="7"/>
                                        </p:tgtEl>
                                        <p:attrNameLst>
                                          <p:attrName>ppt_x</p:attrName>
                                        </p:attrNameLst>
                                      </p:cBhvr>
                                      <p:tavLst>
                                        <p:tav tm="0">
                                          <p:val>
                                            <p:strVal val="0-#ppt_w/2"/>
                                          </p:val>
                                        </p:tav>
                                        <p:tav tm="100000">
                                          <p:val>
                                            <p:strVal val="#ppt_x"/>
                                          </p:val>
                                        </p:tav>
                                      </p:tavLst>
                                    </p:anim>
                                    <p:anim calcmode="lin" valueType="num">
                                      <p:cBhvr additive="base">
                                        <p:cTn id="20" dur="1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12" decel="100000" fill="hold" grpId="0" nodeType="withEffect">
                                  <p:stCondLst>
                                    <p:cond delay="100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1500" fill="hold"/>
                                        <p:tgtEl>
                                          <p:spTgt spid="5"/>
                                        </p:tgtEl>
                                        <p:attrNameLst>
                                          <p:attrName>ppt_x</p:attrName>
                                        </p:attrNameLst>
                                      </p:cBhvr>
                                      <p:tavLst>
                                        <p:tav tm="0">
                                          <p:val>
                                            <p:strVal val="0-#ppt_w/2"/>
                                          </p:val>
                                        </p:tav>
                                        <p:tav tm="100000">
                                          <p:val>
                                            <p:strVal val="#ppt_x"/>
                                          </p:val>
                                        </p:tav>
                                      </p:tavLst>
                                    </p:anim>
                                    <p:anim calcmode="lin" valueType="num">
                                      <p:cBhvr additive="base">
                                        <p:cTn id="24" dur="1500" fill="hold"/>
                                        <p:tgtEl>
                                          <p:spTgt spid="5"/>
                                        </p:tgtEl>
                                        <p:attrNameLst>
                                          <p:attrName>ppt_y</p:attrName>
                                        </p:attrNameLst>
                                      </p:cBhvr>
                                      <p:tavLst>
                                        <p:tav tm="0">
                                          <p:val>
                                            <p:strVal val="1+#ppt_h/2"/>
                                          </p:val>
                                        </p:tav>
                                        <p:tav tm="100000">
                                          <p:val>
                                            <p:strVal val="#ppt_y"/>
                                          </p:val>
                                        </p:tav>
                                      </p:tavLst>
                                    </p:anim>
                                  </p:childTnLst>
                                </p:cTn>
                              </p:par>
                              <p:par>
                                <p:cTn id="25" presetID="2" presetClass="entr" presetSubtype="12" decel="100000" fill="hold" grpId="0" nodeType="withEffect">
                                  <p:stCondLst>
                                    <p:cond delay="110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0" fill="hold"/>
                                        <p:tgtEl>
                                          <p:spTgt spid="6"/>
                                        </p:tgtEl>
                                        <p:attrNameLst>
                                          <p:attrName>ppt_x</p:attrName>
                                        </p:attrNameLst>
                                      </p:cBhvr>
                                      <p:tavLst>
                                        <p:tav tm="0">
                                          <p:val>
                                            <p:strVal val="0-#ppt_w/2"/>
                                          </p:val>
                                        </p:tav>
                                        <p:tav tm="100000">
                                          <p:val>
                                            <p:strVal val="#ppt_x"/>
                                          </p:val>
                                        </p:tav>
                                      </p:tavLst>
                                    </p:anim>
                                    <p:anim calcmode="lin" valueType="num">
                                      <p:cBhvr additive="base">
                                        <p:cTn id="28" dur="1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7" grpId="0" animBg="1"/>
      <p:bldP spid="5" grpId="0" animBg="1"/>
      <p:bldP spid="6" grpId="0" animBg="1"/>
    </p:bldLst>
  </p:timing>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17" name="Picture Placeholder 75">
            <a:extLst>
              <a:ext uri="{FF2B5EF4-FFF2-40B4-BE49-F238E27FC236}">
                <a16:creationId xmlns:a16="http://schemas.microsoft.com/office/drawing/2014/main" id="{DE1F0CA1-994C-4B15-BD61-C1FC8BE244E3}"/>
              </a:ext>
            </a:extLst>
          </p:cNvPr>
          <p:cNvSpPr>
            <a:spLocks noGrp="1"/>
          </p:cNvSpPr>
          <p:nvPr>
            <p:ph type="pic" sz="quarter" idx="34"/>
          </p:nvPr>
        </p:nvSpPr>
        <p:spPr>
          <a:xfrm>
            <a:off x="5795324" y="-2019910"/>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18" name="Picture Placeholder 75">
            <a:extLst>
              <a:ext uri="{FF2B5EF4-FFF2-40B4-BE49-F238E27FC236}">
                <a16:creationId xmlns:a16="http://schemas.microsoft.com/office/drawing/2014/main" id="{CCDC6E92-1B4E-4F2A-BD85-917834D7D1BF}"/>
              </a:ext>
            </a:extLst>
          </p:cNvPr>
          <p:cNvSpPr>
            <a:spLocks noGrp="1"/>
          </p:cNvSpPr>
          <p:nvPr>
            <p:ph type="pic" sz="quarter" idx="35"/>
          </p:nvPr>
        </p:nvSpPr>
        <p:spPr>
          <a:xfrm>
            <a:off x="8398700" y="-594066"/>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19" name="Picture Placeholder 75">
            <a:extLst>
              <a:ext uri="{FF2B5EF4-FFF2-40B4-BE49-F238E27FC236}">
                <a16:creationId xmlns:a16="http://schemas.microsoft.com/office/drawing/2014/main" id="{60FE58BF-2882-4922-8BE2-DC5C806999A3}"/>
              </a:ext>
            </a:extLst>
          </p:cNvPr>
          <p:cNvSpPr>
            <a:spLocks noGrp="1"/>
          </p:cNvSpPr>
          <p:nvPr>
            <p:ph type="pic" sz="quarter" idx="36"/>
          </p:nvPr>
        </p:nvSpPr>
        <p:spPr>
          <a:xfrm>
            <a:off x="11002077" y="831779"/>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13" name="Picture Placeholder 75">
            <a:extLst>
              <a:ext uri="{FF2B5EF4-FFF2-40B4-BE49-F238E27FC236}">
                <a16:creationId xmlns:a16="http://schemas.microsoft.com/office/drawing/2014/main" id="{DFC0A416-BD43-4889-A746-153B68F952A1}"/>
              </a:ext>
            </a:extLst>
          </p:cNvPr>
          <p:cNvSpPr>
            <a:spLocks noGrp="1"/>
          </p:cNvSpPr>
          <p:nvPr>
            <p:ph type="pic" sz="quarter" idx="30"/>
          </p:nvPr>
        </p:nvSpPr>
        <p:spPr>
          <a:xfrm>
            <a:off x="3092594" y="-1470698"/>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14" name="Picture Placeholder 75">
            <a:extLst>
              <a:ext uri="{FF2B5EF4-FFF2-40B4-BE49-F238E27FC236}">
                <a16:creationId xmlns:a16="http://schemas.microsoft.com/office/drawing/2014/main" id="{0B4C680D-3D96-4F02-8FDE-6C344B4EA949}"/>
              </a:ext>
            </a:extLst>
          </p:cNvPr>
          <p:cNvSpPr>
            <a:spLocks noGrp="1"/>
          </p:cNvSpPr>
          <p:nvPr>
            <p:ph type="pic" sz="quarter" idx="31"/>
          </p:nvPr>
        </p:nvSpPr>
        <p:spPr>
          <a:xfrm>
            <a:off x="5695970" y="-44854"/>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15" name="Picture Placeholder 75">
            <a:extLst>
              <a:ext uri="{FF2B5EF4-FFF2-40B4-BE49-F238E27FC236}">
                <a16:creationId xmlns:a16="http://schemas.microsoft.com/office/drawing/2014/main" id="{0136ECC1-14F7-404A-BB65-765B022634A5}"/>
              </a:ext>
            </a:extLst>
          </p:cNvPr>
          <p:cNvSpPr>
            <a:spLocks noGrp="1"/>
          </p:cNvSpPr>
          <p:nvPr>
            <p:ph type="pic" sz="quarter" idx="32"/>
          </p:nvPr>
        </p:nvSpPr>
        <p:spPr>
          <a:xfrm>
            <a:off x="8307095" y="1365493"/>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16" name="Picture Placeholder 75">
            <a:extLst>
              <a:ext uri="{FF2B5EF4-FFF2-40B4-BE49-F238E27FC236}">
                <a16:creationId xmlns:a16="http://schemas.microsoft.com/office/drawing/2014/main" id="{61F32264-5F7E-4A46-97AB-AABAB86F1EA9}"/>
              </a:ext>
            </a:extLst>
          </p:cNvPr>
          <p:cNvSpPr>
            <a:spLocks noGrp="1"/>
          </p:cNvSpPr>
          <p:nvPr>
            <p:ph type="pic" sz="quarter" idx="33"/>
          </p:nvPr>
        </p:nvSpPr>
        <p:spPr>
          <a:xfrm>
            <a:off x="10911794" y="2784466"/>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2" name="Picture Placeholder 75">
            <a:extLst>
              <a:ext uri="{FF2B5EF4-FFF2-40B4-BE49-F238E27FC236}">
                <a16:creationId xmlns:a16="http://schemas.microsoft.com/office/drawing/2014/main" id="{35C81404-E27E-4F36-A623-E57FC83C04C2}"/>
              </a:ext>
            </a:extLst>
          </p:cNvPr>
          <p:cNvSpPr>
            <a:spLocks noGrp="1"/>
          </p:cNvSpPr>
          <p:nvPr>
            <p:ph type="pic" sz="quarter" idx="24"/>
          </p:nvPr>
        </p:nvSpPr>
        <p:spPr>
          <a:xfrm>
            <a:off x="151309" y="-1058251"/>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8" name="Picture Placeholder 75">
            <a:extLst>
              <a:ext uri="{FF2B5EF4-FFF2-40B4-BE49-F238E27FC236}">
                <a16:creationId xmlns:a16="http://schemas.microsoft.com/office/drawing/2014/main" id="{65B77482-57E1-46FD-913A-0092573AC5F1}"/>
              </a:ext>
            </a:extLst>
          </p:cNvPr>
          <p:cNvSpPr>
            <a:spLocks noGrp="1"/>
          </p:cNvSpPr>
          <p:nvPr>
            <p:ph type="pic" sz="quarter" idx="25"/>
          </p:nvPr>
        </p:nvSpPr>
        <p:spPr>
          <a:xfrm>
            <a:off x="2754685" y="367594"/>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9" name="Picture Placeholder 75">
            <a:extLst>
              <a:ext uri="{FF2B5EF4-FFF2-40B4-BE49-F238E27FC236}">
                <a16:creationId xmlns:a16="http://schemas.microsoft.com/office/drawing/2014/main" id="{B37A391A-9563-4D8D-9F81-AF2A558906BA}"/>
              </a:ext>
            </a:extLst>
          </p:cNvPr>
          <p:cNvSpPr>
            <a:spLocks noGrp="1"/>
          </p:cNvSpPr>
          <p:nvPr>
            <p:ph type="pic" sz="quarter" idx="26"/>
          </p:nvPr>
        </p:nvSpPr>
        <p:spPr>
          <a:xfrm>
            <a:off x="5358062" y="1793439"/>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10" name="Picture Placeholder 75">
            <a:extLst>
              <a:ext uri="{FF2B5EF4-FFF2-40B4-BE49-F238E27FC236}">
                <a16:creationId xmlns:a16="http://schemas.microsoft.com/office/drawing/2014/main" id="{905913FF-40D6-422E-AE96-62587D32CE1B}"/>
              </a:ext>
            </a:extLst>
          </p:cNvPr>
          <p:cNvSpPr>
            <a:spLocks noGrp="1"/>
          </p:cNvSpPr>
          <p:nvPr>
            <p:ph type="pic" sz="quarter" idx="27"/>
          </p:nvPr>
        </p:nvSpPr>
        <p:spPr>
          <a:xfrm>
            <a:off x="7969186" y="3203785"/>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
        <p:nvSpPr>
          <p:cNvPr id="11" name="Picture Placeholder 75">
            <a:extLst>
              <a:ext uri="{FF2B5EF4-FFF2-40B4-BE49-F238E27FC236}">
                <a16:creationId xmlns:a16="http://schemas.microsoft.com/office/drawing/2014/main" id="{139B3716-743D-4E4C-8E9E-28622348549F}"/>
              </a:ext>
            </a:extLst>
          </p:cNvPr>
          <p:cNvSpPr>
            <a:spLocks noGrp="1"/>
          </p:cNvSpPr>
          <p:nvPr>
            <p:ph type="pic" sz="quarter" idx="28"/>
          </p:nvPr>
        </p:nvSpPr>
        <p:spPr>
          <a:xfrm>
            <a:off x="10573886" y="4622758"/>
            <a:ext cx="3973245" cy="2235242"/>
          </a:xfrm>
          <a:custGeom>
            <a:avLst/>
            <a:gdLst>
              <a:gd name="connsiteX0" fmla="*/ 215874 w 10578156"/>
              <a:gd name="connsiteY0" fmla="*/ 0 h 5950214"/>
              <a:gd name="connsiteX1" fmla="*/ 10362282 w 10578156"/>
              <a:gd name="connsiteY1" fmla="*/ 0 h 5950214"/>
              <a:gd name="connsiteX2" fmla="*/ 10578156 w 10578156"/>
              <a:gd name="connsiteY2" fmla="*/ 215874 h 5950214"/>
              <a:gd name="connsiteX3" fmla="*/ 10578156 w 10578156"/>
              <a:gd name="connsiteY3" fmla="*/ 5734340 h 5950214"/>
              <a:gd name="connsiteX4" fmla="*/ 10362282 w 10578156"/>
              <a:gd name="connsiteY4" fmla="*/ 5950214 h 5950214"/>
              <a:gd name="connsiteX5" fmla="*/ 215874 w 10578156"/>
              <a:gd name="connsiteY5" fmla="*/ 5950214 h 5950214"/>
              <a:gd name="connsiteX6" fmla="*/ 0 w 10578156"/>
              <a:gd name="connsiteY6" fmla="*/ 5734340 h 5950214"/>
              <a:gd name="connsiteX7" fmla="*/ 0 w 10578156"/>
              <a:gd name="connsiteY7" fmla="*/ 215874 h 5950214"/>
              <a:gd name="connsiteX8" fmla="*/ 215874 w 10578156"/>
              <a:gd name="connsiteY8" fmla="*/ 0 h 595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156" h="5950214">
                <a:moveTo>
                  <a:pt x="215874" y="0"/>
                </a:moveTo>
                <a:lnTo>
                  <a:pt x="10362282" y="0"/>
                </a:lnTo>
                <a:cubicBezTo>
                  <a:pt x="10481506" y="0"/>
                  <a:pt x="10578156" y="96650"/>
                  <a:pt x="10578156" y="215874"/>
                </a:cubicBezTo>
                <a:lnTo>
                  <a:pt x="10578156" y="5734340"/>
                </a:lnTo>
                <a:cubicBezTo>
                  <a:pt x="10578156" y="5853564"/>
                  <a:pt x="10481506" y="5950214"/>
                  <a:pt x="10362282" y="5950214"/>
                </a:cubicBezTo>
                <a:lnTo>
                  <a:pt x="215874" y="5950214"/>
                </a:lnTo>
                <a:cubicBezTo>
                  <a:pt x="96650" y="5950214"/>
                  <a:pt x="0" y="5853564"/>
                  <a:pt x="0" y="5734340"/>
                </a:cubicBezTo>
                <a:lnTo>
                  <a:pt x="0" y="215874"/>
                </a:lnTo>
                <a:cubicBezTo>
                  <a:pt x="0" y="96650"/>
                  <a:pt x="96650" y="0"/>
                  <a:pt x="215874" y="0"/>
                </a:cubicBezTo>
                <a:close/>
              </a:path>
            </a:pathLst>
          </a:custGeom>
          <a:solidFill>
            <a:schemeClr val="tx1">
              <a:alpha val="4000"/>
            </a:schemeClr>
          </a:solidFill>
          <a:effectLst>
            <a:outerShdw blurRad="876300" dist="787400" dir="2400000" algn="ctr" rotWithShape="0">
              <a:schemeClr val="tx1">
                <a:alpha val="34000"/>
              </a:schemeClr>
            </a:outerShdw>
            <a:reflection blurRad="76200" stA="48000" endPos="98000" dir="5400000" sy="-100000" algn="bl" rotWithShape="0"/>
          </a:effectLst>
          <a:scene3d>
            <a:camera prst="orthographicFront">
              <a:rot lat="19848000" lon="3234000" rev="17862000"/>
            </a:camera>
            <a:lightRig rig="soft" dir="t"/>
          </a:scene3d>
          <a:sp3d extrusionH="95250" prstMaterial="plastic"/>
        </p:spPr>
        <p:txBody>
          <a:bodyPr wrap="square" anchor="ctr">
            <a:noAutofit/>
          </a:bodyPr>
          <a:lstStyle>
            <a:lvl1pPr algn="ctr">
              <a:defRPr sz="1200"/>
            </a:lvl1pPr>
          </a:lstStyle>
          <a:p>
            <a:endParaRPr lang="en-US"/>
          </a:p>
        </p:txBody>
      </p:sp>
    </p:spTree>
    <p:extLst>
      <p:ext uri="{BB962C8B-B14F-4D97-AF65-F5344CB8AC3E}">
        <p14:creationId xmlns:p14="http://schemas.microsoft.com/office/powerpoint/2010/main" val="184167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1500" fill="hold"/>
                                        <p:tgtEl>
                                          <p:spTgt spid="17"/>
                                        </p:tgtEl>
                                        <p:attrNameLst>
                                          <p:attrName>ppt_x</p:attrName>
                                        </p:attrNameLst>
                                      </p:cBhvr>
                                      <p:tavLst>
                                        <p:tav tm="0">
                                          <p:val>
                                            <p:strVal val="#ppt_x"/>
                                          </p:val>
                                        </p:tav>
                                        <p:tav tm="100000">
                                          <p:val>
                                            <p:strVal val="#ppt_x"/>
                                          </p:val>
                                        </p:tav>
                                      </p:tavLst>
                                    </p:anim>
                                    <p:anim calcmode="lin" valueType="num">
                                      <p:cBhvr additive="base">
                                        <p:cTn id="8" dur="1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1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1500" fill="hold"/>
                                        <p:tgtEl>
                                          <p:spTgt spid="18"/>
                                        </p:tgtEl>
                                        <p:attrNameLst>
                                          <p:attrName>ppt_x</p:attrName>
                                        </p:attrNameLst>
                                      </p:cBhvr>
                                      <p:tavLst>
                                        <p:tav tm="0">
                                          <p:val>
                                            <p:strVal val="#ppt_x"/>
                                          </p:val>
                                        </p:tav>
                                        <p:tav tm="100000">
                                          <p:val>
                                            <p:strVal val="#ppt_x"/>
                                          </p:val>
                                        </p:tav>
                                      </p:tavLst>
                                    </p:anim>
                                    <p:anim calcmode="lin" valueType="num">
                                      <p:cBhvr additive="base">
                                        <p:cTn id="12" dur="1500" fill="hold"/>
                                        <p:tgtEl>
                                          <p:spTgt spid="18"/>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20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1500" fill="hold"/>
                                        <p:tgtEl>
                                          <p:spTgt spid="19"/>
                                        </p:tgtEl>
                                        <p:attrNameLst>
                                          <p:attrName>ppt_x</p:attrName>
                                        </p:attrNameLst>
                                      </p:cBhvr>
                                      <p:tavLst>
                                        <p:tav tm="0">
                                          <p:val>
                                            <p:strVal val="#ppt_x"/>
                                          </p:val>
                                        </p:tav>
                                        <p:tav tm="100000">
                                          <p:val>
                                            <p:strVal val="#ppt_x"/>
                                          </p:val>
                                        </p:tav>
                                      </p:tavLst>
                                    </p:anim>
                                    <p:anim calcmode="lin" valueType="num">
                                      <p:cBhvr additive="base">
                                        <p:cTn id="16" dur="1500" fill="hold"/>
                                        <p:tgtEl>
                                          <p:spTgt spid="19"/>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30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1500" fill="hold"/>
                                        <p:tgtEl>
                                          <p:spTgt spid="13"/>
                                        </p:tgtEl>
                                        <p:attrNameLst>
                                          <p:attrName>ppt_x</p:attrName>
                                        </p:attrNameLst>
                                      </p:cBhvr>
                                      <p:tavLst>
                                        <p:tav tm="0">
                                          <p:val>
                                            <p:strVal val="#ppt_x"/>
                                          </p:val>
                                        </p:tav>
                                        <p:tav tm="100000">
                                          <p:val>
                                            <p:strVal val="#ppt_x"/>
                                          </p:val>
                                        </p:tav>
                                      </p:tavLst>
                                    </p:anim>
                                    <p:anim calcmode="lin" valueType="num">
                                      <p:cBhvr additive="base">
                                        <p:cTn id="20" dur="1500" fill="hold"/>
                                        <p:tgtEl>
                                          <p:spTgt spid="13"/>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p:stCondLst>
                                    <p:cond delay="40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1500" fill="hold"/>
                                        <p:tgtEl>
                                          <p:spTgt spid="14"/>
                                        </p:tgtEl>
                                        <p:attrNameLst>
                                          <p:attrName>ppt_x</p:attrName>
                                        </p:attrNameLst>
                                      </p:cBhvr>
                                      <p:tavLst>
                                        <p:tav tm="0">
                                          <p:val>
                                            <p:strVal val="#ppt_x"/>
                                          </p:val>
                                        </p:tav>
                                        <p:tav tm="100000">
                                          <p:val>
                                            <p:strVal val="#ppt_x"/>
                                          </p:val>
                                        </p:tav>
                                      </p:tavLst>
                                    </p:anim>
                                    <p:anim calcmode="lin" valueType="num">
                                      <p:cBhvr additive="base">
                                        <p:cTn id="24" dur="1500" fill="hold"/>
                                        <p:tgtEl>
                                          <p:spTgt spid="14"/>
                                        </p:tgtEl>
                                        <p:attrNameLst>
                                          <p:attrName>ppt_y</p:attrName>
                                        </p:attrNameLst>
                                      </p:cBhvr>
                                      <p:tavLst>
                                        <p:tav tm="0">
                                          <p:val>
                                            <p:strVal val="1+#ppt_h/2"/>
                                          </p:val>
                                        </p:tav>
                                        <p:tav tm="100000">
                                          <p:val>
                                            <p:strVal val="#ppt_y"/>
                                          </p:val>
                                        </p:tav>
                                      </p:tavLst>
                                    </p:anim>
                                  </p:childTnLst>
                                </p:cTn>
                              </p:par>
                              <p:par>
                                <p:cTn id="25" presetID="2" presetClass="entr" presetSubtype="4" decel="100000" fill="hold" grpId="0" nodeType="withEffect">
                                  <p:stCondLst>
                                    <p:cond delay="50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1500" fill="hold"/>
                                        <p:tgtEl>
                                          <p:spTgt spid="15"/>
                                        </p:tgtEl>
                                        <p:attrNameLst>
                                          <p:attrName>ppt_x</p:attrName>
                                        </p:attrNameLst>
                                      </p:cBhvr>
                                      <p:tavLst>
                                        <p:tav tm="0">
                                          <p:val>
                                            <p:strVal val="#ppt_x"/>
                                          </p:val>
                                        </p:tav>
                                        <p:tav tm="100000">
                                          <p:val>
                                            <p:strVal val="#ppt_x"/>
                                          </p:val>
                                        </p:tav>
                                      </p:tavLst>
                                    </p:anim>
                                    <p:anim calcmode="lin" valueType="num">
                                      <p:cBhvr additive="base">
                                        <p:cTn id="28" dur="1500" fill="hold"/>
                                        <p:tgtEl>
                                          <p:spTgt spid="15"/>
                                        </p:tgtEl>
                                        <p:attrNameLst>
                                          <p:attrName>ppt_y</p:attrName>
                                        </p:attrNameLst>
                                      </p:cBhvr>
                                      <p:tavLst>
                                        <p:tav tm="0">
                                          <p:val>
                                            <p:strVal val="1+#ppt_h/2"/>
                                          </p:val>
                                        </p:tav>
                                        <p:tav tm="100000">
                                          <p:val>
                                            <p:strVal val="#ppt_y"/>
                                          </p:val>
                                        </p:tav>
                                      </p:tavLst>
                                    </p:anim>
                                  </p:childTnLst>
                                </p:cTn>
                              </p:par>
                              <p:par>
                                <p:cTn id="29" presetID="2" presetClass="entr" presetSubtype="4" decel="100000" fill="hold" grpId="0" nodeType="withEffect">
                                  <p:stCondLst>
                                    <p:cond delay="60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1500" fill="hold"/>
                                        <p:tgtEl>
                                          <p:spTgt spid="16"/>
                                        </p:tgtEl>
                                        <p:attrNameLst>
                                          <p:attrName>ppt_x</p:attrName>
                                        </p:attrNameLst>
                                      </p:cBhvr>
                                      <p:tavLst>
                                        <p:tav tm="0">
                                          <p:val>
                                            <p:strVal val="#ppt_x"/>
                                          </p:val>
                                        </p:tav>
                                        <p:tav tm="100000">
                                          <p:val>
                                            <p:strVal val="#ppt_x"/>
                                          </p:val>
                                        </p:tav>
                                      </p:tavLst>
                                    </p:anim>
                                    <p:anim calcmode="lin" valueType="num">
                                      <p:cBhvr additive="base">
                                        <p:cTn id="32" dur="1500" fill="hold"/>
                                        <p:tgtEl>
                                          <p:spTgt spid="16"/>
                                        </p:tgtEl>
                                        <p:attrNameLst>
                                          <p:attrName>ppt_y</p:attrName>
                                        </p:attrNameLst>
                                      </p:cBhvr>
                                      <p:tavLst>
                                        <p:tav tm="0">
                                          <p:val>
                                            <p:strVal val="1+#ppt_h/2"/>
                                          </p:val>
                                        </p:tav>
                                        <p:tav tm="100000">
                                          <p:val>
                                            <p:strVal val="#ppt_y"/>
                                          </p:val>
                                        </p:tav>
                                      </p:tavLst>
                                    </p:anim>
                                  </p:childTnLst>
                                </p:cTn>
                              </p:par>
                              <p:par>
                                <p:cTn id="33" presetID="2" presetClass="entr" presetSubtype="4" decel="100000" fill="hold" grpId="0" nodeType="withEffect">
                                  <p:stCondLst>
                                    <p:cond delay="70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1500" fill="hold"/>
                                        <p:tgtEl>
                                          <p:spTgt spid="2"/>
                                        </p:tgtEl>
                                        <p:attrNameLst>
                                          <p:attrName>ppt_x</p:attrName>
                                        </p:attrNameLst>
                                      </p:cBhvr>
                                      <p:tavLst>
                                        <p:tav tm="0">
                                          <p:val>
                                            <p:strVal val="#ppt_x"/>
                                          </p:val>
                                        </p:tav>
                                        <p:tav tm="100000">
                                          <p:val>
                                            <p:strVal val="#ppt_x"/>
                                          </p:val>
                                        </p:tav>
                                      </p:tavLst>
                                    </p:anim>
                                    <p:anim calcmode="lin" valueType="num">
                                      <p:cBhvr additive="base">
                                        <p:cTn id="36" dur="1500" fill="hold"/>
                                        <p:tgtEl>
                                          <p:spTgt spid="2"/>
                                        </p:tgtEl>
                                        <p:attrNameLst>
                                          <p:attrName>ppt_y</p:attrName>
                                        </p:attrNameLst>
                                      </p:cBhvr>
                                      <p:tavLst>
                                        <p:tav tm="0">
                                          <p:val>
                                            <p:strVal val="1+#ppt_h/2"/>
                                          </p:val>
                                        </p:tav>
                                        <p:tav tm="100000">
                                          <p:val>
                                            <p:strVal val="#ppt_y"/>
                                          </p:val>
                                        </p:tav>
                                      </p:tavLst>
                                    </p:anim>
                                  </p:childTnLst>
                                </p:cTn>
                              </p:par>
                              <p:par>
                                <p:cTn id="37" presetID="2" presetClass="entr" presetSubtype="4" decel="100000" fill="hold" grpId="0" nodeType="withEffect">
                                  <p:stCondLst>
                                    <p:cond delay="80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1500" fill="hold"/>
                                        <p:tgtEl>
                                          <p:spTgt spid="8"/>
                                        </p:tgtEl>
                                        <p:attrNameLst>
                                          <p:attrName>ppt_x</p:attrName>
                                        </p:attrNameLst>
                                      </p:cBhvr>
                                      <p:tavLst>
                                        <p:tav tm="0">
                                          <p:val>
                                            <p:strVal val="#ppt_x"/>
                                          </p:val>
                                        </p:tav>
                                        <p:tav tm="100000">
                                          <p:val>
                                            <p:strVal val="#ppt_x"/>
                                          </p:val>
                                        </p:tav>
                                      </p:tavLst>
                                    </p:anim>
                                    <p:anim calcmode="lin" valueType="num">
                                      <p:cBhvr additive="base">
                                        <p:cTn id="40" dur="1500" fill="hold"/>
                                        <p:tgtEl>
                                          <p:spTgt spid="8"/>
                                        </p:tgtEl>
                                        <p:attrNameLst>
                                          <p:attrName>ppt_y</p:attrName>
                                        </p:attrNameLst>
                                      </p:cBhvr>
                                      <p:tavLst>
                                        <p:tav tm="0">
                                          <p:val>
                                            <p:strVal val="1+#ppt_h/2"/>
                                          </p:val>
                                        </p:tav>
                                        <p:tav tm="100000">
                                          <p:val>
                                            <p:strVal val="#ppt_y"/>
                                          </p:val>
                                        </p:tav>
                                      </p:tavLst>
                                    </p:anim>
                                  </p:childTnLst>
                                </p:cTn>
                              </p:par>
                              <p:par>
                                <p:cTn id="41" presetID="2" presetClass="entr" presetSubtype="4" decel="100000" fill="hold" grpId="0" nodeType="withEffect">
                                  <p:stCondLst>
                                    <p:cond delay="90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1500" fill="hold"/>
                                        <p:tgtEl>
                                          <p:spTgt spid="9"/>
                                        </p:tgtEl>
                                        <p:attrNameLst>
                                          <p:attrName>ppt_x</p:attrName>
                                        </p:attrNameLst>
                                      </p:cBhvr>
                                      <p:tavLst>
                                        <p:tav tm="0">
                                          <p:val>
                                            <p:strVal val="#ppt_x"/>
                                          </p:val>
                                        </p:tav>
                                        <p:tav tm="100000">
                                          <p:val>
                                            <p:strVal val="#ppt_x"/>
                                          </p:val>
                                        </p:tav>
                                      </p:tavLst>
                                    </p:anim>
                                    <p:anim calcmode="lin" valueType="num">
                                      <p:cBhvr additive="base">
                                        <p:cTn id="44" dur="1500" fill="hold"/>
                                        <p:tgtEl>
                                          <p:spTgt spid="9"/>
                                        </p:tgtEl>
                                        <p:attrNameLst>
                                          <p:attrName>ppt_y</p:attrName>
                                        </p:attrNameLst>
                                      </p:cBhvr>
                                      <p:tavLst>
                                        <p:tav tm="0">
                                          <p:val>
                                            <p:strVal val="1+#ppt_h/2"/>
                                          </p:val>
                                        </p:tav>
                                        <p:tav tm="100000">
                                          <p:val>
                                            <p:strVal val="#ppt_y"/>
                                          </p:val>
                                        </p:tav>
                                      </p:tavLst>
                                    </p:anim>
                                  </p:childTnLst>
                                </p:cTn>
                              </p:par>
                              <p:par>
                                <p:cTn id="45" presetID="2" presetClass="entr" presetSubtype="4" decel="100000" fill="hold" grpId="0" nodeType="withEffect">
                                  <p:stCondLst>
                                    <p:cond delay="100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0" fill="hold"/>
                                        <p:tgtEl>
                                          <p:spTgt spid="10"/>
                                        </p:tgtEl>
                                        <p:attrNameLst>
                                          <p:attrName>ppt_x</p:attrName>
                                        </p:attrNameLst>
                                      </p:cBhvr>
                                      <p:tavLst>
                                        <p:tav tm="0">
                                          <p:val>
                                            <p:strVal val="#ppt_x"/>
                                          </p:val>
                                        </p:tav>
                                        <p:tav tm="100000">
                                          <p:val>
                                            <p:strVal val="#ppt_x"/>
                                          </p:val>
                                        </p:tav>
                                      </p:tavLst>
                                    </p:anim>
                                    <p:anim calcmode="lin" valueType="num">
                                      <p:cBhvr additive="base">
                                        <p:cTn id="48" dur="1500" fill="hold"/>
                                        <p:tgtEl>
                                          <p:spTgt spid="10"/>
                                        </p:tgtEl>
                                        <p:attrNameLst>
                                          <p:attrName>ppt_y</p:attrName>
                                        </p:attrNameLst>
                                      </p:cBhvr>
                                      <p:tavLst>
                                        <p:tav tm="0">
                                          <p:val>
                                            <p:strVal val="1+#ppt_h/2"/>
                                          </p:val>
                                        </p:tav>
                                        <p:tav tm="100000">
                                          <p:val>
                                            <p:strVal val="#ppt_y"/>
                                          </p:val>
                                        </p:tav>
                                      </p:tavLst>
                                    </p:anim>
                                  </p:childTnLst>
                                </p:cTn>
                              </p:par>
                              <p:par>
                                <p:cTn id="49" presetID="2" presetClass="entr" presetSubtype="4" decel="100000" fill="hold" grpId="0" nodeType="withEffect">
                                  <p:stCondLst>
                                    <p:cond delay="1100"/>
                                  </p:stCondLst>
                                  <p:childTnLst>
                                    <p:set>
                                      <p:cBhvr>
                                        <p:cTn id="50" dur="1" fill="hold">
                                          <p:stCondLst>
                                            <p:cond delay="0"/>
                                          </p:stCondLst>
                                        </p:cTn>
                                        <p:tgtEl>
                                          <p:spTgt spid="11"/>
                                        </p:tgtEl>
                                        <p:attrNameLst>
                                          <p:attrName>style.visibility</p:attrName>
                                        </p:attrNameLst>
                                      </p:cBhvr>
                                      <p:to>
                                        <p:strVal val="visible"/>
                                      </p:to>
                                    </p:set>
                                    <p:anim calcmode="lin" valueType="num">
                                      <p:cBhvr additive="base">
                                        <p:cTn id="51" dur="1500" fill="hold"/>
                                        <p:tgtEl>
                                          <p:spTgt spid="11"/>
                                        </p:tgtEl>
                                        <p:attrNameLst>
                                          <p:attrName>ppt_x</p:attrName>
                                        </p:attrNameLst>
                                      </p:cBhvr>
                                      <p:tavLst>
                                        <p:tav tm="0">
                                          <p:val>
                                            <p:strVal val="#ppt_x"/>
                                          </p:val>
                                        </p:tav>
                                        <p:tav tm="100000">
                                          <p:val>
                                            <p:strVal val="#ppt_x"/>
                                          </p:val>
                                        </p:tav>
                                      </p:tavLst>
                                    </p:anim>
                                    <p:anim calcmode="lin" valueType="num">
                                      <p:cBhvr additive="base">
                                        <p:cTn id="52" dur="1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13" grpId="0" animBg="1"/>
      <p:bldP spid="14" grpId="0" animBg="1"/>
      <p:bldP spid="15" grpId="0" animBg="1"/>
      <p:bldP spid="16" grpId="0" animBg="1"/>
      <p:bldP spid="2" grpId="0" animBg="1"/>
      <p:bldP spid="8" grpId="0" animBg="1"/>
      <p:bldP spid="9" grpId="0" animBg="1"/>
      <p:bldP spid="10" grpId="0" animBg="1"/>
      <p:bldP spid="11" grpId="0" animBg="1"/>
    </p:bldLst>
  </p:timing>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29ECCF-26E4-460B-B63D-0178A5C20500}"/>
              </a:ext>
            </a:extLst>
          </p:cNvPr>
          <p:cNvSpPr/>
          <p:nvPr userDrawn="1"/>
        </p:nvSpPr>
        <p:spPr>
          <a:xfrm>
            <a:off x="781742" y="647700"/>
            <a:ext cx="10628516" cy="5524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Tree>
    <p:extLst>
      <p:ext uri="{BB962C8B-B14F-4D97-AF65-F5344CB8AC3E}">
        <p14:creationId xmlns:p14="http://schemas.microsoft.com/office/powerpoint/2010/main" val="192961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9BE362C5-03AE-447C-8B47-3D5F40463679}"/>
              </a:ext>
            </a:extLst>
          </p:cNvPr>
          <p:cNvSpPr>
            <a:spLocks noGrp="1"/>
          </p:cNvSpPr>
          <p:nvPr>
            <p:ph type="pic" sz="quarter" idx="15"/>
          </p:nvPr>
        </p:nvSpPr>
        <p:spPr>
          <a:xfrm>
            <a:off x="0" y="0"/>
            <a:ext cx="12192000" cy="6858000"/>
          </a:xfrm>
          <a:custGeom>
            <a:avLst/>
            <a:gdLst>
              <a:gd name="connsiteX0" fmla="*/ 0 w 10345056"/>
              <a:gd name="connsiteY0" fmla="*/ 0 h 10610851"/>
              <a:gd name="connsiteX1" fmla="*/ 10345056 w 10345056"/>
              <a:gd name="connsiteY1" fmla="*/ 0 h 10610851"/>
              <a:gd name="connsiteX2" fmla="*/ 10345056 w 10345056"/>
              <a:gd name="connsiteY2" fmla="*/ 10610851 h 10610851"/>
              <a:gd name="connsiteX3" fmla="*/ 0 w 10345056"/>
              <a:gd name="connsiteY3" fmla="*/ 10610851 h 10610851"/>
            </a:gdLst>
            <a:ahLst/>
            <a:cxnLst>
              <a:cxn ang="0">
                <a:pos x="connsiteX0" y="connsiteY0"/>
              </a:cxn>
              <a:cxn ang="0">
                <a:pos x="connsiteX1" y="connsiteY1"/>
              </a:cxn>
              <a:cxn ang="0">
                <a:pos x="connsiteX2" y="connsiteY2"/>
              </a:cxn>
              <a:cxn ang="0">
                <a:pos x="connsiteX3" y="connsiteY3"/>
              </a:cxn>
            </a:cxnLst>
            <a:rect l="l" t="t" r="r" b="b"/>
            <a:pathLst>
              <a:path w="10345056" h="10610851">
                <a:moveTo>
                  <a:pt x="0" y="0"/>
                </a:moveTo>
                <a:lnTo>
                  <a:pt x="10345056" y="0"/>
                </a:lnTo>
                <a:lnTo>
                  <a:pt x="10345056" y="10610851"/>
                </a:lnTo>
                <a:lnTo>
                  <a:pt x="0" y="1061085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27982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000" fill="hold"/>
                                        <p:tgtEl>
                                          <p:spTgt spid="2"/>
                                        </p:tgtEl>
                                        <p:attrNameLst>
                                          <p:attrName>ppt_x</p:attrName>
                                        </p:attrNameLst>
                                      </p:cBhvr>
                                      <p:tavLst>
                                        <p:tav tm="0">
                                          <p:val>
                                            <p:strVal val="#ppt_x"/>
                                          </p:val>
                                        </p:tav>
                                        <p:tav tm="100000">
                                          <p:val>
                                            <p:strVal val="#ppt_x"/>
                                          </p:val>
                                        </p:tav>
                                      </p:tavLst>
                                    </p:anim>
                                    <p:anim calcmode="lin" valueType="num">
                                      <p:cBhvr additive="base">
                                        <p:cTn id="8" dur="2000" fill="hold"/>
                                        <p:tgtEl>
                                          <p:spTgt spid="2"/>
                                        </p:tgtEl>
                                        <p:attrNameLst>
                                          <p:attrName>ppt_y</p:attrName>
                                        </p:attrNameLst>
                                      </p:cBhvr>
                                      <p:tavLst>
                                        <p:tav tm="0">
                                          <p:val>
                                            <p:strVal val="1+#ppt_h/2"/>
                                          </p:val>
                                        </p:tav>
                                        <p:tav tm="100000">
                                          <p:val>
                                            <p:strVal val="#ppt_y"/>
                                          </p:val>
                                        </p:tav>
                                      </p:tavLst>
                                    </p:anim>
                                  </p:childTnLst>
                                </p:cTn>
                              </p:par>
                              <p:par>
                                <p:cTn id="9" presetID="6" presetClass="emph" presetSubtype="0" accel="100000" fill="hold" grpId="1" nodeType="withEffect">
                                  <p:stCondLst>
                                    <p:cond delay="2000"/>
                                  </p:stCondLst>
                                  <p:childTnLst>
                                    <p:animScale>
                                      <p:cBhvr>
                                        <p:cTn id="10" dur="500" fill="hold"/>
                                        <p:tgtEl>
                                          <p:spTgt spid="2"/>
                                        </p:tgtEl>
                                      </p:cBhvr>
                                      <p:by x="90000" y="9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10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A289BE9-3518-4572-9F36-A58461E16083}"/>
              </a:ext>
            </a:extLst>
          </p:cNvPr>
          <p:cNvSpPr>
            <a:spLocks noGrp="1"/>
          </p:cNvSpPr>
          <p:nvPr>
            <p:ph type="pic" sz="quarter" idx="15"/>
          </p:nvPr>
        </p:nvSpPr>
        <p:spPr>
          <a:xfrm>
            <a:off x="6515202" y="2960127"/>
            <a:ext cx="1368815" cy="937747"/>
          </a:xfrm>
          <a:custGeom>
            <a:avLst/>
            <a:gdLst>
              <a:gd name="connsiteX0" fmla="*/ 0 w 2737986"/>
              <a:gd name="connsiteY0" fmla="*/ 0 h 1875494"/>
              <a:gd name="connsiteX1" fmla="*/ 2737986 w 2737986"/>
              <a:gd name="connsiteY1" fmla="*/ 0 h 1875494"/>
              <a:gd name="connsiteX2" fmla="*/ 2737986 w 2737986"/>
              <a:gd name="connsiteY2" fmla="*/ 1875494 h 1875494"/>
              <a:gd name="connsiteX3" fmla="*/ 0 w 2737986"/>
              <a:gd name="connsiteY3" fmla="*/ 1875494 h 1875494"/>
            </a:gdLst>
            <a:ahLst/>
            <a:cxnLst>
              <a:cxn ang="0">
                <a:pos x="connsiteX0" y="connsiteY0"/>
              </a:cxn>
              <a:cxn ang="0">
                <a:pos x="connsiteX1" y="connsiteY1"/>
              </a:cxn>
              <a:cxn ang="0">
                <a:pos x="connsiteX2" y="connsiteY2"/>
              </a:cxn>
              <a:cxn ang="0">
                <a:pos x="connsiteX3" y="connsiteY3"/>
              </a:cxn>
            </a:cxnLst>
            <a:rect l="l" t="t" r="r" b="b"/>
            <a:pathLst>
              <a:path w="2737986" h="1875494">
                <a:moveTo>
                  <a:pt x="0" y="0"/>
                </a:moveTo>
                <a:lnTo>
                  <a:pt x="2737986" y="0"/>
                </a:lnTo>
                <a:lnTo>
                  <a:pt x="2737986" y="1875494"/>
                </a:lnTo>
                <a:lnTo>
                  <a:pt x="0" y="187549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0" name="Picture Placeholder 9">
            <a:extLst>
              <a:ext uri="{FF2B5EF4-FFF2-40B4-BE49-F238E27FC236}">
                <a16:creationId xmlns:a16="http://schemas.microsoft.com/office/drawing/2014/main" id="{E9995F91-8D51-4FF1-A532-B0BD4F0276E7}"/>
              </a:ext>
            </a:extLst>
          </p:cNvPr>
          <p:cNvSpPr>
            <a:spLocks noGrp="1"/>
          </p:cNvSpPr>
          <p:nvPr>
            <p:ph type="pic" sz="quarter" idx="16"/>
          </p:nvPr>
        </p:nvSpPr>
        <p:spPr>
          <a:xfrm>
            <a:off x="7932999" y="2960127"/>
            <a:ext cx="1368815" cy="937747"/>
          </a:xfrm>
          <a:custGeom>
            <a:avLst/>
            <a:gdLst>
              <a:gd name="connsiteX0" fmla="*/ 0 w 2737986"/>
              <a:gd name="connsiteY0" fmla="*/ 0 h 1875494"/>
              <a:gd name="connsiteX1" fmla="*/ 2737986 w 2737986"/>
              <a:gd name="connsiteY1" fmla="*/ 0 h 1875494"/>
              <a:gd name="connsiteX2" fmla="*/ 2737986 w 2737986"/>
              <a:gd name="connsiteY2" fmla="*/ 1875494 h 1875494"/>
              <a:gd name="connsiteX3" fmla="*/ 0 w 2737986"/>
              <a:gd name="connsiteY3" fmla="*/ 1875494 h 1875494"/>
            </a:gdLst>
            <a:ahLst/>
            <a:cxnLst>
              <a:cxn ang="0">
                <a:pos x="connsiteX0" y="connsiteY0"/>
              </a:cxn>
              <a:cxn ang="0">
                <a:pos x="connsiteX1" y="connsiteY1"/>
              </a:cxn>
              <a:cxn ang="0">
                <a:pos x="connsiteX2" y="connsiteY2"/>
              </a:cxn>
              <a:cxn ang="0">
                <a:pos x="connsiteX3" y="connsiteY3"/>
              </a:cxn>
            </a:cxnLst>
            <a:rect l="l" t="t" r="r" b="b"/>
            <a:pathLst>
              <a:path w="2737986" h="1875494">
                <a:moveTo>
                  <a:pt x="0" y="0"/>
                </a:moveTo>
                <a:lnTo>
                  <a:pt x="2737986" y="0"/>
                </a:lnTo>
                <a:lnTo>
                  <a:pt x="2737986" y="1875494"/>
                </a:lnTo>
                <a:lnTo>
                  <a:pt x="0" y="187549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1" name="Picture Placeholder 10">
            <a:extLst>
              <a:ext uri="{FF2B5EF4-FFF2-40B4-BE49-F238E27FC236}">
                <a16:creationId xmlns:a16="http://schemas.microsoft.com/office/drawing/2014/main" id="{EAC8D104-8DBC-47C1-B410-760C3B7EC2CF}"/>
              </a:ext>
            </a:extLst>
          </p:cNvPr>
          <p:cNvSpPr>
            <a:spLocks noGrp="1"/>
          </p:cNvSpPr>
          <p:nvPr>
            <p:ph type="pic" sz="quarter" idx="17"/>
          </p:nvPr>
        </p:nvSpPr>
        <p:spPr>
          <a:xfrm>
            <a:off x="9350798" y="2960127"/>
            <a:ext cx="1368814" cy="937747"/>
          </a:xfrm>
          <a:custGeom>
            <a:avLst/>
            <a:gdLst>
              <a:gd name="connsiteX0" fmla="*/ 0 w 2737984"/>
              <a:gd name="connsiteY0" fmla="*/ 0 h 1875494"/>
              <a:gd name="connsiteX1" fmla="*/ 2737984 w 2737984"/>
              <a:gd name="connsiteY1" fmla="*/ 0 h 1875494"/>
              <a:gd name="connsiteX2" fmla="*/ 2737984 w 2737984"/>
              <a:gd name="connsiteY2" fmla="*/ 1875494 h 1875494"/>
              <a:gd name="connsiteX3" fmla="*/ 0 w 2737984"/>
              <a:gd name="connsiteY3" fmla="*/ 1875494 h 1875494"/>
            </a:gdLst>
            <a:ahLst/>
            <a:cxnLst>
              <a:cxn ang="0">
                <a:pos x="connsiteX0" y="connsiteY0"/>
              </a:cxn>
              <a:cxn ang="0">
                <a:pos x="connsiteX1" y="connsiteY1"/>
              </a:cxn>
              <a:cxn ang="0">
                <a:pos x="connsiteX2" y="connsiteY2"/>
              </a:cxn>
              <a:cxn ang="0">
                <a:pos x="connsiteX3" y="connsiteY3"/>
              </a:cxn>
            </a:cxnLst>
            <a:rect l="l" t="t" r="r" b="b"/>
            <a:pathLst>
              <a:path w="2737984" h="1875494">
                <a:moveTo>
                  <a:pt x="0" y="0"/>
                </a:moveTo>
                <a:lnTo>
                  <a:pt x="2737984" y="0"/>
                </a:lnTo>
                <a:lnTo>
                  <a:pt x="2737984" y="1875494"/>
                </a:lnTo>
                <a:lnTo>
                  <a:pt x="0" y="187549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70235413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9_Custom Layout">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CDF241A1-3249-4A50-880D-BD32EE84584D}"/>
              </a:ext>
            </a:extLst>
          </p:cNvPr>
          <p:cNvSpPr>
            <a:spLocks noGrp="1"/>
          </p:cNvSpPr>
          <p:nvPr>
            <p:ph type="pic" sz="quarter" idx="15"/>
          </p:nvPr>
        </p:nvSpPr>
        <p:spPr>
          <a:xfrm>
            <a:off x="6096000" y="0"/>
            <a:ext cx="5314259" cy="6858000"/>
          </a:xfrm>
          <a:custGeom>
            <a:avLst/>
            <a:gdLst>
              <a:gd name="connsiteX0" fmla="*/ 0 w 10345056"/>
              <a:gd name="connsiteY0" fmla="*/ 0 h 10610851"/>
              <a:gd name="connsiteX1" fmla="*/ 10345056 w 10345056"/>
              <a:gd name="connsiteY1" fmla="*/ 0 h 10610851"/>
              <a:gd name="connsiteX2" fmla="*/ 10345056 w 10345056"/>
              <a:gd name="connsiteY2" fmla="*/ 10610851 h 10610851"/>
              <a:gd name="connsiteX3" fmla="*/ 0 w 10345056"/>
              <a:gd name="connsiteY3" fmla="*/ 10610851 h 10610851"/>
            </a:gdLst>
            <a:ahLst/>
            <a:cxnLst>
              <a:cxn ang="0">
                <a:pos x="connsiteX0" y="connsiteY0"/>
              </a:cxn>
              <a:cxn ang="0">
                <a:pos x="connsiteX1" y="connsiteY1"/>
              </a:cxn>
              <a:cxn ang="0">
                <a:pos x="connsiteX2" y="connsiteY2"/>
              </a:cxn>
              <a:cxn ang="0">
                <a:pos x="connsiteX3" y="connsiteY3"/>
              </a:cxn>
            </a:cxnLst>
            <a:rect l="l" t="t" r="r" b="b"/>
            <a:pathLst>
              <a:path w="10345056" h="10610851">
                <a:moveTo>
                  <a:pt x="0" y="0"/>
                </a:moveTo>
                <a:lnTo>
                  <a:pt x="10345056" y="0"/>
                </a:lnTo>
                <a:lnTo>
                  <a:pt x="10345056" y="10610851"/>
                </a:lnTo>
                <a:lnTo>
                  <a:pt x="0" y="1061085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4113253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000" fill="hold"/>
                                        <p:tgtEl>
                                          <p:spTgt spid="2"/>
                                        </p:tgtEl>
                                        <p:attrNameLst>
                                          <p:attrName>ppt_x</p:attrName>
                                        </p:attrNameLst>
                                      </p:cBhvr>
                                      <p:tavLst>
                                        <p:tav tm="0">
                                          <p:val>
                                            <p:strVal val="#ppt_x"/>
                                          </p:val>
                                        </p:tav>
                                        <p:tav tm="100000">
                                          <p:val>
                                            <p:strVal val="#ppt_x"/>
                                          </p:val>
                                        </p:tav>
                                      </p:tavLst>
                                    </p:anim>
                                    <p:anim calcmode="lin" valueType="num">
                                      <p:cBhvr additive="base">
                                        <p:cTn id="8" dur="20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7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122FED-B9CE-40D8-846C-33FC451E3876}"/>
              </a:ext>
            </a:extLst>
          </p:cNvPr>
          <p:cNvSpPr/>
          <p:nvPr/>
        </p:nvSpPr>
        <p:spPr>
          <a:xfrm>
            <a:off x="781742" y="647700"/>
            <a:ext cx="10628516" cy="5524500"/>
          </a:xfrm>
          <a:prstGeom prst="rect">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Tree>
    <p:extLst>
      <p:ext uri="{BB962C8B-B14F-4D97-AF65-F5344CB8AC3E}">
        <p14:creationId xmlns:p14="http://schemas.microsoft.com/office/powerpoint/2010/main" val="190005337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28_Custom Layout">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5CF2E2FA-6181-4E67-8649-8A7BCC8E8224}"/>
              </a:ext>
            </a:extLst>
          </p:cNvPr>
          <p:cNvSpPr/>
          <p:nvPr/>
        </p:nvSpPr>
        <p:spPr>
          <a:xfrm>
            <a:off x="781742" y="647700"/>
            <a:ext cx="10628516" cy="6210300"/>
          </a:xfrm>
          <a:prstGeom prst="round2SameRect">
            <a:avLst>
              <a:gd name="adj1" fmla="val 2415"/>
              <a:gd name="adj2" fmla="val 0"/>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900"/>
          </a:p>
        </p:txBody>
      </p:sp>
    </p:spTree>
    <p:extLst>
      <p:ext uri="{BB962C8B-B14F-4D97-AF65-F5344CB8AC3E}">
        <p14:creationId xmlns:p14="http://schemas.microsoft.com/office/powerpoint/2010/main" val="132028806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29_Custom Layout">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5CF2E2FA-6181-4E67-8649-8A7BCC8E8224}"/>
              </a:ext>
            </a:extLst>
          </p:cNvPr>
          <p:cNvSpPr/>
          <p:nvPr/>
        </p:nvSpPr>
        <p:spPr>
          <a:xfrm>
            <a:off x="781742" y="0"/>
            <a:ext cx="10628516" cy="6858000"/>
          </a:xfrm>
          <a:prstGeom prst="round2SameRect">
            <a:avLst>
              <a:gd name="adj1" fmla="val 0"/>
              <a:gd name="adj2" fmla="val 0"/>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900"/>
          </a:p>
        </p:txBody>
      </p:sp>
    </p:spTree>
    <p:extLst>
      <p:ext uri="{BB962C8B-B14F-4D97-AF65-F5344CB8AC3E}">
        <p14:creationId xmlns:p14="http://schemas.microsoft.com/office/powerpoint/2010/main" val="3961743246"/>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39_Custom Layout">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5CF2E2FA-6181-4E67-8649-8A7BCC8E8224}"/>
              </a:ext>
            </a:extLst>
          </p:cNvPr>
          <p:cNvSpPr/>
          <p:nvPr/>
        </p:nvSpPr>
        <p:spPr>
          <a:xfrm>
            <a:off x="781742" y="0"/>
            <a:ext cx="10628516" cy="6858000"/>
          </a:xfrm>
          <a:prstGeom prst="round2SameRect">
            <a:avLst>
              <a:gd name="adj1" fmla="val 0"/>
              <a:gd name="adj2" fmla="val 0"/>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900"/>
          </a:p>
        </p:txBody>
      </p:sp>
      <p:sp>
        <p:nvSpPr>
          <p:cNvPr id="5" name="Picture Placeholder 4">
            <a:extLst>
              <a:ext uri="{FF2B5EF4-FFF2-40B4-BE49-F238E27FC236}">
                <a16:creationId xmlns:a16="http://schemas.microsoft.com/office/drawing/2014/main" id="{CB5C310A-868F-4549-AAED-53A84764F012}"/>
              </a:ext>
            </a:extLst>
          </p:cNvPr>
          <p:cNvSpPr>
            <a:spLocks noGrp="1"/>
          </p:cNvSpPr>
          <p:nvPr>
            <p:ph type="pic" sz="quarter" idx="13"/>
          </p:nvPr>
        </p:nvSpPr>
        <p:spPr>
          <a:xfrm>
            <a:off x="1501832" y="647699"/>
            <a:ext cx="3396103" cy="5524501"/>
          </a:xfrm>
          <a:custGeom>
            <a:avLst/>
            <a:gdLst>
              <a:gd name="connsiteX0" fmla="*/ 195574 w 6793091"/>
              <a:gd name="connsiteY0" fmla="*/ 0 h 11049001"/>
              <a:gd name="connsiteX1" fmla="*/ 6793091 w 6793091"/>
              <a:gd name="connsiteY1" fmla="*/ 0 h 11049001"/>
              <a:gd name="connsiteX2" fmla="*/ 6793091 w 6793091"/>
              <a:gd name="connsiteY2" fmla="*/ 11049000 h 11049001"/>
              <a:gd name="connsiteX3" fmla="*/ 195574 w 6793091"/>
              <a:gd name="connsiteY3" fmla="*/ 11049001 h 11049001"/>
              <a:gd name="connsiteX4" fmla="*/ 0 w 6793091"/>
              <a:gd name="connsiteY4" fmla="*/ 10853427 h 11049001"/>
              <a:gd name="connsiteX5" fmla="*/ 0 w 6793091"/>
              <a:gd name="connsiteY5" fmla="*/ 195573 h 11049001"/>
              <a:gd name="connsiteX6" fmla="*/ 195574 w 6793091"/>
              <a:gd name="connsiteY6" fmla="*/ 0 h 11049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93091" h="11049001">
                <a:moveTo>
                  <a:pt x="195574" y="0"/>
                </a:moveTo>
                <a:lnTo>
                  <a:pt x="6793091" y="0"/>
                </a:lnTo>
                <a:lnTo>
                  <a:pt x="6793091" y="11049000"/>
                </a:lnTo>
                <a:lnTo>
                  <a:pt x="195574" y="11049001"/>
                </a:lnTo>
                <a:cubicBezTo>
                  <a:pt x="87561" y="11049001"/>
                  <a:pt x="0" y="10961439"/>
                  <a:pt x="0" y="10853427"/>
                </a:cubicBezTo>
                <a:lnTo>
                  <a:pt x="0" y="195573"/>
                </a:lnTo>
                <a:cubicBezTo>
                  <a:pt x="0" y="87561"/>
                  <a:pt x="87561" y="0"/>
                  <a:pt x="195574" y="0"/>
                </a:cubicBezTo>
                <a:close/>
              </a:path>
            </a:pathLst>
          </a:custGeom>
          <a:pattFill prst="pct60">
            <a:fgClr>
              <a:schemeClr val="bg1"/>
            </a:fgClr>
            <a:bgClr>
              <a:schemeClr val="bg1">
                <a:lumMod val="85000"/>
              </a:schemeClr>
            </a:bgClr>
          </a:pattFill>
          <a:effectLst/>
        </p:spPr>
        <p:txBody>
          <a:bodyPr wrap="square" anchor="ctr">
            <a:noAutofit/>
          </a:bodyPr>
          <a:lstStyle>
            <a:lvl1pPr marL="0" marR="0" indent="0" algn="ctr" defTabSz="914217" rtl="0" eaLnBrk="1" fontAlgn="auto" latinLnBrk="0" hangingPunct="1">
              <a:lnSpc>
                <a:spcPct val="90000"/>
              </a:lnSpc>
              <a:spcBef>
                <a:spcPts val="1000"/>
              </a:spcBef>
              <a:spcAft>
                <a:spcPts val="0"/>
              </a:spcAft>
              <a:buClrTx/>
              <a:buSzTx/>
              <a:buFontTx/>
              <a:buNone/>
              <a:tabLst/>
              <a:defRPr sz="3299">
                <a:solidFill>
                  <a:schemeClr val="accent2">
                    <a:lumMod val="40000"/>
                    <a:lumOff val="60000"/>
                  </a:schemeClr>
                </a:solidFill>
              </a:defRPr>
            </a:lvl1pPr>
          </a:lstStyle>
          <a:p>
            <a:pPr marL="0" marR="0" lvl="0" indent="0" algn="ctr" defTabSz="914217" rtl="0" eaLnBrk="1" fontAlgn="auto" latinLnBrk="0" hangingPunct="1">
              <a:lnSpc>
                <a:spcPct val="90000"/>
              </a:lnSpc>
              <a:spcBef>
                <a:spcPts val="1000"/>
              </a:spcBef>
              <a:spcAft>
                <a:spcPts val="0"/>
              </a:spcAft>
              <a:buClrTx/>
              <a:buSzTx/>
              <a:buFontTx/>
              <a:buNone/>
              <a:tabLst/>
              <a:defRPr/>
            </a:pPr>
            <a:endParaRPr lang="en-US" sz="1200">
              <a:solidFill>
                <a:schemeClr val="bg1"/>
              </a:solidFill>
            </a:endParaRPr>
          </a:p>
        </p:txBody>
      </p:sp>
    </p:spTree>
    <p:extLst>
      <p:ext uri="{BB962C8B-B14F-4D97-AF65-F5344CB8AC3E}">
        <p14:creationId xmlns:p14="http://schemas.microsoft.com/office/powerpoint/2010/main" val="3745181074"/>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72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72000">
                                          <p:cBhvr additive="base">
                                            <p:cTn id="7" dur="2500" fill="hold"/>
                                            <p:tgtEl>
                                              <p:spTgt spid="5"/>
                                            </p:tgtEl>
                                            <p:attrNameLst>
                                              <p:attrName>ppt_x</p:attrName>
                                            </p:attrNameLst>
                                          </p:cBhvr>
                                          <p:tavLst>
                                            <p:tav tm="0">
                                              <p:val>
                                                <p:strVal val="#ppt_x"/>
                                              </p:val>
                                            </p:tav>
                                            <p:tav tm="100000">
                                              <p:val>
                                                <p:strVal val="#ppt_x"/>
                                              </p:val>
                                            </p:tav>
                                          </p:tavLst>
                                        </p:anim>
                                        <p:anim calcmode="lin" valueType="num" p14:bounceEnd="72000">
                                          <p:cBhvr additive="base">
                                            <p:cTn id="8" dur="2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500" fill="hold"/>
                                            <p:tgtEl>
                                              <p:spTgt spid="5"/>
                                            </p:tgtEl>
                                            <p:attrNameLst>
                                              <p:attrName>ppt_x</p:attrName>
                                            </p:attrNameLst>
                                          </p:cBhvr>
                                          <p:tavLst>
                                            <p:tav tm="0">
                                              <p:val>
                                                <p:strVal val="#ppt_x"/>
                                              </p:val>
                                            </p:tav>
                                            <p:tav tm="100000">
                                              <p:val>
                                                <p:strVal val="#ppt_x"/>
                                              </p:val>
                                            </p:tav>
                                          </p:tavLst>
                                        </p:anim>
                                        <p:anim calcmode="lin" valueType="num">
                                          <p:cBhvr additive="base">
                                            <p:cTn id="8" dur="2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37_Custom Layout">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5CF2E2FA-6181-4E67-8649-8A7BCC8E8224}"/>
              </a:ext>
            </a:extLst>
          </p:cNvPr>
          <p:cNvSpPr/>
          <p:nvPr/>
        </p:nvSpPr>
        <p:spPr>
          <a:xfrm>
            <a:off x="781742" y="0"/>
            <a:ext cx="10628516" cy="6858000"/>
          </a:xfrm>
          <a:prstGeom prst="round2SameRect">
            <a:avLst>
              <a:gd name="adj1" fmla="val 0"/>
              <a:gd name="adj2" fmla="val 0"/>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900"/>
          </a:p>
        </p:txBody>
      </p:sp>
      <p:sp>
        <p:nvSpPr>
          <p:cNvPr id="5" name="Picture Placeholder 4">
            <a:extLst>
              <a:ext uri="{FF2B5EF4-FFF2-40B4-BE49-F238E27FC236}">
                <a16:creationId xmlns:a16="http://schemas.microsoft.com/office/drawing/2014/main" id="{BD89274D-46F1-404F-9A1F-832329A5BA4C}"/>
              </a:ext>
            </a:extLst>
          </p:cNvPr>
          <p:cNvSpPr>
            <a:spLocks noGrp="1"/>
          </p:cNvSpPr>
          <p:nvPr>
            <p:ph type="pic" sz="quarter" idx="13"/>
          </p:nvPr>
        </p:nvSpPr>
        <p:spPr>
          <a:xfrm>
            <a:off x="1732603" y="1045578"/>
            <a:ext cx="4363397" cy="4766844"/>
          </a:xfrm>
          <a:custGeom>
            <a:avLst/>
            <a:gdLst>
              <a:gd name="connsiteX0" fmla="*/ 251277 w 8727931"/>
              <a:gd name="connsiteY0" fmla="*/ 0 h 9533687"/>
              <a:gd name="connsiteX1" fmla="*/ 8727931 w 8727931"/>
              <a:gd name="connsiteY1" fmla="*/ 0 h 9533687"/>
              <a:gd name="connsiteX2" fmla="*/ 8727931 w 8727931"/>
              <a:gd name="connsiteY2" fmla="*/ 9533687 h 9533687"/>
              <a:gd name="connsiteX3" fmla="*/ 251277 w 8727931"/>
              <a:gd name="connsiteY3" fmla="*/ 9533687 h 9533687"/>
              <a:gd name="connsiteX4" fmla="*/ 0 w 8727931"/>
              <a:gd name="connsiteY4" fmla="*/ 9282410 h 9533687"/>
              <a:gd name="connsiteX5" fmla="*/ 0 w 8727931"/>
              <a:gd name="connsiteY5" fmla="*/ 251277 h 9533687"/>
              <a:gd name="connsiteX6" fmla="*/ 251277 w 8727931"/>
              <a:gd name="connsiteY6" fmla="*/ 0 h 9533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727931" h="9533687">
                <a:moveTo>
                  <a:pt x="251277" y="0"/>
                </a:moveTo>
                <a:lnTo>
                  <a:pt x="8727931" y="0"/>
                </a:lnTo>
                <a:lnTo>
                  <a:pt x="8727931" y="9533687"/>
                </a:lnTo>
                <a:lnTo>
                  <a:pt x="251277" y="9533687"/>
                </a:lnTo>
                <a:cubicBezTo>
                  <a:pt x="112501" y="9533687"/>
                  <a:pt x="0" y="9421186"/>
                  <a:pt x="0" y="9282410"/>
                </a:cubicBezTo>
                <a:lnTo>
                  <a:pt x="0" y="251277"/>
                </a:lnTo>
                <a:cubicBezTo>
                  <a:pt x="0" y="112501"/>
                  <a:pt x="112501" y="0"/>
                  <a:pt x="251277"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913098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800" fill="hold"/>
                                        <p:tgtEl>
                                          <p:spTgt spid="5"/>
                                        </p:tgtEl>
                                        <p:attrNameLst>
                                          <p:attrName>ppt_x</p:attrName>
                                        </p:attrNameLst>
                                      </p:cBhvr>
                                      <p:tavLst>
                                        <p:tav tm="0">
                                          <p:val>
                                            <p:strVal val="1+#ppt_w/2"/>
                                          </p:val>
                                        </p:tav>
                                        <p:tav tm="100000">
                                          <p:val>
                                            <p:strVal val="#ppt_x"/>
                                          </p:val>
                                        </p:tav>
                                      </p:tavLst>
                                    </p:anim>
                                    <p:anim calcmode="lin" valueType="num">
                                      <p:cBhvr additive="base">
                                        <p:cTn id="8" dur="18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38_Custom Layout">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5CF2E2FA-6181-4E67-8649-8A7BCC8E8224}"/>
              </a:ext>
            </a:extLst>
          </p:cNvPr>
          <p:cNvSpPr/>
          <p:nvPr/>
        </p:nvSpPr>
        <p:spPr>
          <a:xfrm>
            <a:off x="781742" y="0"/>
            <a:ext cx="10628516" cy="6858000"/>
          </a:xfrm>
          <a:prstGeom prst="round2SameRect">
            <a:avLst>
              <a:gd name="adj1" fmla="val 0"/>
              <a:gd name="adj2" fmla="val 0"/>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900"/>
          </a:p>
        </p:txBody>
      </p:sp>
      <p:sp>
        <p:nvSpPr>
          <p:cNvPr id="7" name="Picture Placeholder 6">
            <a:extLst>
              <a:ext uri="{FF2B5EF4-FFF2-40B4-BE49-F238E27FC236}">
                <a16:creationId xmlns:a16="http://schemas.microsoft.com/office/drawing/2014/main" id="{1E12FE6D-78FE-4F42-A970-BF00C9D8BAA2}"/>
              </a:ext>
            </a:extLst>
          </p:cNvPr>
          <p:cNvSpPr>
            <a:spLocks noGrp="1"/>
          </p:cNvSpPr>
          <p:nvPr>
            <p:ph type="pic" sz="quarter" idx="13"/>
          </p:nvPr>
        </p:nvSpPr>
        <p:spPr>
          <a:xfrm>
            <a:off x="6096000" y="1045578"/>
            <a:ext cx="4363397" cy="4766844"/>
          </a:xfrm>
          <a:custGeom>
            <a:avLst/>
            <a:gdLst>
              <a:gd name="connsiteX0" fmla="*/ 0 w 8727931"/>
              <a:gd name="connsiteY0" fmla="*/ 0 h 9533687"/>
              <a:gd name="connsiteX1" fmla="*/ 8476653 w 8727931"/>
              <a:gd name="connsiteY1" fmla="*/ 0 h 9533687"/>
              <a:gd name="connsiteX2" fmla="*/ 8727931 w 8727931"/>
              <a:gd name="connsiteY2" fmla="*/ 251277 h 9533687"/>
              <a:gd name="connsiteX3" fmla="*/ 8727931 w 8727931"/>
              <a:gd name="connsiteY3" fmla="*/ 9282410 h 9533687"/>
              <a:gd name="connsiteX4" fmla="*/ 8476653 w 8727931"/>
              <a:gd name="connsiteY4" fmla="*/ 9533687 h 9533687"/>
              <a:gd name="connsiteX5" fmla="*/ 0 w 8727931"/>
              <a:gd name="connsiteY5" fmla="*/ 9533687 h 9533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7931" h="9533687">
                <a:moveTo>
                  <a:pt x="0" y="0"/>
                </a:moveTo>
                <a:lnTo>
                  <a:pt x="8476653" y="0"/>
                </a:lnTo>
                <a:cubicBezTo>
                  <a:pt x="8615429" y="0"/>
                  <a:pt x="8727931" y="112501"/>
                  <a:pt x="8727931" y="251277"/>
                </a:cubicBezTo>
                <a:lnTo>
                  <a:pt x="8727931" y="9282410"/>
                </a:lnTo>
                <a:cubicBezTo>
                  <a:pt x="8727931" y="9421186"/>
                  <a:pt x="8615429" y="9533687"/>
                  <a:pt x="8476653" y="9533687"/>
                </a:cubicBezTo>
                <a:lnTo>
                  <a:pt x="0" y="9533687"/>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746882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1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800" fill="hold"/>
                                        <p:tgtEl>
                                          <p:spTgt spid="7"/>
                                        </p:tgtEl>
                                        <p:attrNameLst>
                                          <p:attrName>ppt_x</p:attrName>
                                        </p:attrNameLst>
                                      </p:cBhvr>
                                      <p:tavLst>
                                        <p:tav tm="0">
                                          <p:val>
                                            <p:strVal val="#ppt_x"/>
                                          </p:val>
                                        </p:tav>
                                        <p:tav tm="100000">
                                          <p:val>
                                            <p:strVal val="#ppt_x"/>
                                          </p:val>
                                        </p:tav>
                                      </p:tavLst>
                                    </p:anim>
                                    <p:anim calcmode="lin" valueType="num">
                                      <p:cBhvr additive="base">
                                        <p:cTn id="8" dur="18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36_Custom Layout">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5CF2E2FA-6181-4E67-8649-8A7BCC8E8224}"/>
              </a:ext>
            </a:extLst>
          </p:cNvPr>
          <p:cNvSpPr/>
          <p:nvPr/>
        </p:nvSpPr>
        <p:spPr>
          <a:xfrm>
            <a:off x="781742" y="0"/>
            <a:ext cx="10628516" cy="6858000"/>
          </a:xfrm>
          <a:prstGeom prst="round2SameRect">
            <a:avLst>
              <a:gd name="adj1" fmla="val 0"/>
              <a:gd name="adj2" fmla="val 0"/>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900"/>
          </a:p>
        </p:txBody>
      </p:sp>
      <p:sp>
        <p:nvSpPr>
          <p:cNvPr id="14" name="Picture Placeholder 13">
            <a:extLst>
              <a:ext uri="{FF2B5EF4-FFF2-40B4-BE49-F238E27FC236}">
                <a16:creationId xmlns:a16="http://schemas.microsoft.com/office/drawing/2014/main" id="{903FC9EE-4B68-4F52-9EE6-F0F1AA1A4CFF}"/>
              </a:ext>
            </a:extLst>
          </p:cNvPr>
          <p:cNvSpPr>
            <a:spLocks noGrp="1"/>
          </p:cNvSpPr>
          <p:nvPr>
            <p:ph type="pic" sz="quarter" idx="13"/>
          </p:nvPr>
        </p:nvSpPr>
        <p:spPr>
          <a:xfrm>
            <a:off x="2701841" y="1789462"/>
            <a:ext cx="1962946" cy="2832335"/>
          </a:xfrm>
          <a:custGeom>
            <a:avLst/>
            <a:gdLst>
              <a:gd name="connsiteX0" fmla="*/ 102872 w 3926403"/>
              <a:gd name="connsiteY0" fmla="*/ 0 h 5664669"/>
              <a:gd name="connsiteX1" fmla="*/ 3823531 w 3926403"/>
              <a:gd name="connsiteY1" fmla="*/ 0 h 5664669"/>
              <a:gd name="connsiteX2" fmla="*/ 3926403 w 3926403"/>
              <a:gd name="connsiteY2" fmla="*/ 102872 h 5664669"/>
              <a:gd name="connsiteX3" fmla="*/ 3926403 w 3926403"/>
              <a:gd name="connsiteY3" fmla="*/ 5561797 h 5664669"/>
              <a:gd name="connsiteX4" fmla="*/ 3823531 w 3926403"/>
              <a:gd name="connsiteY4" fmla="*/ 5664669 h 5664669"/>
              <a:gd name="connsiteX5" fmla="*/ 102872 w 3926403"/>
              <a:gd name="connsiteY5" fmla="*/ 5664669 h 5664669"/>
              <a:gd name="connsiteX6" fmla="*/ 0 w 3926403"/>
              <a:gd name="connsiteY6" fmla="*/ 5561797 h 5664669"/>
              <a:gd name="connsiteX7" fmla="*/ 0 w 3926403"/>
              <a:gd name="connsiteY7" fmla="*/ 102872 h 5664669"/>
              <a:gd name="connsiteX8" fmla="*/ 102872 w 3926403"/>
              <a:gd name="connsiteY8" fmla="*/ 0 h 5664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26403" h="5664669">
                <a:moveTo>
                  <a:pt x="102872" y="0"/>
                </a:moveTo>
                <a:lnTo>
                  <a:pt x="3823531" y="0"/>
                </a:lnTo>
                <a:cubicBezTo>
                  <a:pt x="3880346" y="0"/>
                  <a:pt x="3926403" y="46057"/>
                  <a:pt x="3926403" y="102872"/>
                </a:cubicBezTo>
                <a:lnTo>
                  <a:pt x="3926403" y="5561797"/>
                </a:lnTo>
                <a:cubicBezTo>
                  <a:pt x="3926403" y="5618612"/>
                  <a:pt x="3880346" y="5664669"/>
                  <a:pt x="3823531" y="5664669"/>
                </a:cubicBezTo>
                <a:lnTo>
                  <a:pt x="102872" y="5664669"/>
                </a:lnTo>
                <a:cubicBezTo>
                  <a:pt x="46057" y="5664669"/>
                  <a:pt x="0" y="5618612"/>
                  <a:pt x="0" y="5561797"/>
                </a:cubicBezTo>
                <a:lnTo>
                  <a:pt x="0" y="102872"/>
                </a:lnTo>
                <a:cubicBezTo>
                  <a:pt x="0" y="46057"/>
                  <a:pt x="46057" y="0"/>
                  <a:pt x="102872"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5" name="Picture Placeholder 14">
            <a:extLst>
              <a:ext uri="{FF2B5EF4-FFF2-40B4-BE49-F238E27FC236}">
                <a16:creationId xmlns:a16="http://schemas.microsoft.com/office/drawing/2014/main" id="{8A49D040-7743-4D16-B377-5B78AF4A7E75}"/>
              </a:ext>
            </a:extLst>
          </p:cNvPr>
          <p:cNvSpPr>
            <a:spLocks noGrp="1"/>
          </p:cNvSpPr>
          <p:nvPr>
            <p:ph type="pic" sz="quarter" idx="14"/>
          </p:nvPr>
        </p:nvSpPr>
        <p:spPr>
          <a:xfrm>
            <a:off x="4885957" y="300007"/>
            <a:ext cx="1962946" cy="2426865"/>
          </a:xfrm>
          <a:custGeom>
            <a:avLst/>
            <a:gdLst>
              <a:gd name="connsiteX0" fmla="*/ 102872 w 3926403"/>
              <a:gd name="connsiteY0" fmla="*/ 0 h 4853729"/>
              <a:gd name="connsiteX1" fmla="*/ 3823531 w 3926403"/>
              <a:gd name="connsiteY1" fmla="*/ 0 h 4853729"/>
              <a:gd name="connsiteX2" fmla="*/ 3926403 w 3926403"/>
              <a:gd name="connsiteY2" fmla="*/ 102872 h 4853729"/>
              <a:gd name="connsiteX3" fmla="*/ 3926403 w 3926403"/>
              <a:gd name="connsiteY3" fmla="*/ 4750857 h 4853729"/>
              <a:gd name="connsiteX4" fmla="*/ 3823531 w 3926403"/>
              <a:gd name="connsiteY4" fmla="*/ 4853729 h 4853729"/>
              <a:gd name="connsiteX5" fmla="*/ 102872 w 3926403"/>
              <a:gd name="connsiteY5" fmla="*/ 4853729 h 4853729"/>
              <a:gd name="connsiteX6" fmla="*/ 0 w 3926403"/>
              <a:gd name="connsiteY6" fmla="*/ 4750857 h 4853729"/>
              <a:gd name="connsiteX7" fmla="*/ 0 w 3926403"/>
              <a:gd name="connsiteY7" fmla="*/ 102872 h 4853729"/>
              <a:gd name="connsiteX8" fmla="*/ 102872 w 3926403"/>
              <a:gd name="connsiteY8" fmla="*/ 0 h 4853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26403" h="4853729">
                <a:moveTo>
                  <a:pt x="102872" y="0"/>
                </a:moveTo>
                <a:lnTo>
                  <a:pt x="3823531" y="0"/>
                </a:lnTo>
                <a:cubicBezTo>
                  <a:pt x="3880346" y="0"/>
                  <a:pt x="3926403" y="46057"/>
                  <a:pt x="3926403" y="102872"/>
                </a:cubicBezTo>
                <a:lnTo>
                  <a:pt x="3926403" y="4750857"/>
                </a:lnTo>
                <a:cubicBezTo>
                  <a:pt x="3926403" y="4807672"/>
                  <a:pt x="3880346" y="4853729"/>
                  <a:pt x="3823531" y="4853729"/>
                </a:cubicBezTo>
                <a:lnTo>
                  <a:pt x="102872" y="4853729"/>
                </a:lnTo>
                <a:cubicBezTo>
                  <a:pt x="46057" y="4853729"/>
                  <a:pt x="0" y="4807672"/>
                  <a:pt x="0" y="4750857"/>
                </a:cubicBezTo>
                <a:lnTo>
                  <a:pt x="0" y="102872"/>
                </a:lnTo>
                <a:cubicBezTo>
                  <a:pt x="0" y="46057"/>
                  <a:pt x="46057" y="0"/>
                  <a:pt x="102872"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7" name="Picture Placeholder 16">
            <a:extLst>
              <a:ext uri="{FF2B5EF4-FFF2-40B4-BE49-F238E27FC236}">
                <a16:creationId xmlns:a16="http://schemas.microsoft.com/office/drawing/2014/main" id="{C9DC3289-DAAE-42C2-B177-1F3B4B3B04CE}"/>
              </a:ext>
            </a:extLst>
          </p:cNvPr>
          <p:cNvSpPr>
            <a:spLocks noGrp="1"/>
          </p:cNvSpPr>
          <p:nvPr>
            <p:ph type="pic" sz="quarter" idx="15"/>
          </p:nvPr>
        </p:nvSpPr>
        <p:spPr>
          <a:xfrm>
            <a:off x="7070073" y="1312314"/>
            <a:ext cx="1962946" cy="1943046"/>
          </a:xfrm>
          <a:custGeom>
            <a:avLst/>
            <a:gdLst>
              <a:gd name="connsiteX0" fmla="*/ 101816 w 3926403"/>
              <a:gd name="connsiteY0" fmla="*/ 0 h 3886092"/>
              <a:gd name="connsiteX1" fmla="*/ 3824587 w 3926403"/>
              <a:gd name="connsiteY1" fmla="*/ 0 h 3886092"/>
              <a:gd name="connsiteX2" fmla="*/ 3926403 w 3926403"/>
              <a:gd name="connsiteY2" fmla="*/ 101816 h 3886092"/>
              <a:gd name="connsiteX3" fmla="*/ 3926403 w 3926403"/>
              <a:gd name="connsiteY3" fmla="*/ 3784276 h 3886092"/>
              <a:gd name="connsiteX4" fmla="*/ 3824587 w 3926403"/>
              <a:gd name="connsiteY4" fmla="*/ 3886092 h 3886092"/>
              <a:gd name="connsiteX5" fmla="*/ 101816 w 3926403"/>
              <a:gd name="connsiteY5" fmla="*/ 3886092 h 3886092"/>
              <a:gd name="connsiteX6" fmla="*/ 0 w 3926403"/>
              <a:gd name="connsiteY6" fmla="*/ 3784276 h 3886092"/>
              <a:gd name="connsiteX7" fmla="*/ 0 w 3926403"/>
              <a:gd name="connsiteY7" fmla="*/ 101816 h 3886092"/>
              <a:gd name="connsiteX8" fmla="*/ 101816 w 3926403"/>
              <a:gd name="connsiteY8" fmla="*/ 0 h 388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26403" h="3886092">
                <a:moveTo>
                  <a:pt x="101816" y="0"/>
                </a:moveTo>
                <a:lnTo>
                  <a:pt x="3824587" y="0"/>
                </a:lnTo>
                <a:cubicBezTo>
                  <a:pt x="3880817" y="0"/>
                  <a:pt x="3926403" y="45585"/>
                  <a:pt x="3926403" y="101816"/>
                </a:cubicBezTo>
                <a:lnTo>
                  <a:pt x="3926403" y="3784276"/>
                </a:lnTo>
                <a:cubicBezTo>
                  <a:pt x="3926403" y="3840507"/>
                  <a:pt x="3880817" y="3886092"/>
                  <a:pt x="3824587" y="3886092"/>
                </a:cubicBezTo>
                <a:lnTo>
                  <a:pt x="101816" y="3886092"/>
                </a:lnTo>
                <a:cubicBezTo>
                  <a:pt x="45585" y="3886092"/>
                  <a:pt x="0" y="3840507"/>
                  <a:pt x="0" y="3784276"/>
                </a:cubicBezTo>
                <a:lnTo>
                  <a:pt x="0" y="101816"/>
                </a:lnTo>
                <a:cubicBezTo>
                  <a:pt x="0" y="45585"/>
                  <a:pt x="45585" y="0"/>
                  <a:pt x="101816"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8" name="Picture Placeholder 17">
            <a:extLst>
              <a:ext uri="{FF2B5EF4-FFF2-40B4-BE49-F238E27FC236}">
                <a16:creationId xmlns:a16="http://schemas.microsoft.com/office/drawing/2014/main" id="{A824DCF8-6488-4312-B93E-BDAE05E1B6CC}"/>
              </a:ext>
            </a:extLst>
          </p:cNvPr>
          <p:cNvSpPr>
            <a:spLocks noGrp="1"/>
          </p:cNvSpPr>
          <p:nvPr>
            <p:ph type="pic" sz="quarter" idx="16"/>
          </p:nvPr>
        </p:nvSpPr>
        <p:spPr>
          <a:xfrm>
            <a:off x="7070073" y="4192885"/>
            <a:ext cx="1962946" cy="1362246"/>
          </a:xfrm>
          <a:custGeom>
            <a:avLst/>
            <a:gdLst>
              <a:gd name="connsiteX0" fmla="*/ 71382 w 3926403"/>
              <a:gd name="connsiteY0" fmla="*/ 0 h 2724492"/>
              <a:gd name="connsiteX1" fmla="*/ 3855021 w 3926403"/>
              <a:gd name="connsiteY1" fmla="*/ 0 h 2724492"/>
              <a:gd name="connsiteX2" fmla="*/ 3926403 w 3926403"/>
              <a:gd name="connsiteY2" fmla="*/ 71382 h 2724492"/>
              <a:gd name="connsiteX3" fmla="*/ 3926403 w 3926403"/>
              <a:gd name="connsiteY3" fmla="*/ 2653110 h 2724492"/>
              <a:gd name="connsiteX4" fmla="*/ 3855021 w 3926403"/>
              <a:gd name="connsiteY4" fmla="*/ 2724492 h 2724492"/>
              <a:gd name="connsiteX5" fmla="*/ 71382 w 3926403"/>
              <a:gd name="connsiteY5" fmla="*/ 2724492 h 2724492"/>
              <a:gd name="connsiteX6" fmla="*/ 0 w 3926403"/>
              <a:gd name="connsiteY6" fmla="*/ 2653110 h 2724492"/>
              <a:gd name="connsiteX7" fmla="*/ 0 w 3926403"/>
              <a:gd name="connsiteY7" fmla="*/ 71382 h 2724492"/>
              <a:gd name="connsiteX8" fmla="*/ 71382 w 3926403"/>
              <a:gd name="connsiteY8" fmla="*/ 0 h 272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26403" h="2724492">
                <a:moveTo>
                  <a:pt x="71382" y="0"/>
                </a:moveTo>
                <a:lnTo>
                  <a:pt x="3855021" y="0"/>
                </a:lnTo>
                <a:cubicBezTo>
                  <a:pt x="3894445" y="0"/>
                  <a:pt x="3926403" y="31959"/>
                  <a:pt x="3926403" y="71382"/>
                </a:cubicBezTo>
                <a:lnTo>
                  <a:pt x="3926403" y="2653110"/>
                </a:lnTo>
                <a:cubicBezTo>
                  <a:pt x="3926403" y="2692533"/>
                  <a:pt x="3894445" y="2724492"/>
                  <a:pt x="3855021" y="2724492"/>
                </a:cubicBezTo>
                <a:lnTo>
                  <a:pt x="71382" y="2724492"/>
                </a:lnTo>
                <a:cubicBezTo>
                  <a:pt x="31959" y="2724492"/>
                  <a:pt x="0" y="2692533"/>
                  <a:pt x="0" y="2653110"/>
                </a:cubicBezTo>
                <a:lnTo>
                  <a:pt x="0" y="71382"/>
                </a:lnTo>
                <a:cubicBezTo>
                  <a:pt x="0" y="31959"/>
                  <a:pt x="31959" y="0"/>
                  <a:pt x="71382"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6" name="Picture Placeholder 15">
            <a:extLst>
              <a:ext uri="{FF2B5EF4-FFF2-40B4-BE49-F238E27FC236}">
                <a16:creationId xmlns:a16="http://schemas.microsoft.com/office/drawing/2014/main" id="{440DCED3-97B9-4FB2-980E-F7701E113525}"/>
              </a:ext>
            </a:extLst>
          </p:cNvPr>
          <p:cNvSpPr>
            <a:spLocks noGrp="1"/>
          </p:cNvSpPr>
          <p:nvPr>
            <p:ph type="pic" sz="quarter" idx="17"/>
          </p:nvPr>
        </p:nvSpPr>
        <p:spPr>
          <a:xfrm>
            <a:off x="4885957" y="3570754"/>
            <a:ext cx="1962946" cy="1635794"/>
          </a:xfrm>
          <a:custGeom>
            <a:avLst/>
            <a:gdLst>
              <a:gd name="connsiteX0" fmla="*/ 85716 w 3926403"/>
              <a:gd name="connsiteY0" fmla="*/ 0 h 3271587"/>
              <a:gd name="connsiteX1" fmla="*/ 3840687 w 3926403"/>
              <a:gd name="connsiteY1" fmla="*/ 0 h 3271587"/>
              <a:gd name="connsiteX2" fmla="*/ 3926403 w 3926403"/>
              <a:gd name="connsiteY2" fmla="*/ 85716 h 3271587"/>
              <a:gd name="connsiteX3" fmla="*/ 3926403 w 3926403"/>
              <a:gd name="connsiteY3" fmla="*/ 3185871 h 3271587"/>
              <a:gd name="connsiteX4" fmla="*/ 3840687 w 3926403"/>
              <a:gd name="connsiteY4" fmla="*/ 3271587 h 3271587"/>
              <a:gd name="connsiteX5" fmla="*/ 85716 w 3926403"/>
              <a:gd name="connsiteY5" fmla="*/ 3271587 h 3271587"/>
              <a:gd name="connsiteX6" fmla="*/ 0 w 3926403"/>
              <a:gd name="connsiteY6" fmla="*/ 3185871 h 3271587"/>
              <a:gd name="connsiteX7" fmla="*/ 0 w 3926403"/>
              <a:gd name="connsiteY7" fmla="*/ 85716 h 3271587"/>
              <a:gd name="connsiteX8" fmla="*/ 85716 w 3926403"/>
              <a:gd name="connsiteY8" fmla="*/ 0 h 3271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26403" h="3271587">
                <a:moveTo>
                  <a:pt x="85716" y="0"/>
                </a:moveTo>
                <a:lnTo>
                  <a:pt x="3840687" y="0"/>
                </a:lnTo>
                <a:cubicBezTo>
                  <a:pt x="3888027" y="0"/>
                  <a:pt x="3926403" y="38376"/>
                  <a:pt x="3926403" y="85716"/>
                </a:cubicBezTo>
                <a:lnTo>
                  <a:pt x="3926403" y="3185871"/>
                </a:lnTo>
                <a:cubicBezTo>
                  <a:pt x="3926403" y="3233211"/>
                  <a:pt x="3888027" y="3271587"/>
                  <a:pt x="3840687" y="3271587"/>
                </a:cubicBezTo>
                <a:lnTo>
                  <a:pt x="85716" y="3271587"/>
                </a:lnTo>
                <a:cubicBezTo>
                  <a:pt x="38376" y="3271587"/>
                  <a:pt x="0" y="3233211"/>
                  <a:pt x="0" y="3185871"/>
                </a:cubicBezTo>
                <a:lnTo>
                  <a:pt x="0" y="85716"/>
                </a:lnTo>
                <a:cubicBezTo>
                  <a:pt x="0" y="38376"/>
                  <a:pt x="38376" y="0"/>
                  <a:pt x="85716"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04044518"/>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72000">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14:bounceEnd="72000">
                                          <p:cBhvr additive="base">
                                            <p:cTn id="7" dur="2500" fill="hold"/>
                                            <p:tgtEl>
                                              <p:spTgt spid="14"/>
                                            </p:tgtEl>
                                            <p:attrNameLst>
                                              <p:attrName>ppt_x</p:attrName>
                                            </p:attrNameLst>
                                          </p:cBhvr>
                                          <p:tavLst>
                                            <p:tav tm="0">
                                              <p:val>
                                                <p:strVal val="#ppt_x"/>
                                              </p:val>
                                            </p:tav>
                                            <p:tav tm="100000">
                                              <p:val>
                                                <p:strVal val="#ppt_x"/>
                                              </p:val>
                                            </p:tav>
                                          </p:tavLst>
                                        </p:anim>
                                        <p:anim calcmode="lin" valueType="num" p14:bounceEnd="72000">
                                          <p:cBhvr additive="base">
                                            <p:cTn id="8" dur="2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72000">
                                      <p:stCondLst>
                                        <p:cond delay="100"/>
                                      </p:stCondLst>
                                      <p:childTnLst>
                                        <p:set>
                                          <p:cBhvr>
                                            <p:cTn id="10" dur="1" fill="hold">
                                              <p:stCondLst>
                                                <p:cond delay="0"/>
                                              </p:stCondLst>
                                            </p:cTn>
                                            <p:tgtEl>
                                              <p:spTgt spid="15"/>
                                            </p:tgtEl>
                                            <p:attrNameLst>
                                              <p:attrName>style.visibility</p:attrName>
                                            </p:attrNameLst>
                                          </p:cBhvr>
                                          <p:to>
                                            <p:strVal val="visible"/>
                                          </p:to>
                                        </p:set>
                                        <p:anim calcmode="lin" valueType="num" p14:bounceEnd="72000">
                                          <p:cBhvr additive="base">
                                            <p:cTn id="11" dur="2500" fill="hold"/>
                                            <p:tgtEl>
                                              <p:spTgt spid="15"/>
                                            </p:tgtEl>
                                            <p:attrNameLst>
                                              <p:attrName>ppt_x</p:attrName>
                                            </p:attrNameLst>
                                          </p:cBhvr>
                                          <p:tavLst>
                                            <p:tav tm="0">
                                              <p:val>
                                                <p:strVal val="#ppt_x"/>
                                              </p:val>
                                            </p:tav>
                                            <p:tav tm="100000">
                                              <p:val>
                                                <p:strVal val="#ppt_x"/>
                                              </p:val>
                                            </p:tav>
                                          </p:tavLst>
                                        </p:anim>
                                        <p:anim calcmode="lin" valueType="num" p14:bounceEnd="72000">
                                          <p:cBhvr additive="base">
                                            <p:cTn id="12" dur="2500" fill="hold"/>
                                            <p:tgtEl>
                                              <p:spTgt spid="1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14:presetBounceEnd="72000">
                                      <p:stCondLst>
                                        <p:cond delay="200"/>
                                      </p:stCondLst>
                                      <p:childTnLst>
                                        <p:set>
                                          <p:cBhvr>
                                            <p:cTn id="14" dur="1" fill="hold">
                                              <p:stCondLst>
                                                <p:cond delay="0"/>
                                              </p:stCondLst>
                                            </p:cTn>
                                            <p:tgtEl>
                                              <p:spTgt spid="17"/>
                                            </p:tgtEl>
                                            <p:attrNameLst>
                                              <p:attrName>style.visibility</p:attrName>
                                            </p:attrNameLst>
                                          </p:cBhvr>
                                          <p:to>
                                            <p:strVal val="visible"/>
                                          </p:to>
                                        </p:set>
                                        <p:anim calcmode="lin" valueType="num" p14:bounceEnd="72000">
                                          <p:cBhvr additive="base">
                                            <p:cTn id="15" dur="2500" fill="hold"/>
                                            <p:tgtEl>
                                              <p:spTgt spid="17"/>
                                            </p:tgtEl>
                                            <p:attrNameLst>
                                              <p:attrName>ppt_x</p:attrName>
                                            </p:attrNameLst>
                                          </p:cBhvr>
                                          <p:tavLst>
                                            <p:tav tm="0">
                                              <p:val>
                                                <p:strVal val="#ppt_x"/>
                                              </p:val>
                                            </p:tav>
                                            <p:tav tm="100000">
                                              <p:val>
                                                <p:strVal val="#ppt_x"/>
                                              </p:val>
                                            </p:tav>
                                          </p:tavLst>
                                        </p:anim>
                                        <p:anim calcmode="lin" valueType="num" p14:bounceEnd="72000">
                                          <p:cBhvr additive="base">
                                            <p:cTn id="16" dur="2500" fill="hold"/>
                                            <p:tgtEl>
                                              <p:spTgt spid="1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14:presetBounceEnd="72000">
                                      <p:stCondLst>
                                        <p:cond delay="300"/>
                                      </p:stCondLst>
                                      <p:childTnLst>
                                        <p:set>
                                          <p:cBhvr>
                                            <p:cTn id="18" dur="1" fill="hold">
                                              <p:stCondLst>
                                                <p:cond delay="0"/>
                                              </p:stCondLst>
                                            </p:cTn>
                                            <p:tgtEl>
                                              <p:spTgt spid="16"/>
                                            </p:tgtEl>
                                            <p:attrNameLst>
                                              <p:attrName>style.visibility</p:attrName>
                                            </p:attrNameLst>
                                          </p:cBhvr>
                                          <p:to>
                                            <p:strVal val="visible"/>
                                          </p:to>
                                        </p:set>
                                        <p:anim calcmode="lin" valueType="num" p14:bounceEnd="72000">
                                          <p:cBhvr additive="base">
                                            <p:cTn id="19" dur="2500" fill="hold"/>
                                            <p:tgtEl>
                                              <p:spTgt spid="16"/>
                                            </p:tgtEl>
                                            <p:attrNameLst>
                                              <p:attrName>ppt_x</p:attrName>
                                            </p:attrNameLst>
                                          </p:cBhvr>
                                          <p:tavLst>
                                            <p:tav tm="0">
                                              <p:val>
                                                <p:strVal val="#ppt_x"/>
                                              </p:val>
                                            </p:tav>
                                            <p:tav tm="100000">
                                              <p:val>
                                                <p:strVal val="#ppt_x"/>
                                              </p:val>
                                            </p:tav>
                                          </p:tavLst>
                                        </p:anim>
                                        <p:anim calcmode="lin" valueType="num" p14:bounceEnd="72000">
                                          <p:cBhvr additive="base">
                                            <p:cTn id="20" dur="2500" fill="hold"/>
                                            <p:tgtEl>
                                              <p:spTgt spid="1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14:presetBounceEnd="72000">
                                      <p:stCondLst>
                                        <p:cond delay="400"/>
                                      </p:stCondLst>
                                      <p:childTnLst>
                                        <p:set>
                                          <p:cBhvr>
                                            <p:cTn id="22" dur="1" fill="hold">
                                              <p:stCondLst>
                                                <p:cond delay="0"/>
                                              </p:stCondLst>
                                            </p:cTn>
                                            <p:tgtEl>
                                              <p:spTgt spid="18"/>
                                            </p:tgtEl>
                                            <p:attrNameLst>
                                              <p:attrName>style.visibility</p:attrName>
                                            </p:attrNameLst>
                                          </p:cBhvr>
                                          <p:to>
                                            <p:strVal val="visible"/>
                                          </p:to>
                                        </p:set>
                                        <p:anim calcmode="lin" valueType="num" p14:bounceEnd="72000">
                                          <p:cBhvr additive="base">
                                            <p:cTn id="23" dur="2500" fill="hold"/>
                                            <p:tgtEl>
                                              <p:spTgt spid="18"/>
                                            </p:tgtEl>
                                            <p:attrNameLst>
                                              <p:attrName>ppt_x</p:attrName>
                                            </p:attrNameLst>
                                          </p:cBhvr>
                                          <p:tavLst>
                                            <p:tav tm="0">
                                              <p:val>
                                                <p:strVal val="#ppt_x"/>
                                              </p:val>
                                            </p:tav>
                                            <p:tav tm="100000">
                                              <p:val>
                                                <p:strVal val="#ppt_x"/>
                                              </p:val>
                                            </p:tav>
                                          </p:tavLst>
                                        </p:anim>
                                        <p:anim calcmode="lin" valueType="num" p14:bounceEnd="72000">
                                          <p:cBhvr additive="base">
                                            <p:cTn id="24" dur="2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animBg="1"/>
          <p:bldP spid="18" grpId="0" animBg="1"/>
          <p:bldP spid="16"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2500" fill="hold"/>
                                            <p:tgtEl>
                                              <p:spTgt spid="14"/>
                                            </p:tgtEl>
                                            <p:attrNameLst>
                                              <p:attrName>ppt_x</p:attrName>
                                            </p:attrNameLst>
                                          </p:cBhvr>
                                          <p:tavLst>
                                            <p:tav tm="0">
                                              <p:val>
                                                <p:strVal val="#ppt_x"/>
                                              </p:val>
                                            </p:tav>
                                            <p:tav tm="100000">
                                              <p:val>
                                                <p:strVal val="#ppt_x"/>
                                              </p:val>
                                            </p:tav>
                                          </p:tavLst>
                                        </p:anim>
                                        <p:anim calcmode="lin" valueType="num">
                                          <p:cBhvr additive="base">
                                            <p:cTn id="8" dur="2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2500" fill="hold"/>
                                            <p:tgtEl>
                                              <p:spTgt spid="15"/>
                                            </p:tgtEl>
                                            <p:attrNameLst>
                                              <p:attrName>ppt_x</p:attrName>
                                            </p:attrNameLst>
                                          </p:cBhvr>
                                          <p:tavLst>
                                            <p:tav tm="0">
                                              <p:val>
                                                <p:strVal val="#ppt_x"/>
                                              </p:val>
                                            </p:tav>
                                            <p:tav tm="100000">
                                              <p:val>
                                                <p:strVal val="#ppt_x"/>
                                              </p:val>
                                            </p:tav>
                                          </p:tavLst>
                                        </p:anim>
                                        <p:anim calcmode="lin" valueType="num">
                                          <p:cBhvr additive="base">
                                            <p:cTn id="12" dur="2500" fill="hold"/>
                                            <p:tgtEl>
                                              <p:spTgt spid="1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20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2500" fill="hold"/>
                                            <p:tgtEl>
                                              <p:spTgt spid="17"/>
                                            </p:tgtEl>
                                            <p:attrNameLst>
                                              <p:attrName>ppt_x</p:attrName>
                                            </p:attrNameLst>
                                          </p:cBhvr>
                                          <p:tavLst>
                                            <p:tav tm="0">
                                              <p:val>
                                                <p:strVal val="#ppt_x"/>
                                              </p:val>
                                            </p:tav>
                                            <p:tav tm="100000">
                                              <p:val>
                                                <p:strVal val="#ppt_x"/>
                                              </p:val>
                                            </p:tav>
                                          </p:tavLst>
                                        </p:anim>
                                        <p:anim calcmode="lin" valueType="num">
                                          <p:cBhvr additive="base">
                                            <p:cTn id="16" dur="2500" fill="hold"/>
                                            <p:tgtEl>
                                              <p:spTgt spid="1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30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2500" fill="hold"/>
                                            <p:tgtEl>
                                              <p:spTgt spid="16"/>
                                            </p:tgtEl>
                                            <p:attrNameLst>
                                              <p:attrName>ppt_x</p:attrName>
                                            </p:attrNameLst>
                                          </p:cBhvr>
                                          <p:tavLst>
                                            <p:tav tm="0">
                                              <p:val>
                                                <p:strVal val="#ppt_x"/>
                                              </p:val>
                                            </p:tav>
                                            <p:tav tm="100000">
                                              <p:val>
                                                <p:strVal val="#ppt_x"/>
                                              </p:val>
                                            </p:tav>
                                          </p:tavLst>
                                        </p:anim>
                                        <p:anim calcmode="lin" valueType="num">
                                          <p:cBhvr additive="base">
                                            <p:cTn id="20" dur="2500" fill="hold"/>
                                            <p:tgtEl>
                                              <p:spTgt spid="1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40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2500" fill="hold"/>
                                            <p:tgtEl>
                                              <p:spTgt spid="18"/>
                                            </p:tgtEl>
                                            <p:attrNameLst>
                                              <p:attrName>ppt_x</p:attrName>
                                            </p:attrNameLst>
                                          </p:cBhvr>
                                          <p:tavLst>
                                            <p:tav tm="0">
                                              <p:val>
                                                <p:strVal val="#ppt_x"/>
                                              </p:val>
                                            </p:tav>
                                            <p:tav tm="100000">
                                              <p:val>
                                                <p:strVal val="#ppt_x"/>
                                              </p:val>
                                            </p:tav>
                                          </p:tavLst>
                                        </p:anim>
                                        <p:anim calcmode="lin" valueType="num">
                                          <p:cBhvr additive="base">
                                            <p:cTn id="24" dur="2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animBg="1"/>
          <p:bldP spid="18" grpId="0" animBg="1"/>
          <p:bldP spid="16" grpId="0" animBg="1"/>
        </p:bldLst>
      </p:timing>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35_Custom Layout">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5CF2E2FA-6181-4E67-8649-8A7BCC8E8224}"/>
              </a:ext>
            </a:extLst>
          </p:cNvPr>
          <p:cNvSpPr/>
          <p:nvPr/>
        </p:nvSpPr>
        <p:spPr>
          <a:xfrm>
            <a:off x="781742" y="0"/>
            <a:ext cx="10628516" cy="6858000"/>
          </a:xfrm>
          <a:prstGeom prst="round2SameRect">
            <a:avLst>
              <a:gd name="adj1" fmla="val 0"/>
              <a:gd name="adj2" fmla="val 0"/>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900"/>
          </a:p>
        </p:txBody>
      </p:sp>
      <p:sp>
        <p:nvSpPr>
          <p:cNvPr id="19" name="Picture Placeholder 18">
            <a:extLst>
              <a:ext uri="{FF2B5EF4-FFF2-40B4-BE49-F238E27FC236}">
                <a16:creationId xmlns:a16="http://schemas.microsoft.com/office/drawing/2014/main" id="{3CDD3870-C715-4C53-9585-F741A2C71E78}"/>
              </a:ext>
            </a:extLst>
          </p:cNvPr>
          <p:cNvSpPr>
            <a:spLocks noGrp="1"/>
          </p:cNvSpPr>
          <p:nvPr>
            <p:ph type="pic" sz="quarter" idx="12"/>
          </p:nvPr>
        </p:nvSpPr>
        <p:spPr>
          <a:xfrm>
            <a:off x="8138264" y="240573"/>
            <a:ext cx="1968910" cy="2089632"/>
          </a:xfrm>
          <a:custGeom>
            <a:avLst/>
            <a:gdLst>
              <a:gd name="connsiteX0" fmla="*/ 0 w 3938333"/>
              <a:gd name="connsiteY0" fmla="*/ 0 h 4179264"/>
              <a:gd name="connsiteX1" fmla="*/ 3747441 w 3938333"/>
              <a:gd name="connsiteY1" fmla="*/ 0 h 4179264"/>
              <a:gd name="connsiteX2" fmla="*/ 3938333 w 3938333"/>
              <a:gd name="connsiteY2" fmla="*/ 190891 h 4179264"/>
              <a:gd name="connsiteX3" fmla="*/ 3938333 w 3938333"/>
              <a:gd name="connsiteY3" fmla="*/ 4179264 h 4179264"/>
              <a:gd name="connsiteX4" fmla="*/ 0 w 3938333"/>
              <a:gd name="connsiteY4" fmla="*/ 4179264 h 4179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8333" h="4179264">
                <a:moveTo>
                  <a:pt x="0" y="0"/>
                </a:moveTo>
                <a:lnTo>
                  <a:pt x="3747441" y="0"/>
                </a:lnTo>
                <a:cubicBezTo>
                  <a:pt x="3852869" y="0"/>
                  <a:pt x="3938333" y="85465"/>
                  <a:pt x="3938333" y="190891"/>
                </a:cubicBezTo>
                <a:lnTo>
                  <a:pt x="3938333" y="4179264"/>
                </a:lnTo>
                <a:lnTo>
                  <a:pt x="0" y="417926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0" name="Picture Placeholder 19">
            <a:extLst>
              <a:ext uri="{FF2B5EF4-FFF2-40B4-BE49-F238E27FC236}">
                <a16:creationId xmlns:a16="http://schemas.microsoft.com/office/drawing/2014/main" id="{64FBAD0B-42CC-4583-8C90-F737428277A3}"/>
              </a:ext>
            </a:extLst>
          </p:cNvPr>
          <p:cNvSpPr>
            <a:spLocks noGrp="1"/>
          </p:cNvSpPr>
          <p:nvPr>
            <p:ph type="pic" sz="quarter" idx="13"/>
          </p:nvPr>
        </p:nvSpPr>
        <p:spPr>
          <a:xfrm>
            <a:off x="6124110" y="240573"/>
            <a:ext cx="1962946" cy="2089632"/>
          </a:xfrm>
          <a:custGeom>
            <a:avLst/>
            <a:gdLst>
              <a:gd name="connsiteX0" fmla="*/ 0 w 3926403"/>
              <a:gd name="connsiteY0" fmla="*/ 0 h 4179264"/>
              <a:gd name="connsiteX1" fmla="*/ 3926403 w 3926403"/>
              <a:gd name="connsiteY1" fmla="*/ 0 h 4179264"/>
              <a:gd name="connsiteX2" fmla="*/ 3926403 w 3926403"/>
              <a:gd name="connsiteY2" fmla="*/ 4179264 h 4179264"/>
              <a:gd name="connsiteX3" fmla="*/ 0 w 3926403"/>
              <a:gd name="connsiteY3" fmla="*/ 4179264 h 4179264"/>
            </a:gdLst>
            <a:ahLst/>
            <a:cxnLst>
              <a:cxn ang="0">
                <a:pos x="connsiteX0" y="connsiteY0"/>
              </a:cxn>
              <a:cxn ang="0">
                <a:pos x="connsiteX1" y="connsiteY1"/>
              </a:cxn>
              <a:cxn ang="0">
                <a:pos x="connsiteX2" y="connsiteY2"/>
              </a:cxn>
              <a:cxn ang="0">
                <a:pos x="connsiteX3" y="connsiteY3"/>
              </a:cxn>
            </a:cxnLst>
            <a:rect l="l" t="t" r="r" b="b"/>
            <a:pathLst>
              <a:path w="3926403" h="4179264">
                <a:moveTo>
                  <a:pt x="0" y="0"/>
                </a:moveTo>
                <a:lnTo>
                  <a:pt x="3926403" y="0"/>
                </a:lnTo>
                <a:lnTo>
                  <a:pt x="3926403" y="4179264"/>
                </a:lnTo>
                <a:lnTo>
                  <a:pt x="0" y="417926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1" name="Picture Placeholder 20">
            <a:extLst>
              <a:ext uri="{FF2B5EF4-FFF2-40B4-BE49-F238E27FC236}">
                <a16:creationId xmlns:a16="http://schemas.microsoft.com/office/drawing/2014/main" id="{AB92AA44-3056-4640-AE83-0BC4C1BCB843}"/>
              </a:ext>
            </a:extLst>
          </p:cNvPr>
          <p:cNvSpPr>
            <a:spLocks noGrp="1"/>
          </p:cNvSpPr>
          <p:nvPr>
            <p:ph type="pic" sz="quarter" idx="14"/>
          </p:nvPr>
        </p:nvSpPr>
        <p:spPr>
          <a:xfrm>
            <a:off x="4107707" y="2384184"/>
            <a:ext cx="1962946" cy="2089632"/>
          </a:xfrm>
          <a:custGeom>
            <a:avLst/>
            <a:gdLst>
              <a:gd name="connsiteX0" fmla="*/ 0 w 3926403"/>
              <a:gd name="connsiteY0" fmla="*/ 0 h 4179264"/>
              <a:gd name="connsiteX1" fmla="*/ 3926403 w 3926403"/>
              <a:gd name="connsiteY1" fmla="*/ 0 h 4179264"/>
              <a:gd name="connsiteX2" fmla="*/ 3926403 w 3926403"/>
              <a:gd name="connsiteY2" fmla="*/ 4179264 h 4179264"/>
              <a:gd name="connsiteX3" fmla="*/ 0 w 3926403"/>
              <a:gd name="connsiteY3" fmla="*/ 4179264 h 4179264"/>
            </a:gdLst>
            <a:ahLst/>
            <a:cxnLst>
              <a:cxn ang="0">
                <a:pos x="connsiteX0" y="connsiteY0"/>
              </a:cxn>
              <a:cxn ang="0">
                <a:pos x="connsiteX1" y="connsiteY1"/>
              </a:cxn>
              <a:cxn ang="0">
                <a:pos x="connsiteX2" y="connsiteY2"/>
              </a:cxn>
              <a:cxn ang="0">
                <a:pos x="connsiteX3" y="connsiteY3"/>
              </a:cxn>
            </a:cxnLst>
            <a:rect l="l" t="t" r="r" b="b"/>
            <a:pathLst>
              <a:path w="3926403" h="4179264">
                <a:moveTo>
                  <a:pt x="0" y="0"/>
                </a:moveTo>
                <a:lnTo>
                  <a:pt x="3926403" y="0"/>
                </a:lnTo>
                <a:lnTo>
                  <a:pt x="3926403" y="4179264"/>
                </a:lnTo>
                <a:lnTo>
                  <a:pt x="0" y="417926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2" name="Picture Placeholder 21">
            <a:extLst>
              <a:ext uri="{FF2B5EF4-FFF2-40B4-BE49-F238E27FC236}">
                <a16:creationId xmlns:a16="http://schemas.microsoft.com/office/drawing/2014/main" id="{5A16F2E8-B18C-43CB-A260-74ED835B6FC8}"/>
              </a:ext>
            </a:extLst>
          </p:cNvPr>
          <p:cNvSpPr>
            <a:spLocks noGrp="1"/>
          </p:cNvSpPr>
          <p:nvPr>
            <p:ph type="pic" sz="quarter" idx="15"/>
          </p:nvPr>
        </p:nvSpPr>
        <p:spPr>
          <a:xfrm>
            <a:off x="2084826" y="2384184"/>
            <a:ext cx="1968910" cy="2089632"/>
          </a:xfrm>
          <a:custGeom>
            <a:avLst/>
            <a:gdLst>
              <a:gd name="connsiteX0" fmla="*/ 0 w 3938333"/>
              <a:gd name="connsiteY0" fmla="*/ 0 h 4179264"/>
              <a:gd name="connsiteX1" fmla="*/ 3938333 w 3938333"/>
              <a:gd name="connsiteY1" fmla="*/ 0 h 4179264"/>
              <a:gd name="connsiteX2" fmla="*/ 3938333 w 3938333"/>
              <a:gd name="connsiteY2" fmla="*/ 4179264 h 4179264"/>
              <a:gd name="connsiteX3" fmla="*/ 0 w 3938333"/>
              <a:gd name="connsiteY3" fmla="*/ 4179264 h 4179264"/>
            </a:gdLst>
            <a:ahLst/>
            <a:cxnLst>
              <a:cxn ang="0">
                <a:pos x="connsiteX0" y="connsiteY0"/>
              </a:cxn>
              <a:cxn ang="0">
                <a:pos x="connsiteX1" y="connsiteY1"/>
              </a:cxn>
              <a:cxn ang="0">
                <a:pos x="connsiteX2" y="connsiteY2"/>
              </a:cxn>
              <a:cxn ang="0">
                <a:pos x="connsiteX3" y="connsiteY3"/>
              </a:cxn>
            </a:cxnLst>
            <a:rect l="l" t="t" r="r" b="b"/>
            <a:pathLst>
              <a:path w="3938333" h="4179264">
                <a:moveTo>
                  <a:pt x="0" y="0"/>
                </a:moveTo>
                <a:lnTo>
                  <a:pt x="3938333" y="0"/>
                </a:lnTo>
                <a:lnTo>
                  <a:pt x="3938333" y="4179264"/>
                </a:lnTo>
                <a:lnTo>
                  <a:pt x="0" y="417926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3" name="Picture Placeholder 22">
            <a:extLst>
              <a:ext uri="{FF2B5EF4-FFF2-40B4-BE49-F238E27FC236}">
                <a16:creationId xmlns:a16="http://schemas.microsoft.com/office/drawing/2014/main" id="{3A3784B9-508A-4B75-9D7E-381A78C381D6}"/>
              </a:ext>
            </a:extLst>
          </p:cNvPr>
          <p:cNvSpPr>
            <a:spLocks noGrp="1"/>
          </p:cNvSpPr>
          <p:nvPr>
            <p:ph type="pic" sz="quarter" idx="16"/>
          </p:nvPr>
        </p:nvSpPr>
        <p:spPr>
          <a:xfrm>
            <a:off x="6124110" y="4527795"/>
            <a:ext cx="1962946" cy="2089632"/>
          </a:xfrm>
          <a:custGeom>
            <a:avLst/>
            <a:gdLst>
              <a:gd name="connsiteX0" fmla="*/ 0 w 3926403"/>
              <a:gd name="connsiteY0" fmla="*/ 0 h 4179264"/>
              <a:gd name="connsiteX1" fmla="*/ 3926403 w 3926403"/>
              <a:gd name="connsiteY1" fmla="*/ 0 h 4179264"/>
              <a:gd name="connsiteX2" fmla="*/ 3926403 w 3926403"/>
              <a:gd name="connsiteY2" fmla="*/ 4179264 h 4179264"/>
              <a:gd name="connsiteX3" fmla="*/ 0 w 3926403"/>
              <a:gd name="connsiteY3" fmla="*/ 4179264 h 4179264"/>
            </a:gdLst>
            <a:ahLst/>
            <a:cxnLst>
              <a:cxn ang="0">
                <a:pos x="connsiteX0" y="connsiteY0"/>
              </a:cxn>
              <a:cxn ang="0">
                <a:pos x="connsiteX1" y="connsiteY1"/>
              </a:cxn>
              <a:cxn ang="0">
                <a:pos x="connsiteX2" y="connsiteY2"/>
              </a:cxn>
              <a:cxn ang="0">
                <a:pos x="connsiteX3" y="connsiteY3"/>
              </a:cxn>
            </a:cxnLst>
            <a:rect l="l" t="t" r="r" b="b"/>
            <a:pathLst>
              <a:path w="3926403" h="4179264">
                <a:moveTo>
                  <a:pt x="0" y="0"/>
                </a:moveTo>
                <a:lnTo>
                  <a:pt x="3926403" y="0"/>
                </a:lnTo>
                <a:lnTo>
                  <a:pt x="3926403" y="4179264"/>
                </a:lnTo>
                <a:lnTo>
                  <a:pt x="0" y="417926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4" name="Picture Placeholder 23">
            <a:extLst>
              <a:ext uri="{FF2B5EF4-FFF2-40B4-BE49-F238E27FC236}">
                <a16:creationId xmlns:a16="http://schemas.microsoft.com/office/drawing/2014/main" id="{A9F0F9EF-53B4-4A2C-B472-A90B22C56F67}"/>
              </a:ext>
            </a:extLst>
          </p:cNvPr>
          <p:cNvSpPr>
            <a:spLocks noGrp="1"/>
          </p:cNvSpPr>
          <p:nvPr>
            <p:ph type="pic" sz="quarter" idx="17"/>
          </p:nvPr>
        </p:nvSpPr>
        <p:spPr>
          <a:xfrm>
            <a:off x="8138264" y="4527795"/>
            <a:ext cx="1968910" cy="2089632"/>
          </a:xfrm>
          <a:custGeom>
            <a:avLst/>
            <a:gdLst>
              <a:gd name="connsiteX0" fmla="*/ 0 w 3938333"/>
              <a:gd name="connsiteY0" fmla="*/ 0 h 4179264"/>
              <a:gd name="connsiteX1" fmla="*/ 3938333 w 3938333"/>
              <a:gd name="connsiteY1" fmla="*/ 0 h 4179264"/>
              <a:gd name="connsiteX2" fmla="*/ 3938333 w 3938333"/>
              <a:gd name="connsiteY2" fmla="*/ 3988373 h 4179264"/>
              <a:gd name="connsiteX3" fmla="*/ 3747441 w 3938333"/>
              <a:gd name="connsiteY3" fmla="*/ 4179264 h 4179264"/>
              <a:gd name="connsiteX4" fmla="*/ 0 w 3938333"/>
              <a:gd name="connsiteY4" fmla="*/ 4179264 h 4179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8333" h="4179264">
                <a:moveTo>
                  <a:pt x="0" y="0"/>
                </a:moveTo>
                <a:lnTo>
                  <a:pt x="3938333" y="0"/>
                </a:lnTo>
                <a:lnTo>
                  <a:pt x="3938333" y="3988373"/>
                </a:lnTo>
                <a:cubicBezTo>
                  <a:pt x="3938333" y="4093799"/>
                  <a:pt x="3852869" y="4179264"/>
                  <a:pt x="3747441" y="4179264"/>
                </a:cubicBezTo>
                <a:lnTo>
                  <a:pt x="0" y="417926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566180469"/>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72000">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14:bounceEnd="72000">
                                          <p:cBhvr additive="base">
                                            <p:cTn id="7" dur="2500" fill="hold"/>
                                            <p:tgtEl>
                                              <p:spTgt spid="19"/>
                                            </p:tgtEl>
                                            <p:attrNameLst>
                                              <p:attrName>ppt_x</p:attrName>
                                            </p:attrNameLst>
                                          </p:cBhvr>
                                          <p:tavLst>
                                            <p:tav tm="0">
                                              <p:val>
                                                <p:strVal val="#ppt_x"/>
                                              </p:val>
                                            </p:tav>
                                            <p:tav tm="100000">
                                              <p:val>
                                                <p:strVal val="#ppt_x"/>
                                              </p:val>
                                            </p:tav>
                                          </p:tavLst>
                                        </p:anim>
                                        <p:anim calcmode="lin" valueType="num" p14:bounceEnd="72000">
                                          <p:cBhvr additive="base">
                                            <p:cTn id="8" dur="2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72000">
                                      <p:stCondLst>
                                        <p:cond delay="100"/>
                                      </p:stCondLst>
                                      <p:childTnLst>
                                        <p:set>
                                          <p:cBhvr>
                                            <p:cTn id="10" dur="1" fill="hold">
                                              <p:stCondLst>
                                                <p:cond delay="0"/>
                                              </p:stCondLst>
                                            </p:cTn>
                                            <p:tgtEl>
                                              <p:spTgt spid="20"/>
                                            </p:tgtEl>
                                            <p:attrNameLst>
                                              <p:attrName>style.visibility</p:attrName>
                                            </p:attrNameLst>
                                          </p:cBhvr>
                                          <p:to>
                                            <p:strVal val="visible"/>
                                          </p:to>
                                        </p:set>
                                        <p:anim calcmode="lin" valueType="num" p14:bounceEnd="72000">
                                          <p:cBhvr additive="base">
                                            <p:cTn id="11" dur="2500" fill="hold"/>
                                            <p:tgtEl>
                                              <p:spTgt spid="20"/>
                                            </p:tgtEl>
                                            <p:attrNameLst>
                                              <p:attrName>ppt_x</p:attrName>
                                            </p:attrNameLst>
                                          </p:cBhvr>
                                          <p:tavLst>
                                            <p:tav tm="0">
                                              <p:val>
                                                <p:strVal val="#ppt_x"/>
                                              </p:val>
                                            </p:tav>
                                            <p:tav tm="100000">
                                              <p:val>
                                                <p:strVal val="#ppt_x"/>
                                              </p:val>
                                            </p:tav>
                                          </p:tavLst>
                                        </p:anim>
                                        <p:anim calcmode="lin" valueType="num" p14:bounceEnd="72000">
                                          <p:cBhvr additive="base">
                                            <p:cTn id="12" dur="2500" fill="hold"/>
                                            <p:tgtEl>
                                              <p:spTgt spid="2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14:presetBounceEnd="72000">
                                      <p:stCondLst>
                                        <p:cond delay="200"/>
                                      </p:stCondLst>
                                      <p:childTnLst>
                                        <p:set>
                                          <p:cBhvr>
                                            <p:cTn id="14" dur="1" fill="hold">
                                              <p:stCondLst>
                                                <p:cond delay="0"/>
                                              </p:stCondLst>
                                            </p:cTn>
                                            <p:tgtEl>
                                              <p:spTgt spid="22"/>
                                            </p:tgtEl>
                                            <p:attrNameLst>
                                              <p:attrName>style.visibility</p:attrName>
                                            </p:attrNameLst>
                                          </p:cBhvr>
                                          <p:to>
                                            <p:strVal val="visible"/>
                                          </p:to>
                                        </p:set>
                                        <p:anim calcmode="lin" valueType="num" p14:bounceEnd="72000">
                                          <p:cBhvr additive="base">
                                            <p:cTn id="15" dur="2500" fill="hold"/>
                                            <p:tgtEl>
                                              <p:spTgt spid="22"/>
                                            </p:tgtEl>
                                            <p:attrNameLst>
                                              <p:attrName>ppt_x</p:attrName>
                                            </p:attrNameLst>
                                          </p:cBhvr>
                                          <p:tavLst>
                                            <p:tav tm="0">
                                              <p:val>
                                                <p:strVal val="#ppt_x"/>
                                              </p:val>
                                            </p:tav>
                                            <p:tav tm="100000">
                                              <p:val>
                                                <p:strVal val="#ppt_x"/>
                                              </p:val>
                                            </p:tav>
                                          </p:tavLst>
                                        </p:anim>
                                        <p:anim calcmode="lin" valueType="num" p14:bounceEnd="72000">
                                          <p:cBhvr additive="base">
                                            <p:cTn id="16" dur="2500" fill="hold"/>
                                            <p:tgtEl>
                                              <p:spTgt spid="2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14:presetBounceEnd="72000">
                                      <p:stCondLst>
                                        <p:cond delay="300"/>
                                      </p:stCondLst>
                                      <p:childTnLst>
                                        <p:set>
                                          <p:cBhvr>
                                            <p:cTn id="18" dur="1" fill="hold">
                                              <p:stCondLst>
                                                <p:cond delay="0"/>
                                              </p:stCondLst>
                                            </p:cTn>
                                            <p:tgtEl>
                                              <p:spTgt spid="21"/>
                                            </p:tgtEl>
                                            <p:attrNameLst>
                                              <p:attrName>style.visibility</p:attrName>
                                            </p:attrNameLst>
                                          </p:cBhvr>
                                          <p:to>
                                            <p:strVal val="visible"/>
                                          </p:to>
                                        </p:set>
                                        <p:anim calcmode="lin" valueType="num" p14:bounceEnd="72000">
                                          <p:cBhvr additive="base">
                                            <p:cTn id="19" dur="2500" fill="hold"/>
                                            <p:tgtEl>
                                              <p:spTgt spid="21"/>
                                            </p:tgtEl>
                                            <p:attrNameLst>
                                              <p:attrName>ppt_x</p:attrName>
                                            </p:attrNameLst>
                                          </p:cBhvr>
                                          <p:tavLst>
                                            <p:tav tm="0">
                                              <p:val>
                                                <p:strVal val="#ppt_x"/>
                                              </p:val>
                                            </p:tav>
                                            <p:tav tm="100000">
                                              <p:val>
                                                <p:strVal val="#ppt_x"/>
                                              </p:val>
                                            </p:tav>
                                          </p:tavLst>
                                        </p:anim>
                                        <p:anim calcmode="lin" valueType="num" p14:bounceEnd="72000">
                                          <p:cBhvr additive="base">
                                            <p:cTn id="20" dur="2500" fill="hold"/>
                                            <p:tgtEl>
                                              <p:spTgt spid="2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14:presetBounceEnd="72000">
                                      <p:stCondLst>
                                        <p:cond delay="400"/>
                                      </p:stCondLst>
                                      <p:childTnLst>
                                        <p:set>
                                          <p:cBhvr>
                                            <p:cTn id="22" dur="1" fill="hold">
                                              <p:stCondLst>
                                                <p:cond delay="0"/>
                                              </p:stCondLst>
                                            </p:cTn>
                                            <p:tgtEl>
                                              <p:spTgt spid="24"/>
                                            </p:tgtEl>
                                            <p:attrNameLst>
                                              <p:attrName>style.visibility</p:attrName>
                                            </p:attrNameLst>
                                          </p:cBhvr>
                                          <p:to>
                                            <p:strVal val="visible"/>
                                          </p:to>
                                        </p:set>
                                        <p:anim calcmode="lin" valueType="num" p14:bounceEnd="72000">
                                          <p:cBhvr additive="base">
                                            <p:cTn id="23" dur="2500" fill="hold"/>
                                            <p:tgtEl>
                                              <p:spTgt spid="24"/>
                                            </p:tgtEl>
                                            <p:attrNameLst>
                                              <p:attrName>ppt_x</p:attrName>
                                            </p:attrNameLst>
                                          </p:cBhvr>
                                          <p:tavLst>
                                            <p:tav tm="0">
                                              <p:val>
                                                <p:strVal val="#ppt_x"/>
                                              </p:val>
                                            </p:tav>
                                            <p:tav tm="100000">
                                              <p:val>
                                                <p:strVal val="#ppt_x"/>
                                              </p:val>
                                            </p:tav>
                                          </p:tavLst>
                                        </p:anim>
                                        <p:anim calcmode="lin" valueType="num" p14:bounceEnd="72000">
                                          <p:cBhvr additive="base">
                                            <p:cTn id="24" dur="2500" fill="hold"/>
                                            <p:tgtEl>
                                              <p:spTgt spid="2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14:presetBounceEnd="72000">
                                      <p:stCondLst>
                                        <p:cond delay="500"/>
                                      </p:stCondLst>
                                      <p:childTnLst>
                                        <p:set>
                                          <p:cBhvr>
                                            <p:cTn id="26" dur="1" fill="hold">
                                              <p:stCondLst>
                                                <p:cond delay="0"/>
                                              </p:stCondLst>
                                            </p:cTn>
                                            <p:tgtEl>
                                              <p:spTgt spid="23"/>
                                            </p:tgtEl>
                                            <p:attrNameLst>
                                              <p:attrName>style.visibility</p:attrName>
                                            </p:attrNameLst>
                                          </p:cBhvr>
                                          <p:to>
                                            <p:strVal val="visible"/>
                                          </p:to>
                                        </p:set>
                                        <p:anim calcmode="lin" valueType="num" p14:bounceEnd="72000">
                                          <p:cBhvr additive="base">
                                            <p:cTn id="27" dur="2500" fill="hold"/>
                                            <p:tgtEl>
                                              <p:spTgt spid="23"/>
                                            </p:tgtEl>
                                            <p:attrNameLst>
                                              <p:attrName>ppt_x</p:attrName>
                                            </p:attrNameLst>
                                          </p:cBhvr>
                                          <p:tavLst>
                                            <p:tav tm="0">
                                              <p:val>
                                                <p:strVal val="#ppt_x"/>
                                              </p:val>
                                            </p:tav>
                                            <p:tav tm="100000">
                                              <p:val>
                                                <p:strVal val="#ppt_x"/>
                                              </p:val>
                                            </p:tav>
                                          </p:tavLst>
                                        </p:anim>
                                        <p:anim calcmode="lin" valueType="num" p14:bounceEnd="72000">
                                          <p:cBhvr additive="base">
                                            <p:cTn id="28" dur="2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2500" fill="hold"/>
                                            <p:tgtEl>
                                              <p:spTgt spid="19"/>
                                            </p:tgtEl>
                                            <p:attrNameLst>
                                              <p:attrName>ppt_x</p:attrName>
                                            </p:attrNameLst>
                                          </p:cBhvr>
                                          <p:tavLst>
                                            <p:tav tm="0">
                                              <p:val>
                                                <p:strVal val="#ppt_x"/>
                                              </p:val>
                                            </p:tav>
                                            <p:tav tm="100000">
                                              <p:val>
                                                <p:strVal val="#ppt_x"/>
                                              </p:val>
                                            </p:tav>
                                          </p:tavLst>
                                        </p:anim>
                                        <p:anim calcmode="lin" valueType="num">
                                          <p:cBhvr additive="base">
                                            <p:cTn id="8" dur="2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2500" fill="hold"/>
                                            <p:tgtEl>
                                              <p:spTgt spid="20"/>
                                            </p:tgtEl>
                                            <p:attrNameLst>
                                              <p:attrName>ppt_x</p:attrName>
                                            </p:attrNameLst>
                                          </p:cBhvr>
                                          <p:tavLst>
                                            <p:tav tm="0">
                                              <p:val>
                                                <p:strVal val="#ppt_x"/>
                                              </p:val>
                                            </p:tav>
                                            <p:tav tm="100000">
                                              <p:val>
                                                <p:strVal val="#ppt_x"/>
                                              </p:val>
                                            </p:tav>
                                          </p:tavLst>
                                        </p:anim>
                                        <p:anim calcmode="lin" valueType="num">
                                          <p:cBhvr additive="base">
                                            <p:cTn id="12" dur="2500" fill="hold"/>
                                            <p:tgtEl>
                                              <p:spTgt spid="2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20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2500" fill="hold"/>
                                            <p:tgtEl>
                                              <p:spTgt spid="22"/>
                                            </p:tgtEl>
                                            <p:attrNameLst>
                                              <p:attrName>ppt_x</p:attrName>
                                            </p:attrNameLst>
                                          </p:cBhvr>
                                          <p:tavLst>
                                            <p:tav tm="0">
                                              <p:val>
                                                <p:strVal val="#ppt_x"/>
                                              </p:val>
                                            </p:tav>
                                            <p:tav tm="100000">
                                              <p:val>
                                                <p:strVal val="#ppt_x"/>
                                              </p:val>
                                            </p:tav>
                                          </p:tavLst>
                                        </p:anim>
                                        <p:anim calcmode="lin" valueType="num">
                                          <p:cBhvr additive="base">
                                            <p:cTn id="16" dur="2500" fill="hold"/>
                                            <p:tgtEl>
                                              <p:spTgt spid="2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30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2500" fill="hold"/>
                                            <p:tgtEl>
                                              <p:spTgt spid="21"/>
                                            </p:tgtEl>
                                            <p:attrNameLst>
                                              <p:attrName>ppt_x</p:attrName>
                                            </p:attrNameLst>
                                          </p:cBhvr>
                                          <p:tavLst>
                                            <p:tav tm="0">
                                              <p:val>
                                                <p:strVal val="#ppt_x"/>
                                              </p:val>
                                            </p:tav>
                                            <p:tav tm="100000">
                                              <p:val>
                                                <p:strVal val="#ppt_x"/>
                                              </p:val>
                                            </p:tav>
                                          </p:tavLst>
                                        </p:anim>
                                        <p:anim calcmode="lin" valueType="num">
                                          <p:cBhvr additive="base">
                                            <p:cTn id="20" dur="2500" fill="hold"/>
                                            <p:tgtEl>
                                              <p:spTgt spid="2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40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2500" fill="hold"/>
                                            <p:tgtEl>
                                              <p:spTgt spid="24"/>
                                            </p:tgtEl>
                                            <p:attrNameLst>
                                              <p:attrName>ppt_x</p:attrName>
                                            </p:attrNameLst>
                                          </p:cBhvr>
                                          <p:tavLst>
                                            <p:tav tm="0">
                                              <p:val>
                                                <p:strVal val="#ppt_x"/>
                                              </p:val>
                                            </p:tav>
                                            <p:tav tm="100000">
                                              <p:val>
                                                <p:strVal val="#ppt_x"/>
                                              </p:val>
                                            </p:tav>
                                          </p:tavLst>
                                        </p:anim>
                                        <p:anim calcmode="lin" valueType="num">
                                          <p:cBhvr additive="base">
                                            <p:cTn id="24" dur="2500" fill="hold"/>
                                            <p:tgtEl>
                                              <p:spTgt spid="2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500"/>
                                      </p:stCondLst>
                                      <p:childTnLst>
                                        <p:set>
                                          <p:cBhvr>
                                            <p:cTn id="26" dur="1" fill="hold">
                                              <p:stCondLst>
                                                <p:cond delay="0"/>
                                              </p:stCondLst>
                                            </p:cTn>
                                            <p:tgtEl>
                                              <p:spTgt spid="23"/>
                                            </p:tgtEl>
                                            <p:attrNameLst>
                                              <p:attrName>style.visibility</p:attrName>
                                            </p:attrNameLst>
                                          </p:cBhvr>
                                          <p:to>
                                            <p:strVal val="visible"/>
                                          </p:to>
                                        </p:set>
                                        <p:anim calcmode="lin" valueType="num">
                                          <p:cBhvr additive="base">
                                            <p:cTn id="27" dur="2500" fill="hold"/>
                                            <p:tgtEl>
                                              <p:spTgt spid="23"/>
                                            </p:tgtEl>
                                            <p:attrNameLst>
                                              <p:attrName>ppt_x</p:attrName>
                                            </p:attrNameLst>
                                          </p:cBhvr>
                                          <p:tavLst>
                                            <p:tav tm="0">
                                              <p:val>
                                                <p:strVal val="#ppt_x"/>
                                              </p:val>
                                            </p:tav>
                                            <p:tav tm="100000">
                                              <p:val>
                                                <p:strVal val="#ppt_x"/>
                                              </p:val>
                                            </p:tav>
                                          </p:tavLst>
                                        </p:anim>
                                        <p:anim calcmode="lin" valueType="num">
                                          <p:cBhvr additive="base">
                                            <p:cTn id="28" dur="2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Lst>
      </p:timing>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34_Custom Layout">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5CF2E2FA-6181-4E67-8649-8A7BCC8E8224}"/>
              </a:ext>
            </a:extLst>
          </p:cNvPr>
          <p:cNvSpPr/>
          <p:nvPr/>
        </p:nvSpPr>
        <p:spPr>
          <a:xfrm>
            <a:off x="781742" y="0"/>
            <a:ext cx="10628516" cy="6858000"/>
          </a:xfrm>
          <a:prstGeom prst="round2SameRect">
            <a:avLst>
              <a:gd name="adj1" fmla="val 0"/>
              <a:gd name="adj2" fmla="val 0"/>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900"/>
          </a:p>
        </p:txBody>
      </p:sp>
      <p:sp>
        <p:nvSpPr>
          <p:cNvPr id="9" name="Picture Placeholder 8">
            <a:extLst>
              <a:ext uri="{FF2B5EF4-FFF2-40B4-BE49-F238E27FC236}">
                <a16:creationId xmlns:a16="http://schemas.microsoft.com/office/drawing/2014/main" id="{0B1939E0-D85C-4041-A6CB-C8E42A68134E}"/>
              </a:ext>
            </a:extLst>
          </p:cNvPr>
          <p:cNvSpPr>
            <a:spLocks noGrp="1"/>
          </p:cNvSpPr>
          <p:nvPr>
            <p:ph type="pic" sz="quarter" idx="12"/>
          </p:nvPr>
        </p:nvSpPr>
        <p:spPr>
          <a:xfrm>
            <a:off x="2087808" y="1312379"/>
            <a:ext cx="1968910" cy="2089632"/>
          </a:xfrm>
          <a:custGeom>
            <a:avLst/>
            <a:gdLst>
              <a:gd name="connsiteX0" fmla="*/ 190891 w 3938333"/>
              <a:gd name="connsiteY0" fmla="*/ 0 h 4179264"/>
              <a:gd name="connsiteX1" fmla="*/ 3938333 w 3938333"/>
              <a:gd name="connsiteY1" fmla="*/ 0 h 4179264"/>
              <a:gd name="connsiteX2" fmla="*/ 3938333 w 3938333"/>
              <a:gd name="connsiteY2" fmla="*/ 4179264 h 4179264"/>
              <a:gd name="connsiteX3" fmla="*/ 0 w 3938333"/>
              <a:gd name="connsiteY3" fmla="*/ 4179264 h 4179264"/>
              <a:gd name="connsiteX4" fmla="*/ 0 w 3938333"/>
              <a:gd name="connsiteY4" fmla="*/ 190891 h 4179264"/>
              <a:gd name="connsiteX5" fmla="*/ 190891 w 3938333"/>
              <a:gd name="connsiteY5" fmla="*/ 0 h 4179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38333" h="4179264">
                <a:moveTo>
                  <a:pt x="190891" y="0"/>
                </a:moveTo>
                <a:lnTo>
                  <a:pt x="3938333" y="0"/>
                </a:lnTo>
                <a:lnTo>
                  <a:pt x="3938333" y="4179264"/>
                </a:lnTo>
                <a:lnTo>
                  <a:pt x="0" y="4179264"/>
                </a:lnTo>
                <a:lnTo>
                  <a:pt x="0" y="190891"/>
                </a:lnTo>
                <a:cubicBezTo>
                  <a:pt x="0" y="85465"/>
                  <a:pt x="85465" y="0"/>
                  <a:pt x="190891"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3" name="Picture Placeholder 12">
            <a:extLst>
              <a:ext uri="{FF2B5EF4-FFF2-40B4-BE49-F238E27FC236}">
                <a16:creationId xmlns:a16="http://schemas.microsoft.com/office/drawing/2014/main" id="{020C1A15-ACE5-49D1-A3F6-63C8F5FF1EF9}"/>
              </a:ext>
            </a:extLst>
          </p:cNvPr>
          <p:cNvSpPr>
            <a:spLocks noGrp="1"/>
          </p:cNvSpPr>
          <p:nvPr>
            <p:ph type="pic" sz="quarter" idx="13"/>
          </p:nvPr>
        </p:nvSpPr>
        <p:spPr>
          <a:xfrm>
            <a:off x="4110689" y="3455990"/>
            <a:ext cx="1962946" cy="2089632"/>
          </a:xfrm>
          <a:custGeom>
            <a:avLst/>
            <a:gdLst>
              <a:gd name="connsiteX0" fmla="*/ 0 w 3926403"/>
              <a:gd name="connsiteY0" fmla="*/ 0 h 4179264"/>
              <a:gd name="connsiteX1" fmla="*/ 3926403 w 3926403"/>
              <a:gd name="connsiteY1" fmla="*/ 0 h 4179264"/>
              <a:gd name="connsiteX2" fmla="*/ 3926403 w 3926403"/>
              <a:gd name="connsiteY2" fmla="*/ 4179264 h 4179264"/>
              <a:gd name="connsiteX3" fmla="*/ 0 w 3926403"/>
              <a:gd name="connsiteY3" fmla="*/ 4179264 h 4179264"/>
            </a:gdLst>
            <a:ahLst/>
            <a:cxnLst>
              <a:cxn ang="0">
                <a:pos x="connsiteX0" y="connsiteY0"/>
              </a:cxn>
              <a:cxn ang="0">
                <a:pos x="connsiteX1" y="connsiteY1"/>
              </a:cxn>
              <a:cxn ang="0">
                <a:pos x="connsiteX2" y="connsiteY2"/>
              </a:cxn>
              <a:cxn ang="0">
                <a:pos x="connsiteX3" y="connsiteY3"/>
              </a:cxn>
            </a:cxnLst>
            <a:rect l="l" t="t" r="r" b="b"/>
            <a:pathLst>
              <a:path w="3926403" h="4179264">
                <a:moveTo>
                  <a:pt x="0" y="0"/>
                </a:moveTo>
                <a:lnTo>
                  <a:pt x="3926403" y="0"/>
                </a:lnTo>
                <a:lnTo>
                  <a:pt x="3926403" y="4179264"/>
                </a:lnTo>
                <a:lnTo>
                  <a:pt x="0" y="417926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4" name="Picture Placeholder 13">
            <a:extLst>
              <a:ext uri="{FF2B5EF4-FFF2-40B4-BE49-F238E27FC236}">
                <a16:creationId xmlns:a16="http://schemas.microsoft.com/office/drawing/2014/main" id="{E56C758D-179E-4D6D-A1BC-2C48452E9B49}"/>
              </a:ext>
            </a:extLst>
          </p:cNvPr>
          <p:cNvSpPr>
            <a:spLocks noGrp="1"/>
          </p:cNvSpPr>
          <p:nvPr>
            <p:ph type="pic" sz="quarter" idx="14"/>
          </p:nvPr>
        </p:nvSpPr>
        <p:spPr>
          <a:xfrm>
            <a:off x="6127092" y="1312379"/>
            <a:ext cx="1962946" cy="2089632"/>
          </a:xfrm>
          <a:custGeom>
            <a:avLst/>
            <a:gdLst>
              <a:gd name="connsiteX0" fmla="*/ 0 w 3926403"/>
              <a:gd name="connsiteY0" fmla="*/ 0 h 4179264"/>
              <a:gd name="connsiteX1" fmla="*/ 3926403 w 3926403"/>
              <a:gd name="connsiteY1" fmla="*/ 0 h 4179264"/>
              <a:gd name="connsiteX2" fmla="*/ 3926403 w 3926403"/>
              <a:gd name="connsiteY2" fmla="*/ 4179264 h 4179264"/>
              <a:gd name="connsiteX3" fmla="*/ 0 w 3926403"/>
              <a:gd name="connsiteY3" fmla="*/ 4179264 h 4179264"/>
            </a:gdLst>
            <a:ahLst/>
            <a:cxnLst>
              <a:cxn ang="0">
                <a:pos x="connsiteX0" y="connsiteY0"/>
              </a:cxn>
              <a:cxn ang="0">
                <a:pos x="connsiteX1" y="connsiteY1"/>
              </a:cxn>
              <a:cxn ang="0">
                <a:pos x="connsiteX2" y="connsiteY2"/>
              </a:cxn>
              <a:cxn ang="0">
                <a:pos x="connsiteX3" y="connsiteY3"/>
              </a:cxn>
            </a:cxnLst>
            <a:rect l="l" t="t" r="r" b="b"/>
            <a:pathLst>
              <a:path w="3926403" h="4179264">
                <a:moveTo>
                  <a:pt x="0" y="0"/>
                </a:moveTo>
                <a:lnTo>
                  <a:pt x="3926403" y="0"/>
                </a:lnTo>
                <a:lnTo>
                  <a:pt x="3926403" y="4179264"/>
                </a:lnTo>
                <a:lnTo>
                  <a:pt x="0" y="417926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6" name="Picture Placeholder 15">
            <a:extLst>
              <a:ext uri="{FF2B5EF4-FFF2-40B4-BE49-F238E27FC236}">
                <a16:creationId xmlns:a16="http://schemas.microsoft.com/office/drawing/2014/main" id="{598BD8D6-CA9B-4100-B7C2-C1BF996853EF}"/>
              </a:ext>
            </a:extLst>
          </p:cNvPr>
          <p:cNvSpPr>
            <a:spLocks noGrp="1"/>
          </p:cNvSpPr>
          <p:nvPr>
            <p:ph type="pic" sz="quarter" idx="15"/>
          </p:nvPr>
        </p:nvSpPr>
        <p:spPr>
          <a:xfrm>
            <a:off x="8141246" y="3455990"/>
            <a:ext cx="1968910" cy="2089632"/>
          </a:xfrm>
          <a:custGeom>
            <a:avLst/>
            <a:gdLst>
              <a:gd name="connsiteX0" fmla="*/ 0 w 3938332"/>
              <a:gd name="connsiteY0" fmla="*/ 0 h 4179264"/>
              <a:gd name="connsiteX1" fmla="*/ 3938332 w 3938332"/>
              <a:gd name="connsiteY1" fmla="*/ 0 h 4179264"/>
              <a:gd name="connsiteX2" fmla="*/ 3938332 w 3938332"/>
              <a:gd name="connsiteY2" fmla="*/ 3988373 h 4179264"/>
              <a:gd name="connsiteX3" fmla="*/ 3747442 w 3938332"/>
              <a:gd name="connsiteY3" fmla="*/ 4179264 h 4179264"/>
              <a:gd name="connsiteX4" fmla="*/ 0 w 3938332"/>
              <a:gd name="connsiteY4" fmla="*/ 4179264 h 4179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8332" h="4179264">
                <a:moveTo>
                  <a:pt x="0" y="0"/>
                </a:moveTo>
                <a:lnTo>
                  <a:pt x="3938332" y="0"/>
                </a:lnTo>
                <a:lnTo>
                  <a:pt x="3938332" y="3988373"/>
                </a:lnTo>
                <a:cubicBezTo>
                  <a:pt x="3938332" y="4093799"/>
                  <a:pt x="3852868" y="4179264"/>
                  <a:pt x="3747442" y="4179264"/>
                </a:cubicBezTo>
                <a:lnTo>
                  <a:pt x="0" y="417926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49606615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76000">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14:bounceEnd="76000">
                                          <p:cBhvr additive="base">
                                            <p:cTn id="7" dur="2500" fill="hold"/>
                                            <p:tgtEl>
                                              <p:spTgt spid="9"/>
                                            </p:tgtEl>
                                            <p:attrNameLst>
                                              <p:attrName>ppt_x</p:attrName>
                                            </p:attrNameLst>
                                          </p:cBhvr>
                                          <p:tavLst>
                                            <p:tav tm="0">
                                              <p:val>
                                                <p:strVal val="#ppt_x"/>
                                              </p:val>
                                            </p:tav>
                                            <p:tav tm="100000">
                                              <p:val>
                                                <p:strVal val="#ppt_x"/>
                                              </p:val>
                                            </p:tav>
                                          </p:tavLst>
                                        </p:anim>
                                        <p:anim calcmode="lin" valueType="num" p14:bounceEnd="76000">
                                          <p:cBhvr additive="base">
                                            <p:cTn id="8" dur="2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76000">
                                      <p:stCondLst>
                                        <p:cond delay="200"/>
                                      </p:stCondLst>
                                      <p:childTnLst>
                                        <p:set>
                                          <p:cBhvr>
                                            <p:cTn id="10" dur="1" fill="hold">
                                              <p:stCondLst>
                                                <p:cond delay="0"/>
                                              </p:stCondLst>
                                            </p:cTn>
                                            <p:tgtEl>
                                              <p:spTgt spid="13"/>
                                            </p:tgtEl>
                                            <p:attrNameLst>
                                              <p:attrName>style.visibility</p:attrName>
                                            </p:attrNameLst>
                                          </p:cBhvr>
                                          <p:to>
                                            <p:strVal val="visible"/>
                                          </p:to>
                                        </p:set>
                                        <p:anim calcmode="lin" valueType="num" p14:bounceEnd="76000">
                                          <p:cBhvr additive="base">
                                            <p:cTn id="11" dur="2500" fill="hold"/>
                                            <p:tgtEl>
                                              <p:spTgt spid="13"/>
                                            </p:tgtEl>
                                            <p:attrNameLst>
                                              <p:attrName>ppt_x</p:attrName>
                                            </p:attrNameLst>
                                          </p:cBhvr>
                                          <p:tavLst>
                                            <p:tav tm="0">
                                              <p:val>
                                                <p:strVal val="#ppt_x"/>
                                              </p:val>
                                            </p:tav>
                                            <p:tav tm="100000">
                                              <p:val>
                                                <p:strVal val="#ppt_x"/>
                                              </p:val>
                                            </p:tav>
                                          </p:tavLst>
                                        </p:anim>
                                        <p:anim calcmode="lin" valueType="num" p14:bounceEnd="76000">
                                          <p:cBhvr additive="base">
                                            <p:cTn id="12" dur="2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14:presetBounceEnd="76000">
                                      <p:stCondLst>
                                        <p:cond delay="400"/>
                                      </p:stCondLst>
                                      <p:childTnLst>
                                        <p:set>
                                          <p:cBhvr>
                                            <p:cTn id="14" dur="1" fill="hold">
                                              <p:stCondLst>
                                                <p:cond delay="0"/>
                                              </p:stCondLst>
                                            </p:cTn>
                                            <p:tgtEl>
                                              <p:spTgt spid="14"/>
                                            </p:tgtEl>
                                            <p:attrNameLst>
                                              <p:attrName>style.visibility</p:attrName>
                                            </p:attrNameLst>
                                          </p:cBhvr>
                                          <p:to>
                                            <p:strVal val="visible"/>
                                          </p:to>
                                        </p:set>
                                        <p:anim calcmode="lin" valueType="num" p14:bounceEnd="76000">
                                          <p:cBhvr additive="base">
                                            <p:cTn id="15" dur="2500" fill="hold"/>
                                            <p:tgtEl>
                                              <p:spTgt spid="14"/>
                                            </p:tgtEl>
                                            <p:attrNameLst>
                                              <p:attrName>ppt_x</p:attrName>
                                            </p:attrNameLst>
                                          </p:cBhvr>
                                          <p:tavLst>
                                            <p:tav tm="0">
                                              <p:val>
                                                <p:strVal val="#ppt_x"/>
                                              </p:val>
                                            </p:tav>
                                            <p:tav tm="100000">
                                              <p:val>
                                                <p:strVal val="#ppt_x"/>
                                              </p:val>
                                            </p:tav>
                                          </p:tavLst>
                                        </p:anim>
                                        <p:anim calcmode="lin" valueType="num" p14:bounceEnd="76000">
                                          <p:cBhvr additive="base">
                                            <p:cTn id="16" dur="2500" fill="hold"/>
                                            <p:tgtEl>
                                              <p:spTgt spid="1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14:presetBounceEnd="76000">
                                      <p:stCondLst>
                                        <p:cond delay="600"/>
                                      </p:stCondLst>
                                      <p:childTnLst>
                                        <p:set>
                                          <p:cBhvr>
                                            <p:cTn id="18" dur="1" fill="hold">
                                              <p:stCondLst>
                                                <p:cond delay="0"/>
                                              </p:stCondLst>
                                            </p:cTn>
                                            <p:tgtEl>
                                              <p:spTgt spid="16"/>
                                            </p:tgtEl>
                                            <p:attrNameLst>
                                              <p:attrName>style.visibility</p:attrName>
                                            </p:attrNameLst>
                                          </p:cBhvr>
                                          <p:to>
                                            <p:strVal val="visible"/>
                                          </p:to>
                                        </p:set>
                                        <p:anim calcmode="lin" valueType="num" p14:bounceEnd="76000">
                                          <p:cBhvr additive="base">
                                            <p:cTn id="19" dur="2500" fill="hold"/>
                                            <p:tgtEl>
                                              <p:spTgt spid="16"/>
                                            </p:tgtEl>
                                            <p:attrNameLst>
                                              <p:attrName>ppt_x</p:attrName>
                                            </p:attrNameLst>
                                          </p:cBhvr>
                                          <p:tavLst>
                                            <p:tav tm="0">
                                              <p:val>
                                                <p:strVal val="#ppt_x"/>
                                              </p:val>
                                            </p:tav>
                                            <p:tav tm="100000">
                                              <p:val>
                                                <p:strVal val="#ppt_x"/>
                                              </p:val>
                                            </p:tav>
                                          </p:tavLst>
                                        </p:anim>
                                        <p:anim calcmode="lin" valueType="num" p14:bounceEnd="76000">
                                          <p:cBhvr additive="base">
                                            <p:cTn id="20" dur="2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4" grpId="0" animBg="1"/>
          <p:bldP spid="16"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2500" fill="hold"/>
                                            <p:tgtEl>
                                              <p:spTgt spid="9"/>
                                            </p:tgtEl>
                                            <p:attrNameLst>
                                              <p:attrName>ppt_x</p:attrName>
                                            </p:attrNameLst>
                                          </p:cBhvr>
                                          <p:tavLst>
                                            <p:tav tm="0">
                                              <p:val>
                                                <p:strVal val="#ppt_x"/>
                                              </p:val>
                                            </p:tav>
                                            <p:tav tm="100000">
                                              <p:val>
                                                <p:strVal val="#ppt_x"/>
                                              </p:val>
                                            </p:tav>
                                          </p:tavLst>
                                        </p:anim>
                                        <p:anim calcmode="lin" valueType="num">
                                          <p:cBhvr additive="base">
                                            <p:cTn id="8" dur="2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20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2500" fill="hold"/>
                                            <p:tgtEl>
                                              <p:spTgt spid="13"/>
                                            </p:tgtEl>
                                            <p:attrNameLst>
                                              <p:attrName>ppt_x</p:attrName>
                                            </p:attrNameLst>
                                          </p:cBhvr>
                                          <p:tavLst>
                                            <p:tav tm="0">
                                              <p:val>
                                                <p:strVal val="#ppt_x"/>
                                              </p:val>
                                            </p:tav>
                                            <p:tav tm="100000">
                                              <p:val>
                                                <p:strVal val="#ppt_x"/>
                                              </p:val>
                                            </p:tav>
                                          </p:tavLst>
                                        </p:anim>
                                        <p:anim calcmode="lin" valueType="num">
                                          <p:cBhvr additive="base">
                                            <p:cTn id="12" dur="2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40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2500" fill="hold"/>
                                            <p:tgtEl>
                                              <p:spTgt spid="14"/>
                                            </p:tgtEl>
                                            <p:attrNameLst>
                                              <p:attrName>ppt_x</p:attrName>
                                            </p:attrNameLst>
                                          </p:cBhvr>
                                          <p:tavLst>
                                            <p:tav tm="0">
                                              <p:val>
                                                <p:strVal val="#ppt_x"/>
                                              </p:val>
                                            </p:tav>
                                            <p:tav tm="100000">
                                              <p:val>
                                                <p:strVal val="#ppt_x"/>
                                              </p:val>
                                            </p:tav>
                                          </p:tavLst>
                                        </p:anim>
                                        <p:anim calcmode="lin" valueType="num">
                                          <p:cBhvr additive="base">
                                            <p:cTn id="16" dur="2500" fill="hold"/>
                                            <p:tgtEl>
                                              <p:spTgt spid="1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60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2500" fill="hold"/>
                                            <p:tgtEl>
                                              <p:spTgt spid="16"/>
                                            </p:tgtEl>
                                            <p:attrNameLst>
                                              <p:attrName>ppt_x</p:attrName>
                                            </p:attrNameLst>
                                          </p:cBhvr>
                                          <p:tavLst>
                                            <p:tav tm="0">
                                              <p:val>
                                                <p:strVal val="#ppt_x"/>
                                              </p:val>
                                            </p:tav>
                                            <p:tav tm="100000">
                                              <p:val>
                                                <p:strVal val="#ppt_x"/>
                                              </p:val>
                                            </p:tav>
                                          </p:tavLst>
                                        </p:anim>
                                        <p:anim calcmode="lin" valueType="num">
                                          <p:cBhvr additive="base">
                                            <p:cTn id="20" dur="2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4" grpId="0" animBg="1"/>
          <p:bldP spid="16" grpId="0" animBg="1"/>
        </p:bldLst>
      </p:timing>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33_Custom Layout">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5CF2E2FA-6181-4E67-8649-8A7BCC8E8224}"/>
              </a:ext>
            </a:extLst>
          </p:cNvPr>
          <p:cNvSpPr/>
          <p:nvPr/>
        </p:nvSpPr>
        <p:spPr>
          <a:xfrm>
            <a:off x="781742" y="0"/>
            <a:ext cx="10628516" cy="6858000"/>
          </a:xfrm>
          <a:prstGeom prst="round2SameRect">
            <a:avLst>
              <a:gd name="adj1" fmla="val 0"/>
              <a:gd name="adj2" fmla="val 0"/>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900"/>
          </a:p>
        </p:txBody>
      </p:sp>
      <p:sp>
        <p:nvSpPr>
          <p:cNvPr id="10" name="Picture Placeholder 9">
            <a:extLst>
              <a:ext uri="{FF2B5EF4-FFF2-40B4-BE49-F238E27FC236}">
                <a16:creationId xmlns:a16="http://schemas.microsoft.com/office/drawing/2014/main" id="{D45E64E0-0597-4664-9648-1BD35C5B2920}"/>
              </a:ext>
            </a:extLst>
          </p:cNvPr>
          <p:cNvSpPr>
            <a:spLocks noGrp="1"/>
          </p:cNvSpPr>
          <p:nvPr>
            <p:ph type="pic" sz="quarter" idx="12"/>
          </p:nvPr>
        </p:nvSpPr>
        <p:spPr>
          <a:xfrm>
            <a:off x="2312739" y="971550"/>
            <a:ext cx="2479794" cy="1210578"/>
          </a:xfrm>
          <a:custGeom>
            <a:avLst/>
            <a:gdLst>
              <a:gd name="connsiteX0" fmla="*/ 173670 w 4960234"/>
              <a:gd name="connsiteY0" fmla="*/ 0 h 2421156"/>
              <a:gd name="connsiteX1" fmla="*/ 4786564 w 4960234"/>
              <a:gd name="connsiteY1" fmla="*/ 0 h 2421156"/>
              <a:gd name="connsiteX2" fmla="*/ 4960234 w 4960234"/>
              <a:gd name="connsiteY2" fmla="*/ 173670 h 2421156"/>
              <a:gd name="connsiteX3" fmla="*/ 4960234 w 4960234"/>
              <a:gd name="connsiteY3" fmla="*/ 2247486 h 2421156"/>
              <a:gd name="connsiteX4" fmla="*/ 4786564 w 4960234"/>
              <a:gd name="connsiteY4" fmla="*/ 2421156 h 2421156"/>
              <a:gd name="connsiteX5" fmla="*/ 173670 w 4960234"/>
              <a:gd name="connsiteY5" fmla="*/ 2421156 h 2421156"/>
              <a:gd name="connsiteX6" fmla="*/ 0 w 4960234"/>
              <a:gd name="connsiteY6" fmla="*/ 2247486 h 2421156"/>
              <a:gd name="connsiteX7" fmla="*/ 0 w 4960234"/>
              <a:gd name="connsiteY7" fmla="*/ 173670 h 2421156"/>
              <a:gd name="connsiteX8" fmla="*/ 173670 w 4960234"/>
              <a:gd name="connsiteY8" fmla="*/ 0 h 242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60234" h="2421156">
                <a:moveTo>
                  <a:pt x="173670" y="0"/>
                </a:moveTo>
                <a:lnTo>
                  <a:pt x="4786564" y="0"/>
                </a:lnTo>
                <a:cubicBezTo>
                  <a:pt x="4882479" y="0"/>
                  <a:pt x="4960234" y="77755"/>
                  <a:pt x="4960234" y="173670"/>
                </a:cubicBezTo>
                <a:lnTo>
                  <a:pt x="4960234" y="2247486"/>
                </a:lnTo>
                <a:cubicBezTo>
                  <a:pt x="4960234" y="2343401"/>
                  <a:pt x="4882479" y="2421156"/>
                  <a:pt x="4786564" y="2421156"/>
                </a:cubicBezTo>
                <a:lnTo>
                  <a:pt x="173670" y="2421156"/>
                </a:lnTo>
                <a:cubicBezTo>
                  <a:pt x="77755" y="2421156"/>
                  <a:pt x="0" y="2343401"/>
                  <a:pt x="0" y="2247486"/>
                </a:cubicBezTo>
                <a:lnTo>
                  <a:pt x="0" y="173670"/>
                </a:lnTo>
                <a:cubicBezTo>
                  <a:pt x="0" y="77755"/>
                  <a:pt x="77755" y="0"/>
                  <a:pt x="173670"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1" name="Picture Placeholder 10">
            <a:extLst>
              <a:ext uri="{FF2B5EF4-FFF2-40B4-BE49-F238E27FC236}">
                <a16:creationId xmlns:a16="http://schemas.microsoft.com/office/drawing/2014/main" id="{AF0F6E29-965E-405A-ACD8-51499D9C546B}"/>
              </a:ext>
            </a:extLst>
          </p:cNvPr>
          <p:cNvSpPr>
            <a:spLocks noGrp="1"/>
          </p:cNvSpPr>
          <p:nvPr>
            <p:ph type="pic" sz="quarter" idx="13"/>
          </p:nvPr>
        </p:nvSpPr>
        <p:spPr>
          <a:xfrm>
            <a:off x="2312739" y="3081903"/>
            <a:ext cx="2479794" cy="2804548"/>
          </a:xfrm>
          <a:custGeom>
            <a:avLst/>
            <a:gdLst>
              <a:gd name="connsiteX0" fmla="*/ 190969 w 4960234"/>
              <a:gd name="connsiteY0" fmla="*/ 0 h 5609095"/>
              <a:gd name="connsiteX1" fmla="*/ 4769265 w 4960234"/>
              <a:gd name="connsiteY1" fmla="*/ 0 h 5609095"/>
              <a:gd name="connsiteX2" fmla="*/ 4960234 w 4960234"/>
              <a:gd name="connsiteY2" fmla="*/ 190969 h 5609095"/>
              <a:gd name="connsiteX3" fmla="*/ 4960234 w 4960234"/>
              <a:gd name="connsiteY3" fmla="*/ 5418126 h 5609095"/>
              <a:gd name="connsiteX4" fmla="*/ 4769265 w 4960234"/>
              <a:gd name="connsiteY4" fmla="*/ 5609095 h 5609095"/>
              <a:gd name="connsiteX5" fmla="*/ 190969 w 4960234"/>
              <a:gd name="connsiteY5" fmla="*/ 5609095 h 5609095"/>
              <a:gd name="connsiteX6" fmla="*/ 0 w 4960234"/>
              <a:gd name="connsiteY6" fmla="*/ 5418126 h 5609095"/>
              <a:gd name="connsiteX7" fmla="*/ 0 w 4960234"/>
              <a:gd name="connsiteY7" fmla="*/ 190969 h 5609095"/>
              <a:gd name="connsiteX8" fmla="*/ 190969 w 4960234"/>
              <a:gd name="connsiteY8" fmla="*/ 0 h 560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60234" h="5609095">
                <a:moveTo>
                  <a:pt x="190969" y="0"/>
                </a:moveTo>
                <a:lnTo>
                  <a:pt x="4769265" y="0"/>
                </a:lnTo>
                <a:cubicBezTo>
                  <a:pt x="4874734" y="0"/>
                  <a:pt x="4960234" y="85500"/>
                  <a:pt x="4960234" y="190969"/>
                </a:cubicBezTo>
                <a:lnTo>
                  <a:pt x="4960234" y="5418126"/>
                </a:lnTo>
                <a:cubicBezTo>
                  <a:pt x="4960234" y="5523595"/>
                  <a:pt x="4874734" y="5609095"/>
                  <a:pt x="4769265" y="5609095"/>
                </a:cubicBezTo>
                <a:lnTo>
                  <a:pt x="190969" y="5609095"/>
                </a:lnTo>
                <a:cubicBezTo>
                  <a:pt x="85500" y="5609095"/>
                  <a:pt x="0" y="5523595"/>
                  <a:pt x="0" y="5418126"/>
                </a:cubicBezTo>
                <a:lnTo>
                  <a:pt x="0" y="190969"/>
                </a:lnTo>
                <a:cubicBezTo>
                  <a:pt x="0" y="85500"/>
                  <a:pt x="85500" y="0"/>
                  <a:pt x="190969"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2" name="Picture Placeholder 11">
            <a:extLst>
              <a:ext uri="{FF2B5EF4-FFF2-40B4-BE49-F238E27FC236}">
                <a16:creationId xmlns:a16="http://schemas.microsoft.com/office/drawing/2014/main" id="{B5A7F1DC-1970-4B9F-9275-55D80C602DAE}"/>
              </a:ext>
            </a:extLst>
          </p:cNvPr>
          <p:cNvSpPr>
            <a:spLocks noGrp="1"/>
          </p:cNvSpPr>
          <p:nvPr>
            <p:ph type="pic" sz="quarter" idx="14" hasCustomPrompt="1"/>
          </p:nvPr>
        </p:nvSpPr>
        <p:spPr>
          <a:xfrm>
            <a:off x="4846506" y="971550"/>
            <a:ext cx="2489391" cy="2804548"/>
          </a:xfrm>
          <a:custGeom>
            <a:avLst/>
            <a:gdLst>
              <a:gd name="connsiteX0" fmla="*/ 135341 w 4979431"/>
              <a:gd name="connsiteY0" fmla="*/ 0 h 5609095"/>
              <a:gd name="connsiteX1" fmla="*/ 4844090 w 4979431"/>
              <a:gd name="connsiteY1" fmla="*/ 0 h 5609095"/>
              <a:gd name="connsiteX2" fmla="*/ 4979431 w 4979431"/>
              <a:gd name="connsiteY2" fmla="*/ 135341 h 5609095"/>
              <a:gd name="connsiteX3" fmla="*/ 4979431 w 4979431"/>
              <a:gd name="connsiteY3" fmla="*/ 5473754 h 5609095"/>
              <a:gd name="connsiteX4" fmla="*/ 4844090 w 4979431"/>
              <a:gd name="connsiteY4" fmla="*/ 5609095 h 5609095"/>
              <a:gd name="connsiteX5" fmla="*/ 135341 w 4979431"/>
              <a:gd name="connsiteY5" fmla="*/ 5609095 h 5609095"/>
              <a:gd name="connsiteX6" fmla="*/ 0 w 4979431"/>
              <a:gd name="connsiteY6" fmla="*/ 5473754 h 5609095"/>
              <a:gd name="connsiteX7" fmla="*/ 0 w 4979431"/>
              <a:gd name="connsiteY7" fmla="*/ 135341 h 5609095"/>
              <a:gd name="connsiteX8" fmla="*/ 135341 w 4979431"/>
              <a:gd name="connsiteY8" fmla="*/ 0 h 560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9431" h="5609095">
                <a:moveTo>
                  <a:pt x="135341" y="0"/>
                </a:moveTo>
                <a:lnTo>
                  <a:pt x="4844090" y="0"/>
                </a:lnTo>
                <a:cubicBezTo>
                  <a:pt x="4918837" y="0"/>
                  <a:pt x="4979431" y="60594"/>
                  <a:pt x="4979431" y="135341"/>
                </a:cubicBezTo>
                <a:lnTo>
                  <a:pt x="4979431" y="5473754"/>
                </a:lnTo>
                <a:cubicBezTo>
                  <a:pt x="4979431" y="5548501"/>
                  <a:pt x="4918837" y="5609095"/>
                  <a:pt x="4844090" y="5609095"/>
                </a:cubicBezTo>
                <a:lnTo>
                  <a:pt x="135341" y="5609095"/>
                </a:lnTo>
                <a:cubicBezTo>
                  <a:pt x="60594" y="5609095"/>
                  <a:pt x="0" y="5548501"/>
                  <a:pt x="0" y="5473754"/>
                </a:cubicBezTo>
                <a:lnTo>
                  <a:pt x="0" y="135341"/>
                </a:lnTo>
                <a:cubicBezTo>
                  <a:pt x="0" y="60594"/>
                  <a:pt x="60594" y="0"/>
                  <a:pt x="135341"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r>
              <a:rPr lang="en-US"/>
              <a:t>da</a:t>
            </a:r>
          </a:p>
        </p:txBody>
      </p:sp>
    </p:spTree>
    <p:extLst>
      <p:ext uri="{BB962C8B-B14F-4D97-AF65-F5344CB8AC3E}">
        <p14:creationId xmlns:p14="http://schemas.microsoft.com/office/powerpoint/2010/main" val="373550607"/>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72000">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14:bounceEnd="72000">
                                          <p:cBhvr additive="base">
                                            <p:cTn id="7" dur="2500" fill="hold"/>
                                            <p:tgtEl>
                                              <p:spTgt spid="10"/>
                                            </p:tgtEl>
                                            <p:attrNameLst>
                                              <p:attrName>ppt_x</p:attrName>
                                            </p:attrNameLst>
                                          </p:cBhvr>
                                          <p:tavLst>
                                            <p:tav tm="0">
                                              <p:val>
                                                <p:strVal val="#ppt_x"/>
                                              </p:val>
                                            </p:tav>
                                            <p:tav tm="100000">
                                              <p:val>
                                                <p:strVal val="#ppt_x"/>
                                              </p:val>
                                            </p:tav>
                                          </p:tavLst>
                                        </p:anim>
                                        <p:anim calcmode="lin" valueType="num" p14:bounceEnd="72000">
                                          <p:cBhvr additive="base">
                                            <p:cTn id="8" dur="2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72000">
                                      <p:stCondLst>
                                        <p:cond delay="100"/>
                                      </p:stCondLst>
                                      <p:childTnLst>
                                        <p:set>
                                          <p:cBhvr>
                                            <p:cTn id="10" dur="1" fill="hold">
                                              <p:stCondLst>
                                                <p:cond delay="0"/>
                                              </p:stCondLst>
                                            </p:cTn>
                                            <p:tgtEl>
                                              <p:spTgt spid="12"/>
                                            </p:tgtEl>
                                            <p:attrNameLst>
                                              <p:attrName>style.visibility</p:attrName>
                                            </p:attrNameLst>
                                          </p:cBhvr>
                                          <p:to>
                                            <p:strVal val="visible"/>
                                          </p:to>
                                        </p:set>
                                        <p:anim calcmode="lin" valueType="num" p14:bounceEnd="72000">
                                          <p:cBhvr additive="base">
                                            <p:cTn id="11" dur="2500" fill="hold"/>
                                            <p:tgtEl>
                                              <p:spTgt spid="12"/>
                                            </p:tgtEl>
                                            <p:attrNameLst>
                                              <p:attrName>ppt_x</p:attrName>
                                            </p:attrNameLst>
                                          </p:cBhvr>
                                          <p:tavLst>
                                            <p:tav tm="0">
                                              <p:val>
                                                <p:strVal val="#ppt_x"/>
                                              </p:val>
                                            </p:tav>
                                            <p:tav tm="100000">
                                              <p:val>
                                                <p:strVal val="#ppt_x"/>
                                              </p:val>
                                            </p:tav>
                                          </p:tavLst>
                                        </p:anim>
                                        <p:anim calcmode="lin" valueType="num" p14:bounceEnd="72000">
                                          <p:cBhvr additive="base">
                                            <p:cTn id="12" dur="2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14:presetBounceEnd="72000">
                                      <p:stCondLst>
                                        <p:cond delay="200"/>
                                      </p:stCondLst>
                                      <p:childTnLst>
                                        <p:set>
                                          <p:cBhvr>
                                            <p:cTn id="14" dur="1" fill="hold">
                                              <p:stCondLst>
                                                <p:cond delay="0"/>
                                              </p:stCondLst>
                                            </p:cTn>
                                            <p:tgtEl>
                                              <p:spTgt spid="11"/>
                                            </p:tgtEl>
                                            <p:attrNameLst>
                                              <p:attrName>style.visibility</p:attrName>
                                            </p:attrNameLst>
                                          </p:cBhvr>
                                          <p:to>
                                            <p:strVal val="visible"/>
                                          </p:to>
                                        </p:set>
                                        <p:anim calcmode="lin" valueType="num" p14:bounceEnd="72000">
                                          <p:cBhvr additive="base">
                                            <p:cTn id="15" dur="2500" fill="hold"/>
                                            <p:tgtEl>
                                              <p:spTgt spid="11"/>
                                            </p:tgtEl>
                                            <p:attrNameLst>
                                              <p:attrName>ppt_x</p:attrName>
                                            </p:attrNameLst>
                                          </p:cBhvr>
                                          <p:tavLst>
                                            <p:tav tm="0">
                                              <p:val>
                                                <p:strVal val="#ppt_x"/>
                                              </p:val>
                                            </p:tav>
                                            <p:tav tm="100000">
                                              <p:val>
                                                <p:strVal val="#ppt_x"/>
                                              </p:val>
                                            </p:tav>
                                          </p:tavLst>
                                        </p:anim>
                                        <p:anim calcmode="lin" valueType="num" p14:bounceEnd="72000">
                                          <p:cBhvr additive="base">
                                            <p:cTn id="16" dur="2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2500" fill="hold"/>
                                            <p:tgtEl>
                                              <p:spTgt spid="10"/>
                                            </p:tgtEl>
                                            <p:attrNameLst>
                                              <p:attrName>ppt_x</p:attrName>
                                            </p:attrNameLst>
                                          </p:cBhvr>
                                          <p:tavLst>
                                            <p:tav tm="0">
                                              <p:val>
                                                <p:strVal val="#ppt_x"/>
                                              </p:val>
                                            </p:tav>
                                            <p:tav tm="100000">
                                              <p:val>
                                                <p:strVal val="#ppt_x"/>
                                              </p:val>
                                            </p:tav>
                                          </p:tavLst>
                                        </p:anim>
                                        <p:anim calcmode="lin" valueType="num">
                                          <p:cBhvr additive="base">
                                            <p:cTn id="8" dur="2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2500" fill="hold"/>
                                            <p:tgtEl>
                                              <p:spTgt spid="12"/>
                                            </p:tgtEl>
                                            <p:attrNameLst>
                                              <p:attrName>ppt_x</p:attrName>
                                            </p:attrNameLst>
                                          </p:cBhvr>
                                          <p:tavLst>
                                            <p:tav tm="0">
                                              <p:val>
                                                <p:strVal val="#ppt_x"/>
                                              </p:val>
                                            </p:tav>
                                            <p:tav tm="100000">
                                              <p:val>
                                                <p:strVal val="#ppt_x"/>
                                              </p:val>
                                            </p:tav>
                                          </p:tavLst>
                                        </p:anim>
                                        <p:anim calcmode="lin" valueType="num">
                                          <p:cBhvr additive="base">
                                            <p:cTn id="12" dur="2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2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2500" fill="hold"/>
                                            <p:tgtEl>
                                              <p:spTgt spid="11"/>
                                            </p:tgtEl>
                                            <p:attrNameLst>
                                              <p:attrName>ppt_x</p:attrName>
                                            </p:attrNameLst>
                                          </p:cBhvr>
                                          <p:tavLst>
                                            <p:tav tm="0">
                                              <p:val>
                                                <p:strVal val="#ppt_x"/>
                                              </p:val>
                                            </p:tav>
                                            <p:tav tm="100000">
                                              <p:val>
                                                <p:strVal val="#ppt_x"/>
                                              </p:val>
                                            </p:tav>
                                          </p:tavLst>
                                        </p:anim>
                                        <p:anim calcmode="lin" valueType="num">
                                          <p:cBhvr additive="base">
                                            <p:cTn id="16" dur="2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32_Custom Layout">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5CF2E2FA-6181-4E67-8649-8A7BCC8E8224}"/>
              </a:ext>
            </a:extLst>
          </p:cNvPr>
          <p:cNvSpPr/>
          <p:nvPr/>
        </p:nvSpPr>
        <p:spPr>
          <a:xfrm>
            <a:off x="781742" y="0"/>
            <a:ext cx="10628516" cy="6858000"/>
          </a:xfrm>
          <a:prstGeom prst="round2SameRect">
            <a:avLst>
              <a:gd name="adj1" fmla="val 0"/>
              <a:gd name="adj2" fmla="val 0"/>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900"/>
          </a:p>
        </p:txBody>
      </p:sp>
      <p:sp>
        <p:nvSpPr>
          <p:cNvPr id="10" name="Picture Placeholder 9">
            <a:extLst>
              <a:ext uri="{FF2B5EF4-FFF2-40B4-BE49-F238E27FC236}">
                <a16:creationId xmlns:a16="http://schemas.microsoft.com/office/drawing/2014/main" id="{21F0C0D1-6B4D-42D5-8D91-8BD223553ED1}"/>
              </a:ext>
            </a:extLst>
          </p:cNvPr>
          <p:cNvSpPr>
            <a:spLocks noGrp="1"/>
          </p:cNvSpPr>
          <p:nvPr>
            <p:ph type="pic" sz="quarter" idx="12"/>
          </p:nvPr>
        </p:nvSpPr>
        <p:spPr>
          <a:xfrm>
            <a:off x="1841932" y="1146149"/>
            <a:ext cx="2479794" cy="1707176"/>
          </a:xfrm>
          <a:custGeom>
            <a:avLst/>
            <a:gdLst>
              <a:gd name="connsiteX0" fmla="*/ 92802 w 4960234"/>
              <a:gd name="connsiteY0" fmla="*/ 0 h 3414351"/>
              <a:gd name="connsiteX1" fmla="*/ 4867432 w 4960234"/>
              <a:gd name="connsiteY1" fmla="*/ 0 h 3414351"/>
              <a:gd name="connsiteX2" fmla="*/ 4960234 w 4960234"/>
              <a:gd name="connsiteY2" fmla="*/ 92802 h 3414351"/>
              <a:gd name="connsiteX3" fmla="*/ 4960234 w 4960234"/>
              <a:gd name="connsiteY3" fmla="*/ 3321549 h 3414351"/>
              <a:gd name="connsiteX4" fmla="*/ 4867432 w 4960234"/>
              <a:gd name="connsiteY4" fmla="*/ 3414351 h 3414351"/>
              <a:gd name="connsiteX5" fmla="*/ 92802 w 4960234"/>
              <a:gd name="connsiteY5" fmla="*/ 3414351 h 3414351"/>
              <a:gd name="connsiteX6" fmla="*/ 0 w 4960234"/>
              <a:gd name="connsiteY6" fmla="*/ 3321549 h 3414351"/>
              <a:gd name="connsiteX7" fmla="*/ 0 w 4960234"/>
              <a:gd name="connsiteY7" fmla="*/ 92802 h 3414351"/>
              <a:gd name="connsiteX8" fmla="*/ 92802 w 4960234"/>
              <a:gd name="connsiteY8" fmla="*/ 0 h 34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60234" h="3414351">
                <a:moveTo>
                  <a:pt x="92802" y="0"/>
                </a:moveTo>
                <a:lnTo>
                  <a:pt x="4867432" y="0"/>
                </a:lnTo>
                <a:cubicBezTo>
                  <a:pt x="4918685" y="0"/>
                  <a:pt x="4960234" y="41549"/>
                  <a:pt x="4960234" y="92802"/>
                </a:cubicBezTo>
                <a:lnTo>
                  <a:pt x="4960234" y="3321549"/>
                </a:lnTo>
                <a:cubicBezTo>
                  <a:pt x="4960234" y="3372802"/>
                  <a:pt x="4918685" y="3414351"/>
                  <a:pt x="4867432" y="3414351"/>
                </a:cubicBezTo>
                <a:lnTo>
                  <a:pt x="92802" y="3414351"/>
                </a:lnTo>
                <a:cubicBezTo>
                  <a:pt x="41549" y="3414351"/>
                  <a:pt x="0" y="3372802"/>
                  <a:pt x="0" y="3321549"/>
                </a:cubicBezTo>
                <a:lnTo>
                  <a:pt x="0" y="92802"/>
                </a:lnTo>
                <a:cubicBezTo>
                  <a:pt x="0" y="41549"/>
                  <a:pt x="41549" y="0"/>
                  <a:pt x="92802" y="0"/>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1" name="Picture Placeholder 10">
            <a:extLst>
              <a:ext uri="{FF2B5EF4-FFF2-40B4-BE49-F238E27FC236}">
                <a16:creationId xmlns:a16="http://schemas.microsoft.com/office/drawing/2014/main" id="{16F46C20-1F68-403F-AC9A-90B3E0EBA506}"/>
              </a:ext>
            </a:extLst>
          </p:cNvPr>
          <p:cNvSpPr>
            <a:spLocks noGrp="1"/>
          </p:cNvSpPr>
          <p:nvPr>
            <p:ph type="pic" sz="quarter" idx="13"/>
          </p:nvPr>
        </p:nvSpPr>
        <p:spPr>
          <a:xfrm>
            <a:off x="6426623" y="2907304"/>
            <a:ext cx="1996953" cy="2804548"/>
          </a:xfrm>
          <a:custGeom>
            <a:avLst/>
            <a:gdLst>
              <a:gd name="connsiteX0" fmla="*/ 108568 w 3994426"/>
              <a:gd name="connsiteY0" fmla="*/ 0 h 5609095"/>
              <a:gd name="connsiteX1" fmla="*/ 3885858 w 3994426"/>
              <a:gd name="connsiteY1" fmla="*/ 0 h 5609095"/>
              <a:gd name="connsiteX2" fmla="*/ 3994426 w 3994426"/>
              <a:gd name="connsiteY2" fmla="*/ 108568 h 5609095"/>
              <a:gd name="connsiteX3" fmla="*/ 3994426 w 3994426"/>
              <a:gd name="connsiteY3" fmla="*/ 5500527 h 5609095"/>
              <a:gd name="connsiteX4" fmla="*/ 3885858 w 3994426"/>
              <a:gd name="connsiteY4" fmla="*/ 5609095 h 5609095"/>
              <a:gd name="connsiteX5" fmla="*/ 108568 w 3994426"/>
              <a:gd name="connsiteY5" fmla="*/ 5609095 h 5609095"/>
              <a:gd name="connsiteX6" fmla="*/ 0 w 3994426"/>
              <a:gd name="connsiteY6" fmla="*/ 5500527 h 5609095"/>
              <a:gd name="connsiteX7" fmla="*/ 0 w 3994426"/>
              <a:gd name="connsiteY7" fmla="*/ 108568 h 5609095"/>
              <a:gd name="connsiteX8" fmla="*/ 108568 w 3994426"/>
              <a:gd name="connsiteY8" fmla="*/ 0 h 560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94426" h="5609095">
                <a:moveTo>
                  <a:pt x="108568" y="0"/>
                </a:moveTo>
                <a:lnTo>
                  <a:pt x="3885858" y="0"/>
                </a:lnTo>
                <a:cubicBezTo>
                  <a:pt x="3945818" y="0"/>
                  <a:pt x="3994426" y="48608"/>
                  <a:pt x="3994426" y="108568"/>
                </a:cubicBezTo>
                <a:lnTo>
                  <a:pt x="3994426" y="5500527"/>
                </a:lnTo>
                <a:cubicBezTo>
                  <a:pt x="3994426" y="5560487"/>
                  <a:pt x="3945818" y="5609095"/>
                  <a:pt x="3885858" y="5609095"/>
                </a:cubicBezTo>
                <a:lnTo>
                  <a:pt x="108568" y="5609095"/>
                </a:lnTo>
                <a:cubicBezTo>
                  <a:pt x="48608" y="5609095"/>
                  <a:pt x="0" y="5560487"/>
                  <a:pt x="0" y="5500527"/>
                </a:cubicBezTo>
                <a:lnTo>
                  <a:pt x="0" y="108568"/>
                </a:lnTo>
                <a:cubicBezTo>
                  <a:pt x="0" y="48608"/>
                  <a:pt x="48608" y="0"/>
                  <a:pt x="108568" y="0"/>
                </a:cubicBezTo>
                <a:close/>
              </a:path>
            </a:pathLst>
          </a:custGeom>
          <a:pattFill prst="pct60">
            <a:fgClr>
              <a:schemeClr val="bg1"/>
            </a:fgClr>
            <a:bgClr>
              <a:schemeClr val="bg1">
                <a:lumMod val="85000"/>
              </a:schemeClr>
            </a:bgClr>
          </a:pattFill>
          <a:effectLst>
            <a:reflection blurRad="241300" stA="45000" endPos="65000" dist="50800" dir="5400000" sy="-100000" algn="bl" rotWithShape="0"/>
          </a:effectLst>
        </p:spPr>
        <p:txBody>
          <a:bodyPr wrap="square" anchor="ctr">
            <a:noAutofit/>
          </a:bodyPr>
          <a:lstStyle>
            <a:lvl1pPr marL="0" indent="0" algn="ctr">
              <a:buFontTx/>
              <a:buNone/>
              <a:defRPr sz="1200"/>
            </a:lvl1pPr>
          </a:lstStyle>
          <a:p>
            <a:endParaRPr lang="en-US"/>
          </a:p>
        </p:txBody>
      </p:sp>
      <p:sp>
        <p:nvSpPr>
          <p:cNvPr id="12" name="Picture Placeholder 11">
            <a:extLst>
              <a:ext uri="{FF2B5EF4-FFF2-40B4-BE49-F238E27FC236}">
                <a16:creationId xmlns:a16="http://schemas.microsoft.com/office/drawing/2014/main" id="{EAAD9279-7C04-442F-8D30-E26DF7D4A96F}"/>
              </a:ext>
            </a:extLst>
          </p:cNvPr>
          <p:cNvSpPr>
            <a:spLocks noGrp="1"/>
          </p:cNvSpPr>
          <p:nvPr>
            <p:ph type="pic" sz="quarter" idx="14"/>
          </p:nvPr>
        </p:nvSpPr>
        <p:spPr>
          <a:xfrm>
            <a:off x="8477548" y="2907304"/>
            <a:ext cx="1872519" cy="2804548"/>
          </a:xfrm>
          <a:custGeom>
            <a:avLst/>
            <a:gdLst>
              <a:gd name="connsiteX0" fmla="*/ 101804 w 3745526"/>
              <a:gd name="connsiteY0" fmla="*/ 0 h 5609095"/>
              <a:gd name="connsiteX1" fmla="*/ 3643724 w 3745526"/>
              <a:gd name="connsiteY1" fmla="*/ 0 h 5609095"/>
              <a:gd name="connsiteX2" fmla="*/ 3745526 w 3745526"/>
              <a:gd name="connsiteY2" fmla="*/ 101803 h 5609095"/>
              <a:gd name="connsiteX3" fmla="*/ 3745526 w 3745526"/>
              <a:gd name="connsiteY3" fmla="*/ 5507292 h 5609095"/>
              <a:gd name="connsiteX4" fmla="*/ 3643724 w 3745526"/>
              <a:gd name="connsiteY4" fmla="*/ 5609095 h 5609095"/>
              <a:gd name="connsiteX5" fmla="*/ 101804 w 3745526"/>
              <a:gd name="connsiteY5" fmla="*/ 5609095 h 5609095"/>
              <a:gd name="connsiteX6" fmla="*/ 0 w 3745526"/>
              <a:gd name="connsiteY6" fmla="*/ 5507292 h 5609095"/>
              <a:gd name="connsiteX7" fmla="*/ 0 w 3745526"/>
              <a:gd name="connsiteY7" fmla="*/ 101803 h 5609095"/>
              <a:gd name="connsiteX8" fmla="*/ 101804 w 3745526"/>
              <a:gd name="connsiteY8" fmla="*/ 0 h 560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45526" h="5609095">
                <a:moveTo>
                  <a:pt x="101804" y="0"/>
                </a:moveTo>
                <a:lnTo>
                  <a:pt x="3643724" y="0"/>
                </a:lnTo>
                <a:cubicBezTo>
                  <a:pt x="3699948" y="0"/>
                  <a:pt x="3745526" y="45579"/>
                  <a:pt x="3745526" y="101803"/>
                </a:cubicBezTo>
                <a:lnTo>
                  <a:pt x="3745526" y="5507292"/>
                </a:lnTo>
                <a:cubicBezTo>
                  <a:pt x="3745526" y="5563516"/>
                  <a:pt x="3699948" y="5609095"/>
                  <a:pt x="3643724" y="5609095"/>
                </a:cubicBezTo>
                <a:lnTo>
                  <a:pt x="101804" y="5609095"/>
                </a:lnTo>
                <a:cubicBezTo>
                  <a:pt x="45580" y="5609095"/>
                  <a:pt x="0" y="5563516"/>
                  <a:pt x="0" y="5507292"/>
                </a:cubicBezTo>
                <a:lnTo>
                  <a:pt x="0" y="101803"/>
                </a:lnTo>
                <a:cubicBezTo>
                  <a:pt x="0" y="45579"/>
                  <a:pt x="45580" y="0"/>
                  <a:pt x="101804" y="0"/>
                </a:cubicBezTo>
                <a:close/>
              </a:path>
            </a:pathLst>
          </a:custGeom>
          <a:pattFill prst="pct60">
            <a:fgClr>
              <a:schemeClr val="bg1"/>
            </a:fgClr>
            <a:bgClr>
              <a:schemeClr val="bg1">
                <a:lumMod val="85000"/>
              </a:schemeClr>
            </a:bgClr>
          </a:pattFill>
          <a:effectLst>
            <a:reflection blurRad="241300" stA="45000" endPos="65000" dist="50800" dir="5400000" sy="-100000" algn="bl" rotWithShape="0"/>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56727730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72000">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14:bounceEnd="72000">
                                          <p:cBhvr additive="base">
                                            <p:cTn id="7" dur="2500" fill="hold"/>
                                            <p:tgtEl>
                                              <p:spTgt spid="10"/>
                                            </p:tgtEl>
                                            <p:attrNameLst>
                                              <p:attrName>ppt_x</p:attrName>
                                            </p:attrNameLst>
                                          </p:cBhvr>
                                          <p:tavLst>
                                            <p:tav tm="0">
                                              <p:val>
                                                <p:strVal val="#ppt_x"/>
                                              </p:val>
                                            </p:tav>
                                            <p:tav tm="100000">
                                              <p:val>
                                                <p:strVal val="#ppt_x"/>
                                              </p:val>
                                            </p:tav>
                                          </p:tavLst>
                                        </p:anim>
                                        <p:anim calcmode="lin" valueType="num" p14:bounceEnd="72000">
                                          <p:cBhvr additive="base">
                                            <p:cTn id="8" dur="2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72000">
                                      <p:stCondLst>
                                        <p:cond delay="100"/>
                                      </p:stCondLst>
                                      <p:childTnLst>
                                        <p:set>
                                          <p:cBhvr>
                                            <p:cTn id="10" dur="1" fill="hold">
                                              <p:stCondLst>
                                                <p:cond delay="0"/>
                                              </p:stCondLst>
                                            </p:cTn>
                                            <p:tgtEl>
                                              <p:spTgt spid="11"/>
                                            </p:tgtEl>
                                            <p:attrNameLst>
                                              <p:attrName>style.visibility</p:attrName>
                                            </p:attrNameLst>
                                          </p:cBhvr>
                                          <p:to>
                                            <p:strVal val="visible"/>
                                          </p:to>
                                        </p:set>
                                        <p:anim calcmode="lin" valueType="num" p14:bounceEnd="72000">
                                          <p:cBhvr additive="base">
                                            <p:cTn id="11" dur="2500" fill="hold"/>
                                            <p:tgtEl>
                                              <p:spTgt spid="11"/>
                                            </p:tgtEl>
                                            <p:attrNameLst>
                                              <p:attrName>ppt_x</p:attrName>
                                            </p:attrNameLst>
                                          </p:cBhvr>
                                          <p:tavLst>
                                            <p:tav tm="0">
                                              <p:val>
                                                <p:strVal val="#ppt_x"/>
                                              </p:val>
                                            </p:tav>
                                            <p:tav tm="100000">
                                              <p:val>
                                                <p:strVal val="#ppt_x"/>
                                              </p:val>
                                            </p:tav>
                                          </p:tavLst>
                                        </p:anim>
                                        <p:anim calcmode="lin" valueType="num" p14:bounceEnd="72000">
                                          <p:cBhvr additive="base">
                                            <p:cTn id="12" dur="2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14:presetBounceEnd="72000">
                                      <p:stCondLst>
                                        <p:cond delay="200"/>
                                      </p:stCondLst>
                                      <p:childTnLst>
                                        <p:set>
                                          <p:cBhvr>
                                            <p:cTn id="14" dur="1" fill="hold">
                                              <p:stCondLst>
                                                <p:cond delay="0"/>
                                              </p:stCondLst>
                                            </p:cTn>
                                            <p:tgtEl>
                                              <p:spTgt spid="12"/>
                                            </p:tgtEl>
                                            <p:attrNameLst>
                                              <p:attrName>style.visibility</p:attrName>
                                            </p:attrNameLst>
                                          </p:cBhvr>
                                          <p:to>
                                            <p:strVal val="visible"/>
                                          </p:to>
                                        </p:set>
                                        <p:anim calcmode="lin" valueType="num" p14:bounceEnd="72000">
                                          <p:cBhvr additive="base">
                                            <p:cTn id="15" dur="2500" fill="hold"/>
                                            <p:tgtEl>
                                              <p:spTgt spid="12"/>
                                            </p:tgtEl>
                                            <p:attrNameLst>
                                              <p:attrName>ppt_x</p:attrName>
                                            </p:attrNameLst>
                                          </p:cBhvr>
                                          <p:tavLst>
                                            <p:tav tm="0">
                                              <p:val>
                                                <p:strVal val="#ppt_x"/>
                                              </p:val>
                                            </p:tav>
                                            <p:tav tm="100000">
                                              <p:val>
                                                <p:strVal val="#ppt_x"/>
                                              </p:val>
                                            </p:tav>
                                          </p:tavLst>
                                        </p:anim>
                                        <p:anim calcmode="lin" valueType="num" p14:bounceEnd="72000">
                                          <p:cBhvr additive="base">
                                            <p:cTn id="16" dur="2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2500" fill="hold"/>
                                            <p:tgtEl>
                                              <p:spTgt spid="10"/>
                                            </p:tgtEl>
                                            <p:attrNameLst>
                                              <p:attrName>ppt_x</p:attrName>
                                            </p:attrNameLst>
                                          </p:cBhvr>
                                          <p:tavLst>
                                            <p:tav tm="0">
                                              <p:val>
                                                <p:strVal val="#ppt_x"/>
                                              </p:val>
                                            </p:tav>
                                            <p:tav tm="100000">
                                              <p:val>
                                                <p:strVal val="#ppt_x"/>
                                              </p:val>
                                            </p:tav>
                                          </p:tavLst>
                                        </p:anim>
                                        <p:anim calcmode="lin" valueType="num">
                                          <p:cBhvr additive="base">
                                            <p:cTn id="8" dur="2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2500" fill="hold"/>
                                            <p:tgtEl>
                                              <p:spTgt spid="11"/>
                                            </p:tgtEl>
                                            <p:attrNameLst>
                                              <p:attrName>ppt_x</p:attrName>
                                            </p:attrNameLst>
                                          </p:cBhvr>
                                          <p:tavLst>
                                            <p:tav tm="0">
                                              <p:val>
                                                <p:strVal val="#ppt_x"/>
                                              </p:val>
                                            </p:tav>
                                            <p:tav tm="100000">
                                              <p:val>
                                                <p:strVal val="#ppt_x"/>
                                              </p:val>
                                            </p:tav>
                                          </p:tavLst>
                                        </p:anim>
                                        <p:anim calcmode="lin" valueType="num">
                                          <p:cBhvr additive="base">
                                            <p:cTn id="12" dur="2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20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2500" fill="hold"/>
                                            <p:tgtEl>
                                              <p:spTgt spid="12"/>
                                            </p:tgtEl>
                                            <p:attrNameLst>
                                              <p:attrName>ppt_x</p:attrName>
                                            </p:attrNameLst>
                                          </p:cBhvr>
                                          <p:tavLst>
                                            <p:tav tm="0">
                                              <p:val>
                                                <p:strVal val="#ppt_x"/>
                                              </p:val>
                                            </p:tav>
                                            <p:tav tm="100000">
                                              <p:val>
                                                <p:strVal val="#ppt_x"/>
                                              </p:val>
                                            </p:tav>
                                          </p:tavLst>
                                        </p:anim>
                                        <p:anim calcmode="lin" valueType="num">
                                          <p:cBhvr additive="base">
                                            <p:cTn id="16" dur="2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31_Custom Layout">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5CF2E2FA-6181-4E67-8649-8A7BCC8E8224}"/>
              </a:ext>
            </a:extLst>
          </p:cNvPr>
          <p:cNvSpPr/>
          <p:nvPr/>
        </p:nvSpPr>
        <p:spPr>
          <a:xfrm>
            <a:off x="781742" y="0"/>
            <a:ext cx="10628516" cy="6858000"/>
          </a:xfrm>
          <a:prstGeom prst="round2SameRect">
            <a:avLst>
              <a:gd name="adj1" fmla="val 0"/>
              <a:gd name="adj2" fmla="val 0"/>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900"/>
          </a:p>
        </p:txBody>
      </p:sp>
      <p:sp>
        <p:nvSpPr>
          <p:cNvPr id="5" name="Picture Placeholder 4">
            <a:extLst>
              <a:ext uri="{FF2B5EF4-FFF2-40B4-BE49-F238E27FC236}">
                <a16:creationId xmlns:a16="http://schemas.microsoft.com/office/drawing/2014/main" id="{DBE461B1-A8FB-486F-AEB2-28BCCDA011AA}"/>
              </a:ext>
            </a:extLst>
          </p:cNvPr>
          <p:cNvSpPr>
            <a:spLocks noGrp="1"/>
          </p:cNvSpPr>
          <p:nvPr>
            <p:ph type="pic" sz="quarter" idx="12"/>
          </p:nvPr>
        </p:nvSpPr>
        <p:spPr>
          <a:xfrm>
            <a:off x="781742" y="-1"/>
            <a:ext cx="10628516" cy="3429000"/>
          </a:xfrm>
          <a:custGeom>
            <a:avLst/>
            <a:gdLst>
              <a:gd name="connsiteX0" fmla="*/ 0 w 21259800"/>
              <a:gd name="connsiteY0" fmla="*/ 0 h 6858000"/>
              <a:gd name="connsiteX1" fmla="*/ 21259800 w 21259800"/>
              <a:gd name="connsiteY1" fmla="*/ 0 h 6858000"/>
              <a:gd name="connsiteX2" fmla="*/ 21259800 w 21259800"/>
              <a:gd name="connsiteY2" fmla="*/ 6858000 h 6858000"/>
              <a:gd name="connsiteX3" fmla="*/ 0 w 21259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1259800" h="6858000">
                <a:moveTo>
                  <a:pt x="0" y="0"/>
                </a:moveTo>
                <a:lnTo>
                  <a:pt x="21259800" y="0"/>
                </a:lnTo>
                <a:lnTo>
                  <a:pt x="21259800" y="6858000"/>
                </a:lnTo>
                <a:lnTo>
                  <a:pt x="0" y="68580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3" name="Picture Placeholder 12">
            <a:extLst>
              <a:ext uri="{FF2B5EF4-FFF2-40B4-BE49-F238E27FC236}">
                <a16:creationId xmlns:a16="http://schemas.microsoft.com/office/drawing/2014/main" id="{27246444-38D4-4861-9E94-2214F5B43D5C}"/>
              </a:ext>
            </a:extLst>
          </p:cNvPr>
          <p:cNvSpPr>
            <a:spLocks noGrp="1"/>
          </p:cNvSpPr>
          <p:nvPr>
            <p:ph type="pic" sz="quarter" idx="13"/>
          </p:nvPr>
        </p:nvSpPr>
        <p:spPr>
          <a:xfrm>
            <a:off x="2303042" y="3428999"/>
            <a:ext cx="1889681" cy="2743201"/>
          </a:xfrm>
          <a:custGeom>
            <a:avLst/>
            <a:gdLst>
              <a:gd name="connsiteX0" fmla="*/ 0 w 3779854"/>
              <a:gd name="connsiteY0" fmla="*/ 0 h 5486401"/>
              <a:gd name="connsiteX1" fmla="*/ 3779854 w 3779854"/>
              <a:gd name="connsiteY1" fmla="*/ 0 h 5486401"/>
              <a:gd name="connsiteX2" fmla="*/ 3779854 w 3779854"/>
              <a:gd name="connsiteY2" fmla="*/ 5486401 h 5486401"/>
              <a:gd name="connsiteX3" fmla="*/ 475732 w 3779854"/>
              <a:gd name="connsiteY3" fmla="*/ 5486401 h 5486401"/>
              <a:gd name="connsiteX4" fmla="*/ 0 w 3779854"/>
              <a:gd name="connsiteY4" fmla="*/ 5010669 h 5486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9854" h="5486401">
                <a:moveTo>
                  <a:pt x="0" y="0"/>
                </a:moveTo>
                <a:lnTo>
                  <a:pt x="3779854" y="0"/>
                </a:lnTo>
                <a:lnTo>
                  <a:pt x="3779854" y="5486401"/>
                </a:lnTo>
                <a:lnTo>
                  <a:pt x="475732" y="5486401"/>
                </a:lnTo>
                <a:cubicBezTo>
                  <a:pt x="212992" y="5486401"/>
                  <a:pt x="0" y="5273409"/>
                  <a:pt x="0" y="5010669"/>
                </a:cubicBez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4" name="Picture Placeholder 13">
            <a:extLst>
              <a:ext uri="{FF2B5EF4-FFF2-40B4-BE49-F238E27FC236}">
                <a16:creationId xmlns:a16="http://schemas.microsoft.com/office/drawing/2014/main" id="{846DAFC8-F3E7-48B9-923A-FD1F401E6F04}"/>
              </a:ext>
            </a:extLst>
          </p:cNvPr>
          <p:cNvSpPr>
            <a:spLocks noGrp="1"/>
          </p:cNvSpPr>
          <p:nvPr>
            <p:ph type="pic" sz="quarter" idx="14"/>
          </p:nvPr>
        </p:nvSpPr>
        <p:spPr>
          <a:xfrm>
            <a:off x="4192723" y="3428998"/>
            <a:ext cx="1903277" cy="2743202"/>
          </a:xfrm>
          <a:custGeom>
            <a:avLst/>
            <a:gdLst>
              <a:gd name="connsiteX0" fmla="*/ 0 w 3807049"/>
              <a:gd name="connsiteY0" fmla="*/ 0 h 5486403"/>
              <a:gd name="connsiteX1" fmla="*/ 3807049 w 3807049"/>
              <a:gd name="connsiteY1" fmla="*/ 0 h 5486403"/>
              <a:gd name="connsiteX2" fmla="*/ 3807049 w 3807049"/>
              <a:gd name="connsiteY2" fmla="*/ 5486403 h 5486403"/>
              <a:gd name="connsiteX3" fmla="*/ 0 w 3807049"/>
              <a:gd name="connsiteY3" fmla="*/ 5486403 h 5486403"/>
            </a:gdLst>
            <a:ahLst/>
            <a:cxnLst>
              <a:cxn ang="0">
                <a:pos x="connsiteX0" y="connsiteY0"/>
              </a:cxn>
              <a:cxn ang="0">
                <a:pos x="connsiteX1" y="connsiteY1"/>
              </a:cxn>
              <a:cxn ang="0">
                <a:pos x="connsiteX2" y="connsiteY2"/>
              </a:cxn>
              <a:cxn ang="0">
                <a:pos x="connsiteX3" y="connsiteY3"/>
              </a:cxn>
            </a:cxnLst>
            <a:rect l="l" t="t" r="r" b="b"/>
            <a:pathLst>
              <a:path w="3807049" h="5486403">
                <a:moveTo>
                  <a:pt x="0" y="0"/>
                </a:moveTo>
                <a:lnTo>
                  <a:pt x="3807049" y="0"/>
                </a:lnTo>
                <a:lnTo>
                  <a:pt x="3807049" y="5486403"/>
                </a:lnTo>
                <a:lnTo>
                  <a:pt x="0" y="5486403"/>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5" name="Picture Placeholder 14">
            <a:extLst>
              <a:ext uri="{FF2B5EF4-FFF2-40B4-BE49-F238E27FC236}">
                <a16:creationId xmlns:a16="http://schemas.microsoft.com/office/drawing/2014/main" id="{7BD2714F-1785-4F7D-B146-CB418D7FC4A7}"/>
              </a:ext>
            </a:extLst>
          </p:cNvPr>
          <p:cNvSpPr>
            <a:spLocks noGrp="1"/>
          </p:cNvSpPr>
          <p:nvPr>
            <p:ph type="pic" sz="quarter" idx="15"/>
          </p:nvPr>
        </p:nvSpPr>
        <p:spPr>
          <a:xfrm>
            <a:off x="6096000" y="3428997"/>
            <a:ext cx="3792958" cy="2743201"/>
          </a:xfrm>
          <a:custGeom>
            <a:avLst/>
            <a:gdLst>
              <a:gd name="connsiteX0" fmla="*/ 0 w 7586904"/>
              <a:gd name="connsiteY0" fmla="*/ 0 h 5486401"/>
              <a:gd name="connsiteX1" fmla="*/ 7586904 w 7586904"/>
              <a:gd name="connsiteY1" fmla="*/ 0 h 5486401"/>
              <a:gd name="connsiteX2" fmla="*/ 7586904 w 7586904"/>
              <a:gd name="connsiteY2" fmla="*/ 4795883 h 5486401"/>
              <a:gd name="connsiteX3" fmla="*/ 6896384 w 7586904"/>
              <a:gd name="connsiteY3" fmla="*/ 5486401 h 5486401"/>
              <a:gd name="connsiteX4" fmla="*/ 0 w 7586904"/>
              <a:gd name="connsiteY4" fmla="*/ 5486401 h 5486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6904" h="5486401">
                <a:moveTo>
                  <a:pt x="0" y="0"/>
                </a:moveTo>
                <a:lnTo>
                  <a:pt x="7586904" y="0"/>
                </a:lnTo>
                <a:lnTo>
                  <a:pt x="7586904" y="4795883"/>
                </a:lnTo>
                <a:cubicBezTo>
                  <a:pt x="7586904" y="5177246"/>
                  <a:pt x="7277748" y="5486401"/>
                  <a:pt x="6896384" y="5486401"/>
                </a:cubicBezTo>
                <a:lnTo>
                  <a:pt x="0" y="548640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074365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800" fill="hold"/>
                                        <p:tgtEl>
                                          <p:spTgt spid="5"/>
                                        </p:tgtEl>
                                        <p:attrNameLst>
                                          <p:attrName>ppt_x</p:attrName>
                                        </p:attrNameLst>
                                      </p:cBhvr>
                                      <p:tavLst>
                                        <p:tav tm="0">
                                          <p:val>
                                            <p:strVal val="#ppt_x"/>
                                          </p:val>
                                        </p:tav>
                                        <p:tav tm="100000">
                                          <p:val>
                                            <p:strVal val="#ppt_x"/>
                                          </p:val>
                                        </p:tav>
                                      </p:tavLst>
                                    </p:anim>
                                    <p:anim calcmode="lin" valueType="num">
                                      <p:cBhvr additive="base">
                                        <p:cTn id="8" dur="18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p:stCondLst>
                                    <p:cond delay="10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1200" fill="hold"/>
                                        <p:tgtEl>
                                          <p:spTgt spid="13"/>
                                        </p:tgtEl>
                                        <p:attrNameLst>
                                          <p:attrName>ppt_x</p:attrName>
                                        </p:attrNameLst>
                                      </p:cBhvr>
                                      <p:tavLst>
                                        <p:tav tm="0">
                                          <p:val>
                                            <p:strVal val="#ppt_x"/>
                                          </p:val>
                                        </p:tav>
                                        <p:tav tm="100000">
                                          <p:val>
                                            <p:strVal val="#ppt_x"/>
                                          </p:val>
                                        </p:tav>
                                      </p:tavLst>
                                    </p:anim>
                                    <p:anim calcmode="lin" valueType="num">
                                      <p:cBhvr additive="base">
                                        <p:cTn id="12" dur="12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20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1200" fill="hold"/>
                                        <p:tgtEl>
                                          <p:spTgt spid="14"/>
                                        </p:tgtEl>
                                        <p:attrNameLst>
                                          <p:attrName>ppt_x</p:attrName>
                                        </p:attrNameLst>
                                      </p:cBhvr>
                                      <p:tavLst>
                                        <p:tav tm="0">
                                          <p:val>
                                            <p:strVal val="#ppt_x"/>
                                          </p:val>
                                        </p:tav>
                                        <p:tav tm="100000">
                                          <p:val>
                                            <p:strVal val="#ppt_x"/>
                                          </p:val>
                                        </p:tav>
                                      </p:tavLst>
                                    </p:anim>
                                    <p:anim calcmode="lin" valueType="num">
                                      <p:cBhvr additive="base">
                                        <p:cTn id="16" dur="1200" fill="hold"/>
                                        <p:tgtEl>
                                          <p:spTgt spid="14"/>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30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1200" fill="hold"/>
                                        <p:tgtEl>
                                          <p:spTgt spid="15"/>
                                        </p:tgtEl>
                                        <p:attrNameLst>
                                          <p:attrName>ppt_x</p:attrName>
                                        </p:attrNameLst>
                                      </p:cBhvr>
                                      <p:tavLst>
                                        <p:tav tm="0">
                                          <p:val>
                                            <p:strVal val="#ppt_x"/>
                                          </p:val>
                                        </p:tav>
                                        <p:tav tm="100000">
                                          <p:val>
                                            <p:strVal val="#ppt_x"/>
                                          </p:val>
                                        </p:tav>
                                      </p:tavLst>
                                    </p:anim>
                                    <p:anim calcmode="lin" valueType="num">
                                      <p:cBhvr additive="base">
                                        <p:cTn id="20" dur="12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P spid="14" grpId="0" animBg="1"/>
      <p:bldP spid="15" grpId="0" animBg="1"/>
    </p:bld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30_Custom Layout">
    <p:spTree>
      <p:nvGrpSpPr>
        <p:cNvPr id="1" name=""/>
        <p:cNvGrpSpPr/>
        <p:nvPr/>
      </p:nvGrpSpPr>
      <p:grpSpPr>
        <a:xfrm>
          <a:off x="0" y="0"/>
          <a:ext cx="0" cy="0"/>
          <a:chOff x="0" y="0"/>
          <a:chExt cx="0" cy="0"/>
        </a:xfrm>
      </p:grpSpPr>
      <p:sp>
        <p:nvSpPr>
          <p:cNvPr id="3" name="Rectangle: Top Corners Rounded 2">
            <a:extLst>
              <a:ext uri="{FF2B5EF4-FFF2-40B4-BE49-F238E27FC236}">
                <a16:creationId xmlns:a16="http://schemas.microsoft.com/office/drawing/2014/main" id="{F82B0E3D-837A-411E-ABDD-AB99B72FC554}"/>
              </a:ext>
            </a:extLst>
          </p:cNvPr>
          <p:cNvSpPr/>
          <p:nvPr/>
        </p:nvSpPr>
        <p:spPr>
          <a:xfrm rot="10800000">
            <a:off x="781742" y="0"/>
            <a:ext cx="10628516" cy="6172200"/>
          </a:xfrm>
          <a:prstGeom prst="round2SameRect">
            <a:avLst>
              <a:gd name="adj1" fmla="val 2415"/>
              <a:gd name="adj2" fmla="val 0"/>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sz="900"/>
          </a:p>
        </p:txBody>
      </p:sp>
    </p:spTree>
    <p:extLst>
      <p:ext uri="{BB962C8B-B14F-4D97-AF65-F5344CB8AC3E}">
        <p14:creationId xmlns:p14="http://schemas.microsoft.com/office/powerpoint/2010/main" val="1838689516"/>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27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122FED-B9CE-40D8-846C-33FC451E3876}"/>
              </a:ext>
            </a:extLst>
          </p:cNvPr>
          <p:cNvSpPr/>
          <p:nvPr/>
        </p:nvSpPr>
        <p:spPr>
          <a:xfrm>
            <a:off x="781742" y="647700"/>
            <a:ext cx="10628516" cy="5524500"/>
          </a:xfrm>
          <a:prstGeom prst="rect">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Picture Placeholder 11">
            <a:extLst>
              <a:ext uri="{FF2B5EF4-FFF2-40B4-BE49-F238E27FC236}">
                <a16:creationId xmlns:a16="http://schemas.microsoft.com/office/drawing/2014/main" id="{510C5212-174D-4440-9F25-1BA51A40D61E}"/>
              </a:ext>
            </a:extLst>
          </p:cNvPr>
          <p:cNvSpPr>
            <a:spLocks noGrp="1"/>
          </p:cNvSpPr>
          <p:nvPr>
            <p:ph type="pic" sz="quarter" idx="12"/>
          </p:nvPr>
        </p:nvSpPr>
        <p:spPr>
          <a:xfrm>
            <a:off x="4765170" y="885741"/>
            <a:ext cx="2661660" cy="1210567"/>
          </a:xfrm>
          <a:custGeom>
            <a:avLst/>
            <a:gdLst>
              <a:gd name="connsiteX0" fmla="*/ 0 w 5324013"/>
              <a:gd name="connsiteY0" fmla="*/ 0 h 2421133"/>
              <a:gd name="connsiteX1" fmla="*/ 5324013 w 5324013"/>
              <a:gd name="connsiteY1" fmla="*/ 0 h 2421133"/>
              <a:gd name="connsiteX2" fmla="*/ 5324013 w 5324013"/>
              <a:gd name="connsiteY2" fmla="*/ 2421133 h 2421133"/>
              <a:gd name="connsiteX3" fmla="*/ 0 w 5324013"/>
              <a:gd name="connsiteY3" fmla="*/ 2421133 h 2421133"/>
            </a:gdLst>
            <a:ahLst/>
            <a:cxnLst>
              <a:cxn ang="0">
                <a:pos x="connsiteX0" y="connsiteY0"/>
              </a:cxn>
              <a:cxn ang="0">
                <a:pos x="connsiteX1" y="connsiteY1"/>
              </a:cxn>
              <a:cxn ang="0">
                <a:pos x="connsiteX2" y="connsiteY2"/>
              </a:cxn>
              <a:cxn ang="0">
                <a:pos x="connsiteX3" y="connsiteY3"/>
              </a:cxn>
            </a:cxnLst>
            <a:rect l="l" t="t" r="r" b="b"/>
            <a:pathLst>
              <a:path w="5324013" h="2421133">
                <a:moveTo>
                  <a:pt x="0" y="0"/>
                </a:moveTo>
                <a:lnTo>
                  <a:pt x="5324013" y="0"/>
                </a:lnTo>
                <a:lnTo>
                  <a:pt x="5324013" y="2421133"/>
                </a:lnTo>
                <a:lnTo>
                  <a:pt x="0" y="2421133"/>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3" name="Picture Placeholder 12">
            <a:extLst>
              <a:ext uri="{FF2B5EF4-FFF2-40B4-BE49-F238E27FC236}">
                <a16:creationId xmlns:a16="http://schemas.microsoft.com/office/drawing/2014/main" id="{FEB6247F-1EBF-4AB3-834F-BDBD5C591BC8}"/>
              </a:ext>
            </a:extLst>
          </p:cNvPr>
          <p:cNvSpPr>
            <a:spLocks noGrp="1"/>
          </p:cNvSpPr>
          <p:nvPr>
            <p:ph type="pic" sz="quarter" idx="13"/>
          </p:nvPr>
        </p:nvSpPr>
        <p:spPr>
          <a:xfrm>
            <a:off x="4765170" y="2177725"/>
            <a:ext cx="2661660" cy="1210567"/>
          </a:xfrm>
          <a:custGeom>
            <a:avLst/>
            <a:gdLst>
              <a:gd name="connsiteX0" fmla="*/ 0 w 5324013"/>
              <a:gd name="connsiteY0" fmla="*/ 0 h 2421133"/>
              <a:gd name="connsiteX1" fmla="*/ 5324013 w 5324013"/>
              <a:gd name="connsiteY1" fmla="*/ 0 h 2421133"/>
              <a:gd name="connsiteX2" fmla="*/ 5324013 w 5324013"/>
              <a:gd name="connsiteY2" fmla="*/ 2421133 h 2421133"/>
              <a:gd name="connsiteX3" fmla="*/ 0 w 5324013"/>
              <a:gd name="connsiteY3" fmla="*/ 2421133 h 2421133"/>
            </a:gdLst>
            <a:ahLst/>
            <a:cxnLst>
              <a:cxn ang="0">
                <a:pos x="connsiteX0" y="connsiteY0"/>
              </a:cxn>
              <a:cxn ang="0">
                <a:pos x="connsiteX1" y="connsiteY1"/>
              </a:cxn>
              <a:cxn ang="0">
                <a:pos x="connsiteX2" y="connsiteY2"/>
              </a:cxn>
              <a:cxn ang="0">
                <a:pos x="connsiteX3" y="connsiteY3"/>
              </a:cxn>
            </a:cxnLst>
            <a:rect l="l" t="t" r="r" b="b"/>
            <a:pathLst>
              <a:path w="5324013" h="2421133">
                <a:moveTo>
                  <a:pt x="0" y="0"/>
                </a:moveTo>
                <a:lnTo>
                  <a:pt x="5324013" y="0"/>
                </a:lnTo>
                <a:lnTo>
                  <a:pt x="5324013" y="2421133"/>
                </a:lnTo>
                <a:lnTo>
                  <a:pt x="0" y="2421133"/>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4" name="Picture Placeholder 13">
            <a:extLst>
              <a:ext uri="{FF2B5EF4-FFF2-40B4-BE49-F238E27FC236}">
                <a16:creationId xmlns:a16="http://schemas.microsoft.com/office/drawing/2014/main" id="{83D43D92-99D1-40E3-BF57-798A5E0F03E2}"/>
              </a:ext>
            </a:extLst>
          </p:cNvPr>
          <p:cNvSpPr>
            <a:spLocks noGrp="1"/>
          </p:cNvSpPr>
          <p:nvPr>
            <p:ph type="pic" sz="quarter" idx="14"/>
          </p:nvPr>
        </p:nvSpPr>
        <p:spPr>
          <a:xfrm>
            <a:off x="4765170" y="3469709"/>
            <a:ext cx="2661660" cy="1210567"/>
          </a:xfrm>
          <a:custGeom>
            <a:avLst/>
            <a:gdLst>
              <a:gd name="connsiteX0" fmla="*/ 0 w 5324013"/>
              <a:gd name="connsiteY0" fmla="*/ 0 h 2421133"/>
              <a:gd name="connsiteX1" fmla="*/ 5324013 w 5324013"/>
              <a:gd name="connsiteY1" fmla="*/ 0 h 2421133"/>
              <a:gd name="connsiteX2" fmla="*/ 5324013 w 5324013"/>
              <a:gd name="connsiteY2" fmla="*/ 2421133 h 2421133"/>
              <a:gd name="connsiteX3" fmla="*/ 0 w 5324013"/>
              <a:gd name="connsiteY3" fmla="*/ 2421133 h 2421133"/>
            </a:gdLst>
            <a:ahLst/>
            <a:cxnLst>
              <a:cxn ang="0">
                <a:pos x="connsiteX0" y="connsiteY0"/>
              </a:cxn>
              <a:cxn ang="0">
                <a:pos x="connsiteX1" y="connsiteY1"/>
              </a:cxn>
              <a:cxn ang="0">
                <a:pos x="connsiteX2" y="connsiteY2"/>
              </a:cxn>
              <a:cxn ang="0">
                <a:pos x="connsiteX3" y="connsiteY3"/>
              </a:cxn>
            </a:cxnLst>
            <a:rect l="l" t="t" r="r" b="b"/>
            <a:pathLst>
              <a:path w="5324013" h="2421133">
                <a:moveTo>
                  <a:pt x="0" y="0"/>
                </a:moveTo>
                <a:lnTo>
                  <a:pt x="5324013" y="0"/>
                </a:lnTo>
                <a:lnTo>
                  <a:pt x="5324013" y="2421133"/>
                </a:lnTo>
                <a:lnTo>
                  <a:pt x="0" y="2421133"/>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5" name="Picture Placeholder 14">
            <a:extLst>
              <a:ext uri="{FF2B5EF4-FFF2-40B4-BE49-F238E27FC236}">
                <a16:creationId xmlns:a16="http://schemas.microsoft.com/office/drawing/2014/main" id="{B64CF7A3-BE12-472A-AF27-CF27257CDB07}"/>
              </a:ext>
            </a:extLst>
          </p:cNvPr>
          <p:cNvSpPr>
            <a:spLocks noGrp="1"/>
          </p:cNvSpPr>
          <p:nvPr>
            <p:ph type="pic" sz="quarter" idx="15"/>
          </p:nvPr>
        </p:nvSpPr>
        <p:spPr>
          <a:xfrm>
            <a:off x="4765170" y="4761693"/>
            <a:ext cx="2661660" cy="1210567"/>
          </a:xfrm>
          <a:custGeom>
            <a:avLst/>
            <a:gdLst>
              <a:gd name="connsiteX0" fmla="*/ 0 w 5324013"/>
              <a:gd name="connsiteY0" fmla="*/ 0 h 2421133"/>
              <a:gd name="connsiteX1" fmla="*/ 5324013 w 5324013"/>
              <a:gd name="connsiteY1" fmla="*/ 0 h 2421133"/>
              <a:gd name="connsiteX2" fmla="*/ 5324013 w 5324013"/>
              <a:gd name="connsiteY2" fmla="*/ 2421133 h 2421133"/>
              <a:gd name="connsiteX3" fmla="*/ 0 w 5324013"/>
              <a:gd name="connsiteY3" fmla="*/ 2421133 h 2421133"/>
            </a:gdLst>
            <a:ahLst/>
            <a:cxnLst>
              <a:cxn ang="0">
                <a:pos x="connsiteX0" y="connsiteY0"/>
              </a:cxn>
              <a:cxn ang="0">
                <a:pos x="connsiteX1" y="connsiteY1"/>
              </a:cxn>
              <a:cxn ang="0">
                <a:pos x="connsiteX2" y="connsiteY2"/>
              </a:cxn>
              <a:cxn ang="0">
                <a:pos x="connsiteX3" y="connsiteY3"/>
              </a:cxn>
            </a:cxnLst>
            <a:rect l="l" t="t" r="r" b="b"/>
            <a:pathLst>
              <a:path w="5324013" h="2421133">
                <a:moveTo>
                  <a:pt x="0" y="0"/>
                </a:moveTo>
                <a:lnTo>
                  <a:pt x="5324013" y="0"/>
                </a:lnTo>
                <a:lnTo>
                  <a:pt x="5324013" y="2421133"/>
                </a:lnTo>
                <a:lnTo>
                  <a:pt x="0" y="2421133"/>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956501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500" fill="hold"/>
                                        <p:tgtEl>
                                          <p:spTgt spid="12"/>
                                        </p:tgtEl>
                                        <p:attrNameLst>
                                          <p:attrName>ppt_x</p:attrName>
                                        </p:attrNameLst>
                                      </p:cBhvr>
                                      <p:tavLst>
                                        <p:tav tm="0">
                                          <p:val>
                                            <p:strVal val="#ppt_x"/>
                                          </p:val>
                                        </p:tav>
                                        <p:tav tm="100000">
                                          <p:val>
                                            <p:strVal val="#ppt_x"/>
                                          </p:val>
                                        </p:tav>
                                      </p:tavLst>
                                    </p:anim>
                                    <p:anim calcmode="lin" valueType="num">
                                      <p:cBhvr additive="base">
                                        <p:cTn id="8" dur="1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20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1500" fill="hold"/>
                                        <p:tgtEl>
                                          <p:spTgt spid="13"/>
                                        </p:tgtEl>
                                        <p:attrNameLst>
                                          <p:attrName>ppt_x</p:attrName>
                                        </p:attrNameLst>
                                      </p:cBhvr>
                                      <p:tavLst>
                                        <p:tav tm="0">
                                          <p:val>
                                            <p:strVal val="#ppt_x"/>
                                          </p:val>
                                        </p:tav>
                                        <p:tav tm="100000">
                                          <p:val>
                                            <p:strVal val="#ppt_x"/>
                                          </p:val>
                                        </p:tav>
                                      </p:tavLst>
                                    </p:anim>
                                    <p:anim calcmode="lin" valueType="num">
                                      <p:cBhvr additive="base">
                                        <p:cTn id="12" dur="1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40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1500" fill="hold"/>
                                        <p:tgtEl>
                                          <p:spTgt spid="14"/>
                                        </p:tgtEl>
                                        <p:attrNameLst>
                                          <p:attrName>ppt_x</p:attrName>
                                        </p:attrNameLst>
                                      </p:cBhvr>
                                      <p:tavLst>
                                        <p:tav tm="0">
                                          <p:val>
                                            <p:strVal val="#ppt_x"/>
                                          </p:val>
                                        </p:tav>
                                        <p:tav tm="100000">
                                          <p:val>
                                            <p:strVal val="#ppt_x"/>
                                          </p:val>
                                        </p:tav>
                                      </p:tavLst>
                                    </p:anim>
                                    <p:anim calcmode="lin" valueType="num">
                                      <p:cBhvr additive="base">
                                        <p:cTn id="16" dur="1500" fill="hold"/>
                                        <p:tgtEl>
                                          <p:spTgt spid="14"/>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60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1500" fill="hold"/>
                                        <p:tgtEl>
                                          <p:spTgt spid="15"/>
                                        </p:tgtEl>
                                        <p:attrNameLst>
                                          <p:attrName>ppt_x</p:attrName>
                                        </p:attrNameLst>
                                      </p:cBhvr>
                                      <p:tavLst>
                                        <p:tav tm="0">
                                          <p:val>
                                            <p:strVal val="#ppt_x"/>
                                          </p:val>
                                        </p:tav>
                                        <p:tav tm="100000">
                                          <p:val>
                                            <p:strVal val="#ppt_x"/>
                                          </p:val>
                                        </p:tav>
                                      </p:tavLst>
                                    </p:anim>
                                    <p:anim calcmode="lin" valueType="num">
                                      <p:cBhvr additive="base">
                                        <p:cTn id="20" dur="1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26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122FED-B9CE-40D8-846C-33FC451E3876}"/>
              </a:ext>
            </a:extLst>
          </p:cNvPr>
          <p:cNvSpPr/>
          <p:nvPr/>
        </p:nvSpPr>
        <p:spPr>
          <a:xfrm>
            <a:off x="781742" y="647700"/>
            <a:ext cx="10628516" cy="5524500"/>
          </a:xfrm>
          <a:prstGeom prst="rect">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2" name="Picture Placeholder 21">
            <a:extLst>
              <a:ext uri="{FF2B5EF4-FFF2-40B4-BE49-F238E27FC236}">
                <a16:creationId xmlns:a16="http://schemas.microsoft.com/office/drawing/2014/main" id="{E7950C93-CBCD-40C9-9F9E-4B5673CC74A7}"/>
              </a:ext>
            </a:extLst>
          </p:cNvPr>
          <p:cNvSpPr>
            <a:spLocks noGrp="1"/>
          </p:cNvSpPr>
          <p:nvPr>
            <p:ph type="pic" sz="quarter" idx="12"/>
          </p:nvPr>
        </p:nvSpPr>
        <p:spPr>
          <a:xfrm>
            <a:off x="2861516" y="1182143"/>
            <a:ext cx="1410323" cy="1410507"/>
          </a:xfrm>
          <a:custGeom>
            <a:avLst/>
            <a:gdLst>
              <a:gd name="connsiteX0" fmla="*/ 0 w 2821013"/>
              <a:gd name="connsiteY0" fmla="*/ 0 h 2821013"/>
              <a:gd name="connsiteX1" fmla="*/ 2821013 w 2821013"/>
              <a:gd name="connsiteY1" fmla="*/ 0 h 2821013"/>
              <a:gd name="connsiteX2" fmla="*/ 2821013 w 2821013"/>
              <a:gd name="connsiteY2" fmla="*/ 2821013 h 2821013"/>
              <a:gd name="connsiteX3" fmla="*/ 0 w 2821013"/>
              <a:gd name="connsiteY3" fmla="*/ 2821013 h 2821013"/>
            </a:gdLst>
            <a:ahLst/>
            <a:cxnLst>
              <a:cxn ang="0">
                <a:pos x="connsiteX0" y="connsiteY0"/>
              </a:cxn>
              <a:cxn ang="0">
                <a:pos x="connsiteX1" y="connsiteY1"/>
              </a:cxn>
              <a:cxn ang="0">
                <a:pos x="connsiteX2" y="connsiteY2"/>
              </a:cxn>
              <a:cxn ang="0">
                <a:pos x="connsiteX3" y="connsiteY3"/>
              </a:cxn>
            </a:cxnLst>
            <a:rect l="l" t="t" r="r" b="b"/>
            <a:pathLst>
              <a:path w="2821013" h="2821013">
                <a:moveTo>
                  <a:pt x="0" y="0"/>
                </a:moveTo>
                <a:lnTo>
                  <a:pt x="2821013" y="0"/>
                </a:lnTo>
                <a:lnTo>
                  <a:pt x="2821013" y="2821013"/>
                </a:lnTo>
                <a:lnTo>
                  <a:pt x="0" y="2821013"/>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3" name="Picture Placeholder 22">
            <a:extLst>
              <a:ext uri="{FF2B5EF4-FFF2-40B4-BE49-F238E27FC236}">
                <a16:creationId xmlns:a16="http://schemas.microsoft.com/office/drawing/2014/main" id="{60594C5E-0C9A-45A6-9F61-CACF42FC1818}"/>
              </a:ext>
            </a:extLst>
          </p:cNvPr>
          <p:cNvSpPr>
            <a:spLocks noGrp="1"/>
          </p:cNvSpPr>
          <p:nvPr>
            <p:ph type="pic" sz="quarter" idx="13"/>
          </p:nvPr>
        </p:nvSpPr>
        <p:spPr>
          <a:xfrm>
            <a:off x="4402424" y="1182143"/>
            <a:ext cx="1410323" cy="1410507"/>
          </a:xfrm>
          <a:custGeom>
            <a:avLst/>
            <a:gdLst>
              <a:gd name="connsiteX0" fmla="*/ 0 w 2821013"/>
              <a:gd name="connsiteY0" fmla="*/ 0 h 2821013"/>
              <a:gd name="connsiteX1" fmla="*/ 2821013 w 2821013"/>
              <a:gd name="connsiteY1" fmla="*/ 0 h 2821013"/>
              <a:gd name="connsiteX2" fmla="*/ 2821013 w 2821013"/>
              <a:gd name="connsiteY2" fmla="*/ 2821013 h 2821013"/>
              <a:gd name="connsiteX3" fmla="*/ 0 w 2821013"/>
              <a:gd name="connsiteY3" fmla="*/ 2821013 h 2821013"/>
            </a:gdLst>
            <a:ahLst/>
            <a:cxnLst>
              <a:cxn ang="0">
                <a:pos x="connsiteX0" y="connsiteY0"/>
              </a:cxn>
              <a:cxn ang="0">
                <a:pos x="connsiteX1" y="connsiteY1"/>
              </a:cxn>
              <a:cxn ang="0">
                <a:pos x="connsiteX2" y="connsiteY2"/>
              </a:cxn>
              <a:cxn ang="0">
                <a:pos x="connsiteX3" y="connsiteY3"/>
              </a:cxn>
            </a:cxnLst>
            <a:rect l="l" t="t" r="r" b="b"/>
            <a:pathLst>
              <a:path w="2821013" h="2821013">
                <a:moveTo>
                  <a:pt x="0" y="0"/>
                </a:moveTo>
                <a:lnTo>
                  <a:pt x="2821013" y="0"/>
                </a:lnTo>
                <a:lnTo>
                  <a:pt x="2821013" y="2821013"/>
                </a:lnTo>
                <a:lnTo>
                  <a:pt x="0" y="2821013"/>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4" name="Picture Placeholder 23">
            <a:extLst>
              <a:ext uri="{FF2B5EF4-FFF2-40B4-BE49-F238E27FC236}">
                <a16:creationId xmlns:a16="http://schemas.microsoft.com/office/drawing/2014/main" id="{1D302998-AECE-4217-8C7F-562D445DCBC4}"/>
              </a:ext>
            </a:extLst>
          </p:cNvPr>
          <p:cNvSpPr>
            <a:spLocks noGrp="1"/>
          </p:cNvSpPr>
          <p:nvPr>
            <p:ph type="pic" sz="quarter" idx="14"/>
          </p:nvPr>
        </p:nvSpPr>
        <p:spPr>
          <a:xfrm>
            <a:off x="5943334" y="1182143"/>
            <a:ext cx="1410323" cy="1410507"/>
          </a:xfrm>
          <a:custGeom>
            <a:avLst/>
            <a:gdLst>
              <a:gd name="connsiteX0" fmla="*/ 0 w 2821013"/>
              <a:gd name="connsiteY0" fmla="*/ 0 h 2821013"/>
              <a:gd name="connsiteX1" fmla="*/ 2821013 w 2821013"/>
              <a:gd name="connsiteY1" fmla="*/ 0 h 2821013"/>
              <a:gd name="connsiteX2" fmla="*/ 2821013 w 2821013"/>
              <a:gd name="connsiteY2" fmla="*/ 2821013 h 2821013"/>
              <a:gd name="connsiteX3" fmla="*/ 0 w 2821013"/>
              <a:gd name="connsiteY3" fmla="*/ 2821013 h 2821013"/>
            </a:gdLst>
            <a:ahLst/>
            <a:cxnLst>
              <a:cxn ang="0">
                <a:pos x="connsiteX0" y="connsiteY0"/>
              </a:cxn>
              <a:cxn ang="0">
                <a:pos x="connsiteX1" y="connsiteY1"/>
              </a:cxn>
              <a:cxn ang="0">
                <a:pos x="connsiteX2" y="connsiteY2"/>
              </a:cxn>
              <a:cxn ang="0">
                <a:pos x="connsiteX3" y="connsiteY3"/>
              </a:cxn>
            </a:cxnLst>
            <a:rect l="l" t="t" r="r" b="b"/>
            <a:pathLst>
              <a:path w="2821013" h="2821013">
                <a:moveTo>
                  <a:pt x="0" y="0"/>
                </a:moveTo>
                <a:lnTo>
                  <a:pt x="2821013" y="0"/>
                </a:lnTo>
                <a:lnTo>
                  <a:pt x="2821013" y="2821013"/>
                </a:lnTo>
                <a:lnTo>
                  <a:pt x="0" y="2821013"/>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5" name="Picture Placeholder 24">
            <a:extLst>
              <a:ext uri="{FF2B5EF4-FFF2-40B4-BE49-F238E27FC236}">
                <a16:creationId xmlns:a16="http://schemas.microsoft.com/office/drawing/2014/main" id="{B84ADD14-A3D7-4F67-A4EB-9B2FE588C955}"/>
              </a:ext>
            </a:extLst>
          </p:cNvPr>
          <p:cNvSpPr>
            <a:spLocks noGrp="1"/>
          </p:cNvSpPr>
          <p:nvPr>
            <p:ph type="pic" sz="quarter" idx="15"/>
          </p:nvPr>
        </p:nvSpPr>
        <p:spPr>
          <a:xfrm>
            <a:off x="2861516" y="2723747"/>
            <a:ext cx="1410323" cy="1410507"/>
          </a:xfrm>
          <a:custGeom>
            <a:avLst/>
            <a:gdLst>
              <a:gd name="connsiteX0" fmla="*/ 0 w 2821013"/>
              <a:gd name="connsiteY0" fmla="*/ 0 h 2821013"/>
              <a:gd name="connsiteX1" fmla="*/ 2821013 w 2821013"/>
              <a:gd name="connsiteY1" fmla="*/ 0 h 2821013"/>
              <a:gd name="connsiteX2" fmla="*/ 2821013 w 2821013"/>
              <a:gd name="connsiteY2" fmla="*/ 2821013 h 2821013"/>
              <a:gd name="connsiteX3" fmla="*/ 0 w 2821013"/>
              <a:gd name="connsiteY3" fmla="*/ 2821013 h 2821013"/>
            </a:gdLst>
            <a:ahLst/>
            <a:cxnLst>
              <a:cxn ang="0">
                <a:pos x="connsiteX0" y="connsiteY0"/>
              </a:cxn>
              <a:cxn ang="0">
                <a:pos x="connsiteX1" y="connsiteY1"/>
              </a:cxn>
              <a:cxn ang="0">
                <a:pos x="connsiteX2" y="connsiteY2"/>
              </a:cxn>
              <a:cxn ang="0">
                <a:pos x="connsiteX3" y="connsiteY3"/>
              </a:cxn>
            </a:cxnLst>
            <a:rect l="l" t="t" r="r" b="b"/>
            <a:pathLst>
              <a:path w="2821013" h="2821013">
                <a:moveTo>
                  <a:pt x="0" y="0"/>
                </a:moveTo>
                <a:lnTo>
                  <a:pt x="2821013" y="0"/>
                </a:lnTo>
                <a:lnTo>
                  <a:pt x="2821013" y="2821013"/>
                </a:lnTo>
                <a:lnTo>
                  <a:pt x="0" y="2821013"/>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6" name="Picture Placeholder 25">
            <a:extLst>
              <a:ext uri="{FF2B5EF4-FFF2-40B4-BE49-F238E27FC236}">
                <a16:creationId xmlns:a16="http://schemas.microsoft.com/office/drawing/2014/main" id="{8E41521E-C06E-4D0E-A3A6-45A879C7DBC3}"/>
              </a:ext>
            </a:extLst>
          </p:cNvPr>
          <p:cNvSpPr>
            <a:spLocks noGrp="1"/>
          </p:cNvSpPr>
          <p:nvPr>
            <p:ph type="pic" sz="quarter" idx="16"/>
          </p:nvPr>
        </p:nvSpPr>
        <p:spPr>
          <a:xfrm>
            <a:off x="4402424" y="2723747"/>
            <a:ext cx="1410323" cy="1410507"/>
          </a:xfrm>
          <a:custGeom>
            <a:avLst/>
            <a:gdLst>
              <a:gd name="connsiteX0" fmla="*/ 0 w 2821013"/>
              <a:gd name="connsiteY0" fmla="*/ 0 h 2821013"/>
              <a:gd name="connsiteX1" fmla="*/ 2821013 w 2821013"/>
              <a:gd name="connsiteY1" fmla="*/ 0 h 2821013"/>
              <a:gd name="connsiteX2" fmla="*/ 2821013 w 2821013"/>
              <a:gd name="connsiteY2" fmla="*/ 2821013 h 2821013"/>
              <a:gd name="connsiteX3" fmla="*/ 0 w 2821013"/>
              <a:gd name="connsiteY3" fmla="*/ 2821013 h 2821013"/>
            </a:gdLst>
            <a:ahLst/>
            <a:cxnLst>
              <a:cxn ang="0">
                <a:pos x="connsiteX0" y="connsiteY0"/>
              </a:cxn>
              <a:cxn ang="0">
                <a:pos x="connsiteX1" y="connsiteY1"/>
              </a:cxn>
              <a:cxn ang="0">
                <a:pos x="connsiteX2" y="connsiteY2"/>
              </a:cxn>
              <a:cxn ang="0">
                <a:pos x="connsiteX3" y="connsiteY3"/>
              </a:cxn>
            </a:cxnLst>
            <a:rect l="l" t="t" r="r" b="b"/>
            <a:pathLst>
              <a:path w="2821013" h="2821013">
                <a:moveTo>
                  <a:pt x="0" y="0"/>
                </a:moveTo>
                <a:lnTo>
                  <a:pt x="2821013" y="0"/>
                </a:lnTo>
                <a:lnTo>
                  <a:pt x="2821013" y="2821013"/>
                </a:lnTo>
                <a:lnTo>
                  <a:pt x="0" y="2821013"/>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7" name="Picture Placeholder 26">
            <a:extLst>
              <a:ext uri="{FF2B5EF4-FFF2-40B4-BE49-F238E27FC236}">
                <a16:creationId xmlns:a16="http://schemas.microsoft.com/office/drawing/2014/main" id="{DD675A9D-DF1E-4EF0-900D-AD3085ECFCD4}"/>
              </a:ext>
            </a:extLst>
          </p:cNvPr>
          <p:cNvSpPr>
            <a:spLocks noGrp="1"/>
          </p:cNvSpPr>
          <p:nvPr>
            <p:ph type="pic" sz="quarter" idx="17"/>
          </p:nvPr>
        </p:nvSpPr>
        <p:spPr>
          <a:xfrm>
            <a:off x="5943334" y="2723747"/>
            <a:ext cx="1410323" cy="1410507"/>
          </a:xfrm>
          <a:custGeom>
            <a:avLst/>
            <a:gdLst>
              <a:gd name="connsiteX0" fmla="*/ 0 w 2821013"/>
              <a:gd name="connsiteY0" fmla="*/ 0 h 2821013"/>
              <a:gd name="connsiteX1" fmla="*/ 2821013 w 2821013"/>
              <a:gd name="connsiteY1" fmla="*/ 0 h 2821013"/>
              <a:gd name="connsiteX2" fmla="*/ 2821013 w 2821013"/>
              <a:gd name="connsiteY2" fmla="*/ 2821013 h 2821013"/>
              <a:gd name="connsiteX3" fmla="*/ 0 w 2821013"/>
              <a:gd name="connsiteY3" fmla="*/ 2821013 h 2821013"/>
            </a:gdLst>
            <a:ahLst/>
            <a:cxnLst>
              <a:cxn ang="0">
                <a:pos x="connsiteX0" y="connsiteY0"/>
              </a:cxn>
              <a:cxn ang="0">
                <a:pos x="connsiteX1" y="connsiteY1"/>
              </a:cxn>
              <a:cxn ang="0">
                <a:pos x="connsiteX2" y="connsiteY2"/>
              </a:cxn>
              <a:cxn ang="0">
                <a:pos x="connsiteX3" y="connsiteY3"/>
              </a:cxn>
            </a:cxnLst>
            <a:rect l="l" t="t" r="r" b="b"/>
            <a:pathLst>
              <a:path w="2821013" h="2821013">
                <a:moveTo>
                  <a:pt x="0" y="0"/>
                </a:moveTo>
                <a:lnTo>
                  <a:pt x="2821013" y="0"/>
                </a:lnTo>
                <a:lnTo>
                  <a:pt x="2821013" y="2821013"/>
                </a:lnTo>
                <a:lnTo>
                  <a:pt x="0" y="2821013"/>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8" name="Picture Placeholder 27">
            <a:extLst>
              <a:ext uri="{FF2B5EF4-FFF2-40B4-BE49-F238E27FC236}">
                <a16:creationId xmlns:a16="http://schemas.microsoft.com/office/drawing/2014/main" id="{4A3268EE-6C21-4469-92FC-AB5A5F1BFC26}"/>
              </a:ext>
            </a:extLst>
          </p:cNvPr>
          <p:cNvSpPr>
            <a:spLocks noGrp="1"/>
          </p:cNvSpPr>
          <p:nvPr>
            <p:ph type="pic" sz="quarter" idx="18"/>
          </p:nvPr>
        </p:nvSpPr>
        <p:spPr>
          <a:xfrm>
            <a:off x="2861516" y="4265351"/>
            <a:ext cx="1410323" cy="1410507"/>
          </a:xfrm>
          <a:custGeom>
            <a:avLst/>
            <a:gdLst>
              <a:gd name="connsiteX0" fmla="*/ 0 w 2821013"/>
              <a:gd name="connsiteY0" fmla="*/ 0 h 2821013"/>
              <a:gd name="connsiteX1" fmla="*/ 2821013 w 2821013"/>
              <a:gd name="connsiteY1" fmla="*/ 0 h 2821013"/>
              <a:gd name="connsiteX2" fmla="*/ 2821013 w 2821013"/>
              <a:gd name="connsiteY2" fmla="*/ 2821013 h 2821013"/>
              <a:gd name="connsiteX3" fmla="*/ 0 w 2821013"/>
              <a:gd name="connsiteY3" fmla="*/ 2821013 h 2821013"/>
            </a:gdLst>
            <a:ahLst/>
            <a:cxnLst>
              <a:cxn ang="0">
                <a:pos x="connsiteX0" y="connsiteY0"/>
              </a:cxn>
              <a:cxn ang="0">
                <a:pos x="connsiteX1" y="connsiteY1"/>
              </a:cxn>
              <a:cxn ang="0">
                <a:pos x="connsiteX2" y="connsiteY2"/>
              </a:cxn>
              <a:cxn ang="0">
                <a:pos x="connsiteX3" y="connsiteY3"/>
              </a:cxn>
            </a:cxnLst>
            <a:rect l="l" t="t" r="r" b="b"/>
            <a:pathLst>
              <a:path w="2821013" h="2821013">
                <a:moveTo>
                  <a:pt x="0" y="0"/>
                </a:moveTo>
                <a:lnTo>
                  <a:pt x="2821013" y="0"/>
                </a:lnTo>
                <a:lnTo>
                  <a:pt x="2821013" y="2821013"/>
                </a:lnTo>
                <a:lnTo>
                  <a:pt x="0" y="2821013"/>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9" name="Picture Placeholder 28">
            <a:extLst>
              <a:ext uri="{FF2B5EF4-FFF2-40B4-BE49-F238E27FC236}">
                <a16:creationId xmlns:a16="http://schemas.microsoft.com/office/drawing/2014/main" id="{7EF1324C-2C93-4135-83A3-1B6933A0E92B}"/>
              </a:ext>
            </a:extLst>
          </p:cNvPr>
          <p:cNvSpPr>
            <a:spLocks noGrp="1"/>
          </p:cNvSpPr>
          <p:nvPr>
            <p:ph type="pic" sz="quarter" idx="19"/>
          </p:nvPr>
        </p:nvSpPr>
        <p:spPr>
          <a:xfrm>
            <a:off x="4402424" y="4265351"/>
            <a:ext cx="1410323" cy="1410507"/>
          </a:xfrm>
          <a:custGeom>
            <a:avLst/>
            <a:gdLst>
              <a:gd name="connsiteX0" fmla="*/ 0 w 2821013"/>
              <a:gd name="connsiteY0" fmla="*/ 0 h 2821013"/>
              <a:gd name="connsiteX1" fmla="*/ 2821013 w 2821013"/>
              <a:gd name="connsiteY1" fmla="*/ 0 h 2821013"/>
              <a:gd name="connsiteX2" fmla="*/ 2821013 w 2821013"/>
              <a:gd name="connsiteY2" fmla="*/ 2821013 h 2821013"/>
              <a:gd name="connsiteX3" fmla="*/ 0 w 2821013"/>
              <a:gd name="connsiteY3" fmla="*/ 2821013 h 2821013"/>
            </a:gdLst>
            <a:ahLst/>
            <a:cxnLst>
              <a:cxn ang="0">
                <a:pos x="connsiteX0" y="connsiteY0"/>
              </a:cxn>
              <a:cxn ang="0">
                <a:pos x="connsiteX1" y="connsiteY1"/>
              </a:cxn>
              <a:cxn ang="0">
                <a:pos x="connsiteX2" y="connsiteY2"/>
              </a:cxn>
              <a:cxn ang="0">
                <a:pos x="connsiteX3" y="connsiteY3"/>
              </a:cxn>
            </a:cxnLst>
            <a:rect l="l" t="t" r="r" b="b"/>
            <a:pathLst>
              <a:path w="2821013" h="2821013">
                <a:moveTo>
                  <a:pt x="0" y="0"/>
                </a:moveTo>
                <a:lnTo>
                  <a:pt x="2821013" y="0"/>
                </a:lnTo>
                <a:lnTo>
                  <a:pt x="2821013" y="2821013"/>
                </a:lnTo>
                <a:lnTo>
                  <a:pt x="0" y="2821013"/>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30" name="Picture Placeholder 29">
            <a:extLst>
              <a:ext uri="{FF2B5EF4-FFF2-40B4-BE49-F238E27FC236}">
                <a16:creationId xmlns:a16="http://schemas.microsoft.com/office/drawing/2014/main" id="{6172CA72-A160-4F89-B462-9B005CF14BC2}"/>
              </a:ext>
            </a:extLst>
          </p:cNvPr>
          <p:cNvSpPr>
            <a:spLocks noGrp="1"/>
          </p:cNvSpPr>
          <p:nvPr>
            <p:ph type="pic" sz="quarter" idx="20"/>
          </p:nvPr>
        </p:nvSpPr>
        <p:spPr>
          <a:xfrm>
            <a:off x="5943334" y="4265351"/>
            <a:ext cx="1410323" cy="1410507"/>
          </a:xfrm>
          <a:custGeom>
            <a:avLst/>
            <a:gdLst>
              <a:gd name="connsiteX0" fmla="*/ 0 w 2821013"/>
              <a:gd name="connsiteY0" fmla="*/ 0 h 2821013"/>
              <a:gd name="connsiteX1" fmla="*/ 2821013 w 2821013"/>
              <a:gd name="connsiteY1" fmla="*/ 0 h 2821013"/>
              <a:gd name="connsiteX2" fmla="*/ 2821013 w 2821013"/>
              <a:gd name="connsiteY2" fmla="*/ 2821013 h 2821013"/>
              <a:gd name="connsiteX3" fmla="*/ 0 w 2821013"/>
              <a:gd name="connsiteY3" fmla="*/ 2821013 h 2821013"/>
            </a:gdLst>
            <a:ahLst/>
            <a:cxnLst>
              <a:cxn ang="0">
                <a:pos x="connsiteX0" y="connsiteY0"/>
              </a:cxn>
              <a:cxn ang="0">
                <a:pos x="connsiteX1" y="connsiteY1"/>
              </a:cxn>
              <a:cxn ang="0">
                <a:pos x="connsiteX2" y="connsiteY2"/>
              </a:cxn>
              <a:cxn ang="0">
                <a:pos x="connsiteX3" y="connsiteY3"/>
              </a:cxn>
            </a:cxnLst>
            <a:rect l="l" t="t" r="r" b="b"/>
            <a:pathLst>
              <a:path w="2821013" h="2821013">
                <a:moveTo>
                  <a:pt x="0" y="0"/>
                </a:moveTo>
                <a:lnTo>
                  <a:pt x="2821013" y="0"/>
                </a:lnTo>
                <a:lnTo>
                  <a:pt x="2821013" y="2821013"/>
                </a:lnTo>
                <a:lnTo>
                  <a:pt x="0" y="2821013"/>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334809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decel="10000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1500" fill="hold"/>
                                        <p:tgtEl>
                                          <p:spTgt spid="22"/>
                                        </p:tgtEl>
                                        <p:attrNameLst>
                                          <p:attrName>ppt_x</p:attrName>
                                        </p:attrNameLst>
                                      </p:cBhvr>
                                      <p:tavLst>
                                        <p:tav tm="0">
                                          <p:val>
                                            <p:strVal val="0-#ppt_w/2"/>
                                          </p:val>
                                        </p:tav>
                                        <p:tav tm="100000">
                                          <p:val>
                                            <p:strVal val="#ppt_x"/>
                                          </p:val>
                                        </p:tav>
                                      </p:tavLst>
                                    </p:anim>
                                    <p:anim calcmode="lin" valueType="num">
                                      <p:cBhvr additive="base">
                                        <p:cTn id="8" dur="1500" fill="hold"/>
                                        <p:tgtEl>
                                          <p:spTgt spid="22"/>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10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1500" fill="hold"/>
                                        <p:tgtEl>
                                          <p:spTgt spid="23"/>
                                        </p:tgtEl>
                                        <p:attrNameLst>
                                          <p:attrName>ppt_x</p:attrName>
                                        </p:attrNameLst>
                                      </p:cBhvr>
                                      <p:tavLst>
                                        <p:tav tm="0">
                                          <p:val>
                                            <p:strVal val="#ppt_x"/>
                                          </p:val>
                                        </p:tav>
                                        <p:tav tm="100000">
                                          <p:val>
                                            <p:strVal val="#ppt_x"/>
                                          </p:val>
                                        </p:tav>
                                      </p:tavLst>
                                    </p:anim>
                                    <p:anim calcmode="lin" valueType="num">
                                      <p:cBhvr additive="base">
                                        <p:cTn id="12" dur="1500" fill="hold"/>
                                        <p:tgtEl>
                                          <p:spTgt spid="23"/>
                                        </p:tgtEl>
                                        <p:attrNameLst>
                                          <p:attrName>ppt_y</p:attrName>
                                        </p:attrNameLst>
                                      </p:cBhvr>
                                      <p:tavLst>
                                        <p:tav tm="0">
                                          <p:val>
                                            <p:strVal val="0-#ppt_h/2"/>
                                          </p:val>
                                        </p:tav>
                                        <p:tav tm="100000">
                                          <p:val>
                                            <p:strVal val="#ppt_y"/>
                                          </p:val>
                                        </p:tav>
                                      </p:tavLst>
                                    </p:anim>
                                  </p:childTnLst>
                                </p:cTn>
                              </p:par>
                              <p:par>
                                <p:cTn id="13" presetID="2" presetClass="entr" presetSubtype="3" decel="100000" fill="hold" grpId="0" nodeType="withEffect">
                                  <p:stCondLst>
                                    <p:cond delay="20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1500" fill="hold"/>
                                        <p:tgtEl>
                                          <p:spTgt spid="24"/>
                                        </p:tgtEl>
                                        <p:attrNameLst>
                                          <p:attrName>ppt_x</p:attrName>
                                        </p:attrNameLst>
                                      </p:cBhvr>
                                      <p:tavLst>
                                        <p:tav tm="0">
                                          <p:val>
                                            <p:strVal val="1+#ppt_w/2"/>
                                          </p:val>
                                        </p:tav>
                                        <p:tav tm="100000">
                                          <p:val>
                                            <p:strVal val="#ppt_x"/>
                                          </p:val>
                                        </p:tav>
                                      </p:tavLst>
                                    </p:anim>
                                    <p:anim calcmode="lin" valueType="num">
                                      <p:cBhvr additive="base">
                                        <p:cTn id="16" dur="1500" fill="hold"/>
                                        <p:tgtEl>
                                          <p:spTgt spid="24"/>
                                        </p:tgtEl>
                                        <p:attrNameLst>
                                          <p:attrName>ppt_y</p:attrName>
                                        </p:attrNameLst>
                                      </p:cBhvr>
                                      <p:tavLst>
                                        <p:tav tm="0">
                                          <p:val>
                                            <p:strVal val="0-#ppt_h/2"/>
                                          </p:val>
                                        </p:tav>
                                        <p:tav tm="100000">
                                          <p:val>
                                            <p:strVal val="#ppt_y"/>
                                          </p:val>
                                        </p:tav>
                                      </p:tavLst>
                                    </p:anim>
                                  </p:childTnLst>
                                </p:cTn>
                              </p:par>
                              <p:par>
                                <p:cTn id="17" presetID="2" presetClass="entr" presetSubtype="8" decel="100000" fill="hold" grpId="0" nodeType="withEffect">
                                  <p:stCondLst>
                                    <p:cond delay="30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1500" fill="hold"/>
                                        <p:tgtEl>
                                          <p:spTgt spid="25"/>
                                        </p:tgtEl>
                                        <p:attrNameLst>
                                          <p:attrName>ppt_x</p:attrName>
                                        </p:attrNameLst>
                                      </p:cBhvr>
                                      <p:tavLst>
                                        <p:tav tm="0">
                                          <p:val>
                                            <p:strVal val="0-#ppt_w/2"/>
                                          </p:val>
                                        </p:tav>
                                        <p:tav tm="100000">
                                          <p:val>
                                            <p:strVal val="#ppt_x"/>
                                          </p:val>
                                        </p:tav>
                                      </p:tavLst>
                                    </p:anim>
                                    <p:anim calcmode="lin" valueType="num">
                                      <p:cBhvr additive="base">
                                        <p:cTn id="20" dur="1500" fill="hold"/>
                                        <p:tgtEl>
                                          <p:spTgt spid="25"/>
                                        </p:tgtEl>
                                        <p:attrNameLst>
                                          <p:attrName>ppt_y</p:attrName>
                                        </p:attrNameLst>
                                      </p:cBhvr>
                                      <p:tavLst>
                                        <p:tav tm="0">
                                          <p:val>
                                            <p:strVal val="#ppt_y"/>
                                          </p:val>
                                        </p:tav>
                                        <p:tav tm="100000">
                                          <p:val>
                                            <p:strVal val="#ppt_y"/>
                                          </p:val>
                                        </p:tav>
                                      </p:tavLst>
                                    </p:anim>
                                  </p:childTnLst>
                                </p:cTn>
                              </p:par>
                              <p:par>
                                <p:cTn id="21" presetID="2" presetClass="entr" presetSubtype="4" decel="100000" fill="hold" grpId="0" nodeType="withEffect">
                                  <p:stCondLst>
                                    <p:cond delay="40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1500" fill="hold"/>
                                        <p:tgtEl>
                                          <p:spTgt spid="26"/>
                                        </p:tgtEl>
                                        <p:attrNameLst>
                                          <p:attrName>ppt_x</p:attrName>
                                        </p:attrNameLst>
                                      </p:cBhvr>
                                      <p:tavLst>
                                        <p:tav tm="0">
                                          <p:val>
                                            <p:strVal val="#ppt_x"/>
                                          </p:val>
                                        </p:tav>
                                        <p:tav tm="100000">
                                          <p:val>
                                            <p:strVal val="#ppt_x"/>
                                          </p:val>
                                        </p:tav>
                                      </p:tavLst>
                                    </p:anim>
                                    <p:anim calcmode="lin" valueType="num">
                                      <p:cBhvr additive="base">
                                        <p:cTn id="24" dur="1500" fill="hold"/>
                                        <p:tgtEl>
                                          <p:spTgt spid="26"/>
                                        </p:tgtEl>
                                        <p:attrNameLst>
                                          <p:attrName>ppt_y</p:attrName>
                                        </p:attrNameLst>
                                      </p:cBhvr>
                                      <p:tavLst>
                                        <p:tav tm="0">
                                          <p:val>
                                            <p:strVal val="1+#ppt_h/2"/>
                                          </p:val>
                                        </p:tav>
                                        <p:tav tm="100000">
                                          <p:val>
                                            <p:strVal val="#ppt_y"/>
                                          </p:val>
                                        </p:tav>
                                      </p:tavLst>
                                    </p:anim>
                                  </p:childTnLst>
                                </p:cTn>
                              </p:par>
                              <p:par>
                                <p:cTn id="25" presetID="2" presetClass="entr" presetSubtype="2" decel="100000" fill="hold" grpId="0" nodeType="withEffect">
                                  <p:stCondLst>
                                    <p:cond delay="500"/>
                                  </p:stCondLst>
                                  <p:childTnLst>
                                    <p:set>
                                      <p:cBhvr>
                                        <p:cTn id="26" dur="1" fill="hold">
                                          <p:stCondLst>
                                            <p:cond delay="0"/>
                                          </p:stCondLst>
                                        </p:cTn>
                                        <p:tgtEl>
                                          <p:spTgt spid="27"/>
                                        </p:tgtEl>
                                        <p:attrNameLst>
                                          <p:attrName>style.visibility</p:attrName>
                                        </p:attrNameLst>
                                      </p:cBhvr>
                                      <p:to>
                                        <p:strVal val="visible"/>
                                      </p:to>
                                    </p:set>
                                    <p:anim calcmode="lin" valueType="num">
                                      <p:cBhvr additive="base">
                                        <p:cTn id="27" dur="1500" fill="hold"/>
                                        <p:tgtEl>
                                          <p:spTgt spid="27"/>
                                        </p:tgtEl>
                                        <p:attrNameLst>
                                          <p:attrName>ppt_x</p:attrName>
                                        </p:attrNameLst>
                                      </p:cBhvr>
                                      <p:tavLst>
                                        <p:tav tm="0">
                                          <p:val>
                                            <p:strVal val="1+#ppt_w/2"/>
                                          </p:val>
                                        </p:tav>
                                        <p:tav tm="100000">
                                          <p:val>
                                            <p:strVal val="#ppt_x"/>
                                          </p:val>
                                        </p:tav>
                                      </p:tavLst>
                                    </p:anim>
                                    <p:anim calcmode="lin" valueType="num">
                                      <p:cBhvr additive="base">
                                        <p:cTn id="28" dur="1500" fill="hold"/>
                                        <p:tgtEl>
                                          <p:spTgt spid="27"/>
                                        </p:tgtEl>
                                        <p:attrNameLst>
                                          <p:attrName>ppt_y</p:attrName>
                                        </p:attrNameLst>
                                      </p:cBhvr>
                                      <p:tavLst>
                                        <p:tav tm="0">
                                          <p:val>
                                            <p:strVal val="#ppt_y"/>
                                          </p:val>
                                        </p:tav>
                                        <p:tav tm="100000">
                                          <p:val>
                                            <p:strVal val="#ppt_y"/>
                                          </p:val>
                                        </p:tav>
                                      </p:tavLst>
                                    </p:anim>
                                  </p:childTnLst>
                                </p:cTn>
                              </p:par>
                              <p:par>
                                <p:cTn id="29" presetID="2" presetClass="entr" presetSubtype="12" decel="100000" fill="hold" grpId="0" nodeType="withEffect">
                                  <p:stCondLst>
                                    <p:cond delay="600"/>
                                  </p:stCondLst>
                                  <p:childTnLst>
                                    <p:set>
                                      <p:cBhvr>
                                        <p:cTn id="30" dur="1" fill="hold">
                                          <p:stCondLst>
                                            <p:cond delay="0"/>
                                          </p:stCondLst>
                                        </p:cTn>
                                        <p:tgtEl>
                                          <p:spTgt spid="28"/>
                                        </p:tgtEl>
                                        <p:attrNameLst>
                                          <p:attrName>style.visibility</p:attrName>
                                        </p:attrNameLst>
                                      </p:cBhvr>
                                      <p:to>
                                        <p:strVal val="visible"/>
                                      </p:to>
                                    </p:set>
                                    <p:anim calcmode="lin" valueType="num">
                                      <p:cBhvr additive="base">
                                        <p:cTn id="31" dur="1500" fill="hold"/>
                                        <p:tgtEl>
                                          <p:spTgt spid="28"/>
                                        </p:tgtEl>
                                        <p:attrNameLst>
                                          <p:attrName>ppt_x</p:attrName>
                                        </p:attrNameLst>
                                      </p:cBhvr>
                                      <p:tavLst>
                                        <p:tav tm="0">
                                          <p:val>
                                            <p:strVal val="0-#ppt_w/2"/>
                                          </p:val>
                                        </p:tav>
                                        <p:tav tm="100000">
                                          <p:val>
                                            <p:strVal val="#ppt_x"/>
                                          </p:val>
                                        </p:tav>
                                      </p:tavLst>
                                    </p:anim>
                                    <p:anim calcmode="lin" valueType="num">
                                      <p:cBhvr additive="base">
                                        <p:cTn id="32" dur="1500" fill="hold"/>
                                        <p:tgtEl>
                                          <p:spTgt spid="28"/>
                                        </p:tgtEl>
                                        <p:attrNameLst>
                                          <p:attrName>ppt_y</p:attrName>
                                        </p:attrNameLst>
                                      </p:cBhvr>
                                      <p:tavLst>
                                        <p:tav tm="0">
                                          <p:val>
                                            <p:strVal val="1+#ppt_h/2"/>
                                          </p:val>
                                        </p:tav>
                                        <p:tav tm="100000">
                                          <p:val>
                                            <p:strVal val="#ppt_y"/>
                                          </p:val>
                                        </p:tav>
                                      </p:tavLst>
                                    </p:anim>
                                  </p:childTnLst>
                                </p:cTn>
                              </p:par>
                              <p:par>
                                <p:cTn id="33" presetID="2" presetClass="entr" presetSubtype="4" decel="100000" fill="hold" grpId="0" nodeType="withEffect">
                                  <p:stCondLst>
                                    <p:cond delay="700"/>
                                  </p:stCondLst>
                                  <p:childTnLst>
                                    <p:set>
                                      <p:cBhvr>
                                        <p:cTn id="34" dur="1" fill="hold">
                                          <p:stCondLst>
                                            <p:cond delay="0"/>
                                          </p:stCondLst>
                                        </p:cTn>
                                        <p:tgtEl>
                                          <p:spTgt spid="29"/>
                                        </p:tgtEl>
                                        <p:attrNameLst>
                                          <p:attrName>style.visibility</p:attrName>
                                        </p:attrNameLst>
                                      </p:cBhvr>
                                      <p:to>
                                        <p:strVal val="visible"/>
                                      </p:to>
                                    </p:set>
                                    <p:anim calcmode="lin" valueType="num">
                                      <p:cBhvr additive="base">
                                        <p:cTn id="35" dur="1500" fill="hold"/>
                                        <p:tgtEl>
                                          <p:spTgt spid="29"/>
                                        </p:tgtEl>
                                        <p:attrNameLst>
                                          <p:attrName>ppt_x</p:attrName>
                                        </p:attrNameLst>
                                      </p:cBhvr>
                                      <p:tavLst>
                                        <p:tav tm="0">
                                          <p:val>
                                            <p:strVal val="#ppt_x"/>
                                          </p:val>
                                        </p:tav>
                                        <p:tav tm="100000">
                                          <p:val>
                                            <p:strVal val="#ppt_x"/>
                                          </p:val>
                                        </p:tav>
                                      </p:tavLst>
                                    </p:anim>
                                    <p:anim calcmode="lin" valueType="num">
                                      <p:cBhvr additive="base">
                                        <p:cTn id="36" dur="1500" fill="hold"/>
                                        <p:tgtEl>
                                          <p:spTgt spid="29"/>
                                        </p:tgtEl>
                                        <p:attrNameLst>
                                          <p:attrName>ppt_y</p:attrName>
                                        </p:attrNameLst>
                                      </p:cBhvr>
                                      <p:tavLst>
                                        <p:tav tm="0">
                                          <p:val>
                                            <p:strVal val="1+#ppt_h/2"/>
                                          </p:val>
                                        </p:tav>
                                        <p:tav tm="100000">
                                          <p:val>
                                            <p:strVal val="#ppt_y"/>
                                          </p:val>
                                        </p:tav>
                                      </p:tavLst>
                                    </p:anim>
                                  </p:childTnLst>
                                </p:cTn>
                              </p:par>
                              <p:par>
                                <p:cTn id="37" presetID="2" presetClass="entr" presetSubtype="6" decel="100000" fill="hold" grpId="0" nodeType="withEffect">
                                  <p:stCondLst>
                                    <p:cond delay="800"/>
                                  </p:stCondLst>
                                  <p:childTnLst>
                                    <p:set>
                                      <p:cBhvr>
                                        <p:cTn id="38" dur="1" fill="hold">
                                          <p:stCondLst>
                                            <p:cond delay="0"/>
                                          </p:stCondLst>
                                        </p:cTn>
                                        <p:tgtEl>
                                          <p:spTgt spid="30"/>
                                        </p:tgtEl>
                                        <p:attrNameLst>
                                          <p:attrName>style.visibility</p:attrName>
                                        </p:attrNameLst>
                                      </p:cBhvr>
                                      <p:to>
                                        <p:strVal val="visible"/>
                                      </p:to>
                                    </p:set>
                                    <p:anim calcmode="lin" valueType="num">
                                      <p:cBhvr additive="base">
                                        <p:cTn id="39" dur="1500" fill="hold"/>
                                        <p:tgtEl>
                                          <p:spTgt spid="30"/>
                                        </p:tgtEl>
                                        <p:attrNameLst>
                                          <p:attrName>ppt_x</p:attrName>
                                        </p:attrNameLst>
                                      </p:cBhvr>
                                      <p:tavLst>
                                        <p:tav tm="0">
                                          <p:val>
                                            <p:strVal val="1+#ppt_w/2"/>
                                          </p:val>
                                        </p:tav>
                                        <p:tav tm="100000">
                                          <p:val>
                                            <p:strVal val="#ppt_x"/>
                                          </p:val>
                                        </p:tav>
                                      </p:tavLst>
                                    </p:anim>
                                    <p:anim calcmode="lin" valueType="num">
                                      <p:cBhvr additive="base">
                                        <p:cTn id="40" dur="1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Lst>
  </p:timing>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25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122FED-B9CE-40D8-846C-33FC451E3876}"/>
              </a:ext>
            </a:extLst>
          </p:cNvPr>
          <p:cNvSpPr/>
          <p:nvPr/>
        </p:nvSpPr>
        <p:spPr>
          <a:xfrm>
            <a:off x="781742" y="647700"/>
            <a:ext cx="10628516" cy="5524500"/>
          </a:xfrm>
          <a:prstGeom prst="rect">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Picture Placeholder 15">
            <a:extLst>
              <a:ext uri="{FF2B5EF4-FFF2-40B4-BE49-F238E27FC236}">
                <a16:creationId xmlns:a16="http://schemas.microsoft.com/office/drawing/2014/main" id="{4C964FCC-9482-4CD6-9BC7-9F91C695B63A}"/>
              </a:ext>
            </a:extLst>
          </p:cNvPr>
          <p:cNvSpPr>
            <a:spLocks noGrp="1"/>
          </p:cNvSpPr>
          <p:nvPr>
            <p:ph type="pic" sz="quarter" idx="12"/>
          </p:nvPr>
        </p:nvSpPr>
        <p:spPr>
          <a:xfrm>
            <a:off x="781742" y="829672"/>
            <a:ext cx="2789129" cy="1675655"/>
          </a:xfrm>
          <a:custGeom>
            <a:avLst/>
            <a:gdLst>
              <a:gd name="connsiteX0" fmla="*/ 0 w 5578984"/>
              <a:gd name="connsiteY0" fmla="*/ 0 h 3351309"/>
              <a:gd name="connsiteX1" fmla="*/ 5578984 w 5578984"/>
              <a:gd name="connsiteY1" fmla="*/ 0 h 3351309"/>
              <a:gd name="connsiteX2" fmla="*/ 5578984 w 5578984"/>
              <a:gd name="connsiteY2" fmla="*/ 3351309 h 3351309"/>
              <a:gd name="connsiteX3" fmla="*/ 0 w 5578984"/>
              <a:gd name="connsiteY3" fmla="*/ 3351309 h 3351309"/>
            </a:gdLst>
            <a:ahLst/>
            <a:cxnLst>
              <a:cxn ang="0">
                <a:pos x="connsiteX0" y="connsiteY0"/>
              </a:cxn>
              <a:cxn ang="0">
                <a:pos x="connsiteX1" y="connsiteY1"/>
              </a:cxn>
              <a:cxn ang="0">
                <a:pos x="connsiteX2" y="connsiteY2"/>
              </a:cxn>
              <a:cxn ang="0">
                <a:pos x="connsiteX3" y="connsiteY3"/>
              </a:cxn>
            </a:cxnLst>
            <a:rect l="l" t="t" r="r" b="b"/>
            <a:pathLst>
              <a:path w="5578984" h="3351309">
                <a:moveTo>
                  <a:pt x="0" y="0"/>
                </a:moveTo>
                <a:lnTo>
                  <a:pt x="5578984" y="0"/>
                </a:lnTo>
                <a:lnTo>
                  <a:pt x="5578984" y="3351309"/>
                </a:lnTo>
                <a:lnTo>
                  <a:pt x="0" y="335130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7" name="Picture Placeholder 16">
            <a:extLst>
              <a:ext uri="{FF2B5EF4-FFF2-40B4-BE49-F238E27FC236}">
                <a16:creationId xmlns:a16="http://schemas.microsoft.com/office/drawing/2014/main" id="{2BBC5325-AF23-4B38-A560-00A7930EDB92}"/>
              </a:ext>
            </a:extLst>
          </p:cNvPr>
          <p:cNvSpPr>
            <a:spLocks noGrp="1"/>
          </p:cNvSpPr>
          <p:nvPr>
            <p:ph type="pic" sz="quarter" idx="13"/>
          </p:nvPr>
        </p:nvSpPr>
        <p:spPr>
          <a:xfrm>
            <a:off x="3656707" y="829672"/>
            <a:ext cx="2439293" cy="1675655"/>
          </a:xfrm>
          <a:custGeom>
            <a:avLst/>
            <a:gdLst>
              <a:gd name="connsiteX0" fmla="*/ 0 w 4879221"/>
              <a:gd name="connsiteY0" fmla="*/ 0 h 3351309"/>
              <a:gd name="connsiteX1" fmla="*/ 4879221 w 4879221"/>
              <a:gd name="connsiteY1" fmla="*/ 0 h 3351309"/>
              <a:gd name="connsiteX2" fmla="*/ 4879221 w 4879221"/>
              <a:gd name="connsiteY2" fmla="*/ 3351309 h 3351309"/>
              <a:gd name="connsiteX3" fmla="*/ 0 w 4879221"/>
              <a:gd name="connsiteY3" fmla="*/ 3351309 h 3351309"/>
            </a:gdLst>
            <a:ahLst/>
            <a:cxnLst>
              <a:cxn ang="0">
                <a:pos x="connsiteX0" y="connsiteY0"/>
              </a:cxn>
              <a:cxn ang="0">
                <a:pos x="connsiteX1" y="connsiteY1"/>
              </a:cxn>
              <a:cxn ang="0">
                <a:pos x="connsiteX2" y="connsiteY2"/>
              </a:cxn>
              <a:cxn ang="0">
                <a:pos x="connsiteX3" y="connsiteY3"/>
              </a:cxn>
            </a:cxnLst>
            <a:rect l="l" t="t" r="r" b="b"/>
            <a:pathLst>
              <a:path w="4879221" h="3351309">
                <a:moveTo>
                  <a:pt x="0" y="0"/>
                </a:moveTo>
                <a:lnTo>
                  <a:pt x="4879221" y="0"/>
                </a:lnTo>
                <a:lnTo>
                  <a:pt x="4879221" y="3351309"/>
                </a:lnTo>
                <a:lnTo>
                  <a:pt x="0" y="335130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8" name="Picture Placeholder 17">
            <a:extLst>
              <a:ext uri="{FF2B5EF4-FFF2-40B4-BE49-F238E27FC236}">
                <a16:creationId xmlns:a16="http://schemas.microsoft.com/office/drawing/2014/main" id="{5DC358AC-17FC-4CBD-B3CD-A852A5E27491}"/>
              </a:ext>
            </a:extLst>
          </p:cNvPr>
          <p:cNvSpPr>
            <a:spLocks noGrp="1"/>
          </p:cNvSpPr>
          <p:nvPr>
            <p:ph type="pic" sz="quarter" idx="14"/>
          </p:nvPr>
        </p:nvSpPr>
        <p:spPr>
          <a:xfrm>
            <a:off x="781742" y="2591173"/>
            <a:ext cx="1716973" cy="1675655"/>
          </a:xfrm>
          <a:custGeom>
            <a:avLst/>
            <a:gdLst>
              <a:gd name="connsiteX0" fmla="*/ 0 w 3434394"/>
              <a:gd name="connsiteY0" fmla="*/ 0 h 3351309"/>
              <a:gd name="connsiteX1" fmla="*/ 3434394 w 3434394"/>
              <a:gd name="connsiteY1" fmla="*/ 0 h 3351309"/>
              <a:gd name="connsiteX2" fmla="*/ 3434394 w 3434394"/>
              <a:gd name="connsiteY2" fmla="*/ 3351309 h 3351309"/>
              <a:gd name="connsiteX3" fmla="*/ 0 w 3434394"/>
              <a:gd name="connsiteY3" fmla="*/ 3351309 h 3351309"/>
            </a:gdLst>
            <a:ahLst/>
            <a:cxnLst>
              <a:cxn ang="0">
                <a:pos x="connsiteX0" y="connsiteY0"/>
              </a:cxn>
              <a:cxn ang="0">
                <a:pos x="connsiteX1" y="connsiteY1"/>
              </a:cxn>
              <a:cxn ang="0">
                <a:pos x="connsiteX2" y="connsiteY2"/>
              </a:cxn>
              <a:cxn ang="0">
                <a:pos x="connsiteX3" y="connsiteY3"/>
              </a:cxn>
            </a:cxnLst>
            <a:rect l="l" t="t" r="r" b="b"/>
            <a:pathLst>
              <a:path w="3434394" h="3351309">
                <a:moveTo>
                  <a:pt x="0" y="0"/>
                </a:moveTo>
                <a:lnTo>
                  <a:pt x="3434394" y="0"/>
                </a:lnTo>
                <a:lnTo>
                  <a:pt x="3434394" y="3351309"/>
                </a:lnTo>
                <a:lnTo>
                  <a:pt x="0" y="335130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9" name="Picture Placeholder 18">
            <a:extLst>
              <a:ext uri="{FF2B5EF4-FFF2-40B4-BE49-F238E27FC236}">
                <a16:creationId xmlns:a16="http://schemas.microsoft.com/office/drawing/2014/main" id="{0BBF81E2-3DF4-4B6A-9014-5C226F2AD0BB}"/>
              </a:ext>
            </a:extLst>
          </p:cNvPr>
          <p:cNvSpPr>
            <a:spLocks noGrp="1"/>
          </p:cNvSpPr>
          <p:nvPr>
            <p:ph type="pic" sz="quarter" idx="15"/>
          </p:nvPr>
        </p:nvSpPr>
        <p:spPr>
          <a:xfrm>
            <a:off x="2584552" y="2591173"/>
            <a:ext cx="4626192" cy="1675655"/>
          </a:xfrm>
          <a:custGeom>
            <a:avLst/>
            <a:gdLst>
              <a:gd name="connsiteX0" fmla="*/ 0 w 9253589"/>
              <a:gd name="connsiteY0" fmla="*/ 0 h 3351309"/>
              <a:gd name="connsiteX1" fmla="*/ 9253589 w 9253589"/>
              <a:gd name="connsiteY1" fmla="*/ 0 h 3351309"/>
              <a:gd name="connsiteX2" fmla="*/ 9253589 w 9253589"/>
              <a:gd name="connsiteY2" fmla="*/ 3351309 h 3351309"/>
              <a:gd name="connsiteX3" fmla="*/ 0 w 9253589"/>
              <a:gd name="connsiteY3" fmla="*/ 3351309 h 3351309"/>
            </a:gdLst>
            <a:ahLst/>
            <a:cxnLst>
              <a:cxn ang="0">
                <a:pos x="connsiteX0" y="connsiteY0"/>
              </a:cxn>
              <a:cxn ang="0">
                <a:pos x="connsiteX1" y="connsiteY1"/>
              </a:cxn>
              <a:cxn ang="0">
                <a:pos x="connsiteX2" y="connsiteY2"/>
              </a:cxn>
              <a:cxn ang="0">
                <a:pos x="connsiteX3" y="connsiteY3"/>
              </a:cxn>
            </a:cxnLst>
            <a:rect l="l" t="t" r="r" b="b"/>
            <a:pathLst>
              <a:path w="9253589" h="3351309">
                <a:moveTo>
                  <a:pt x="0" y="0"/>
                </a:moveTo>
                <a:lnTo>
                  <a:pt x="9253589" y="0"/>
                </a:lnTo>
                <a:lnTo>
                  <a:pt x="9253589" y="3351309"/>
                </a:lnTo>
                <a:lnTo>
                  <a:pt x="0" y="335130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0" name="Picture Placeholder 19">
            <a:extLst>
              <a:ext uri="{FF2B5EF4-FFF2-40B4-BE49-F238E27FC236}">
                <a16:creationId xmlns:a16="http://schemas.microsoft.com/office/drawing/2014/main" id="{1241E551-A7EA-48E4-907C-5968FE7D0329}"/>
              </a:ext>
            </a:extLst>
          </p:cNvPr>
          <p:cNvSpPr>
            <a:spLocks noGrp="1"/>
          </p:cNvSpPr>
          <p:nvPr>
            <p:ph type="pic" sz="quarter" idx="16"/>
          </p:nvPr>
        </p:nvSpPr>
        <p:spPr>
          <a:xfrm>
            <a:off x="781743" y="4352675"/>
            <a:ext cx="3203142" cy="1675655"/>
          </a:xfrm>
          <a:custGeom>
            <a:avLst/>
            <a:gdLst>
              <a:gd name="connsiteX0" fmla="*/ 0 w 6407119"/>
              <a:gd name="connsiteY0" fmla="*/ 0 h 3351309"/>
              <a:gd name="connsiteX1" fmla="*/ 6407119 w 6407119"/>
              <a:gd name="connsiteY1" fmla="*/ 0 h 3351309"/>
              <a:gd name="connsiteX2" fmla="*/ 6407119 w 6407119"/>
              <a:gd name="connsiteY2" fmla="*/ 3351309 h 3351309"/>
              <a:gd name="connsiteX3" fmla="*/ 0 w 6407119"/>
              <a:gd name="connsiteY3" fmla="*/ 3351309 h 3351309"/>
            </a:gdLst>
            <a:ahLst/>
            <a:cxnLst>
              <a:cxn ang="0">
                <a:pos x="connsiteX0" y="connsiteY0"/>
              </a:cxn>
              <a:cxn ang="0">
                <a:pos x="connsiteX1" y="connsiteY1"/>
              </a:cxn>
              <a:cxn ang="0">
                <a:pos x="connsiteX2" y="connsiteY2"/>
              </a:cxn>
              <a:cxn ang="0">
                <a:pos x="connsiteX3" y="connsiteY3"/>
              </a:cxn>
            </a:cxnLst>
            <a:rect l="l" t="t" r="r" b="b"/>
            <a:pathLst>
              <a:path w="6407119" h="3351309">
                <a:moveTo>
                  <a:pt x="0" y="0"/>
                </a:moveTo>
                <a:lnTo>
                  <a:pt x="6407119" y="0"/>
                </a:lnTo>
                <a:lnTo>
                  <a:pt x="6407119" y="3351309"/>
                </a:lnTo>
                <a:lnTo>
                  <a:pt x="0" y="335130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1" name="Picture Placeholder 20">
            <a:extLst>
              <a:ext uri="{FF2B5EF4-FFF2-40B4-BE49-F238E27FC236}">
                <a16:creationId xmlns:a16="http://schemas.microsoft.com/office/drawing/2014/main" id="{08C7694D-D583-4662-A6EE-9C378074EC79}"/>
              </a:ext>
            </a:extLst>
          </p:cNvPr>
          <p:cNvSpPr>
            <a:spLocks noGrp="1"/>
          </p:cNvSpPr>
          <p:nvPr>
            <p:ph type="pic" sz="quarter" idx="17"/>
          </p:nvPr>
        </p:nvSpPr>
        <p:spPr>
          <a:xfrm>
            <a:off x="4070720" y="4352675"/>
            <a:ext cx="2795012" cy="1675655"/>
          </a:xfrm>
          <a:custGeom>
            <a:avLst/>
            <a:gdLst>
              <a:gd name="connsiteX0" fmla="*/ 0 w 5590752"/>
              <a:gd name="connsiteY0" fmla="*/ 0 h 3351309"/>
              <a:gd name="connsiteX1" fmla="*/ 5590752 w 5590752"/>
              <a:gd name="connsiteY1" fmla="*/ 0 h 3351309"/>
              <a:gd name="connsiteX2" fmla="*/ 5590752 w 5590752"/>
              <a:gd name="connsiteY2" fmla="*/ 3351309 h 3351309"/>
              <a:gd name="connsiteX3" fmla="*/ 0 w 5590752"/>
              <a:gd name="connsiteY3" fmla="*/ 3351309 h 3351309"/>
            </a:gdLst>
            <a:ahLst/>
            <a:cxnLst>
              <a:cxn ang="0">
                <a:pos x="connsiteX0" y="connsiteY0"/>
              </a:cxn>
              <a:cxn ang="0">
                <a:pos x="connsiteX1" y="connsiteY1"/>
              </a:cxn>
              <a:cxn ang="0">
                <a:pos x="connsiteX2" y="connsiteY2"/>
              </a:cxn>
              <a:cxn ang="0">
                <a:pos x="connsiteX3" y="connsiteY3"/>
              </a:cxn>
            </a:cxnLst>
            <a:rect l="l" t="t" r="r" b="b"/>
            <a:pathLst>
              <a:path w="5590752" h="3351309">
                <a:moveTo>
                  <a:pt x="0" y="0"/>
                </a:moveTo>
                <a:lnTo>
                  <a:pt x="5590752" y="0"/>
                </a:lnTo>
                <a:lnTo>
                  <a:pt x="5590752" y="3351309"/>
                </a:lnTo>
                <a:lnTo>
                  <a:pt x="0" y="335130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788956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1500" fill="hold"/>
                                        <p:tgtEl>
                                          <p:spTgt spid="19"/>
                                        </p:tgtEl>
                                        <p:attrNameLst>
                                          <p:attrName>ppt_x</p:attrName>
                                        </p:attrNameLst>
                                      </p:cBhvr>
                                      <p:tavLst>
                                        <p:tav tm="0">
                                          <p:val>
                                            <p:strVal val="0-#ppt_w/2"/>
                                          </p:val>
                                        </p:tav>
                                        <p:tav tm="100000">
                                          <p:val>
                                            <p:strVal val="#ppt_x"/>
                                          </p:val>
                                        </p:tav>
                                      </p:tavLst>
                                    </p:anim>
                                    <p:anim calcmode="lin" valueType="num">
                                      <p:cBhvr additive="base">
                                        <p:cTn id="8" dur="1500" fill="hold"/>
                                        <p:tgtEl>
                                          <p:spTgt spid="19"/>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1500" fill="hold"/>
                                        <p:tgtEl>
                                          <p:spTgt spid="17"/>
                                        </p:tgtEl>
                                        <p:attrNameLst>
                                          <p:attrName>ppt_x</p:attrName>
                                        </p:attrNameLst>
                                      </p:cBhvr>
                                      <p:tavLst>
                                        <p:tav tm="0">
                                          <p:val>
                                            <p:strVal val="0-#ppt_w/2"/>
                                          </p:val>
                                        </p:tav>
                                        <p:tav tm="100000">
                                          <p:val>
                                            <p:strVal val="#ppt_x"/>
                                          </p:val>
                                        </p:tav>
                                      </p:tavLst>
                                    </p:anim>
                                    <p:anim calcmode="lin" valueType="num">
                                      <p:cBhvr additive="base">
                                        <p:cTn id="12" dur="1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2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1500" fill="hold"/>
                                        <p:tgtEl>
                                          <p:spTgt spid="21"/>
                                        </p:tgtEl>
                                        <p:attrNameLst>
                                          <p:attrName>ppt_x</p:attrName>
                                        </p:attrNameLst>
                                      </p:cBhvr>
                                      <p:tavLst>
                                        <p:tav tm="0">
                                          <p:val>
                                            <p:strVal val="0-#ppt_w/2"/>
                                          </p:val>
                                        </p:tav>
                                        <p:tav tm="100000">
                                          <p:val>
                                            <p:strVal val="#ppt_x"/>
                                          </p:val>
                                        </p:tav>
                                      </p:tavLst>
                                    </p:anim>
                                    <p:anim calcmode="lin" valueType="num">
                                      <p:cBhvr additive="base">
                                        <p:cTn id="16" dur="1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30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1500" fill="hold"/>
                                        <p:tgtEl>
                                          <p:spTgt spid="16"/>
                                        </p:tgtEl>
                                        <p:attrNameLst>
                                          <p:attrName>ppt_x</p:attrName>
                                        </p:attrNameLst>
                                      </p:cBhvr>
                                      <p:tavLst>
                                        <p:tav tm="0">
                                          <p:val>
                                            <p:strVal val="0-#ppt_w/2"/>
                                          </p:val>
                                        </p:tav>
                                        <p:tav tm="100000">
                                          <p:val>
                                            <p:strVal val="#ppt_x"/>
                                          </p:val>
                                        </p:tav>
                                      </p:tavLst>
                                    </p:anim>
                                    <p:anim calcmode="lin" valueType="num">
                                      <p:cBhvr additive="base">
                                        <p:cTn id="20" dur="1500" fill="hold"/>
                                        <p:tgtEl>
                                          <p:spTgt spid="16"/>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40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1500" fill="hold"/>
                                        <p:tgtEl>
                                          <p:spTgt spid="20"/>
                                        </p:tgtEl>
                                        <p:attrNameLst>
                                          <p:attrName>ppt_x</p:attrName>
                                        </p:attrNameLst>
                                      </p:cBhvr>
                                      <p:tavLst>
                                        <p:tav tm="0">
                                          <p:val>
                                            <p:strVal val="0-#ppt_w/2"/>
                                          </p:val>
                                        </p:tav>
                                        <p:tav tm="100000">
                                          <p:val>
                                            <p:strVal val="#ppt_x"/>
                                          </p:val>
                                        </p:tav>
                                      </p:tavLst>
                                    </p:anim>
                                    <p:anim calcmode="lin" valueType="num">
                                      <p:cBhvr additive="base">
                                        <p:cTn id="24" dur="1500" fill="hold"/>
                                        <p:tgtEl>
                                          <p:spTgt spid="20"/>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p:stCondLst>
                                    <p:cond delay="50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1500" fill="hold"/>
                                        <p:tgtEl>
                                          <p:spTgt spid="18"/>
                                        </p:tgtEl>
                                        <p:attrNameLst>
                                          <p:attrName>ppt_x</p:attrName>
                                        </p:attrNameLst>
                                      </p:cBhvr>
                                      <p:tavLst>
                                        <p:tav tm="0">
                                          <p:val>
                                            <p:strVal val="0-#ppt_w/2"/>
                                          </p:val>
                                        </p:tav>
                                        <p:tav tm="100000">
                                          <p:val>
                                            <p:strVal val="#ppt_x"/>
                                          </p:val>
                                        </p:tav>
                                      </p:tavLst>
                                    </p:anim>
                                    <p:anim calcmode="lin" valueType="num">
                                      <p:cBhvr additive="base">
                                        <p:cTn id="28" dur="1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Lst>
  </p:timing>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24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122FED-B9CE-40D8-846C-33FC451E3876}"/>
              </a:ext>
            </a:extLst>
          </p:cNvPr>
          <p:cNvSpPr/>
          <p:nvPr/>
        </p:nvSpPr>
        <p:spPr>
          <a:xfrm>
            <a:off x="781742" y="647700"/>
            <a:ext cx="10628516" cy="5524500"/>
          </a:xfrm>
          <a:prstGeom prst="rect">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 name="Picture Placeholder 5">
            <a:extLst>
              <a:ext uri="{FF2B5EF4-FFF2-40B4-BE49-F238E27FC236}">
                <a16:creationId xmlns:a16="http://schemas.microsoft.com/office/drawing/2014/main" id="{D3AB130C-3DB9-4FBF-8630-48711C928100}"/>
              </a:ext>
            </a:extLst>
          </p:cNvPr>
          <p:cNvSpPr>
            <a:spLocks noGrp="1"/>
          </p:cNvSpPr>
          <p:nvPr>
            <p:ph type="pic" sz="quarter" idx="12"/>
          </p:nvPr>
        </p:nvSpPr>
        <p:spPr>
          <a:xfrm>
            <a:off x="1000374" y="866361"/>
            <a:ext cx="10197564" cy="5087178"/>
          </a:xfrm>
          <a:custGeom>
            <a:avLst/>
            <a:gdLst>
              <a:gd name="connsiteX0" fmla="*/ 0 w 20397784"/>
              <a:gd name="connsiteY0" fmla="*/ 0 h 10174356"/>
              <a:gd name="connsiteX1" fmla="*/ 20397784 w 20397784"/>
              <a:gd name="connsiteY1" fmla="*/ 0 h 10174356"/>
              <a:gd name="connsiteX2" fmla="*/ 20397784 w 20397784"/>
              <a:gd name="connsiteY2" fmla="*/ 10174356 h 10174356"/>
              <a:gd name="connsiteX3" fmla="*/ 0 w 20397784"/>
              <a:gd name="connsiteY3" fmla="*/ 10174356 h 10174356"/>
            </a:gdLst>
            <a:ahLst/>
            <a:cxnLst>
              <a:cxn ang="0">
                <a:pos x="connsiteX0" y="connsiteY0"/>
              </a:cxn>
              <a:cxn ang="0">
                <a:pos x="connsiteX1" y="connsiteY1"/>
              </a:cxn>
              <a:cxn ang="0">
                <a:pos x="connsiteX2" y="connsiteY2"/>
              </a:cxn>
              <a:cxn ang="0">
                <a:pos x="connsiteX3" y="connsiteY3"/>
              </a:cxn>
            </a:cxnLst>
            <a:rect l="l" t="t" r="r" b="b"/>
            <a:pathLst>
              <a:path w="20397784" h="10174356">
                <a:moveTo>
                  <a:pt x="0" y="0"/>
                </a:moveTo>
                <a:lnTo>
                  <a:pt x="20397784" y="0"/>
                </a:lnTo>
                <a:lnTo>
                  <a:pt x="20397784" y="10174356"/>
                </a:lnTo>
                <a:lnTo>
                  <a:pt x="0" y="10174356"/>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942554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500" fill="hold"/>
                                        <p:tgtEl>
                                          <p:spTgt spid="6"/>
                                        </p:tgtEl>
                                        <p:attrNameLst>
                                          <p:attrName>ppt_x</p:attrName>
                                        </p:attrNameLst>
                                      </p:cBhvr>
                                      <p:tavLst>
                                        <p:tav tm="0">
                                          <p:val>
                                            <p:strVal val="1+#ppt_w/2"/>
                                          </p:val>
                                        </p:tav>
                                        <p:tav tm="100000">
                                          <p:val>
                                            <p:strVal val="#ppt_x"/>
                                          </p:val>
                                        </p:tav>
                                      </p:tavLst>
                                    </p:anim>
                                    <p:anim calcmode="lin" valueType="num">
                                      <p:cBhvr additive="base">
                                        <p:cTn id="8" dur="1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23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122FED-B9CE-40D8-846C-33FC451E3876}"/>
              </a:ext>
            </a:extLst>
          </p:cNvPr>
          <p:cNvSpPr/>
          <p:nvPr/>
        </p:nvSpPr>
        <p:spPr>
          <a:xfrm>
            <a:off x="781742" y="647700"/>
            <a:ext cx="10628516" cy="5524500"/>
          </a:xfrm>
          <a:prstGeom prst="rect">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Picture Placeholder 11">
            <a:extLst>
              <a:ext uri="{FF2B5EF4-FFF2-40B4-BE49-F238E27FC236}">
                <a16:creationId xmlns:a16="http://schemas.microsoft.com/office/drawing/2014/main" id="{82BBDB4A-483C-4989-9ED8-EA5117AB5788}"/>
              </a:ext>
            </a:extLst>
          </p:cNvPr>
          <p:cNvSpPr>
            <a:spLocks noGrp="1"/>
          </p:cNvSpPr>
          <p:nvPr>
            <p:ph type="pic" sz="quarter" idx="12"/>
          </p:nvPr>
        </p:nvSpPr>
        <p:spPr>
          <a:xfrm>
            <a:off x="2978859" y="1106225"/>
            <a:ext cx="1466272" cy="1466463"/>
          </a:xfrm>
          <a:custGeom>
            <a:avLst/>
            <a:gdLst>
              <a:gd name="connsiteX0" fmla="*/ 0 w 2932925"/>
              <a:gd name="connsiteY0" fmla="*/ 0 h 2932925"/>
              <a:gd name="connsiteX1" fmla="*/ 2932925 w 2932925"/>
              <a:gd name="connsiteY1" fmla="*/ 0 h 2932925"/>
              <a:gd name="connsiteX2" fmla="*/ 2932925 w 2932925"/>
              <a:gd name="connsiteY2" fmla="*/ 2932925 h 2932925"/>
              <a:gd name="connsiteX3" fmla="*/ 0 w 2932925"/>
              <a:gd name="connsiteY3" fmla="*/ 2932925 h 2932925"/>
            </a:gdLst>
            <a:ahLst/>
            <a:cxnLst>
              <a:cxn ang="0">
                <a:pos x="connsiteX0" y="connsiteY0"/>
              </a:cxn>
              <a:cxn ang="0">
                <a:pos x="connsiteX1" y="connsiteY1"/>
              </a:cxn>
              <a:cxn ang="0">
                <a:pos x="connsiteX2" y="connsiteY2"/>
              </a:cxn>
              <a:cxn ang="0">
                <a:pos x="connsiteX3" y="connsiteY3"/>
              </a:cxn>
            </a:cxnLst>
            <a:rect l="l" t="t" r="r" b="b"/>
            <a:pathLst>
              <a:path w="2932925" h="2932925">
                <a:moveTo>
                  <a:pt x="0" y="0"/>
                </a:moveTo>
                <a:lnTo>
                  <a:pt x="2932925" y="0"/>
                </a:lnTo>
                <a:lnTo>
                  <a:pt x="2932925" y="2932925"/>
                </a:lnTo>
                <a:lnTo>
                  <a:pt x="0" y="2932925"/>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5" name="Picture Placeholder 14">
            <a:extLst>
              <a:ext uri="{FF2B5EF4-FFF2-40B4-BE49-F238E27FC236}">
                <a16:creationId xmlns:a16="http://schemas.microsoft.com/office/drawing/2014/main" id="{BAAC7545-D14D-484F-9522-255A26B40DD8}"/>
              </a:ext>
            </a:extLst>
          </p:cNvPr>
          <p:cNvSpPr>
            <a:spLocks noGrp="1"/>
          </p:cNvSpPr>
          <p:nvPr>
            <p:ph type="pic" sz="quarter" idx="13"/>
          </p:nvPr>
        </p:nvSpPr>
        <p:spPr>
          <a:xfrm>
            <a:off x="4568196" y="1106225"/>
            <a:ext cx="4644945" cy="4645550"/>
          </a:xfrm>
          <a:custGeom>
            <a:avLst/>
            <a:gdLst>
              <a:gd name="connsiteX0" fmla="*/ 0 w 9291099"/>
              <a:gd name="connsiteY0" fmla="*/ 0 h 9291100"/>
              <a:gd name="connsiteX1" fmla="*/ 9291099 w 9291099"/>
              <a:gd name="connsiteY1" fmla="*/ 0 h 9291100"/>
              <a:gd name="connsiteX2" fmla="*/ 9291099 w 9291099"/>
              <a:gd name="connsiteY2" fmla="*/ 9291100 h 9291100"/>
              <a:gd name="connsiteX3" fmla="*/ 0 w 9291099"/>
              <a:gd name="connsiteY3" fmla="*/ 9291100 h 9291100"/>
            </a:gdLst>
            <a:ahLst/>
            <a:cxnLst>
              <a:cxn ang="0">
                <a:pos x="connsiteX0" y="connsiteY0"/>
              </a:cxn>
              <a:cxn ang="0">
                <a:pos x="connsiteX1" y="connsiteY1"/>
              </a:cxn>
              <a:cxn ang="0">
                <a:pos x="connsiteX2" y="connsiteY2"/>
              </a:cxn>
              <a:cxn ang="0">
                <a:pos x="connsiteX3" y="connsiteY3"/>
              </a:cxn>
            </a:cxnLst>
            <a:rect l="l" t="t" r="r" b="b"/>
            <a:pathLst>
              <a:path w="9291099" h="9291100">
                <a:moveTo>
                  <a:pt x="0" y="0"/>
                </a:moveTo>
                <a:lnTo>
                  <a:pt x="9291099" y="0"/>
                </a:lnTo>
                <a:lnTo>
                  <a:pt x="9291099" y="9291100"/>
                </a:lnTo>
                <a:lnTo>
                  <a:pt x="0" y="92911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3" name="Picture Placeholder 12">
            <a:extLst>
              <a:ext uri="{FF2B5EF4-FFF2-40B4-BE49-F238E27FC236}">
                <a16:creationId xmlns:a16="http://schemas.microsoft.com/office/drawing/2014/main" id="{4494124D-FD87-4119-B1B9-8E7EFC900FF9}"/>
              </a:ext>
            </a:extLst>
          </p:cNvPr>
          <p:cNvSpPr>
            <a:spLocks noGrp="1"/>
          </p:cNvSpPr>
          <p:nvPr>
            <p:ph type="pic" sz="quarter" idx="14"/>
          </p:nvPr>
        </p:nvSpPr>
        <p:spPr>
          <a:xfrm>
            <a:off x="2978859" y="2695769"/>
            <a:ext cx="1466272" cy="1466463"/>
          </a:xfrm>
          <a:custGeom>
            <a:avLst/>
            <a:gdLst>
              <a:gd name="connsiteX0" fmla="*/ 0 w 2932925"/>
              <a:gd name="connsiteY0" fmla="*/ 0 h 2932925"/>
              <a:gd name="connsiteX1" fmla="*/ 2932925 w 2932925"/>
              <a:gd name="connsiteY1" fmla="*/ 0 h 2932925"/>
              <a:gd name="connsiteX2" fmla="*/ 2932925 w 2932925"/>
              <a:gd name="connsiteY2" fmla="*/ 2932925 h 2932925"/>
              <a:gd name="connsiteX3" fmla="*/ 0 w 2932925"/>
              <a:gd name="connsiteY3" fmla="*/ 2932925 h 2932925"/>
            </a:gdLst>
            <a:ahLst/>
            <a:cxnLst>
              <a:cxn ang="0">
                <a:pos x="connsiteX0" y="connsiteY0"/>
              </a:cxn>
              <a:cxn ang="0">
                <a:pos x="connsiteX1" y="connsiteY1"/>
              </a:cxn>
              <a:cxn ang="0">
                <a:pos x="connsiteX2" y="connsiteY2"/>
              </a:cxn>
              <a:cxn ang="0">
                <a:pos x="connsiteX3" y="connsiteY3"/>
              </a:cxn>
            </a:cxnLst>
            <a:rect l="l" t="t" r="r" b="b"/>
            <a:pathLst>
              <a:path w="2932925" h="2932925">
                <a:moveTo>
                  <a:pt x="0" y="0"/>
                </a:moveTo>
                <a:lnTo>
                  <a:pt x="2932925" y="0"/>
                </a:lnTo>
                <a:lnTo>
                  <a:pt x="2932925" y="2932925"/>
                </a:lnTo>
                <a:lnTo>
                  <a:pt x="0" y="2932925"/>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4" name="Picture Placeholder 13">
            <a:extLst>
              <a:ext uri="{FF2B5EF4-FFF2-40B4-BE49-F238E27FC236}">
                <a16:creationId xmlns:a16="http://schemas.microsoft.com/office/drawing/2014/main" id="{C6726AAF-BDA2-456F-9D59-49772F219C7F}"/>
              </a:ext>
            </a:extLst>
          </p:cNvPr>
          <p:cNvSpPr>
            <a:spLocks noGrp="1"/>
          </p:cNvSpPr>
          <p:nvPr>
            <p:ph type="pic" sz="quarter" idx="15"/>
          </p:nvPr>
        </p:nvSpPr>
        <p:spPr>
          <a:xfrm>
            <a:off x="2978859" y="4285313"/>
            <a:ext cx="1466272" cy="1466463"/>
          </a:xfrm>
          <a:custGeom>
            <a:avLst/>
            <a:gdLst>
              <a:gd name="connsiteX0" fmla="*/ 0 w 2932925"/>
              <a:gd name="connsiteY0" fmla="*/ 0 h 2932925"/>
              <a:gd name="connsiteX1" fmla="*/ 2932925 w 2932925"/>
              <a:gd name="connsiteY1" fmla="*/ 0 h 2932925"/>
              <a:gd name="connsiteX2" fmla="*/ 2932925 w 2932925"/>
              <a:gd name="connsiteY2" fmla="*/ 2932925 h 2932925"/>
              <a:gd name="connsiteX3" fmla="*/ 0 w 2932925"/>
              <a:gd name="connsiteY3" fmla="*/ 2932925 h 2932925"/>
            </a:gdLst>
            <a:ahLst/>
            <a:cxnLst>
              <a:cxn ang="0">
                <a:pos x="connsiteX0" y="connsiteY0"/>
              </a:cxn>
              <a:cxn ang="0">
                <a:pos x="connsiteX1" y="connsiteY1"/>
              </a:cxn>
              <a:cxn ang="0">
                <a:pos x="connsiteX2" y="connsiteY2"/>
              </a:cxn>
              <a:cxn ang="0">
                <a:pos x="connsiteX3" y="connsiteY3"/>
              </a:cxn>
            </a:cxnLst>
            <a:rect l="l" t="t" r="r" b="b"/>
            <a:pathLst>
              <a:path w="2932925" h="2932925">
                <a:moveTo>
                  <a:pt x="0" y="0"/>
                </a:moveTo>
                <a:lnTo>
                  <a:pt x="2932925" y="0"/>
                </a:lnTo>
                <a:lnTo>
                  <a:pt x="2932925" y="2932925"/>
                </a:lnTo>
                <a:lnTo>
                  <a:pt x="0" y="2932925"/>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059428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1500" fill="hold"/>
                                        <p:tgtEl>
                                          <p:spTgt spid="15"/>
                                        </p:tgtEl>
                                        <p:attrNameLst>
                                          <p:attrName>ppt_x</p:attrName>
                                        </p:attrNameLst>
                                      </p:cBhvr>
                                      <p:tavLst>
                                        <p:tav tm="0">
                                          <p:val>
                                            <p:strVal val="#ppt_x"/>
                                          </p:val>
                                        </p:tav>
                                        <p:tav tm="100000">
                                          <p:val>
                                            <p:strVal val="#ppt_x"/>
                                          </p:val>
                                        </p:tav>
                                      </p:tavLst>
                                    </p:anim>
                                    <p:anim calcmode="lin" valueType="num">
                                      <p:cBhvr additive="base">
                                        <p:cTn id="8" dur="1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10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1500" fill="hold"/>
                                        <p:tgtEl>
                                          <p:spTgt spid="12"/>
                                        </p:tgtEl>
                                        <p:attrNameLst>
                                          <p:attrName>ppt_x</p:attrName>
                                        </p:attrNameLst>
                                      </p:cBhvr>
                                      <p:tavLst>
                                        <p:tav tm="0">
                                          <p:val>
                                            <p:strVal val="#ppt_x"/>
                                          </p:val>
                                        </p:tav>
                                        <p:tav tm="100000">
                                          <p:val>
                                            <p:strVal val="#ppt_x"/>
                                          </p:val>
                                        </p:tav>
                                      </p:tavLst>
                                    </p:anim>
                                    <p:anim calcmode="lin" valueType="num">
                                      <p:cBhvr additive="base">
                                        <p:cTn id="12" dur="1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20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1500" fill="hold"/>
                                        <p:tgtEl>
                                          <p:spTgt spid="13"/>
                                        </p:tgtEl>
                                        <p:attrNameLst>
                                          <p:attrName>ppt_x</p:attrName>
                                        </p:attrNameLst>
                                      </p:cBhvr>
                                      <p:tavLst>
                                        <p:tav tm="0">
                                          <p:val>
                                            <p:strVal val="#ppt_x"/>
                                          </p:val>
                                        </p:tav>
                                        <p:tav tm="100000">
                                          <p:val>
                                            <p:strVal val="#ppt_x"/>
                                          </p:val>
                                        </p:tav>
                                      </p:tavLst>
                                    </p:anim>
                                    <p:anim calcmode="lin" valueType="num">
                                      <p:cBhvr additive="base">
                                        <p:cTn id="16" dur="150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30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1500" fill="hold"/>
                                        <p:tgtEl>
                                          <p:spTgt spid="14"/>
                                        </p:tgtEl>
                                        <p:attrNameLst>
                                          <p:attrName>ppt_x</p:attrName>
                                        </p:attrNameLst>
                                      </p:cBhvr>
                                      <p:tavLst>
                                        <p:tav tm="0">
                                          <p:val>
                                            <p:strVal val="#ppt_x"/>
                                          </p:val>
                                        </p:tav>
                                        <p:tav tm="100000">
                                          <p:val>
                                            <p:strVal val="#ppt_x"/>
                                          </p:val>
                                        </p:tav>
                                      </p:tavLst>
                                    </p:anim>
                                    <p:anim calcmode="lin" valueType="num">
                                      <p:cBhvr additive="base">
                                        <p:cTn id="20" dur="1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P spid="13" grpId="0" animBg="1"/>
      <p:bldP spid="14" grpId="0" animBg="1"/>
    </p:bldLst>
  </p:timing>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22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122FED-B9CE-40D8-846C-33FC451E3876}"/>
              </a:ext>
            </a:extLst>
          </p:cNvPr>
          <p:cNvSpPr/>
          <p:nvPr/>
        </p:nvSpPr>
        <p:spPr>
          <a:xfrm>
            <a:off x="781742" y="647700"/>
            <a:ext cx="10628516" cy="5524500"/>
          </a:xfrm>
          <a:prstGeom prst="rect">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 name="Picture Placeholder 10">
            <a:extLst>
              <a:ext uri="{FF2B5EF4-FFF2-40B4-BE49-F238E27FC236}">
                <a16:creationId xmlns:a16="http://schemas.microsoft.com/office/drawing/2014/main" id="{2C836778-F5B4-482E-B688-2B6F61D48377}"/>
              </a:ext>
            </a:extLst>
          </p:cNvPr>
          <p:cNvSpPr>
            <a:spLocks noGrp="1"/>
          </p:cNvSpPr>
          <p:nvPr>
            <p:ph type="pic" sz="quarter" idx="12"/>
          </p:nvPr>
        </p:nvSpPr>
        <p:spPr>
          <a:xfrm>
            <a:off x="2803219" y="801756"/>
            <a:ext cx="2406457" cy="2088093"/>
          </a:xfrm>
          <a:custGeom>
            <a:avLst/>
            <a:gdLst>
              <a:gd name="connsiteX0" fmla="*/ 0 w 4813540"/>
              <a:gd name="connsiteY0" fmla="*/ 0 h 4176185"/>
              <a:gd name="connsiteX1" fmla="*/ 4813540 w 4813540"/>
              <a:gd name="connsiteY1" fmla="*/ 0 h 4176185"/>
              <a:gd name="connsiteX2" fmla="*/ 4813540 w 4813540"/>
              <a:gd name="connsiteY2" fmla="*/ 4176185 h 4176185"/>
              <a:gd name="connsiteX3" fmla="*/ 0 w 4813540"/>
              <a:gd name="connsiteY3" fmla="*/ 4176185 h 4176185"/>
            </a:gdLst>
            <a:ahLst/>
            <a:cxnLst>
              <a:cxn ang="0">
                <a:pos x="connsiteX0" y="connsiteY0"/>
              </a:cxn>
              <a:cxn ang="0">
                <a:pos x="connsiteX1" y="connsiteY1"/>
              </a:cxn>
              <a:cxn ang="0">
                <a:pos x="connsiteX2" y="connsiteY2"/>
              </a:cxn>
              <a:cxn ang="0">
                <a:pos x="connsiteX3" y="connsiteY3"/>
              </a:cxn>
            </a:cxnLst>
            <a:rect l="l" t="t" r="r" b="b"/>
            <a:pathLst>
              <a:path w="4813540" h="4176185">
                <a:moveTo>
                  <a:pt x="0" y="0"/>
                </a:moveTo>
                <a:lnTo>
                  <a:pt x="4813540" y="0"/>
                </a:lnTo>
                <a:lnTo>
                  <a:pt x="4813540" y="4176185"/>
                </a:lnTo>
                <a:lnTo>
                  <a:pt x="0" y="4176185"/>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2" name="Picture Placeholder 11">
            <a:extLst>
              <a:ext uri="{FF2B5EF4-FFF2-40B4-BE49-F238E27FC236}">
                <a16:creationId xmlns:a16="http://schemas.microsoft.com/office/drawing/2014/main" id="{70BD9A33-1BDD-4FEE-B101-544716CE745B}"/>
              </a:ext>
            </a:extLst>
          </p:cNvPr>
          <p:cNvSpPr>
            <a:spLocks noGrp="1"/>
          </p:cNvSpPr>
          <p:nvPr>
            <p:ph type="pic" sz="quarter" idx="13"/>
          </p:nvPr>
        </p:nvSpPr>
        <p:spPr>
          <a:xfrm>
            <a:off x="5353696" y="801757"/>
            <a:ext cx="2406457" cy="4145493"/>
          </a:xfrm>
          <a:custGeom>
            <a:avLst/>
            <a:gdLst>
              <a:gd name="connsiteX0" fmla="*/ 0 w 4813540"/>
              <a:gd name="connsiteY0" fmla="*/ 0 h 8290985"/>
              <a:gd name="connsiteX1" fmla="*/ 4813540 w 4813540"/>
              <a:gd name="connsiteY1" fmla="*/ 0 h 8290985"/>
              <a:gd name="connsiteX2" fmla="*/ 4813540 w 4813540"/>
              <a:gd name="connsiteY2" fmla="*/ 8290985 h 8290985"/>
              <a:gd name="connsiteX3" fmla="*/ 0 w 4813540"/>
              <a:gd name="connsiteY3" fmla="*/ 8290985 h 8290985"/>
            </a:gdLst>
            <a:ahLst/>
            <a:cxnLst>
              <a:cxn ang="0">
                <a:pos x="connsiteX0" y="connsiteY0"/>
              </a:cxn>
              <a:cxn ang="0">
                <a:pos x="connsiteX1" y="connsiteY1"/>
              </a:cxn>
              <a:cxn ang="0">
                <a:pos x="connsiteX2" y="connsiteY2"/>
              </a:cxn>
              <a:cxn ang="0">
                <a:pos x="connsiteX3" y="connsiteY3"/>
              </a:cxn>
            </a:cxnLst>
            <a:rect l="l" t="t" r="r" b="b"/>
            <a:pathLst>
              <a:path w="4813540" h="8290985">
                <a:moveTo>
                  <a:pt x="0" y="0"/>
                </a:moveTo>
                <a:lnTo>
                  <a:pt x="4813540" y="0"/>
                </a:lnTo>
                <a:lnTo>
                  <a:pt x="4813540" y="8290985"/>
                </a:lnTo>
                <a:lnTo>
                  <a:pt x="0" y="8290985"/>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3" name="Picture Placeholder 12">
            <a:extLst>
              <a:ext uri="{FF2B5EF4-FFF2-40B4-BE49-F238E27FC236}">
                <a16:creationId xmlns:a16="http://schemas.microsoft.com/office/drawing/2014/main" id="{82D30366-BBE9-4324-9DCA-ECC26BF463E9}"/>
              </a:ext>
            </a:extLst>
          </p:cNvPr>
          <p:cNvSpPr>
            <a:spLocks noGrp="1"/>
          </p:cNvSpPr>
          <p:nvPr>
            <p:ph type="pic" sz="quarter" idx="14"/>
          </p:nvPr>
        </p:nvSpPr>
        <p:spPr>
          <a:xfrm>
            <a:off x="2803219" y="3530557"/>
            <a:ext cx="2406457" cy="2019247"/>
          </a:xfrm>
          <a:custGeom>
            <a:avLst/>
            <a:gdLst>
              <a:gd name="connsiteX0" fmla="*/ 0 w 4813540"/>
              <a:gd name="connsiteY0" fmla="*/ 0 h 4038494"/>
              <a:gd name="connsiteX1" fmla="*/ 4813540 w 4813540"/>
              <a:gd name="connsiteY1" fmla="*/ 0 h 4038494"/>
              <a:gd name="connsiteX2" fmla="*/ 4813540 w 4813540"/>
              <a:gd name="connsiteY2" fmla="*/ 4038494 h 4038494"/>
              <a:gd name="connsiteX3" fmla="*/ 0 w 4813540"/>
              <a:gd name="connsiteY3" fmla="*/ 4038494 h 4038494"/>
            </a:gdLst>
            <a:ahLst/>
            <a:cxnLst>
              <a:cxn ang="0">
                <a:pos x="connsiteX0" y="connsiteY0"/>
              </a:cxn>
              <a:cxn ang="0">
                <a:pos x="connsiteX1" y="connsiteY1"/>
              </a:cxn>
              <a:cxn ang="0">
                <a:pos x="connsiteX2" y="connsiteY2"/>
              </a:cxn>
              <a:cxn ang="0">
                <a:pos x="connsiteX3" y="connsiteY3"/>
              </a:cxn>
            </a:cxnLst>
            <a:rect l="l" t="t" r="r" b="b"/>
            <a:pathLst>
              <a:path w="4813540" h="4038494">
                <a:moveTo>
                  <a:pt x="0" y="0"/>
                </a:moveTo>
                <a:lnTo>
                  <a:pt x="4813540" y="0"/>
                </a:lnTo>
                <a:lnTo>
                  <a:pt x="4813540" y="4038494"/>
                </a:lnTo>
                <a:lnTo>
                  <a:pt x="0" y="4038494"/>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682858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500" fill="hold"/>
                                        <p:tgtEl>
                                          <p:spTgt spid="11"/>
                                        </p:tgtEl>
                                        <p:attrNameLst>
                                          <p:attrName>ppt_x</p:attrName>
                                        </p:attrNameLst>
                                      </p:cBhvr>
                                      <p:tavLst>
                                        <p:tav tm="0">
                                          <p:val>
                                            <p:strVal val="#ppt_x"/>
                                          </p:val>
                                        </p:tav>
                                        <p:tav tm="100000">
                                          <p:val>
                                            <p:strVal val="#ppt_x"/>
                                          </p:val>
                                        </p:tav>
                                      </p:tavLst>
                                    </p:anim>
                                    <p:anim calcmode="lin" valueType="num">
                                      <p:cBhvr additive="base">
                                        <p:cTn id="8" dur="1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10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1500" fill="hold"/>
                                        <p:tgtEl>
                                          <p:spTgt spid="12"/>
                                        </p:tgtEl>
                                        <p:attrNameLst>
                                          <p:attrName>ppt_x</p:attrName>
                                        </p:attrNameLst>
                                      </p:cBhvr>
                                      <p:tavLst>
                                        <p:tav tm="0">
                                          <p:val>
                                            <p:strVal val="#ppt_x"/>
                                          </p:val>
                                        </p:tav>
                                        <p:tav tm="100000">
                                          <p:val>
                                            <p:strVal val="#ppt_x"/>
                                          </p:val>
                                        </p:tav>
                                      </p:tavLst>
                                    </p:anim>
                                    <p:anim calcmode="lin" valueType="num">
                                      <p:cBhvr additive="base">
                                        <p:cTn id="12" dur="1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20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1500" fill="hold"/>
                                        <p:tgtEl>
                                          <p:spTgt spid="13"/>
                                        </p:tgtEl>
                                        <p:attrNameLst>
                                          <p:attrName>ppt_x</p:attrName>
                                        </p:attrNameLst>
                                      </p:cBhvr>
                                      <p:tavLst>
                                        <p:tav tm="0">
                                          <p:val>
                                            <p:strVal val="#ppt_x"/>
                                          </p:val>
                                        </p:tav>
                                        <p:tav tm="100000">
                                          <p:val>
                                            <p:strVal val="#ppt_x"/>
                                          </p:val>
                                        </p:tav>
                                      </p:tavLst>
                                    </p:anim>
                                    <p:anim calcmode="lin" valueType="num">
                                      <p:cBhvr additive="base">
                                        <p:cTn id="16" dur="1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8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122FED-B9CE-40D8-846C-33FC451E3876}"/>
              </a:ext>
            </a:extLst>
          </p:cNvPr>
          <p:cNvSpPr/>
          <p:nvPr/>
        </p:nvSpPr>
        <p:spPr>
          <a:xfrm>
            <a:off x="781742" y="647700"/>
            <a:ext cx="10628516" cy="5524500"/>
          </a:xfrm>
          <a:prstGeom prst="rect">
            <a:avLst/>
          </a:prstGeom>
          <a:solidFill>
            <a:schemeClr val="bg1">
              <a:alpha val="67000"/>
            </a:schemeClr>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 name="Picture Placeholder 5">
            <a:extLst>
              <a:ext uri="{FF2B5EF4-FFF2-40B4-BE49-F238E27FC236}">
                <a16:creationId xmlns:a16="http://schemas.microsoft.com/office/drawing/2014/main" id="{29E74CA1-C9C6-441D-949D-CF6B7CD47784}"/>
              </a:ext>
            </a:extLst>
          </p:cNvPr>
          <p:cNvSpPr>
            <a:spLocks noGrp="1"/>
          </p:cNvSpPr>
          <p:nvPr>
            <p:ph type="pic" sz="quarter" idx="13"/>
          </p:nvPr>
        </p:nvSpPr>
        <p:spPr>
          <a:xfrm>
            <a:off x="6563847" y="1061049"/>
            <a:ext cx="4338522" cy="4632385"/>
          </a:xfrm>
          <a:custGeom>
            <a:avLst/>
            <a:gdLst>
              <a:gd name="connsiteX0" fmla="*/ 0 w 9389427"/>
              <a:gd name="connsiteY0" fmla="*/ 0 h 8534400"/>
              <a:gd name="connsiteX1" fmla="*/ 9389427 w 9389427"/>
              <a:gd name="connsiteY1" fmla="*/ 0 h 8534400"/>
              <a:gd name="connsiteX2" fmla="*/ 9389427 w 9389427"/>
              <a:gd name="connsiteY2" fmla="*/ 8534400 h 8534400"/>
              <a:gd name="connsiteX3" fmla="*/ 0 w 9389427"/>
              <a:gd name="connsiteY3" fmla="*/ 8534400 h 8534400"/>
            </a:gdLst>
            <a:ahLst/>
            <a:cxnLst>
              <a:cxn ang="0">
                <a:pos x="connsiteX0" y="connsiteY0"/>
              </a:cxn>
              <a:cxn ang="0">
                <a:pos x="connsiteX1" y="connsiteY1"/>
              </a:cxn>
              <a:cxn ang="0">
                <a:pos x="connsiteX2" y="connsiteY2"/>
              </a:cxn>
              <a:cxn ang="0">
                <a:pos x="connsiteX3" y="connsiteY3"/>
              </a:cxn>
            </a:cxnLst>
            <a:rect l="l" t="t" r="r" b="b"/>
            <a:pathLst>
              <a:path w="9389427" h="8534400">
                <a:moveTo>
                  <a:pt x="0" y="0"/>
                </a:moveTo>
                <a:lnTo>
                  <a:pt x="9389427" y="0"/>
                </a:lnTo>
                <a:lnTo>
                  <a:pt x="9389427" y="8534400"/>
                </a:lnTo>
                <a:lnTo>
                  <a:pt x="0" y="85344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072511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500" fill="hold"/>
                                        <p:tgtEl>
                                          <p:spTgt spid="6"/>
                                        </p:tgtEl>
                                        <p:attrNameLst>
                                          <p:attrName>ppt_x</p:attrName>
                                        </p:attrNameLst>
                                      </p:cBhvr>
                                      <p:tavLst>
                                        <p:tav tm="0">
                                          <p:val>
                                            <p:strVal val="#ppt_x"/>
                                          </p:val>
                                        </p:tav>
                                        <p:tav tm="100000">
                                          <p:val>
                                            <p:strVal val="#ppt_x"/>
                                          </p:val>
                                        </p:tav>
                                      </p:tavLst>
                                    </p:anim>
                                    <p:anim calcmode="lin" valueType="num">
                                      <p:cBhvr additive="base">
                                        <p:cTn id="8" dur="1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9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122FED-B9CE-40D8-846C-33FC451E3876}"/>
              </a:ext>
            </a:extLst>
          </p:cNvPr>
          <p:cNvSpPr/>
          <p:nvPr/>
        </p:nvSpPr>
        <p:spPr>
          <a:xfrm>
            <a:off x="781742" y="647700"/>
            <a:ext cx="10628516" cy="5524500"/>
          </a:xfrm>
          <a:prstGeom prst="rect">
            <a:avLst/>
          </a:prstGeom>
          <a:solidFill>
            <a:schemeClr val="bg1">
              <a:alpha val="67000"/>
            </a:schemeClr>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 name="Picture Placeholder 5">
            <a:extLst>
              <a:ext uri="{FF2B5EF4-FFF2-40B4-BE49-F238E27FC236}">
                <a16:creationId xmlns:a16="http://schemas.microsoft.com/office/drawing/2014/main" id="{29E74CA1-C9C6-441D-949D-CF6B7CD47784}"/>
              </a:ext>
            </a:extLst>
          </p:cNvPr>
          <p:cNvSpPr>
            <a:spLocks noGrp="1"/>
          </p:cNvSpPr>
          <p:nvPr>
            <p:ph type="pic" sz="quarter" idx="13"/>
          </p:nvPr>
        </p:nvSpPr>
        <p:spPr>
          <a:xfrm>
            <a:off x="1301652" y="1061049"/>
            <a:ext cx="4338522" cy="4632385"/>
          </a:xfrm>
          <a:custGeom>
            <a:avLst/>
            <a:gdLst>
              <a:gd name="connsiteX0" fmla="*/ 0 w 9389427"/>
              <a:gd name="connsiteY0" fmla="*/ 0 h 8534400"/>
              <a:gd name="connsiteX1" fmla="*/ 9389427 w 9389427"/>
              <a:gd name="connsiteY1" fmla="*/ 0 h 8534400"/>
              <a:gd name="connsiteX2" fmla="*/ 9389427 w 9389427"/>
              <a:gd name="connsiteY2" fmla="*/ 8534400 h 8534400"/>
              <a:gd name="connsiteX3" fmla="*/ 0 w 9389427"/>
              <a:gd name="connsiteY3" fmla="*/ 8534400 h 8534400"/>
            </a:gdLst>
            <a:ahLst/>
            <a:cxnLst>
              <a:cxn ang="0">
                <a:pos x="connsiteX0" y="connsiteY0"/>
              </a:cxn>
              <a:cxn ang="0">
                <a:pos x="connsiteX1" y="connsiteY1"/>
              </a:cxn>
              <a:cxn ang="0">
                <a:pos x="connsiteX2" y="connsiteY2"/>
              </a:cxn>
              <a:cxn ang="0">
                <a:pos x="connsiteX3" y="connsiteY3"/>
              </a:cxn>
            </a:cxnLst>
            <a:rect l="l" t="t" r="r" b="b"/>
            <a:pathLst>
              <a:path w="9389427" h="8534400">
                <a:moveTo>
                  <a:pt x="0" y="0"/>
                </a:moveTo>
                <a:lnTo>
                  <a:pt x="9389427" y="0"/>
                </a:lnTo>
                <a:lnTo>
                  <a:pt x="9389427" y="8534400"/>
                </a:lnTo>
                <a:lnTo>
                  <a:pt x="0" y="85344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605010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500" fill="hold"/>
                                        <p:tgtEl>
                                          <p:spTgt spid="6"/>
                                        </p:tgtEl>
                                        <p:attrNameLst>
                                          <p:attrName>ppt_x</p:attrName>
                                        </p:attrNameLst>
                                      </p:cBhvr>
                                      <p:tavLst>
                                        <p:tav tm="0">
                                          <p:val>
                                            <p:strVal val="#ppt_x"/>
                                          </p:val>
                                        </p:tav>
                                        <p:tav tm="100000">
                                          <p:val>
                                            <p:strVal val="#ppt_x"/>
                                          </p:val>
                                        </p:tav>
                                      </p:tavLst>
                                    </p:anim>
                                    <p:anim calcmode="lin" valueType="num">
                                      <p:cBhvr additive="base">
                                        <p:cTn id="8" dur="1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10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122FED-B9CE-40D8-846C-33FC451E3876}"/>
              </a:ext>
            </a:extLst>
          </p:cNvPr>
          <p:cNvSpPr/>
          <p:nvPr/>
        </p:nvSpPr>
        <p:spPr>
          <a:xfrm>
            <a:off x="781742" y="647700"/>
            <a:ext cx="10628516" cy="5524500"/>
          </a:xfrm>
          <a:prstGeom prst="rect">
            <a:avLst/>
          </a:prstGeom>
          <a:solidFill>
            <a:schemeClr val="bg1">
              <a:alpha val="67000"/>
            </a:schemeClr>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Tree>
    <p:extLst>
      <p:ext uri="{BB962C8B-B14F-4D97-AF65-F5344CB8AC3E}">
        <p14:creationId xmlns:p14="http://schemas.microsoft.com/office/powerpoint/2010/main" val="2180744102"/>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20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122FED-B9CE-40D8-846C-33FC451E3876}"/>
              </a:ext>
            </a:extLst>
          </p:cNvPr>
          <p:cNvSpPr/>
          <p:nvPr/>
        </p:nvSpPr>
        <p:spPr>
          <a:xfrm>
            <a:off x="781742" y="647700"/>
            <a:ext cx="10628516" cy="5524500"/>
          </a:xfrm>
          <a:prstGeom prst="rect">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Picture Placeholder 11">
            <a:extLst>
              <a:ext uri="{FF2B5EF4-FFF2-40B4-BE49-F238E27FC236}">
                <a16:creationId xmlns:a16="http://schemas.microsoft.com/office/drawing/2014/main" id="{A051F579-D711-42D1-88E3-599E003793EC}"/>
              </a:ext>
            </a:extLst>
          </p:cNvPr>
          <p:cNvSpPr>
            <a:spLocks noGrp="1"/>
          </p:cNvSpPr>
          <p:nvPr>
            <p:ph type="pic" sz="quarter" idx="12"/>
          </p:nvPr>
        </p:nvSpPr>
        <p:spPr>
          <a:xfrm>
            <a:off x="6305088" y="1119151"/>
            <a:ext cx="2252312" cy="2252606"/>
          </a:xfrm>
          <a:custGeom>
            <a:avLst/>
            <a:gdLst>
              <a:gd name="connsiteX0" fmla="*/ 0 w 4505211"/>
              <a:gd name="connsiteY0" fmla="*/ 0 h 4505211"/>
              <a:gd name="connsiteX1" fmla="*/ 4505211 w 4505211"/>
              <a:gd name="connsiteY1" fmla="*/ 0 h 4505211"/>
              <a:gd name="connsiteX2" fmla="*/ 4505211 w 4505211"/>
              <a:gd name="connsiteY2" fmla="*/ 4505211 h 4505211"/>
              <a:gd name="connsiteX3" fmla="*/ 0 w 4505211"/>
              <a:gd name="connsiteY3" fmla="*/ 4505211 h 4505211"/>
            </a:gdLst>
            <a:ahLst/>
            <a:cxnLst>
              <a:cxn ang="0">
                <a:pos x="connsiteX0" y="connsiteY0"/>
              </a:cxn>
              <a:cxn ang="0">
                <a:pos x="connsiteX1" y="connsiteY1"/>
              </a:cxn>
              <a:cxn ang="0">
                <a:pos x="connsiteX2" y="connsiteY2"/>
              </a:cxn>
              <a:cxn ang="0">
                <a:pos x="connsiteX3" y="connsiteY3"/>
              </a:cxn>
            </a:cxnLst>
            <a:rect l="l" t="t" r="r" b="b"/>
            <a:pathLst>
              <a:path w="4505211" h="4505211">
                <a:moveTo>
                  <a:pt x="0" y="0"/>
                </a:moveTo>
                <a:lnTo>
                  <a:pt x="4505211" y="0"/>
                </a:lnTo>
                <a:lnTo>
                  <a:pt x="4505211" y="4505211"/>
                </a:lnTo>
                <a:lnTo>
                  <a:pt x="0" y="450521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3" name="Picture Placeholder 12">
            <a:extLst>
              <a:ext uri="{FF2B5EF4-FFF2-40B4-BE49-F238E27FC236}">
                <a16:creationId xmlns:a16="http://schemas.microsoft.com/office/drawing/2014/main" id="{6CDC450F-D971-47A6-A2A1-D4F35D34013C}"/>
              </a:ext>
            </a:extLst>
          </p:cNvPr>
          <p:cNvSpPr>
            <a:spLocks noGrp="1"/>
          </p:cNvSpPr>
          <p:nvPr>
            <p:ph type="pic" sz="quarter" idx="13"/>
          </p:nvPr>
        </p:nvSpPr>
        <p:spPr>
          <a:xfrm>
            <a:off x="8671874" y="1119151"/>
            <a:ext cx="2252312" cy="2252606"/>
          </a:xfrm>
          <a:custGeom>
            <a:avLst/>
            <a:gdLst>
              <a:gd name="connsiteX0" fmla="*/ 0 w 4505211"/>
              <a:gd name="connsiteY0" fmla="*/ 0 h 4505211"/>
              <a:gd name="connsiteX1" fmla="*/ 4505211 w 4505211"/>
              <a:gd name="connsiteY1" fmla="*/ 0 h 4505211"/>
              <a:gd name="connsiteX2" fmla="*/ 4505211 w 4505211"/>
              <a:gd name="connsiteY2" fmla="*/ 4505211 h 4505211"/>
              <a:gd name="connsiteX3" fmla="*/ 0 w 4505211"/>
              <a:gd name="connsiteY3" fmla="*/ 4505211 h 4505211"/>
            </a:gdLst>
            <a:ahLst/>
            <a:cxnLst>
              <a:cxn ang="0">
                <a:pos x="connsiteX0" y="connsiteY0"/>
              </a:cxn>
              <a:cxn ang="0">
                <a:pos x="connsiteX1" y="connsiteY1"/>
              </a:cxn>
              <a:cxn ang="0">
                <a:pos x="connsiteX2" y="connsiteY2"/>
              </a:cxn>
              <a:cxn ang="0">
                <a:pos x="connsiteX3" y="connsiteY3"/>
              </a:cxn>
            </a:cxnLst>
            <a:rect l="l" t="t" r="r" b="b"/>
            <a:pathLst>
              <a:path w="4505211" h="4505211">
                <a:moveTo>
                  <a:pt x="0" y="0"/>
                </a:moveTo>
                <a:lnTo>
                  <a:pt x="4505211" y="0"/>
                </a:lnTo>
                <a:lnTo>
                  <a:pt x="4505211" y="4505211"/>
                </a:lnTo>
                <a:lnTo>
                  <a:pt x="0" y="450521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4" name="Picture Placeholder 13">
            <a:extLst>
              <a:ext uri="{FF2B5EF4-FFF2-40B4-BE49-F238E27FC236}">
                <a16:creationId xmlns:a16="http://schemas.microsoft.com/office/drawing/2014/main" id="{8D8E9911-0431-44B1-8B46-0EC0E0A45A9A}"/>
              </a:ext>
            </a:extLst>
          </p:cNvPr>
          <p:cNvSpPr>
            <a:spLocks noGrp="1"/>
          </p:cNvSpPr>
          <p:nvPr>
            <p:ph type="pic" sz="quarter" idx="14"/>
          </p:nvPr>
        </p:nvSpPr>
        <p:spPr>
          <a:xfrm>
            <a:off x="6305088" y="3486245"/>
            <a:ext cx="2252312" cy="2252606"/>
          </a:xfrm>
          <a:custGeom>
            <a:avLst/>
            <a:gdLst>
              <a:gd name="connsiteX0" fmla="*/ 0 w 4505211"/>
              <a:gd name="connsiteY0" fmla="*/ 0 h 4505211"/>
              <a:gd name="connsiteX1" fmla="*/ 4505211 w 4505211"/>
              <a:gd name="connsiteY1" fmla="*/ 0 h 4505211"/>
              <a:gd name="connsiteX2" fmla="*/ 4505211 w 4505211"/>
              <a:gd name="connsiteY2" fmla="*/ 4505211 h 4505211"/>
              <a:gd name="connsiteX3" fmla="*/ 0 w 4505211"/>
              <a:gd name="connsiteY3" fmla="*/ 4505211 h 4505211"/>
            </a:gdLst>
            <a:ahLst/>
            <a:cxnLst>
              <a:cxn ang="0">
                <a:pos x="connsiteX0" y="connsiteY0"/>
              </a:cxn>
              <a:cxn ang="0">
                <a:pos x="connsiteX1" y="connsiteY1"/>
              </a:cxn>
              <a:cxn ang="0">
                <a:pos x="connsiteX2" y="connsiteY2"/>
              </a:cxn>
              <a:cxn ang="0">
                <a:pos x="connsiteX3" y="connsiteY3"/>
              </a:cxn>
            </a:cxnLst>
            <a:rect l="l" t="t" r="r" b="b"/>
            <a:pathLst>
              <a:path w="4505211" h="4505211">
                <a:moveTo>
                  <a:pt x="0" y="0"/>
                </a:moveTo>
                <a:lnTo>
                  <a:pt x="4505211" y="0"/>
                </a:lnTo>
                <a:lnTo>
                  <a:pt x="4505211" y="4505211"/>
                </a:lnTo>
                <a:lnTo>
                  <a:pt x="0" y="450521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5" name="Picture Placeholder 14">
            <a:extLst>
              <a:ext uri="{FF2B5EF4-FFF2-40B4-BE49-F238E27FC236}">
                <a16:creationId xmlns:a16="http://schemas.microsoft.com/office/drawing/2014/main" id="{ACFF98D4-C8EF-4BC0-96B5-C588DF33D539}"/>
              </a:ext>
            </a:extLst>
          </p:cNvPr>
          <p:cNvSpPr>
            <a:spLocks noGrp="1"/>
          </p:cNvSpPr>
          <p:nvPr>
            <p:ph type="pic" sz="quarter" idx="15"/>
          </p:nvPr>
        </p:nvSpPr>
        <p:spPr>
          <a:xfrm>
            <a:off x="8671874" y="3486245"/>
            <a:ext cx="2252312" cy="2252606"/>
          </a:xfrm>
          <a:custGeom>
            <a:avLst/>
            <a:gdLst>
              <a:gd name="connsiteX0" fmla="*/ 0 w 4505211"/>
              <a:gd name="connsiteY0" fmla="*/ 0 h 4505211"/>
              <a:gd name="connsiteX1" fmla="*/ 4505211 w 4505211"/>
              <a:gd name="connsiteY1" fmla="*/ 0 h 4505211"/>
              <a:gd name="connsiteX2" fmla="*/ 4505211 w 4505211"/>
              <a:gd name="connsiteY2" fmla="*/ 4505211 h 4505211"/>
              <a:gd name="connsiteX3" fmla="*/ 0 w 4505211"/>
              <a:gd name="connsiteY3" fmla="*/ 4505211 h 4505211"/>
            </a:gdLst>
            <a:ahLst/>
            <a:cxnLst>
              <a:cxn ang="0">
                <a:pos x="connsiteX0" y="connsiteY0"/>
              </a:cxn>
              <a:cxn ang="0">
                <a:pos x="connsiteX1" y="connsiteY1"/>
              </a:cxn>
              <a:cxn ang="0">
                <a:pos x="connsiteX2" y="connsiteY2"/>
              </a:cxn>
              <a:cxn ang="0">
                <a:pos x="connsiteX3" y="connsiteY3"/>
              </a:cxn>
            </a:cxnLst>
            <a:rect l="l" t="t" r="r" b="b"/>
            <a:pathLst>
              <a:path w="4505211" h="4505211">
                <a:moveTo>
                  <a:pt x="0" y="0"/>
                </a:moveTo>
                <a:lnTo>
                  <a:pt x="4505211" y="0"/>
                </a:lnTo>
                <a:lnTo>
                  <a:pt x="4505211" y="4505211"/>
                </a:lnTo>
                <a:lnTo>
                  <a:pt x="0" y="450521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033892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500" fill="hold"/>
                                        <p:tgtEl>
                                          <p:spTgt spid="12"/>
                                        </p:tgtEl>
                                        <p:attrNameLst>
                                          <p:attrName>ppt_x</p:attrName>
                                        </p:attrNameLst>
                                      </p:cBhvr>
                                      <p:tavLst>
                                        <p:tav tm="0">
                                          <p:val>
                                            <p:strVal val="#ppt_x"/>
                                          </p:val>
                                        </p:tav>
                                        <p:tav tm="100000">
                                          <p:val>
                                            <p:strVal val="#ppt_x"/>
                                          </p:val>
                                        </p:tav>
                                      </p:tavLst>
                                    </p:anim>
                                    <p:anim calcmode="lin" valueType="num">
                                      <p:cBhvr additive="base">
                                        <p:cTn id="8" dur="1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10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1500" fill="hold"/>
                                        <p:tgtEl>
                                          <p:spTgt spid="13"/>
                                        </p:tgtEl>
                                        <p:attrNameLst>
                                          <p:attrName>ppt_x</p:attrName>
                                        </p:attrNameLst>
                                      </p:cBhvr>
                                      <p:tavLst>
                                        <p:tav tm="0">
                                          <p:val>
                                            <p:strVal val="#ppt_x"/>
                                          </p:val>
                                        </p:tav>
                                        <p:tav tm="100000">
                                          <p:val>
                                            <p:strVal val="#ppt_x"/>
                                          </p:val>
                                        </p:tav>
                                      </p:tavLst>
                                    </p:anim>
                                    <p:anim calcmode="lin" valueType="num">
                                      <p:cBhvr additive="base">
                                        <p:cTn id="12" dur="1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20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1500" fill="hold"/>
                                        <p:tgtEl>
                                          <p:spTgt spid="14"/>
                                        </p:tgtEl>
                                        <p:attrNameLst>
                                          <p:attrName>ppt_x</p:attrName>
                                        </p:attrNameLst>
                                      </p:cBhvr>
                                      <p:tavLst>
                                        <p:tav tm="0">
                                          <p:val>
                                            <p:strVal val="#ppt_x"/>
                                          </p:val>
                                        </p:tav>
                                        <p:tav tm="100000">
                                          <p:val>
                                            <p:strVal val="#ppt_x"/>
                                          </p:val>
                                        </p:tav>
                                      </p:tavLst>
                                    </p:anim>
                                    <p:anim calcmode="lin" valueType="num">
                                      <p:cBhvr additive="base">
                                        <p:cTn id="16" dur="1500" fill="hold"/>
                                        <p:tgtEl>
                                          <p:spTgt spid="14"/>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30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1500" fill="hold"/>
                                        <p:tgtEl>
                                          <p:spTgt spid="15"/>
                                        </p:tgtEl>
                                        <p:attrNameLst>
                                          <p:attrName>ppt_x</p:attrName>
                                        </p:attrNameLst>
                                      </p:cBhvr>
                                      <p:tavLst>
                                        <p:tav tm="0">
                                          <p:val>
                                            <p:strVal val="#ppt_x"/>
                                          </p:val>
                                        </p:tav>
                                        <p:tav tm="100000">
                                          <p:val>
                                            <p:strVal val="#ppt_x"/>
                                          </p:val>
                                        </p:tav>
                                      </p:tavLst>
                                    </p:anim>
                                    <p:anim calcmode="lin" valueType="num">
                                      <p:cBhvr additive="base">
                                        <p:cTn id="20" dur="1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21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122FED-B9CE-40D8-846C-33FC451E3876}"/>
              </a:ext>
            </a:extLst>
          </p:cNvPr>
          <p:cNvSpPr/>
          <p:nvPr/>
        </p:nvSpPr>
        <p:spPr>
          <a:xfrm>
            <a:off x="781742" y="647700"/>
            <a:ext cx="10628516" cy="5524500"/>
          </a:xfrm>
          <a:prstGeom prst="rect">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Picture Placeholder 11">
            <a:extLst>
              <a:ext uri="{FF2B5EF4-FFF2-40B4-BE49-F238E27FC236}">
                <a16:creationId xmlns:a16="http://schemas.microsoft.com/office/drawing/2014/main" id="{A051F579-D711-42D1-88E3-599E003793EC}"/>
              </a:ext>
            </a:extLst>
          </p:cNvPr>
          <p:cNvSpPr>
            <a:spLocks noGrp="1"/>
          </p:cNvSpPr>
          <p:nvPr>
            <p:ph type="pic" sz="quarter" idx="12"/>
          </p:nvPr>
        </p:nvSpPr>
        <p:spPr>
          <a:xfrm>
            <a:off x="1216166" y="1119151"/>
            <a:ext cx="2252312" cy="2252606"/>
          </a:xfrm>
          <a:custGeom>
            <a:avLst/>
            <a:gdLst>
              <a:gd name="connsiteX0" fmla="*/ 0 w 4505211"/>
              <a:gd name="connsiteY0" fmla="*/ 0 h 4505211"/>
              <a:gd name="connsiteX1" fmla="*/ 4505211 w 4505211"/>
              <a:gd name="connsiteY1" fmla="*/ 0 h 4505211"/>
              <a:gd name="connsiteX2" fmla="*/ 4505211 w 4505211"/>
              <a:gd name="connsiteY2" fmla="*/ 4505211 h 4505211"/>
              <a:gd name="connsiteX3" fmla="*/ 0 w 4505211"/>
              <a:gd name="connsiteY3" fmla="*/ 4505211 h 4505211"/>
            </a:gdLst>
            <a:ahLst/>
            <a:cxnLst>
              <a:cxn ang="0">
                <a:pos x="connsiteX0" y="connsiteY0"/>
              </a:cxn>
              <a:cxn ang="0">
                <a:pos x="connsiteX1" y="connsiteY1"/>
              </a:cxn>
              <a:cxn ang="0">
                <a:pos x="connsiteX2" y="connsiteY2"/>
              </a:cxn>
              <a:cxn ang="0">
                <a:pos x="connsiteX3" y="connsiteY3"/>
              </a:cxn>
            </a:cxnLst>
            <a:rect l="l" t="t" r="r" b="b"/>
            <a:pathLst>
              <a:path w="4505211" h="4505211">
                <a:moveTo>
                  <a:pt x="0" y="0"/>
                </a:moveTo>
                <a:lnTo>
                  <a:pt x="4505211" y="0"/>
                </a:lnTo>
                <a:lnTo>
                  <a:pt x="4505211" y="4505211"/>
                </a:lnTo>
                <a:lnTo>
                  <a:pt x="0" y="450521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4" name="Picture Placeholder 13">
            <a:extLst>
              <a:ext uri="{FF2B5EF4-FFF2-40B4-BE49-F238E27FC236}">
                <a16:creationId xmlns:a16="http://schemas.microsoft.com/office/drawing/2014/main" id="{8D8E9911-0431-44B1-8B46-0EC0E0A45A9A}"/>
              </a:ext>
            </a:extLst>
          </p:cNvPr>
          <p:cNvSpPr>
            <a:spLocks noGrp="1"/>
          </p:cNvSpPr>
          <p:nvPr>
            <p:ph type="pic" sz="quarter" idx="14"/>
          </p:nvPr>
        </p:nvSpPr>
        <p:spPr>
          <a:xfrm>
            <a:off x="1216166" y="3486245"/>
            <a:ext cx="2252312" cy="2252606"/>
          </a:xfrm>
          <a:custGeom>
            <a:avLst/>
            <a:gdLst>
              <a:gd name="connsiteX0" fmla="*/ 0 w 4505211"/>
              <a:gd name="connsiteY0" fmla="*/ 0 h 4505211"/>
              <a:gd name="connsiteX1" fmla="*/ 4505211 w 4505211"/>
              <a:gd name="connsiteY1" fmla="*/ 0 h 4505211"/>
              <a:gd name="connsiteX2" fmla="*/ 4505211 w 4505211"/>
              <a:gd name="connsiteY2" fmla="*/ 4505211 h 4505211"/>
              <a:gd name="connsiteX3" fmla="*/ 0 w 4505211"/>
              <a:gd name="connsiteY3" fmla="*/ 4505211 h 4505211"/>
            </a:gdLst>
            <a:ahLst/>
            <a:cxnLst>
              <a:cxn ang="0">
                <a:pos x="connsiteX0" y="connsiteY0"/>
              </a:cxn>
              <a:cxn ang="0">
                <a:pos x="connsiteX1" y="connsiteY1"/>
              </a:cxn>
              <a:cxn ang="0">
                <a:pos x="connsiteX2" y="connsiteY2"/>
              </a:cxn>
              <a:cxn ang="0">
                <a:pos x="connsiteX3" y="connsiteY3"/>
              </a:cxn>
            </a:cxnLst>
            <a:rect l="l" t="t" r="r" b="b"/>
            <a:pathLst>
              <a:path w="4505211" h="4505211">
                <a:moveTo>
                  <a:pt x="0" y="0"/>
                </a:moveTo>
                <a:lnTo>
                  <a:pt x="4505211" y="0"/>
                </a:lnTo>
                <a:lnTo>
                  <a:pt x="4505211" y="4505211"/>
                </a:lnTo>
                <a:lnTo>
                  <a:pt x="0" y="450521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7" name="Picture Placeholder 6">
            <a:extLst>
              <a:ext uri="{FF2B5EF4-FFF2-40B4-BE49-F238E27FC236}">
                <a16:creationId xmlns:a16="http://schemas.microsoft.com/office/drawing/2014/main" id="{B3141BE1-615B-405F-9064-C58E41F36874}"/>
              </a:ext>
            </a:extLst>
          </p:cNvPr>
          <p:cNvSpPr>
            <a:spLocks noGrp="1"/>
          </p:cNvSpPr>
          <p:nvPr>
            <p:ph type="pic" sz="quarter" idx="15"/>
          </p:nvPr>
        </p:nvSpPr>
        <p:spPr>
          <a:xfrm>
            <a:off x="3582952" y="1119151"/>
            <a:ext cx="2252312" cy="4619700"/>
          </a:xfrm>
          <a:custGeom>
            <a:avLst/>
            <a:gdLst>
              <a:gd name="connsiteX0" fmla="*/ 0 w 4505211"/>
              <a:gd name="connsiteY0" fmla="*/ 0 h 9239399"/>
              <a:gd name="connsiteX1" fmla="*/ 4505211 w 4505211"/>
              <a:gd name="connsiteY1" fmla="*/ 0 h 9239399"/>
              <a:gd name="connsiteX2" fmla="*/ 4505211 w 4505211"/>
              <a:gd name="connsiteY2" fmla="*/ 4266016 h 9239399"/>
              <a:gd name="connsiteX3" fmla="*/ 4505211 w 4505211"/>
              <a:gd name="connsiteY3" fmla="*/ 4505211 h 9239399"/>
              <a:gd name="connsiteX4" fmla="*/ 4505211 w 4505211"/>
              <a:gd name="connsiteY4" fmla="*/ 9239399 h 9239399"/>
              <a:gd name="connsiteX5" fmla="*/ 0 w 4505211"/>
              <a:gd name="connsiteY5" fmla="*/ 9239399 h 9239399"/>
              <a:gd name="connsiteX6" fmla="*/ 0 w 4505211"/>
              <a:gd name="connsiteY6" fmla="*/ 4505211 h 9239399"/>
              <a:gd name="connsiteX7" fmla="*/ 0 w 4505211"/>
              <a:gd name="connsiteY7" fmla="*/ 4266016 h 9239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05211" h="9239399">
                <a:moveTo>
                  <a:pt x="0" y="0"/>
                </a:moveTo>
                <a:lnTo>
                  <a:pt x="4505211" y="0"/>
                </a:lnTo>
                <a:lnTo>
                  <a:pt x="4505211" y="4266016"/>
                </a:lnTo>
                <a:lnTo>
                  <a:pt x="4505211" y="4505211"/>
                </a:lnTo>
                <a:lnTo>
                  <a:pt x="4505211" y="9239399"/>
                </a:lnTo>
                <a:lnTo>
                  <a:pt x="0" y="9239399"/>
                </a:lnTo>
                <a:lnTo>
                  <a:pt x="0" y="4505211"/>
                </a:lnTo>
                <a:lnTo>
                  <a:pt x="0" y="4266016"/>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291503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500" fill="hold"/>
                                        <p:tgtEl>
                                          <p:spTgt spid="12"/>
                                        </p:tgtEl>
                                        <p:attrNameLst>
                                          <p:attrName>ppt_x</p:attrName>
                                        </p:attrNameLst>
                                      </p:cBhvr>
                                      <p:tavLst>
                                        <p:tav tm="0">
                                          <p:val>
                                            <p:strVal val="#ppt_x"/>
                                          </p:val>
                                        </p:tav>
                                        <p:tav tm="100000">
                                          <p:val>
                                            <p:strVal val="#ppt_x"/>
                                          </p:val>
                                        </p:tav>
                                      </p:tavLst>
                                    </p:anim>
                                    <p:anim calcmode="lin" valueType="num">
                                      <p:cBhvr additive="base">
                                        <p:cTn id="8" dur="1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1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1500" fill="hold"/>
                                        <p:tgtEl>
                                          <p:spTgt spid="7"/>
                                        </p:tgtEl>
                                        <p:attrNameLst>
                                          <p:attrName>ppt_x</p:attrName>
                                        </p:attrNameLst>
                                      </p:cBhvr>
                                      <p:tavLst>
                                        <p:tav tm="0">
                                          <p:val>
                                            <p:strVal val="#ppt_x"/>
                                          </p:val>
                                        </p:tav>
                                        <p:tav tm="100000">
                                          <p:val>
                                            <p:strVal val="#ppt_x"/>
                                          </p:val>
                                        </p:tav>
                                      </p:tavLst>
                                    </p:anim>
                                    <p:anim calcmode="lin" valueType="num">
                                      <p:cBhvr additive="base">
                                        <p:cTn id="12" dur="1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20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1500" fill="hold"/>
                                        <p:tgtEl>
                                          <p:spTgt spid="14"/>
                                        </p:tgtEl>
                                        <p:attrNameLst>
                                          <p:attrName>ppt_x</p:attrName>
                                        </p:attrNameLst>
                                      </p:cBhvr>
                                      <p:tavLst>
                                        <p:tav tm="0">
                                          <p:val>
                                            <p:strVal val="#ppt_x"/>
                                          </p:val>
                                        </p:tav>
                                        <p:tav tm="100000">
                                          <p:val>
                                            <p:strVal val="#ppt_x"/>
                                          </p:val>
                                        </p:tav>
                                      </p:tavLst>
                                    </p:anim>
                                    <p:anim calcmode="lin" valueType="num">
                                      <p:cBhvr additive="base">
                                        <p:cTn id="16" dur="1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7" grpId="0" animBg="1"/>
    </p:bldLst>
  </p:timing>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19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122FED-B9CE-40D8-846C-33FC451E3876}"/>
              </a:ext>
            </a:extLst>
          </p:cNvPr>
          <p:cNvSpPr/>
          <p:nvPr/>
        </p:nvSpPr>
        <p:spPr>
          <a:xfrm>
            <a:off x="781742" y="647700"/>
            <a:ext cx="10628516" cy="5524500"/>
          </a:xfrm>
          <a:prstGeom prst="rect">
            <a:avLst/>
          </a:prstGeom>
          <a:solidFill>
            <a:schemeClr val="bg1"/>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Picture Placeholder 15">
            <a:extLst>
              <a:ext uri="{FF2B5EF4-FFF2-40B4-BE49-F238E27FC236}">
                <a16:creationId xmlns:a16="http://schemas.microsoft.com/office/drawing/2014/main" id="{90193969-EFD4-496D-8B9E-5E88D86D876C}"/>
              </a:ext>
            </a:extLst>
          </p:cNvPr>
          <p:cNvSpPr>
            <a:spLocks noGrp="1"/>
          </p:cNvSpPr>
          <p:nvPr>
            <p:ph type="pic" sz="quarter" idx="12"/>
          </p:nvPr>
        </p:nvSpPr>
        <p:spPr>
          <a:xfrm>
            <a:off x="4267340" y="751610"/>
            <a:ext cx="2277077" cy="2790081"/>
          </a:xfrm>
          <a:custGeom>
            <a:avLst/>
            <a:gdLst>
              <a:gd name="connsiteX0" fmla="*/ 0 w 4554747"/>
              <a:gd name="connsiteY0" fmla="*/ 0 h 5580161"/>
              <a:gd name="connsiteX1" fmla="*/ 4554747 w 4554747"/>
              <a:gd name="connsiteY1" fmla="*/ 0 h 5580161"/>
              <a:gd name="connsiteX2" fmla="*/ 4554747 w 4554747"/>
              <a:gd name="connsiteY2" fmla="*/ 5580161 h 5580161"/>
              <a:gd name="connsiteX3" fmla="*/ 0 w 4554747"/>
              <a:gd name="connsiteY3" fmla="*/ 5580161 h 5580161"/>
            </a:gdLst>
            <a:ahLst/>
            <a:cxnLst>
              <a:cxn ang="0">
                <a:pos x="connsiteX0" y="connsiteY0"/>
              </a:cxn>
              <a:cxn ang="0">
                <a:pos x="connsiteX1" y="connsiteY1"/>
              </a:cxn>
              <a:cxn ang="0">
                <a:pos x="connsiteX2" y="connsiteY2"/>
              </a:cxn>
              <a:cxn ang="0">
                <a:pos x="connsiteX3" y="connsiteY3"/>
              </a:cxn>
            </a:cxnLst>
            <a:rect l="l" t="t" r="r" b="b"/>
            <a:pathLst>
              <a:path w="4554747" h="5580161">
                <a:moveTo>
                  <a:pt x="0" y="0"/>
                </a:moveTo>
                <a:lnTo>
                  <a:pt x="4554747" y="0"/>
                </a:lnTo>
                <a:lnTo>
                  <a:pt x="4554747" y="5580161"/>
                </a:lnTo>
                <a:lnTo>
                  <a:pt x="0" y="558016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7" name="Picture Placeholder 16">
            <a:extLst>
              <a:ext uri="{FF2B5EF4-FFF2-40B4-BE49-F238E27FC236}">
                <a16:creationId xmlns:a16="http://schemas.microsoft.com/office/drawing/2014/main" id="{4C89588F-47B5-4EA9-84D2-BB4714817C7D}"/>
              </a:ext>
            </a:extLst>
          </p:cNvPr>
          <p:cNvSpPr>
            <a:spLocks noGrp="1"/>
          </p:cNvSpPr>
          <p:nvPr>
            <p:ph type="pic" sz="quarter" idx="13"/>
          </p:nvPr>
        </p:nvSpPr>
        <p:spPr>
          <a:xfrm>
            <a:off x="6648312" y="751610"/>
            <a:ext cx="2277078" cy="3318115"/>
          </a:xfrm>
          <a:custGeom>
            <a:avLst/>
            <a:gdLst>
              <a:gd name="connsiteX0" fmla="*/ 0 w 4554748"/>
              <a:gd name="connsiteY0" fmla="*/ 0 h 6636229"/>
              <a:gd name="connsiteX1" fmla="*/ 4554748 w 4554748"/>
              <a:gd name="connsiteY1" fmla="*/ 0 h 6636229"/>
              <a:gd name="connsiteX2" fmla="*/ 4554748 w 4554748"/>
              <a:gd name="connsiteY2" fmla="*/ 6636229 h 6636229"/>
              <a:gd name="connsiteX3" fmla="*/ 0 w 4554748"/>
              <a:gd name="connsiteY3" fmla="*/ 6636229 h 6636229"/>
            </a:gdLst>
            <a:ahLst/>
            <a:cxnLst>
              <a:cxn ang="0">
                <a:pos x="connsiteX0" y="connsiteY0"/>
              </a:cxn>
              <a:cxn ang="0">
                <a:pos x="connsiteX1" y="connsiteY1"/>
              </a:cxn>
              <a:cxn ang="0">
                <a:pos x="connsiteX2" y="connsiteY2"/>
              </a:cxn>
              <a:cxn ang="0">
                <a:pos x="connsiteX3" y="connsiteY3"/>
              </a:cxn>
            </a:cxnLst>
            <a:rect l="l" t="t" r="r" b="b"/>
            <a:pathLst>
              <a:path w="4554748" h="6636229">
                <a:moveTo>
                  <a:pt x="0" y="0"/>
                </a:moveTo>
                <a:lnTo>
                  <a:pt x="4554748" y="0"/>
                </a:lnTo>
                <a:lnTo>
                  <a:pt x="4554748" y="6636229"/>
                </a:lnTo>
                <a:lnTo>
                  <a:pt x="0" y="663622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8" name="Picture Placeholder 17">
            <a:extLst>
              <a:ext uri="{FF2B5EF4-FFF2-40B4-BE49-F238E27FC236}">
                <a16:creationId xmlns:a16="http://schemas.microsoft.com/office/drawing/2014/main" id="{FE6CF97D-0650-4B56-AB14-E0121CF1CF0A}"/>
              </a:ext>
            </a:extLst>
          </p:cNvPr>
          <p:cNvSpPr>
            <a:spLocks noGrp="1"/>
          </p:cNvSpPr>
          <p:nvPr>
            <p:ph type="pic" sz="quarter" idx="14"/>
          </p:nvPr>
        </p:nvSpPr>
        <p:spPr>
          <a:xfrm>
            <a:off x="9029285" y="751610"/>
            <a:ext cx="2277077" cy="2695755"/>
          </a:xfrm>
          <a:custGeom>
            <a:avLst/>
            <a:gdLst>
              <a:gd name="connsiteX0" fmla="*/ 0 w 4554746"/>
              <a:gd name="connsiteY0" fmla="*/ 0 h 5391509"/>
              <a:gd name="connsiteX1" fmla="*/ 4554746 w 4554746"/>
              <a:gd name="connsiteY1" fmla="*/ 0 h 5391509"/>
              <a:gd name="connsiteX2" fmla="*/ 4554746 w 4554746"/>
              <a:gd name="connsiteY2" fmla="*/ 5391509 h 5391509"/>
              <a:gd name="connsiteX3" fmla="*/ 0 w 4554746"/>
              <a:gd name="connsiteY3" fmla="*/ 5391509 h 5391509"/>
            </a:gdLst>
            <a:ahLst/>
            <a:cxnLst>
              <a:cxn ang="0">
                <a:pos x="connsiteX0" y="connsiteY0"/>
              </a:cxn>
              <a:cxn ang="0">
                <a:pos x="connsiteX1" y="connsiteY1"/>
              </a:cxn>
              <a:cxn ang="0">
                <a:pos x="connsiteX2" y="connsiteY2"/>
              </a:cxn>
              <a:cxn ang="0">
                <a:pos x="connsiteX3" y="connsiteY3"/>
              </a:cxn>
            </a:cxnLst>
            <a:rect l="l" t="t" r="r" b="b"/>
            <a:pathLst>
              <a:path w="4554746" h="5391509">
                <a:moveTo>
                  <a:pt x="0" y="0"/>
                </a:moveTo>
                <a:lnTo>
                  <a:pt x="4554746" y="0"/>
                </a:lnTo>
                <a:lnTo>
                  <a:pt x="4554746" y="5391509"/>
                </a:lnTo>
                <a:lnTo>
                  <a:pt x="0" y="5391509"/>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1" name="Picture Placeholder 20">
            <a:extLst>
              <a:ext uri="{FF2B5EF4-FFF2-40B4-BE49-F238E27FC236}">
                <a16:creationId xmlns:a16="http://schemas.microsoft.com/office/drawing/2014/main" id="{86BFA811-ED69-455B-96D0-37D354F87F50}"/>
              </a:ext>
            </a:extLst>
          </p:cNvPr>
          <p:cNvSpPr>
            <a:spLocks noGrp="1"/>
          </p:cNvSpPr>
          <p:nvPr>
            <p:ph type="pic" sz="quarter" idx="15"/>
          </p:nvPr>
        </p:nvSpPr>
        <p:spPr>
          <a:xfrm>
            <a:off x="9029285" y="3551274"/>
            <a:ext cx="2277077" cy="2517017"/>
          </a:xfrm>
          <a:custGeom>
            <a:avLst/>
            <a:gdLst>
              <a:gd name="connsiteX0" fmla="*/ 0 w 4554746"/>
              <a:gd name="connsiteY0" fmla="*/ 0 h 5034033"/>
              <a:gd name="connsiteX1" fmla="*/ 4554746 w 4554746"/>
              <a:gd name="connsiteY1" fmla="*/ 0 h 5034033"/>
              <a:gd name="connsiteX2" fmla="*/ 4554746 w 4554746"/>
              <a:gd name="connsiteY2" fmla="*/ 5034033 h 5034033"/>
              <a:gd name="connsiteX3" fmla="*/ 0 w 4554746"/>
              <a:gd name="connsiteY3" fmla="*/ 5034033 h 5034033"/>
            </a:gdLst>
            <a:ahLst/>
            <a:cxnLst>
              <a:cxn ang="0">
                <a:pos x="connsiteX0" y="connsiteY0"/>
              </a:cxn>
              <a:cxn ang="0">
                <a:pos x="connsiteX1" y="connsiteY1"/>
              </a:cxn>
              <a:cxn ang="0">
                <a:pos x="connsiteX2" y="connsiteY2"/>
              </a:cxn>
              <a:cxn ang="0">
                <a:pos x="connsiteX3" y="connsiteY3"/>
              </a:cxn>
            </a:cxnLst>
            <a:rect l="l" t="t" r="r" b="b"/>
            <a:pathLst>
              <a:path w="4554746" h="5034033">
                <a:moveTo>
                  <a:pt x="0" y="0"/>
                </a:moveTo>
                <a:lnTo>
                  <a:pt x="4554746" y="0"/>
                </a:lnTo>
                <a:lnTo>
                  <a:pt x="4554746" y="5034033"/>
                </a:lnTo>
                <a:lnTo>
                  <a:pt x="0" y="5034033"/>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20" name="Picture Placeholder 19">
            <a:extLst>
              <a:ext uri="{FF2B5EF4-FFF2-40B4-BE49-F238E27FC236}">
                <a16:creationId xmlns:a16="http://schemas.microsoft.com/office/drawing/2014/main" id="{AD7D914E-F4E6-43AB-B3A5-B2689E3F93A3}"/>
              </a:ext>
            </a:extLst>
          </p:cNvPr>
          <p:cNvSpPr>
            <a:spLocks noGrp="1"/>
          </p:cNvSpPr>
          <p:nvPr>
            <p:ph type="pic" sz="quarter" idx="16"/>
          </p:nvPr>
        </p:nvSpPr>
        <p:spPr>
          <a:xfrm>
            <a:off x="6648312" y="4173634"/>
            <a:ext cx="2277077" cy="1894657"/>
          </a:xfrm>
          <a:custGeom>
            <a:avLst/>
            <a:gdLst>
              <a:gd name="connsiteX0" fmla="*/ 0 w 4554747"/>
              <a:gd name="connsiteY0" fmla="*/ 0 h 3789313"/>
              <a:gd name="connsiteX1" fmla="*/ 4554747 w 4554747"/>
              <a:gd name="connsiteY1" fmla="*/ 0 h 3789313"/>
              <a:gd name="connsiteX2" fmla="*/ 4554747 w 4554747"/>
              <a:gd name="connsiteY2" fmla="*/ 3789313 h 3789313"/>
              <a:gd name="connsiteX3" fmla="*/ 0 w 4554747"/>
              <a:gd name="connsiteY3" fmla="*/ 3789313 h 3789313"/>
            </a:gdLst>
            <a:ahLst/>
            <a:cxnLst>
              <a:cxn ang="0">
                <a:pos x="connsiteX0" y="connsiteY0"/>
              </a:cxn>
              <a:cxn ang="0">
                <a:pos x="connsiteX1" y="connsiteY1"/>
              </a:cxn>
              <a:cxn ang="0">
                <a:pos x="connsiteX2" y="connsiteY2"/>
              </a:cxn>
              <a:cxn ang="0">
                <a:pos x="connsiteX3" y="connsiteY3"/>
              </a:cxn>
            </a:cxnLst>
            <a:rect l="l" t="t" r="r" b="b"/>
            <a:pathLst>
              <a:path w="4554747" h="3789313">
                <a:moveTo>
                  <a:pt x="0" y="0"/>
                </a:moveTo>
                <a:lnTo>
                  <a:pt x="4554747" y="0"/>
                </a:lnTo>
                <a:lnTo>
                  <a:pt x="4554747" y="3789313"/>
                </a:lnTo>
                <a:lnTo>
                  <a:pt x="0" y="3789313"/>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9" name="Picture Placeholder 18">
            <a:extLst>
              <a:ext uri="{FF2B5EF4-FFF2-40B4-BE49-F238E27FC236}">
                <a16:creationId xmlns:a16="http://schemas.microsoft.com/office/drawing/2014/main" id="{ACA5BFD2-4568-4D70-8E22-082F80275A40}"/>
              </a:ext>
            </a:extLst>
          </p:cNvPr>
          <p:cNvSpPr>
            <a:spLocks noGrp="1"/>
          </p:cNvSpPr>
          <p:nvPr>
            <p:ph type="pic" sz="quarter" idx="17"/>
          </p:nvPr>
        </p:nvSpPr>
        <p:spPr>
          <a:xfrm>
            <a:off x="4267340" y="3645600"/>
            <a:ext cx="2277077" cy="2422691"/>
          </a:xfrm>
          <a:custGeom>
            <a:avLst/>
            <a:gdLst>
              <a:gd name="connsiteX0" fmla="*/ 0 w 4554747"/>
              <a:gd name="connsiteY0" fmla="*/ 0 h 4845381"/>
              <a:gd name="connsiteX1" fmla="*/ 4554747 w 4554747"/>
              <a:gd name="connsiteY1" fmla="*/ 0 h 4845381"/>
              <a:gd name="connsiteX2" fmla="*/ 4554747 w 4554747"/>
              <a:gd name="connsiteY2" fmla="*/ 4845381 h 4845381"/>
              <a:gd name="connsiteX3" fmla="*/ 0 w 4554747"/>
              <a:gd name="connsiteY3" fmla="*/ 4845381 h 4845381"/>
            </a:gdLst>
            <a:ahLst/>
            <a:cxnLst>
              <a:cxn ang="0">
                <a:pos x="connsiteX0" y="connsiteY0"/>
              </a:cxn>
              <a:cxn ang="0">
                <a:pos x="connsiteX1" y="connsiteY1"/>
              </a:cxn>
              <a:cxn ang="0">
                <a:pos x="connsiteX2" y="connsiteY2"/>
              </a:cxn>
              <a:cxn ang="0">
                <a:pos x="connsiteX3" y="connsiteY3"/>
              </a:cxn>
            </a:cxnLst>
            <a:rect l="l" t="t" r="r" b="b"/>
            <a:pathLst>
              <a:path w="4554747" h="4845381">
                <a:moveTo>
                  <a:pt x="0" y="0"/>
                </a:moveTo>
                <a:lnTo>
                  <a:pt x="4554747" y="0"/>
                </a:lnTo>
                <a:lnTo>
                  <a:pt x="4554747" y="4845381"/>
                </a:lnTo>
                <a:lnTo>
                  <a:pt x="0" y="484538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3657627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1500" fill="hold"/>
                                        <p:tgtEl>
                                          <p:spTgt spid="16"/>
                                        </p:tgtEl>
                                        <p:attrNameLst>
                                          <p:attrName>ppt_x</p:attrName>
                                        </p:attrNameLst>
                                      </p:cBhvr>
                                      <p:tavLst>
                                        <p:tav tm="0">
                                          <p:val>
                                            <p:strVal val="#ppt_x"/>
                                          </p:val>
                                        </p:tav>
                                        <p:tav tm="100000">
                                          <p:val>
                                            <p:strVal val="#ppt_x"/>
                                          </p:val>
                                        </p:tav>
                                      </p:tavLst>
                                    </p:anim>
                                    <p:anim calcmode="lin" valueType="num">
                                      <p:cBhvr additive="base">
                                        <p:cTn id="8" dur="1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10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1500" fill="hold"/>
                                        <p:tgtEl>
                                          <p:spTgt spid="17"/>
                                        </p:tgtEl>
                                        <p:attrNameLst>
                                          <p:attrName>ppt_x</p:attrName>
                                        </p:attrNameLst>
                                      </p:cBhvr>
                                      <p:tavLst>
                                        <p:tav tm="0">
                                          <p:val>
                                            <p:strVal val="#ppt_x"/>
                                          </p:val>
                                        </p:tav>
                                        <p:tav tm="100000">
                                          <p:val>
                                            <p:strVal val="#ppt_x"/>
                                          </p:val>
                                        </p:tav>
                                      </p:tavLst>
                                    </p:anim>
                                    <p:anim calcmode="lin" valueType="num">
                                      <p:cBhvr additive="base">
                                        <p:cTn id="12" dur="1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20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1500" fill="hold"/>
                                        <p:tgtEl>
                                          <p:spTgt spid="18"/>
                                        </p:tgtEl>
                                        <p:attrNameLst>
                                          <p:attrName>ppt_x</p:attrName>
                                        </p:attrNameLst>
                                      </p:cBhvr>
                                      <p:tavLst>
                                        <p:tav tm="0">
                                          <p:val>
                                            <p:strVal val="#ppt_x"/>
                                          </p:val>
                                        </p:tav>
                                        <p:tav tm="100000">
                                          <p:val>
                                            <p:strVal val="#ppt_x"/>
                                          </p:val>
                                        </p:tav>
                                      </p:tavLst>
                                    </p:anim>
                                    <p:anim calcmode="lin" valueType="num">
                                      <p:cBhvr additive="base">
                                        <p:cTn id="16" dur="1500" fill="hold"/>
                                        <p:tgtEl>
                                          <p:spTgt spid="18"/>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30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1500" fill="hold"/>
                                        <p:tgtEl>
                                          <p:spTgt spid="19"/>
                                        </p:tgtEl>
                                        <p:attrNameLst>
                                          <p:attrName>ppt_x</p:attrName>
                                        </p:attrNameLst>
                                      </p:cBhvr>
                                      <p:tavLst>
                                        <p:tav tm="0">
                                          <p:val>
                                            <p:strVal val="#ppt_x"/>
                                          </p:val>
                                        </p:tav>
                                        <p:tav tm="100000">
                                          <p:val>
                                            <p:strVal val="#ppt_x"/>
                                          </p:val>
                                        </p:tav>
                                      </p:tavLst>
                                    </p:anim>
                                    <p:anim calcmode="lin" valueType="num">
                                      <p:cBhvr additive="base">
                                        <p:cTn id="20" dur="1500" fill="hold"/>
                                        <p:tgtEl>
                                          <p:spTgt spid="19"/>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p:stCondLst>
                                    <p:cond delay="40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1500" fill="hold"/>
                                        <p:tgtEl>
                                          <p:spTgt spid="20"/>
                                        </p:tgtEl>
                                        <p:attrNameLst>
                                          <p:attrName>ppt_x</p:attrName>
                                        </p:attrNameLst>
                                      </p:cBhvr>
                                      <p:tavLst>
                                        <p:tav tm="0">
                                          <p:val>
                                            <p:strVal val="#ppt_x"/>
                                          </p:val>
                                        </p:tav>
                                        <p:tav tm="100000">
                                          <p:val>
                                            <p:strVal val="#ppt_x"/>
                                          </p:val>
                                        </p:tav>
                                      </p:tavLst>
                                    </p:anim>
                                    <p:anim calcmode="lin" valueType="num">
                                      <p:cBhvr additive="base">
                                        <p:cTn id="24" dur="1500" fill="hold"/>
                                        <p:tgtEl>
                                          <p:spTgt spid="20"/>
                                        </p:tgtEl>
                                        <p:attrNameLst>
                                          <p:attrName>ppt_y</p:attrName>
                                        </p:attrNameLst>
                                      </p:cBhvr>
                                      <p:tavLst>
                                        <p:tav tm="0">
                                          <p:val>
                                            <p:strVal val="1+#ppt_h/2"/>
                                          </p:val>
                                        </p:tav>
                                        <p:tav tm="100000">
                                          <p:val>
                                            <p:strVal val="#ppt_y"/>
                                          </p:val>
                                        </p:tav>
                                      </p:tavLst>
                                    </p:anim>
                                  </p:childTnLst>
                                </p:cTn>
                              </p:par>
                              <p:par>
                                <p:cTn id="25" presetID="2" presetClass="entr" presetSubtype="4" decel="100000" fill="hold" grpId="0" nodeType="withEffect">
                                  <p:stCondLst>
                                    <p:cond delay="500"/>
                                  </p:stCondLst>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1500" fill="hold"/>
                                        <p:tgtEl>
                                          <p:spTgt spid="21"/>
                                        </p:tgtEl>
                                        <p:attrNameLst>
                                          <p:attrName>ppt_x</p:attrName>
                                        </p:attrNameLst>
                                      </p:cBhvr>
                                      <p:tavLst>
                                        <p:tav tm="0">
                                          <p:val>
                                            <p:strVal val="#ppt_x"/>
                                          </p:val>
                                        </p:tav>
                                        <p:tav tm="100000">
                                          <p:val>
                                            <p:strVal val="#ppt_x"/>
                                          </p:val>
                                        </p:tav>
                                      </p:tavLst>
                                    </p:anim>
                                    <p:anim calcmode="lin" valueType="num">
                                      <p:cBhvr additive="base">
                                        <p:cTn id="28" dur="1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21" grpId="0" animBg="1"/>
      <p:bldP spid="20" grpId="0" animBg="1"/>
      <p:bldP spid="19" grpId="0" animBg="1"/>
    </p:bldLst>
  </p:timing>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16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0BEBEC-4602-490C-BDCC-808640865DA5}"/>
              </a:ext>
            </a:extLst>
          </p:cNvPr>
          <p:cNvSpPr/>
          <p:nvPr/>
        </p:nvSpPr>
        <p:spPr>
          <a:xfrm>
            <a:off x="707274" y="586596"/>
            <a:ext cx="10768677" cy="5667556"/>
          </a:xfrm>
          <a:prstGeom prst="rect">
            <a:avLst/>
          </a:prstGeom>
          <a:solidFill>
            <a:schemeClr val="bg1">
              <a:alpha val="67000"/>
            </a:schemeClr>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6" name="Picture Placeholder 5">
            <a:extLst>
              <a:ext uri="{FF2B5EF4-FFF2-40B4-BE49-F238E27FC236}">
                <a16:creationId xmlns:a16="http://schemas.microsoft.com/office/drawing/2014/main" id="{34A78E4F-330F-43B1-8E8D-634D7E252439}"/>
              </a:ext>
            </a:extLst>
          </p:cNvPr>
          <p:cNvSpPr>
            <a:spLocks noGrp="1"/>
          </p:cNvSpPr>
          <p:nvPr>
            <p:ph type="pic" sz="quarter" idx="13"/>
          </p:nvPr>
        </p:nvSpPr>
        <p:spPr>
          <a:xfrm>
            <a:off x="781742" y="647700"/>
            <a:ext cx="10628516" cy="5524500"/>
          </a:xfrm>
          <a:custGeom>
            <a:avLst/>
            <a:gdLst>
              <a:gd name="connsiteX0" fmla="*/ 21259796 w 21259800"/>
              <a:gd name="connsiteY0" fmla="*/ 3549667 h 11049000"/>
              <a:gd name="connsiteX1" fmla="*/ 19246864 w 21259800"/>
              <a:gd name="connsiteY1" fmla="*/ 5562600 h 11049000"/>
              <a:gd name="connsiteX2" fmla="*/ 21259798 w 21259800"/>
              <a:gd name="connsiteY2" fmla="*/ 7575533 h 11049000"/>
              <a:gd name="connsiteX3" fmla="*/ 0 w 21259800"/>
              <a:gd name="connsiteY3" fmla="*/ 0 h 11049000"/>
              <a:gd name="connsiteX4" fmla="*/ 21259800 w 21259800"/>
              <a:gd name="connsiteY4" fmla="*/ 0 h 11049000"/>
              <a:gd name="connsiteX5" fmla="*/ 21259800 w 21259800"/>
              <a:gd name="connsiteY5" fmla="*/ 11049000 h 11049000"/>
              <a:gd name="connsiteX6" fmla="*/ 0 w 21259800"/>
              <a:gd name="connsiteY6" fmla="*/ 11049000 h 1104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59800" h="11049000">
                <a:moveTo>
                  <a:pt x="21259796" y="3549667"/>
                </a:moveTo>
                <a:lnTo>
                  <a:pt x="19246864" y="5562600"/>
                </a:lnTo>
                <a:lnTo>
                  <a:pt x="21259798" y="7575533"/>
                </a:lnTo>
                <a:close/>
                <a:moveTo>
                  <a:pt x="0" y="0"/>
                </a:moveTo>
                <a:lnTo>
                  <a:pt x="21259800" y="0"/>
                </a:lnTo>
                <a:lnTo>
                  <a:pt x="21259800" y="11049000"/>
                </a:lnTo>
                <a:lnTo>
                  <a:pt x="0" y="110490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503950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500" fill="hold"/>
                                        <p:tgtEl>
                                          <p:spTgt spid="6"/>
                                        </p:tgtEl>
                                        <p:attrNameLst>
                                          <p:attrName>ppt_x</p:attrName>
                                        </p:attrNameLst>
                                      </p:cBhvr>
                                      <p:tavLst>
                                        <p:tav tm="0">
                                          <p:val>
                                            <p:strVal val="1+#ppt_w/2"/>
                                          </p:val>
                                        </p:tav>
                                        <p:tav tm="100000">
                                          <p:val>
                                            <p:strVal val="#ppt_x"/>
                                          </p:val>
                                        </p:tav>
                                      </p:tavLst>
                                    </p:anim>
                                    <p:anim calcmode="lin" valueType="num">
                                      <p:cBhvr additive="base">
                                        <p:cTn id="8" dur="1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17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0BEBEC-4602-490C-BDCC-808640865DA5}"/>
              </a:ext>
            </a:extLst>
          </p:cNvPr>
          <p:cNvSpPr/>
          <p:nvPr/>
        </p:nvSpPr>
        <p:spPr>
          <a:xfrm>
            <a:off x="707274" y="586596"/>
            <a:ext cx="10768677" cy="5667556"/>
          </a:xfrm>
          <a:prstGeom prst="rect">
            <a:avLst/>
          </a:prstGeom>
          <a:solidFill>
            <a:schemeClr val="bg1">
              <a:alpha val="67000"/>
            </a:schemeClr>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 name="Picture Placeholder 10">
            <a:extLst>
              <a:ext uri="{FF2B5EF4-FFF2-40B4-BE49-F238E27FC236}">
                <a16:creationId xmlns:a16="http://schemas.microsoft.com/office/drawing/2014/main" id="{866670D1-8893-47E2-92FC-474C4574E26A}"/>
              </a:ext>
            </a:extLst>
          </p:cNvPr>
          <p:cNvSpPr>
            <a:spLocks noGrp="1"/>
          </p:cNvSpPr>
          <p:nvPr>
            <p:ph type="pic" sz="quarter" idx="12"/>
          </p:nvPr>
        </p:nvSpPr>
        <p:spPr>
          <a:xfrm>
            <a:off x="781741" y="647699"/>
            <a:ext cx="10628518" cy="5524500"/>
          </a:xfrm>
          <a:custGeom>
            <a:avLst/>
            <a:gdLst>
              <a:gd name="connsiteX0" fmla="*/ 0 w 21259803"/>
              <a:gd name="connsiteY0" fmla="*/ 3579586 h 11049000"/>
              <a:gd name="connsiteX1" fmla="*/ 1 w 21259803"/>
              <a:gd name="connsiteY1" fmla="*/ 3579587 h 11049000"/>
              <a:gd name="connsiteX2" fmla="*/ 1 w 21259803"/>
              <a:gd name="connsiteY2" fmla="*/ 7589810 h 11049000"/>
              <a:gd name="connsiteX3" fmla="*/ 1 w 21259803"/>
              <a:gd name="connsiteY3" fmla="*/ 7589810 h 11049000"/>
              <a:gd name="connsiteX4" fmla="*/ 21259803 w 21259803"/>
              <a:gd name="connsiteY4" fmla="*/ 0 h 11049000"/>
              <a:gd name="connsiteX5" fmla="*/ 21259801 w 21259803"/>
              <a:gd name="connsiteY5" fmla="*/ 2724510 h 11049000"/>
              <a:gd name="connsiteX6" fmla="*/ 21259801 w 21259803"/>
              <a:gd name="connsiteY6" fmla="*/ 8141898 h 11049000"/>
              <a:gd name="connsiteX7" fmla="*/ 21259803 w 21259803"/>
              <a:gd name="connsiteY7" fmla="*/ 11049000 h 11049000"/>
              <a:gd name="connsiteX8" fmla="*/ 1 w 21259803"/>
              <a:gd name="connsiteY8" fmla="*/ 11048999 h 11049000"/>
              <a:gd name="connsiteX9" fmla="*/ 1 w 21259803"/>
              <a:gd name="connsiteY9" fmla="*/ 7589810 h 11049000"/>
              <a:gd name="connsiteX10" fmla="*/ 2005112 w 21259803"/>
              <a:gd name="connsiteY10" fmla="*/ 5584698 h 11049000"/>
              <a:gd name="connsiteX11" fmla="*/ 1 w 21259803"/>
              <a:gd name="connsiteY11" fmla="*/ 3579587 h 11049000"/>
              <a:gd name="connsiteX12" fmla="*/ 1 w 21259803"/>
              <a:gd name="connsiteY12" fmla="*/ 1 h 1104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259803" h="11049000">
                <a:moveTo>
                  <a:pt x="0" y="3579586"/>
                </a:moveTo>
                <a:lnTo>
                  <a:pt x="1" y="3579587"/>
                </a:lnTo>
                <a:lnTo>
                  <a:pt x="1" y="7589810"/>
                </a:lnTo>
                <a:lnTo>
                  <a:pt x="1" y="7589810"/>
                </a:lnTo>
                <a:close/>
                <a:moveTo>
                  <a:pt x="21259803" y="0"/>
                </a:moveTo>
                <a:lnTo>
                  <a:pt x="21259801" y="2724510"/>
                </a:lnTo>
                <a:lnTo>
                  <a:pt x="21259801" y="8141898"/>
                </a:lnTo>
                <a:lnTo>
                  <a:pt x="21259803" y="11049000"/>
                </a:lnTo>
                <a:lnTo>
                  <a:pt x="1" y="11048999"/>
                </a:lnTo>
                <a:lnTo>
                  <a:pt x="1" y="7589810"/>
                </a:lnTo>
                <a:lnTo>
                  <a:pt x="2005112" y="5584698"/>
                </a:lnTo>
                <a:lnTo>
                  <a:pt x="1" y="3579587"/>
                </a:lnTo>
                <a:lnTo>
                  <a:pt x="1" y="1"/>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438407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500" fill="hold"/>
                                        <p:tgtEl>
                                          <p:spTgt spid="11"/>
                                        </p:tgtEl>
                                        <p:attrNameLst>
                                          <p:attrName>ppt_x</p:attrName>
                                        </p:attrNameLst>
                                      </p:cBhvr>
                                      <p:tavLst>
                                        <p:tav tm="0">
                                          <p:val>
                                            <p:strVal val="0-#ppt_w/2"/>
                                          </p:val>
                                        </p:tav>
                                        <p:tav tm="100000">
                                          <p:val>
                                            <p:strVal val="#ppt_x"/>
                                          </p:val>
                                        </p:tav>
                                      </p:tavLst>
                                    </p:anim>
                                    <p:anim calcmode="lin" valueType="num">
                                      <p:cBhvr additive="base">
                                        <p:cTn id="8" dur="1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15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122FED-B9CE-40D8-846C-33FC451E3876}"/>
              </a:ext>
            </a:extLst>
          </p:cNvPr>
          <p:cNvSpPr/>
          <p:nvPr/>
        </p:nvSpPr>
        <p:spPr>
          <a:xfrm>
            <a:off x="781742" y="647700"/>
            <a:ext cx="10628516" cy="5524500"/>
          </a:xfrm>
          <a:prstGeom prst="rect">
            <a:avLst/>
          </a:prstGeom>
          <a:solidFill>
            <a:schemeClr val="bg1">
              <a:alpha val="67000"/>
            </a:schemeClr>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0" name="Picture Placeholder 9">
            <a:extLst>
              <a:ext uri="{FF2B5EF4-FFF2-40B4-BE49-F238E27FC236}">
                <a16:creationId xmlns:a16="http://schemas.microsoft.com/office/drawing/2014/main" id="{4E45A193-946A-476B-8F64-305BA1FA6AF6}"/>
              </a:ext>
            </a:extLst>
          </p:cNvPr>
          <p:cNvSpPr>
            <a:spLocks noGrp="1"/>
          </p:cNvSpPr>
          <p:nvPr>
            <p:ph type="pic" sz="quarter" idx="12"/>
          </p:nvPr>
        </p:nvSpPr>
        <p:spPr>
          <a:xfrm>
            <a:off x="2656715" y="647700"/>
            <a:ext cx="2239326" cy="5524500"/>
          </a:xfrm>
          <a:custGeom>
            <a:avLst/>
            <a:gdLst>
              <a:gd name="connsiteX0" fmla="*/ 0 w 4479235"/>
              <a:gd name="connsiteY0" fmla="*/ 0 h 11049000"/>
              <a:gd name="connsiteX1" fmla="*/ 4479235 w 4479235"/>
              <a:gd name="connsiteY1" fmla="*/ 0 h 11049000"/>
              <a:gd name="connsiteX2" fmla="*/ 4479235 w 4479235"/>
              <a:gd name="connsiteY2" fmla="*/ 11049000 h 11049000"/>
              <a:gd name="connsiteX3" fmla="*/ 0 w 4479235"/>
              <a:gd name="connsiteY3" fmla="*/ 11049000 h 11049000"/>
            </a:gdLst>
            <a:ahLst/>
            <a:cxnLst>
              <a:cxn ang="0">
                <a:pos x="connsiteX0" y="connsiteY0"/>
              </a:cxn>
              <a:cxn ang="0">
                <a:pos x="connsiteX1" y="connsiteY1"/>
              </a:cxn>
              <a:cxn ang="0">
                <a:pos x="connsiteX2" y="connsiteY2"/>
              </a:cxn>
              <a:cxn ang="0">
                <a:pos x="connsiteX3" y="connsiteY3"/>
              </a:cxn>
            </a:cxnLst>
            <a:rect l="l" t="t" r="r" b="b"/>
            <a:pathLst>
              <a:path w="4479235" h="11049000">
                <a:moveTo>
                  <a:pt x="0" y="0"/>
                </a:moveTo>
                <a:lnTo>
                  <a:pt x="4479235" y="0"/>
                </a:lnTo>
                <a:lnTo>
                  <a:pt x="4479235" y="11049000"/>
                </a:lnTo>
                <a:lnTo>
                  <a:pt x="0" y="110490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1" name="Picture Placeholder 10">
            <a:extLst>
              <a:ext uri="{FF2B5EF4-FFF2-40B4-BE49-F238E27FC236}">
                <a16:creationId xmlns:a16="http://schemas.microsoft.com/office/drawing/2014/main" id="{C2C4729B-341C-4AE9-81FD-6CBFA6263BA1}"/>
              </a:ext>
            </a:extLst>
          </p:cNvPr>
          <p:cNvSpPr>
            <a:spLocks noGrp="1"/>
          </p:cNvSpPr>
          <p:nvPr>
            <p:ph type="pic" sz="quarter" idx="13"/>
          </p:nvPr>
        </p:nvSpPr>
        <p:spPr>
          <a:xfrm>
            <a:off x="7309210" y="647700"/>
            <a:ext cx="2239326" cy="2711726"/>
          </a:xfrm>
          <a:custGeom>
            <a:avLst/>
            <a:gdLst>
              <a:gd name="connsiteX0" fmla="*/ 0 w 4479235"/>
              <a:gd name="connsiteY0" fmla="*/ 0 h 5423452"/>
              <a:gd name="connsiteX1" fmla="*/ 4479235 w 4479235"/>
              <a:gd name="connsiteY1" fmla="*/ 0 h 5423452"/>
              <a:gd name="connsiteX2" fmla="*/ 4479235 w 4479235"/>
              <a:gd name="connsiteY2" fmla="*/ 5423452 h 5423452"/>
              <a:gd name="connsiteX3" fmla="*/ 0 w 4479235"/>
              <a:gd name="connsiteY3" fmla="*/ 5423452 h 5423452"/>
            </a:gdLst>
            <a:ahLst/>
            <a:cxnLst>
              <a:cxn ang="0">
                <a:pos x="connsiteX0" y="connsiteY0"/>
              </a:cxn>
              <a:cxn ang="0">
                <a:pos x="connsiteX1" y="connsiteY1"/>
              </a:cxn>
              <a:cxn ang="0">
                <a:pos x="connsiteX2" y="connsiteY2"/>
              </a:cxn>
              <a:cxn ang="0">
                <a:pos x="connsiteX3" y="connsiteY3"/>
              </a:cxn>
            </a:cxnLst>
            <a:rect l="l" t="t" r="r" b="b"/>
            <a:pathLst>
              <a:path w="4479235" h="5423452">
                <a:moveTo>
                  <a:pt x="0" y="0"/>
                </a:moveTo>
                <a:lnTo>
                  <a:pt x="4479235" y="0"/>
                </a:lnTo>
                <a:lnTo>
                  <a:pt x="4479235" y="5423452"/>
                </a:lnTo>
                <a:lnTo>
                  <a:pt x="0" y="5423452"/>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2" name="Picture Placeholder 11">
            <a:extLst>
              <a:ext uri="{FF2B5EF4-FFF2-40B4-BE49-F238E27FC236}">
                <a16:creationId xmlns:a16="http://schemas.microsoft.com/office/drawing/2014/main" id="{A3C9A88A-638C-43BA-9C93-31A56E47ADA2}"/>
              </a:ext>
            </a:extLst>
          </p:cNvPr>
          <p:cNvSpPr>
            <a:spLocks noGrp="1"/>
          </p:cNvSpPr>
          <p:nvPr>
            <p:ph type="pic" sz="quarter" idx="14"/>
          </p:nvPr>
        </p:nvSpPr>
        <p:spPr>
          <a:xfrm>
            <a:off x="7309210" y="3453848"/>
            <a:ext cx="2239326" cy="2711726"/>
          </a:xfrm>
          <a:custGeom>
            <a:avLst/>
            <a:gdLst>
              <a:gd name="connsiteX0" fmla="*/ 0 w 4479235"/>
              <a:gd name="connsiteY0" fmla="*/ 0 h 5423452"/>
              <a:gd name="connsiteX1" fmla="*/ 4479235 w 4479235"/>
              <a:gd name="connsiteY1" fmla="*/ 0 h 5423452"/>
              <a:gd name="connsiteX2" fmla="*/ 4479235 w 4479235"/>
              <a:gd name="connsiteY2" fmla="*/ 5423452 h 5423452"/>
              <a:gd name="connsiteX3" fmla="*/ 0 w 4479235"/>
              <a:gd name="connsiteY3" fmla="*/ 5423452 h 5423452"/>
            </a:gdLst>
            <a:ahLst/>
            <a:cxnLst>
              <a:cxn ang="0">
                <a:pos x="connsiteX0" y="connsiteY0"/>
              </a:cxn>
              <a:cxn ang="0">
                <a:pos x="connsiteX1" y="connsiteY1"/>
              </a:cxn>
              <a:cxn ang="0">
                <a:pos x="connsiteX2" y="connsiteY2"/>
              </a:cxn>
              <a:cxn ang="0">
                <a:pos x="connsiteX3" y="connsiteY3"/>
              </a:cxn>
            </a:cxnLst>
            <a:rect l="l" t="t" r="r" b="b"/>
            <a:pathLst>
              <a:path w="4479235" h="5423452">
                <a:moveTo>
                  <a:pt x="0" y="0"/>
                </a:moveTo>
                <a:lnTo>
                  <a:pt x="4479235" y="0"/>
                </a:lnTo>
                <a:lnTo>
                  <a:pt x="4479235" y="5423452"/>
                </a:lnTo>
                <a:lnTo>
                  <a:pt x="0" y="5423452"/>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027064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500" fill="hold"/>
                                        <p:tgtEl>
                                          <p:spTgt spid="10"/>
                                        </p:tgtEl>
                                        <p:attrNameLst>
                                          <p:attrName>ppt_x</p:attrName>
                                        </p:attrNameLst>
                                      </p:cBhvr>
                                      <p:tavLst>
                                        <p:tav tm="0">
                                          <p:val>
                                            <p:strVal val="#ppt_x"/>
                                          </p:val>
                                        </p:tav>
                                        <p:tav tm="100000">
                                          <p:val>
                                            <p:strVal val="#ppt_x"/>
                                          </p:val>
                                        </p:tav>
                                      </p:tavLst>
                                    </p:anim>
                                    <p:anim calcmode="lin" valueType="num">
                                      <p:cBhvr additive="base">
                                        <p:cTn id="8" dur="1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500" fill="hold"/>
                                        <p:tgtEl>
                                          <p:spTgt spid="11"/>
                                        </p:tgtEl>
                                        <p:attrNameLst>
                                          <p:attrName>ppt_x</p:attrName>
                                        </p:attrNameLst>
                                      </p:cBhvr>
                                      <p:tavLst>
                                        <p:tav tm="0">
                                          <p:val>
                                            <p:strVal val="#ppt_x"/>
                                          </p:val>
                                        </p:tav>
                                        <p:tav tm="100000">
                                          <p:val>
                                            <p:strVal val="#ppt_x"/>
                                          </p:val>
                                        </p:tav>
                                      </p:tavLst>
                                    </p:anim>
                                    <p:anim calcmode="lin" valueType="num">
                                      <p:cBhvr additive="base">
                                        <p:cTn id="12" dur="1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1500" fill="hold"/>
                                        <p:tgtEl>
                                          <p:spTgt spid="12"/>
                                        </p:tgtEl>
                                        <p:attrNameLst>
                                          <p:attrName>ppt_x</p:attrName>
                                        </p:attrNameLst>
                                      </p:cBhvr>
                                      <p:tavLst>
                                        <p:tav tm="0">
                                          <p:val>
                                            <p:strVal val="#ppt_x"/>
                                          </p:val>
                                        </p:tav>
                                        <p:tav tm="100000">
                                          <p:val>
                                            <p:strVal val="#ppt_x"/>
                                          </p:val>
                                        </p:tav>
                                      </p:tavLst>
                                    </p:anim>
                                    <p:anim calcmode="lin" valueType="num">
                                      <p:cBhvr additive="base">
                                        <p:cTn id="16" dur="1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13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122FED-B9CE-40D8-846C-33FC451E3876}"/>
              </a:ext>
            </a:extLst>
          </p:cNvPr>
          <p:cNvSpPr/>
          <p:nvPr/>
        </p:nvSpPr>
        <p:spPr>
          <a:xfrm>
            <a:off x="781742" y="647700"/>
            <a:ext cx="10628516" cy="5524500"/>
          </a:xfrm>
          <a:prstGeom prst="rect">
            <a:avLst/>
          </a:prstGeom>
          <a:solidFill>
            <a:schemeClr val="bg1">
              <a:alpha val="67000"/>
            </a:schemeClr>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 name="Rectangle 3">
            <a:extLst>
              <a:ext uri="{FF2B5EF4-FFF2-40B4-BE49-F238E27FC236}">
                <a16:creationId xmlns:a16="http://schemas.microsoft.com/office/drawing/2014/main" id="{85A56B7E-4AD2-4409-947D-18DECC0E2602}"/>
              </a:ext>
            </a:extLst>
          </p:cNvPr>
          <p:cNvSpPr/>
          <p:nvPr/>
        </p:nvSpPr>
        <p:spPr>
          <a:xfrm>
            <a:off x="781742" y="666750"/>
            <a:ext cx="10628516" cy="5524500"/>
          </a:xfrm>
          <a:prstGeom prst="rect">
            <a:avLst/>
          </a:prstGeom>
          <a:noFill/>
          <a:ln w="190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Tree>
    <p:extLst>
      <p:ext uri="{BB962C8B-B14F-4D97-AF65-F5344CB8AC3E}">
        <p14:creationId xmlns:p14="http://schemas.microsoft.com/office/powerpoint/2010/main" val="408046840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14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122FED-B9CE-40D8-846C-33FC451E3876}"/>
              </a:ext>
            </a:extLst>
          </p:cNvPr>
          <p:cNvSpPr/>
          <p:nvPr/>
        </p:nvSpPr>
        <p:spPr>
          <a:xfrm>
            <a:off x="781742" y="647700"/>
            <a:ext cx="10628516" cy="5524500"/>
          </a:xfrm>
          <a:prstGeom prst="rect">
            <a:avLst/>
          </a:prstGeom>
          <a:solidFill>
            <a:schemeClr val="bg1">
              <a:alpha val="67000"/>
            </a:schemeClr>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 name="Picture Placeholder 7">
            <a:extLst>
              <a:ext uri="{FF2B5EF4-FFF2-40B4-BE49-F238E27FC236}">
                <a16:creationId xmlns:a16="http://schemas.microsoft.com/office/drawing/2014/main" id="{66A4359F-16C4-442E-949E-B1CBE5348CD3}"/>
              </a:ext>
            </a:extLst>
          </p:cNvPr>
          <p:cNvSpPr>
            <a:spLocks noGrp="1"/>
          </p:cNvSpPr>
          <p:nvPr>
            <p:ph type="pic" sz="quarter" idx="12"/>
          </p:nvPr>
        </p:nvSpPr>
        <p:spPr>
          <a:xfrm>
            <a:off x="4385899" y="647700"/>
            <a:ext cx="7024359" cy="5524500"/>
          </a:xfrm>
          <a:custGeom>
            <a:avLst/>
            <a:gdLst>
              <a:gd name="connsiteX0" fmla="*/ 0 w 2320541"/>
              <a:gd name="connsiteY0" fmla="*/ 0 h 1743457"/>
              <a:gd name="connsiteX1" fmla="*/ 2320541 w 2320541"/>
              <a:gd name="connsiteY1" fmla="*/ 0 h 1743457"/>
              <a:gd name="connsiteX2" fmla="*/ 2320541 w 2320541"/>
              <a:gd name="connsiteY2" fmla="*/ 1743457 h 1743457"/>
              <a:gd name="connsiteX3" fmla="*/ 0 w 2320541"/>
              <a:gd name="connsiteY3" fmla="*/ 1743457 h 1743457"/>
            </a:gdLst>
            <a:ahLst/>
            <a:cxnLst>
              <a:cxn ang="0">
                <a:pos x="connsiteX0" y="connsiteY0"/>
              </a:cxn>
              <a:cxn ang="0">
                <a:pos x="connsiteX1" y="connsiteY1"/>
              </a:cxn>
              <a:cxn ang="0">
                <a:pos x="connsiteX2" y="connsiteY2"/>
              </a:cxn>
              <a:cxn ang="0">
                <a:pos x="connsiteX3" y="connsiteY3"/>
              </a:cxn>
            </a:cxnLst>
            <a:rect l="l" t="t" r="r" b="b"/>
            <a:pathLst>
              <a:path w="2320541" h="1743457">
                <a:moveTo>
                  <a:pt x="0" y="0"/>
                </a:moveTo>
                <a:lnTo>
                  <a:pt x="2320541" y="0"/>
                </a:lnTo>
                <a:lnTo>
                  <a:pt x="2320541" y="1743457"/>
                </a:lnTo>
                <a:lnTo>
                  <a:pt x="0" y="1743457"/>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1592493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500" fill="hold"/>
                                        <p:tgtEl>
                                          <p:spTgt spid="5"/>
                                        </p:tgtEl>
                                        <p:attrNameLst>
                                          <p:attrName>ppt_x</p:attrName>
                                        </p:attrNameLst>
                                      </p:cBhvr>
                                      <p:tavLst>
                                        <p:tav tm="0">
                                          <p:val>
                                            <p:strVal val="1+#ppt_w/2"/>
                                          </p:val>
                                        </p:tav>
                                        <p:tav tm="100000">
                                          <p:val>
                                            <p:strVal val="#ppt_x"/>
                                          </p:val>
                                        </p:tav>
                                      </p:tavLst>
                                    </p:anim>
                                    <p:anim calcmode="lin" valueType="num">
                                      <p:cBhvr additive="base">
                                        <p:cTn id="8" dur="1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12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122FED-B9CE-40D8-846C-33FC451E3876}"/>
              </a:ext>
            </a:extLst>
          </p:cNvPr>
          <p:cNvSpPr/>
          <p:nvPr/>
        </p:nvSpPr>
        <p:spPr>
          <a:xfrm>
            <a:off x="781742" y="647700"/>
            <a:ext cx="10628516" cy="5524500"/>
          </a:xfrm>
          <a:prstGeom prst="rect">
            <a:avLst/>
          </a:prstGeom>
          <a:solidFill>
            <a:schemeClr val="bg1">
              <a:alpha val="67000"/>
            </a:schemeClr>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Picture Placeholder 7">
            <a:extLst>
              <a:ext uri="{FF2B5EF4-FFF2-40B4-BE49-F238E27FC236}">
                <a16:creationId xmlns:a16="http://schemas.microsoft.com/office/drawing/2014/main" id="{8D8EDEBD-17D3-4DF2-AA7E-AA113622C4FA}"/>
              </a:ext>
            </a:extLst>
          </p:cNvPr>
          <p:cNvSpPr>
            <a:spLocks noGrp="1"/>
          </p:cNvSpPr>
          <p:nvPr>
            <p:ph type="pic" sz="quarter" idx="12"/>
          </p:nvPr>
        </p:nvSpPr>
        <p:spPr>
          <a:xfrm>
            <a:off x="1679525" y="1718056"/>
            <a:ext cx="1160119" cy="871729"/>
          </a:xfrm>
          <a:custGeom>
            <a:avLst/>
            <a:gdLst>
              <a:gd name="connsiteX0" fmla="*/ 0 w 2320541"/>
              <a:gd name="connsiteY0" fmla="*/ 0 h 1743457"/>
              <a:gd name="connsiteX1" fmla="*/ 2320541 w 2320541"/>
              <a:gd name="connsiteY1" fmla="*/ 0 h 1743457"/>
              <a:gd name="connsiteX2" fmla="*/ 2320541 w 2320541"/>
              <a:gd name="connsiteY2" fmla="*/ 1743457 h 1743457"/>
              <a:gd name="connsiteX3" fmla="*/ 0 w 2320541"/>
              <a:gd name="connsiteY3" fmla="*/ 1743457 h 1743457"/>
            </a:gdLst>
            <a:ahLst/>
            <a:cxnLst>
              <a:cxn ang="0">
                <a:pos x="connsiteX0" y="connsiteY0"/>
              </a:cxn>
              <a:cxn ang="0">
                <a:pos x="connsiteX1" y="connsiteY1"/>
              </a:cxn>
              <a:cxn ang="0">
                <a:pos x="connsiteX2" y="connsiteY2"/>
              </a:cxn>
              <a:cxn ang="0">
                <a:pos x="connsiteX3" y="connsiteY3"/>
              </a:cxn>
            </a:cxnLst>
            <a:rect l="l" t="t" r="r" b="b"/>
            <a:pathLst>
              <a:path w="2320541" h="1743457">
                <a:moveTo>
                  <a:pt x="0" y="0"/>
                </a:moveTo>
                <a:lnTo>
                  <a:pt x="2320541" y="0"/>
                </a:lnTo>
                <a:lnTo>
                  <a:pt x="2320541" y="1743457"/>
                </a:lnTo>
                <a:lnTo>
                  <a:pt x="0" y="1743457"/>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9" name="Picture Placeholder 8">
            <a:extLst>
              <a:ext uri="{FF2B5EF4-FFF2-40B4-BE49-F238E27FC236}">
                <a16:creationId xmlns:a16="http://schemas.microsoft.com/office/drawing/2014/main" id="{3881EA14-3A57-4B11-A9FF-1616AF9372A5}"/>
              </a:ext>
            </a:extLst>
          </p:cNvPr>
          <p:cNvSpPr>
            <a:spLocks noGrp="1"/>
          </p:cNvSpPr>
          <p:nvPr>
            <p:ph type="pic" sz="quarter" idx="13"/>
          </p:nvPr>
        </p:nvSpPr>
        <p:spPr>
          <a:xfrm>
            <a:off x="3890002" y="1718056"/>
            <a:ext cx="1160119" cy="871729"/>
          </a:xfrm>
          <a:custGeom>
            <a:avLst/>
            <a:gdLst>
              <a:gd name="connsiteX0" fmla="*/ 0 w 2320541"/>
              <a:gd name="connsiteY0" fmla="*/ 0 h 1743457"/>
              <a:gd name="connsiteX1" fmla="*/ 2320541 w 2320541"/>
              <a:gd name="connsiteY1" fmla="*/ 0 h 1743457"/>
              <a:gd name="connsiteX2" fmla="*/ 2320541 w 2320541"/>
              <a:gd name="connsiteY2" fmla="*/ 1743457 h 1743457"/>
              <a:gd name="connsiteX3" fmla="*/ 0 w 2320541"/>
              <a:gd name="connsiteY3" fmla="*/ 1743457 h 1743457"/>
            </a:gdLst>
            <a:ahLst/>
            <a:cxnLst>
              <a:cxn ang="0">
                <a:pos x="connsiteX0" y="connsiteY0"/>
              </a:cxn>
              <a:cxn ang="0">
                <a:pos x="connsiteX1" y="connsiteY1"/>
              </a:cxn>
              <a:cxn ang="0">
                <a:pos x="connsiteX2" y="connsiteY2"/>
              </a:cxn>
              <a:cxn ang="0">
                <a:pos x="connsiteX3" y="connsiteY3"/>
              </a:cxn>
            </a:cxnLst>
            <a:rect l="l" t="t" r="r" b="b"/>
            <a:pathLst>
              <a:path w="2320541" h="1743457">
                <a:moveTo>
                  <a:pt x="0" y="0"/>
                </a:moveTo>
                <a:lnTo>
                  <a:pt x="2320541" y="0"/>
                </a:lnTo>
                <a:lnTo>
                  <a:pt x="2320541" y="1743457"/>
                </a:lnTo>
                <a:lnTo>
                  <a:pt x="0" y="1743457"/>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44480331"/>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11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9122FED-B9CE-40D8-846C-33FC451E3876}"/>
              </a:ext>
            </a:extLst>
          </p:cNvPr>
          <p:cNvSpPr/>
          <p:nvPr/>
        </p:nvSpPr>
        <p:spPr>
          <a:xfrm>
            <a:off x="781742" y="647700"/>
            <a:ext cx="10628516" cy="5524500"/>
          </a:xfrm>
          <a:prstGeom prst="rect">
            <a:avLst/>
          </a:prstGeom>
          <a:solidFill>
            <a:schemeClr val="bg1">
              <a:alpha val="67000"/>
            </a:schemeClr>
          </a:solidFill>
          <a:ln>
            <a:noFill/>
          </a:ln>
          <a:effectLst>
            <a:outerShdw blurRad="1066800" dist="304800" dir="2700000" algn="tl" rotWithShape="0">
              <a:schemeClr val="accent2">
                <a:lumMod val="50000"/>
                <a:alpha val="6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0" name="Picture Placeholder 9">
            <a:extLst>
              <a:ext uri="{FF2B5EF4-FFF2-40B4-BE49-F238E27FC236}">
                <a16:creationId xmlns:a16="http://schemas.microsoft.com/office/drawing/2014/main" id="{A452C489-EA6E-4BC5-9850-D8537E86C943}"/>
              </a:ext>
            </a:extLst>
          </p:cNvPr>
          <p:cNvSpPr>
            <a:spLocks noGrp="1"/>
          </p:cNvSpPr>
          <p:nvPr>
            <p:ph type="pic" sz="quarter" idx="13"/>
          </p:nvPr>
        </p:nvSpPr>
        <p:spPr>
          <a:xfrm>
            <a:off x="781742" y="647700"/>
            <a:ext cx="3542839" cy="2781300"/>
          </a:xfrm>
          <a:custGeom>
            <a:avLst/>
            <a:gdLst>
              <a:gd name="connsiteX0" fmla="*/ 0 w 7086600"/>
              <a:gd name="connsiteY0" fmla="*/ 0 h 5562600"/>
              <a:gd name="connsiteX1" fmla="*/ 7086600 w 7086600"/>
              <a:gd name="connsiteY1" fmla="*/ 0 h 5562600"/>
              <a:gd name="connsiteX2" fmla="*/ 7086600 w 7086600"/>
              <a:gd name="connsiteY2" fmla="*/ 5562600 h 5562600"/>
              <a:gd name="connsiteX3" fmla="*/ 0 w 7086600"/>
              <a:gd name="connsiteY3" fmla="*/ 5562600 h 5562600"/>
            </a:gdLst>
            <a:ahLst/>
            <a:cxnLst>
              <a:cxn ang="0">
                <a:pos x="connsiteX0" y="connsiteY0"/>
              </a:cxn>
              <a:cxn ang="0">
                <a:pos x="connsiteX1" y="connsiteY1"/>
              </a:cxn>
              <a:cxn ang="0">
                <a:pos x="connsiteX2" y="connsiteY2"/>
              </a:cxn>
              <a:cxn ang="0">
                <a:pos x="connsiteX3" y="connsiteY3"/>
              </a:cxn>
            </a:cxnLst>
            <a:rect l="l" t="t" r="r" b="b"/>
            <a:pathLst>
              <a:path w="7086600" h="5562600">
                <a:moveTo>
                  <a:pt x="0" y="0"/>
                </a:moveTo>
                <a:lnTo>
                  <a:pt x="7086600" y="0"/>
                </a:lnTo>
                <a:lnTo>
                  <a:pt x="7086600" y="5562600"/>
                </a:lnTo>
                <a:lnTo>
                  <a:pt x="0" y="55626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1" name="Picture Placeholder 10">
            <a:extLst>
              <a:ext uri="{FF2B5EF4-FFF2-40B4-BE49-F238E27FC236}">
                <a16:creationId xmlns:a16="http://schemas.microsoft.com/office/drawing/2014/main" id="{319F50EE-1872-42E1-8F57-3DB9C267B313}"/>
              </a:ext>
            </a:extLst>
          </p:cNvPr>
          <p:cNvSpPr>
            <a:spLocks noGrp="1"/>
          </p:cNvSpPr>
          <p:nvPr>
            <p:ph type="pic" sz="quarter" idx="14"/>
          </p:nvPr>
        </p:nvSpPr>
        <p:spPr>
          <a:xfrm>
            <a:off x="4324581" y="647700"/>
            <a:ext cx="3542839" cy="2781300"/>
          </a:xfrm>
          <a:custGeom>
            <a:avLst/>
            <a:gdLst>
              <a:gd name="connsiteX0" fmla="*/ 0 w 7086600"/>
              <a:gd name="connsiteY0" fmla="*/ 0 h 5562600"/>
              <a:gd name="connsiteX1" fmla="*/ 7086600 w 7086600"/>
              <a:gd name="connsiteY1" fmla="*/ 0 h 5562600"/>
              <a:gd name="connsiteX2" fmla="*/ 7086600 w 7086600"/>
              <a:gd name="connsiteY2" fmla="*/ 5562600 h 5562600"/>
              <a:gd name="connsiteX3" fmla="*/ 0 w 7086600"/>
              <a:gd name="connsiteY3" fmla="*/ 5562600 h 5562600"/>
            </a:gdLst>
            <a:ahLst/>
            <a:cxnLst>
              <a:cxn ang="0">
                <a:pos x="connsiteX0" y="connsiteY0"/>
              </a:cxn>
              <a:cxn ang="0">
                <a:pos x="connsiteX1" y="connsiteY1"/>
              </a:cxn>
              <a:cxn ang="0">
                <a:pos x="connsiteX2" y="connsiteY2"/>
              </a:cxn>
              <a:cxn ang="0">
                <a:pos x="connsiteX3" y="connsiteY3"/>
              </a:cxn>
            </a:cxnLst>
            <a:rect l="l" t="t" r="r" b="b"/>
            <a:pathLst>
              <a:path w="7086600" h="5562600">
                <a:moveTo>
                  <a:pt x="0" y="0"/>
                </a:moveTo>
                <a:lnTo>
                  <a:pt x="7086600" y="0"/>
                </a:lnTo>
                <a:lnTo>
                  <a:pt x="7086600" y="5562600"/>
                </a:lnTo>
                <a:lnTo>
                  <a:pt x="0" y="55626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
        <p:nvSpPr>
          <p:cNvPr id="12" name="Picture Placeholder 11">
            <a:extLst>
              <a:ext uri="{FF2B5EF4-FFF2-40B4-BE49-F238E27FC236}">
                <a16:creationId xmlns:a16="http://schemas.microsoft.com/office/drawing/2014/main" id="{253BA0F6-5D4B-47F5-9DA5-B602829E29F5}"/>
              </a:ext>
            </a:extLst>
          </p:cNvPr>
          <p:cNvSpPr>
            <a:spLocks noGrp="1"/>
          </p:cNvSpPr>
          <p:nvPr>
            <p:ph type="pic" sz="quarter" idx="15"/>
          </p:nvPr>
        </p:nvSpPr>
        <p:spPr>
          <a:xfrm>
            <a:off x="7867419" y="647700"/>
            <a:ext cx="3542839" cy="2781300"/>
          </a:xfrm>
          <a:custGeom>
            <a:avLst/>
            <a:gdLst>
              <a:gd name="connsiteX0" fmla="*/ 0 w 7086600"/>
              <a:gd name="connsiteY0" fmla="*/ 0 h 5562600"/>
              <a:gd name="connsiteX1" fmla="*/ 7086600 w 7086600"/>
              <a:gd name="connsiteY1" fmla="*/ 0 h 5562600"/>
              <a:gd name="connsiteX2" fmla="*/ 7086600 w 7086600"/>
              <a:gd name="connsiteY2" fmla="*/ 5562600 h 5562600"/>
              <a:gd name="connsiteX3" fmla="*/ 0 w 7086600"/>
              <a:gd name="connsiteY3" fmla="*/ 5562600 h 5562600"/>
            </a:gdLst>
            <a:ahLst/>
            <a:cxnLst>
              <a:cxn ang="0">
                <a:pos x="connsiteX0" y="connsiteY0"/>
              </a:cxn>
              <a:cxn ang="0">
                <a:pos x="connsiteX1" y="connsiteY1"/>
              </a:cxn>
              <a:cxn ang="0">
                <a:pos x="connsiteX2" y="connsiteY2"/>
              </a:cxn>
              <a:cxn ang="0">
                <a:pos x="connsiteX3" y="connsiteY3"/>
              </a:cxn>
            </a:cxnLst>
            <a:rect l="l" t="t" r="r" b="b"/>
            <a:pathLst>
              <a:path w="7086600" h="5562600">
                <a:moveTo>
                  <a:pt x="0" y="0"/>
                </a:moveTo>
                <a:lnTo>
                  <a:pt x="7086600" y="0"/>
                </a:lnTo>
                <a:lnTo>
                  <a:pt x="7086600" y="5562600"/>
                </a:lnTo>
                <a:lnTo>
                  <a:pt x="0" y="5562600"/>
                </a:lnTo>
                <a:close/>
              </a:path>
            </a:pathLst>
          </a:custGeom>
          <a:pattFill prst="pct60">
            <a:fgClr>
              <a:schemeClr val="bg1"/>
            </a:fgClr>
            <a:bgClr>
              <a:schemeClr val="bg1">
                <a:lumMod val="85000"/>
              </a:schemeClr>
            </a:bgClr>
          </a:pattFill>
          <a:effectLst/>
        </p:spPr>
        <p:txBody>
          <a:bodyPr wrap="square" anchor="ctr">
            <a:noAutofit/>
          </a:bodyPr>
          <a:lstStyle>
            <a:lvl1pPr marL="0" indent="0" algn="ctr">
              <a:buFontTx/>
              <a:buNone/>
              <a:defRPr sz="1200"/>
            </a:lvl1pPr>
          </a:lstStyle>
          <a:p>
            <a:endParaRPr lang="en-US"/>
          </a:p>
        </p:txBody>
      </p:sp>
    </p:spTree>
    <p:extLst>
      <p:ext uri="{BB962C8B-B14F-4D97-AF65-F5344CB8AC3E}">
        <p14:creationId xmlns:p14="http://schemas.microsoft.com/office/powerpoint/2010/main" val="276270339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57459732"/>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3" name="Light Blue">
            <a:extLst>
              <a:ext uri="{FF2B5EF4-FFF2-40B4-BE49-F238E27FC236}">
                <a16:creationId xmlns:a16="http://schemas.microsoft.com/office/drawing/2014/main" id="{737C1824-F0F8-4696-B834-5E2D2D66B4B5}"/>
              </a:ext>
            </a:extLst>
          </p:cNvPr>
          <p:cNvSpPr/>
          <p:nvPr/>
        </p:nvSpPr>
        <p:spPr>
          <a:xfrm rot="11700000">
            <a:off x="-4544341" y="83911"/>
            <a:ext cx="15959221" cy="10708345"/>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77000">
                <a:schemeClr val="accent2"/>
              </a:gs>
              <a:gs pos="0">
                <a:schemeClr val="accent1">
                  <a:lumMod val="40000"/>
                  <a:lumOff val="60000"/>
                </a:schemeClr>
              </a:gs>
            </a:gsLst>
            <a:path path="circle">
              <a:fillToRect l="50000" t="50000" r="50000" b="50000"/>
            </a:path>
          </a:gradFill>
          <a:ln w="9525" cap="flat">
            <a:noFill/>
            <a:prstDash val="solid"/>
            <a:miter/>
          </a:ln>
          <a:effectLst>
            <a:softEdge rad="1270000"/>
          </a:effectLst>
        </p:spPr>
        <p:txBody>
          <a:bodyPr rtlCol="0" anchor="ctr"/>
          <a:lstStyle/>
          <a:p>
            <a:endParaRPr lang="en-US" sz="900"/>
          </a:p>
        </p:txBody>
      </p:sp>
      <p:sp>
        <p:nvSpPr>
          <p:cNvPr id="4" name="Pink Purple">
            <a:extLst>
              <a:ext uri="{FF2B5EF4-FFF2-40B4-BE49-F238E27FC236}">
                <a16:creationId xmlns:a16="http://schemas.microsoft.com/office/drawing/2014/main" id="{500985AA-642B-4D7B-8B9E-2F84B87877A6}"/>
              </a:ext>
            </a:extLst>
          </p:cNvPr>
          <p:cNvSpPr/>
          <p:nvPr/>
        </p:nvSpPr>
        <p:spPr>
          <a:xfrm rot="900000">
            <a:off x="-2008543" y="-4096517"/>
            <a:ext cx="10503734" cy="9394104"/>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71000">
                <a:schemeClr val="accent2"/>
              </a:gs>
              <a:gs pos="40000">
                <a:schemeClr val="accent3">
                  <a:lumMod val="75000"/>
                </a:schemeClr>
              </a:gs>
              <a:gs pos="0">
                <a:schemeClr val="accent3">
                  <a:lumMod val="75000"/>
                </a:schemeClr>
              </a:gs>
            </a:gsLst>
            <a:path path="circle">
              <a:fillToRect l="50000" t="50000" r="50000" b="50000"/>
            </a:path>
          </a:gradFill>
          <a:ln w="9525" cap="flat">
            <a:noFill/>
            <a:prstDash val="solid"/>
            <a:miter/>
          </a:ln>
          <a:effectLst>
            <a:softEdge rad="1270000"/>
          </a:effectLst>
        </p:spPr>
        <p:txBody>
          <a:bodyPr rtlCol="0" anchor="ctr"/>
          <a:lstStyle/>
          <a:p>
            <a:endParaRPr lang="en-US" sz="900"/>
          </a:p>
        </p:txBody>
      </p:sp>
      <p:sp>
        <p:nvSpPr>
          <p:cNvPr id="5" name="Purple">
            <a:extLst>
              <a:ext uri="{FF2B5EF4-FFF2-40B4-BE49-F238E27FC236}">
                <a16:creationId xmlns:a16="http://schemas.microsoft.com/office/drawing/2014/main" id="{448C279F-10E9-4C46-A814-3EAAE49164DB}"/>
              </a:ext>
            </a:extLst>
          </p:cNvPr>
          <p:cNvSpPr/>
          <p:nvPr/>
        </p:nvSpPr>
        <p:spPr>
          <a:xfrm rot="15300000">
            <a:off x="1207066" y="-4670724"/>
            <a:ext cx="15008936" cy="13419874"/>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73000">
                <a:schemeClr val="accent2"/>
              </a:gs>
              <a:gs pos="0">
                <a:schemeClr val="accent2"/>
              </a:gs>
            </a:gsLst>
            <a:path path="circle">
              <a:fillToRect l="50000" t="50000" r="50000" b="50000"/>
            </a:path>
          </a:gradFill>
          <a:ln w="9525" cap="flat">
            <a:noFill/>
            <a:prstDash val="solid"/>
            <a:miter/>
          </a:ln>
          <a:effectLst>
            <a:softEdge rad="1270000"/>
          </a:effectLst>
        </p:spPr>
        <p:txBody>
          <a:bodyPr rtlCol="0" anchor="ctr"/>
          <a:lstStyle/>
          <a:p>
            <a:endParaRPr lang="en-US" sz="900"/>
          </a:p>
        </p:txBody>
      </p:sp>
      <p:sp>
        <p:nvSpPr>
          <p:cNvPr id="6" name="Pink">
            <a:extLst>
              <a:ext uri="{FF2B5EF4-FFF2-40B4-BE49-F238E27FC236}">
                <a16:creationId xmlns:a16="http://schemas.microsoft.com/office/drawing/2014/main" id="{B4D9EABA-F71C-441A-8842-306D0D635336}"/>
              </a:ext>
            </a:extLst>
          </p:cNvPr>
          <p:cNvSpPr/>
          <p:nvPr/>
        </p:nvSpPr>
        <p:spPr>
          <a:xfrm rot="9000000">
            <a:off x="285211" y="-2546184"/>
            <a:ext cx="8538604" cy="7636573"/>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70000">
                <a:schemeClr val="accent3">
                  <a:lumMod val="75000"/>
                </a:schemeClr>
              </a:gs>
              <a:gs pos="0">
                <a:schemeClr val="accent3"/>
              </a:gs>
            </a:gsLst>
            <a:path path="circle">
              <a:fillToRect l="50000" t="50000" r="50000" b="50000"/>
            </a:path>
          </a:gradFill>
          <a:ln w="9525" cap="flat">
            <a:noFill/>
            <a:prstDash val="solid"/>
            <a:miter/>
          </a:ln>
          <a:effectLst>
            <a:softEdge rad="1270000"/>
          </a:effectLst>
        </p:spPr>
        <p:txBody>
          <a:bodyPr rtlCol="0" anchor="ctr"/>
          <a:lstStyle/>
          <a:p>
            <a:endParaRPr lang="en-US" sz="900"/>
          </a:p>
        </p:txBody>
      </p:sp>
      <p:sp>
        <p:nvSpPr>
          <p:cNvPr id="7" name="Light Blue">
            <a:extLst>
              <a:ext uri="{FF2B5EF4-FFF2-40B4-BE49-F238E27FC236}">
                <a16:creationId xmlns:a16="http://schemas.microsoft.com/office/drawing/2014/main" id="{DAAA02BD-934D-45D9-8BEE-7910C910F060}"/>
              </a:ext>
            </a:extLst>
          </p:cNvPr>
          <p:cNvSpPr/>
          <p:nvPr/>
        </p:nvSpPr>
        <p:spPr>
          <a:xfrm rot="15300000">
            <a:off x="3663172" y="-3280938"/>
            <a:ext cx="15008936" cy="13419874"/>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80000">
                <a:schemeClr val="accent2">
                  <a:alpha val="32000"/>
                </a:schemeClr>
              </a:gs>
              <a:gs pos="0">
                <a:schemeClr val="accent1"/>
              </a:gs>
            </a:gsLst>
            <a:path path="circle">
              <a:fillToRect l="50000" t="50000" r="50000" b="50000"/>
            </a:path>
          </a:gradFill>
          <a:ln w="9525" cap="flat">
            <a:noFill/>
            <a:prstDash val="solid"/>
            <a:miter/>
          </a:ln>
          <a:effectLst>
            <a:softEdge rad="1270000"/>
          </a:effectLst>
        </p:spPr>
        <p:txBody>
          <a:bodyPr rtlCol="0" anchor="ctr"/>
          <a:lstStyle/>
          <a:p>
            <a:endParaRPr lang="en-US" sz="900"/>
          </a:p>
        </p:txBody>
      </p:sp>
      <p:sp>
        <p:nvSpPr>
          <p:cNvPr id="8" name="TextBox 7">
            <a:extLst>
              <a:ext uri="{FF2B5EF4-FFF2-40B4-BE49-F238E27FC236}">
                <a16:creationId xmlns:a16="http://schemas.microsoft.com/office/drawing/2014/main" id="{A3C1D954-382A-4932-A144-A60611423025}"/>
              </a:ext>
            </a:extLst>
          </p:cNvPr>
          <p:cNvSpPr txBox="1"/>
          <p:nvPr/>
        </p:nvSpPr>
        <p:spPr>
          <a:xfrm rot="16200000">
            <a:off x="-706400" y="3213557"/>
            <a:ext cx="2193749" cy="430887"/>
          </a:xfrm>
          <a:prstGeom prst="rect">
            <a:avLst/>
          </a:prstGeom>
          <a:noFill/>
        </p:spPr>
        <p:txBody>
          <a:bodyPr wrap="square" rtlCol="0">
            <a:spAutoFit/>
          </a:bodyPr>
          <a:lstStyle/>
          <a:p>
            <a:pPr algn="ctr"/>
            <a:r>
              <a:rPr lang="en-US" sz="2200" b="1">
                <a:solidFill>
                  <a:schemeClr val="bg1"/>
                </a:solidFill>
                <a:latin typeface="Century Gothic" panose="020B0502020202020204" pitchFamily="34" charset="0"/>
              </a:rPr>
              <a:t>Massive X</a:t>
            </a:r>
          </a:p>
        </p:txBody>
      </p:sp>
      <p:sp>
        <p:nvSpPr>
          <p:cNvPr id="9" name="Oval 8">
            <a:extLst>
              <a:ext uri="{FF2B5EF4-FFF2-40B4-BE49-F238E27FC236}">
                <a16:creationId xmlns:a16="http://schemas.microsoft.com/office/drawing/2014/main" id="{0EE22C8D-264D-45DD-9727-631727A95C16}"/>
              </a:ext>
            </a:extLst>
          </p:cNvPr>
          <p:cNvSpPr/>
          <p:nvPr/>
        </p:nvSpPr>
        <p:spPr>
          <a:xfrm>
            <a:off x="364772" y="369582"/>
            <a:ext cx="51405" cy="51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0" name="Oval 9">
            <a:extLst>
              <a:ext uri="{FF2B5EF4-FFF2-40B4-BE49-F238E27FC236}">
                <a16:creationId xmlns:a16="http://schemas.microsoft.com/office/drawing/2014/main" id="{C3441EEE-8DEB-47CE-89B8-E9A1AFC49771}"/>
              </a:ext>
            </a:extLst>
          </p:cNvPr>
          <p:cNvSpPr/>
          <p:nvPr/>
        </p:nvSpPr>
        <p:spPr>
          <a:xfrm>
            <a:off x="364772" y="518410"/>
            <a:ext cx="51405" cy="51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 name="Oval 10">
            <a:extLst>
              <a:ext uri="{FF2B5EF4-FFF2-40B4-BE49-F238E27FC236}">
                <a16:creationId xmlns:a16="http://schemas.microsoft.com/office/drawing/2014/main" id="{BC395E79-7464-461B-BAB4-E9EA0ED82658}"/>
              </a:ext>
            </a:extLst>
          </p:cNvPr>
          <p:cNvSpPr/>
          <p:nvPr/>
        </p:nvSpPr>
        <p:spPr>
          <a:xfrm>
            <a:off x="364772" y="667238"/>
            <a:ext cx="51405" cy="51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TextBox 11">
            <a:extLst>
              <a:ext uri="{FF2B5EF4-FFF2-40B4-BE49-F238E27FC236}">
                <a16:creationId xmlns:a16="http://schemas.microsoft.com/office/drawing/2014/main" id="{9125A810-B35F-40B2-B3E2-7125E4E901D6}"/>
              </a:ext>
            </a:extLst>
          </p:cNvPr>
          <p:cNvSpPr txBox="1"/>
          <p:nvPr/>
        </p:nvSpPr>
        <p:spPr>
          <a:xfrm rot="16200000">
            <a:off x="10547818" y="2927923"/>
            <a:ext cx="2507418" cy="246221"/>
          </a:xfrm>
          <a:prstGeom prst="rect">
            <a:avLst/>
          </a:prstGeom>
          <a:noFill/>
        </p:spPr>
        <p:txBody>
          <a:bodyPr wrap="none" rtlCol="0" anchor="ctr">
            <a:spAutoFit/>
          </a:bodyPr>
          <a:lstStyle/>
          <a:p>
            <a:pPr algn="l"/>
            <a:r>
              <a:rPr lang="en-US" sz="1000" b="1">
                <a:solidFill>
                  <a:schemeClr val="bg1"/>
                </a:solidFill>
                <a:latin typeface="+mj-lt"/>
              </a:rPr>
              <a:t>Massive X</a:t>
            </a:r>
            <a:r>
              <a:rPr lang="en-US" sz="1000">
                <a:solidFill>
                  <a:schemeClr val="bg1"/>
                </a:solidFill>
              </a:rPr>
              <a:t> presentation to </a:t>
            </a:r>
            <a:r>
              <a:rPr lang="en-US" sz="1000" b="0">
                <a:solidFill>
                  <a:schemeClr val="bg1"/>
                </a:solidFill>
              </a:rPr>
              <a:t>DesignBall</a:t>
            </a:r>
            <a:r>
              <a:rPr lang="en-US" sz="1000">
                <a:solidFill>
                  <a:schemeClr val="bg1"/>
                </a:solidFill>
              </a:rPr>
              <a:t> team</a:t>
            </a:r>
          </a:p>
        </p:txBody>
      </p:sp>
      <p:sp>
        <p:nvSpPr>
          <p:cNvPr id="13" name="Slide Number Placeholder 5">
            <a:extLst>
              <a:ext uri="{FF2B5EF4-FFF2-40B4-BE49-F238E27FC236}">
                <a16:creationId xmlns:a16="http://schemas.microsoft.com/office/drawing/2014/main" id="{1A402281-A71B-4254-9374-C33A92A607A8}"/>
              </a:ext>
            </a:extLst>
          </p:cNvPr>
          <p:cNvSpPr txBox="1">
            <a:spLocks/>
          </p:cNvSpPr>
          <p:nvPr/>
        </p:nvSpPr>
        <p:spPr>
          <a:xfrm>
            <a:off x="11702935" y="4438872"/>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chemeClr val="bg1"/>
                </a:solidFill>
                <a:latin typeface="+mj-lt"/>
              </a:rPr>
              <a:pPr algn="ctr"/>
              <a:t>‹#›</a:t>
            </a:fld>
            <a:endParaRPr lang="en-US" sz="700" b="1">
              <a:solidFill>
                <a:schemeClr val="bg1"/>
              </a:solidFill>
              <a:latin typeface="+mj-lt"/>
            </a:endParaRPr>
          </a:p>
        </p:txBody>
      </p:sp>
      <p:sp>
        <p:nvSpPr>
          <p:cNvPr id="14" name="Rectangle 13">
            <a:extLst>
              <a:ext uri="{FF2B5EF4-FFF2-40B4-BE49-F238E27FC236}">
                <a16:creationId xmlns:a16="http://schemas.microsoft.com/office/drawing/2014/main" id="{2934EFB6-50AA-4D38-9D48-7BD5B45DDFBB}"/>
              </a:ext>
            </a:extLst>
          </p:cNvPr>
          <p:cNvSpPr/>
          <p:nvPr/>
        </p:nvSpPr>
        <p:spPr>
          <a:xfrm>
            <a:off x="262392" y="5977044"/>
            <a:ext cx="292068" cy="338554"/>
          </a:xfrm>
          <a:prstGeom prst="rect">
            <a:avLst/>
          </a:prstGeom>
        </p:spPr>
        <p:txBody>
          <a:bodyPr wrap="none" anchor="ctr">
            <a:spAutoFit/>
          </a:bodyPr>
          <a:lstStyle/>
          <a:p>
            <a:pPr algn="ctr"/>
            <a:r>
              <a:rPr lang="en-US" sz="1600">
                <a:solidFill>
                  <a:schemeClr val="bg1"/>
                </a:solidFill>
                <a:latin typeface="Designball-Social-01" pitchFamily="2" charset="0"/>
              </a:rPr>
              <a:t>b</a:t>
            </a:r>
          </a:p>
        </p:txBody>
      </p:sp>
      <p:sp>
        <p:nvSpPr>
          <p:cNvPr id="15" name="Rectangle 14">
            <a:extLst>
              <a:ext uri="{FF2B5EF4-FFF2-40B4-BE49-F238E27FC236}">
                <a16:creationId xmlns:a16="http://schemas.microsoft.com/office/drawing/2014/main" id="{A51FBF3C-CB21-415F-B45D-959770BDF22A}"/>
              </a:ext>
            </a:extLst>
          </p:cNvPr>
          <p:cNvSpPr/>
          <p:nvPr/>
        </p:nvSpPr>
        <p:spPr>
          <a:xfrm>
            <a:off x="261591" y="5659343"/>
            <a:ext cx="293670" cy="338554"/>
          </a:xfrm>
          <a:prstGeom prst="rect">
            <a:avLst/>
          </a:prstGeom>
        </p:spPr>
        <p:txBody>
          <a:bodyPr wrap="none" anchor="ctr">
            <a:spAutoFit/>
          </a:bodyPr>
          <a:lstStyle/>
          <a:p>
            <a:pPr algn="ctr"/>
            <a:r>
              <a:rPr lang="en-US" sz="1600">
                <a:solidFill>
                  <a:schemeClr val="bg1"/>
                </a:solidFill>
                <a:latin typeface="Designball-Social-01" pitchFamily="2" charset="0"/>
              </a:rPr>
              <a:t>C</a:t>
            </a:r>
          </a:p>
        </p:txBody>
      </p:sp>
      <p:sp>
        <p:nvSpPr>
          <p:cNvPr id="16" name="Rectangle 15">
            <a:extLst>
              <a:ext uri="{FF2B5EF4-FFF2-40B4-BE49-F238E27FC236}">
                <a16:creationId xmlns:a16="http://schemas.microsoft.com/office/drawing/2014/main" id="{1EBAE8D9-87AB-46BC-92A4-F4E9D7AC0FBA}"/>
              </a:ext>
            </a:extLst>
          </p:cNvPr>
          <p:cNvSpPr/>
          <p:nvPr/>
        </p:nvSpPr>
        <p:spPr>
          <a:xfrm>
            <a:off x="272812" y="6294746"/>
            <a:ext cx="271229" cy="338554"/>
          </a:xfrm>
          <a:prstGeom prst="rect">
            <a:avLst/>
          </a:prstGeom>
        </p:spPr>
        <p:txBody>
          <a:bodyPr wrap="none" anchor="ctr">
            <a:spAutoFit/>
          </a:bodyPr>
          <a:lstStyle/>
          <a:p>
            <a:pPr algn="ctr"/>
            <a:r>
              <a:rPr lang="en-US" sz="1600">
                <a:solidFill>
                  <a:schemeClr val="bg1"/>
                </a:solidFill>
                <a:latin typeface="Designball-Social-01" pitchFamily="2" charset="0"/>
              </a:rPr>
              <a:t>c</a:t>
            </a:r>
          </a:p>
        </p:txBody>
      </p:sp>
      <p:sp>
        <p:nvSpPr>
          <p:cNvPr id="17" name="Rectangle 16">
            <a:hlinkClick r:id="rId2"/>
            <a:extLst>
              <a:ext uri="{FF2B5EF4-FFF2-40B4-BE49-F238E27FC236}">
                <a16:creationId xmlns:a16="http://schemas.microsoft.com/office/drawing/2014/main" id="{24E0D936-A358-44A0-8799-2857E707915C}"/>
              </a:ext>
            </a:extLst>
          </p:cNvPr>
          <p:cNvSpPr/>
          <p:nvPr/>
        </p:nvSpPr>
        <p:spPr>
          <a:xfrm>
            <a:off x="325196" y="6037649"/>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bg1"/>
              </a:solidFill>
            </a:endParaRPr>
          </a:p>
        </p:txBody>
      </p:sp>
      <p:sp>
        <p:nvSpPr>
          <p:cNvPr id="18" name="Rectangle 17">
            <a:hlinkClick r:id="rId3"/>
            <a:extLst>
              <a:ext uri="{FF2B5EF4-FFF2-40B4-BE49-F238E27FC236}">
                <a16:creationId xmlns:a16="http://schemas.microsoft.com/office/drawing/2014/main" id="{FB9CC360-65F7-47B8-821F-29626B4BC244}"/>
              </a:ext>
            </a:extLst>
          </p:cNvPr>
          <p:cNvSpPr/>
          <p:nvPr/>
        </p:nvSpPr>
        <p:spPr>
          <a:xfrm>
            <a:off x="325196" y="5722264"/>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bg1"/>
              </a:solidFill>
            </a:endParaRPr>
          </a:p>
        </p:txBody>
      </p:sp>
      <p:sp>
        <p:nvSpPr>
          <p:cNvPr id="19" name="Rectangle 18">
            <a:hlinkClick r:id="rId4"/>
            <a:extLst>
              <a:ext uri="{FF2B5EF4-FFF2-40B4-BE49-F238E27FC236}">
                <a16:creationId xmlns:a16="http://schemas.microsoft.com/office/drawing/2014/main" id="{E141DB3D-31D6-4A50-8649-C600099A9539}"/>
              </a:ext>
            </a:extLst>
          </p:cNvPr>
          <p:cNvSpPr/>
          <p:nvPr/>
        </p:nvSpPr>
        <p:spPr>
          <a:xfrm>
            <a:off x="325196" y="6353035"/>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bg1"/>
              </a:solidFill>
            </a:endParaRPr>
          </a:p>
        </p:txBody>
      </p:sp>
    </p:spTree>
    <p:extLst>
      <p:ext uri="{BB962C8B-B14F-4D97-AF65-F5344CB8AC3E}">
        <p14:creationId xmlns:p14="http://schemas.microsoft.com/office/powerpoint/2010/main" val="2900281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8250" fill="hold"/>
                                        <p:tgtEl>
                                          <p:spTgt spid="3"/>
                                        </p:tgtEl>
                                        <p:attrNameLst>
                                          <p:attrName>r</p:attrName>
                                        </p:attrNameLst>
                                      </p:cBhvr>
                                    </p:animRot>
                                  </p:childTnLst>
                                </p:cTn>
                              </p:par>
                              <p:par>
                                <p:cTn id="7" presetID="8" presetClass="emph" presetSubtype="0" repeatCount="indefinite" fill="hold" grpId="0" nodeType="withEffect">
                                  <p:stCondLst>
                                    <p:cond delay="0"/>
                                  </p:stCondLst>
                                  <p:childTnLst>
                                    <p:animRot by="21600000">
                                      <p:cBhvr>
                                        <p:cTn id="8" dur="6100" fill="hold"/>
                                        <p:tgtEl>
                                          <p:spTgt spid="4"/>
                                        </p:tgtEl>
                                        <p:attrNameLst>
                                          <p:attrName>r</p:attrName>
                                        </p:attrNameLst>
                                      </p:cBhvr>
                                    </p:animRot>
                                  </p:childTnLst>
                                </p:cTn>
                              </p:par>
                              <p:par>
                                <p:cTn id="9" presetID="8" presetClass="emph" presetSubtype="0" repeatCount="indefinite" fill="hold" grpId="0" nodeType="withEffect">
                                  <p:stCondLst>
                                    <p:cond delay="0"/>
                                  </p:stCondLst>
                                  <p:childTnLst>
                                    <p:animRot by="21600000">
                                      <p:cBhvr>
                                        <p:cTn id="10" dur="9600" fill="hold"/>
                                        <p:tgtEl>
                                          <p:spTgt spid="5"/>
                                        </p:tgtEl>
                                        <p:attrNameLst>
                                          <p:attrName>r</p:attrName>
                                        </p:attrNameLst>
                                      </p:cBhvr>
                                    </p:animRot>
                                  </p:childTnLst>
                                </p:cTn>
                              </p:par>
                              <p:par>
                                <p:cTn id="11" presetID="8" presetClass="emph" presetSubtype="0" repeatCount="indefinite" fill="hold" grpId="0" nodeType="withEffect">
                                  <p:stCondLst>
                                    <p:cond delay="0"/>
                                  </p:stCondLst>
                                  <p:childTnLst>
                                    <p:animRot by="-21600000">
                                      <p:cBhvr>
                                        <p:cTn id="12" dur="16000" fill="hold"/>
                                        <p:tgtEl>
                                          <p:spTgt spid="7"/>
                                        </p:tgtEl>
                                        <p:attrNameLst>
                                          <p:attrName>r</p:attrName>
                                        </p:attrNameLst>
                                      </p:cBhvr>
                                    </p:animRot>
                                  </p:childTnLst>
                                </p:cTn>
                              </p:par>
                              <p:par>
                                <p:cTn id="13" presetID="8" presetClass="emph" presetSubtype="0" repeatCount="indefinite" fill="hold" grpId="0" nodeType="withEffect">
                                  <p:stCondLst>
                                    <p:cond delay="0"/>
                                  </p:stCondLst>
                                  <p:childTnLst>
                                    <p:animRot by="21600000">
                                      <p:cBhvr>
                                        <p:cTn id="14" dur="13500" fill="hold"/>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hyperlink" Target="https://www.facebook.com/" TargetMode="Externa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hyperlink" Target="https://twitter.com/" TargetMode="Externa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hyperlink" Target="https://www.linkedin.com/" TargetMode="Externa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5.xml"/><Relationship Id="rId18" Type="http://schemas.openxmlformats.org/officeDocument/2006/relationships/slideLayout" Target="../slideLayouts/slideLayout40.xml"/><Relationship Id="rId26" Type="http://schemas.openxmlformats.org/officeDocument/2006/relationships/slideLayout" Target="../slideLayouts/slideLayout48.xml"/><Relationship Id="rId39" Type="http://schemas.openxmlformats.org/officeDocument/2006/relationships/hyperlink" Target="https://www.linkedin.com/" TargetMode="External"/><Relationship Id="rId21" Type="http://schemas.openxmlformats.org/officeDocument/2006/relationships/slideLayout" Target="../slideLayouts/slideLayout43.xml"/><Relationship Id="rId34" Type="http://schemas.openxmlformats.org/officeDocument/2006/relationships/slideLayout" Target="../slideLayouts/slideLayout56.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slideLayout" Target="../slideLayouts/slideLayout47.xml"/><Relationship Id="rId33" Type="http://schemas.openxmlformats.org/officeDocument/2006/relationships/slideLayout" Target="../slideLayouts/slideLayout55.xml"/><Relationship Id="rId38" Type="http://schemas.openxmlformats.org/officeDocument/2006/relationships/hyperlink" Target="https://www.facebook.com/" TargetMode="Externa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29" Type="http://schemas.openxmlformats.org/officeDocument/2006/relationships/slideLayout" Target="../slideLayouts/slideLayout51.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slideLayout" Target="../slideLayouts/slideLayout46.xml"/><Relationship Id="rId32" Type="http://schemas.openxmlformats.org/officeDocument/2006/relationships/slideLayout" Target="../slideLayouts/slideLayout54.xml"/><Relationship Id="rId37" Type="http://schemas.openxmlformats.org/officeDocument/2006/relationships/theme" Target="../theme/theme3.xml"/><Relationship Id="rId40" Type="http://schemas.openxmlformats.org/officeDocument/2006/relationships/hyperlink" Target="https://twitter.com/" TargetMode="Externa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slideLayout" Target="../slideLayouts/slideLayout45.xml"/><Relationship Id="rId28" Type="http://schemas.openxmlformats.org/officeDocument/2006/relationships/slideLayout" Target="../slideLayouts/slideLayout50.xml"/><Relationship Id="rId36" Type="http://schemas.openxmlformats.org/officeDocument/2006/relationships/slideLayout" Target="../slideLayouts/slideLayout58.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31" Type="http://schemas.openxmlformats.org/officeDocument/2006/relationships/slideLayout" Target="../slideLayouts/slideLayout53.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 Id="rId27" Type="http://schemas.openxmlformats.org/officeDocument/2006/relationships/slideLayout" Target="../slideLayouts/slideLayout49.xml"/><Relationship Id="rId30" Type="http://schemas.openxmlformats.org/officeDocument/2006/relationships/slideLayout" Target="../slideLayouts/slideLayout52.xml"/><Relationship Id="rId35" Type="http://schemas.openxmlformats.org/officeDocument/2006/relationships/slideLayout" Target="../slideLayouts/slideLayout57.xml"/><Relationship Id="rId8" Type="http://schemas.openxmlformats.org/officeDocument/2006/relationships/slideLayout" Target="../slideLayouts/slideLayout30.xml"/><Relationship Id="rId3"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71.xml"/><Relationship Id="rId18" Type="http://schemas.openxmlformats.org/officeDocument/2006/relationships/slideLayout" Target="../slideLayouts/slideLayout76.xml"/><Relationship Id="rId26" Type="http://schemas.openxmlformats.org/officeDocument/2006/relationships/slideLayout" Target="../slideLayouts/slideLayout84.xml"/><Relationship Id="rId3" Type="http://schemas.openxmlformats.org/officeDocument/2006/relationships/slideLayout" Target="../slideLayouts/slideLayout61.xml"/><Relationship Id="rId21" Type="http://schemas.openxmlformats.org/officeDocument/2006/relationships/slideLayout" Target="../slideLayouts/slideLayout79.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25" Type="http://schemas.openxmlformats.org/officeDocument/2006/relationships/slideLayout" Target="../slideLayouts/slideLayout83.xml"/><Relationship Id="rId33" Type="http://schemas.openxmlformats.org/officeDocument/2006/relationships/theme" Target="../theme/theme4.xml"/><Relationship Id="rId2" Type="http://schemas.openxmlformats.org/officeDocument/2006/relationships/slideLayout" Target="../slideLayouts/slideLayout60.xml"/><Relationship Id="rId16" Type="http://schemas.openxmlformats.org/officeDocument/2006/relationships/slideLayout" Target="../slideLayouts/slideLayout74.xml"/><Relationship Id="rId20" Type="http://schemas.openxmlformats.org/officeDocument/2006/relationships/slideLayout" Target="../slideLayouts/slideLayout78.xml"/><Relationship Id="rId29" Type="http://schemas.openxmlformats.org/officeDocument/2006/relationships/slideLayout" Target="../slideLayouts/slideLayout87.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24" Type="http://schemas.openxmlformats.org/officeDocument/2006/relationships/slideLayout" Target="../slideLayouts/slideLayout82.xml"/><Relationship Id="rId32" Type="http://schemas.openxmlformats.org/officeDocument/2006/relationships/slideLayout" Target="../slideLayouts/slideLayout90.xml"/><Relationship Id="rId5" Type="http://schemas.openxmlformats.org/officeDocument/2006/relationships/slideLayout" Target="../slideLayouts/slideLayout63.xml"/><Relationship Id="rId15" Type="http://schemas.openxmlformats.org/officeDocument/2006/relationships/slideLayout" Target="../slideLayouts/slideLayout73.xml"/><Relationship Id="rId23" Type="http://schemas.openxmlformats.org/officeDocument/2006/relationships/slideLayout" Target="../slideLayouts/slideLayout81.xml"/><Relationship Id="rId28" Type="http://schemas.openxmlformats.org/officeDocument/2006/relationships/slideLayout" Target="../slideLayouts/slideLayout86.xml"/><Relationship Id="rId10" Type="http://schemas.openxmlformats.org/officeDocument/2006/relationships/slideLayout" Target="../slideLayouts/slideLayout68.xml"/><Relationship Id="rId19" Type="http://schemas.openxmlformats.org/officeDocument/2006/relationships/slideLayout" Target="../slideLayouts/slideLayout77.xml"/><Relationship Id="rId31" Type="http://schemas.openxmlformats.org/officeDocument/2006/relationships/slideLayout" Target="../slideLayouts/slideLayout89.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slideLayout" Target="../slideLayouts/slideLayout72.xml"/><Relationship Id="rId22" Type="http://schemas.openxmlformats.org/officeDocument/2006/relationships/slideLayout" Target="../slideLayouts/slideLayout80.xml"/><Relationship Id="rId27" Type="http://schemas.openxmlformats.org/officeDocument/2006/relationships/slideLayout" Target="../slideLayouts/slideLayout85.xml"/><Relationship Id="rId30" Type="http://schemas.openxmlformats.org/officeDocument/2006/relationships/slideLayout" Target="../slideLayouts/slideLayout88.xml"/><Relationship Id="rId8" Type="http://schemas.openxmlformats.org/officeDocument/2006/relationships/slideLayout" Target="../slideLayouts/slideLayout66.xml"/></Relationships>
</file>

<file path=ppt/slideMasters/_rels/slideMaster5.xml.rels><?xml version="1.0" encoding="UTF-8" standalone="yes"?>
<Relationships xmlns="http://schemas.openxmlformats.org/package/2006/relationships"><Relationship Id="rId8" Type="http://schemas.openxmlformats.org/officeDocument/2006/relationships/hyperlink" Target="https://www.facebook.com/" TargetMode="External"/><Relationship Id="rId3" Type="http://schemas.openxmlformats.org/officeDocument/2006/relationships/slideLayout" Target="../slideLayouts/slideLayout93.xml"/><Relationship Id="rId7" Type="http://schemas.openxmlformats.org/officeDocument/2006/relationships/theme" Target="../theme/theme5.xml"/><Relationship Id="rId2" Type="http://schemas.openxmlformats.org/officeDocument/2006/relationships/slideLayout" Target="../slideLayouts/slideLayout92.xml"/><Relationship Id="rId1" Type="http://schemas.openxmlformats.org/officeDocument/2006/relationships/slideLayout" Target="../slideLayouts/slideLayout91.xml"/><Relationship Id="rId6" Type="http://schemas.openxmlformats.org/officeDocument/2006/relationships/slideLayout" Target="../slideLayouts/slideLayout96.xml"/><Relationship Id="rId5" Type="http://schemas.openxmlformats.org/officeDocument/2006/relationships/slideLayout" Target="../slideLayouts/slideLayout95.xml"/><Relationship Id="rId10" Type="http://schemas.openxmlformats.org/officeDocument/2006/relationships/hyperlink" Target="https://twitter.com/" TargetMode="External"/><Relationship Id="rId4" Type="http://schemas.openxmlformats.org/officeDocument/2006/relationships/slideLayout" Target="../slideLayouts/slideLayout94.xml"/><Relationship Id="rId9" Type="http://schemas.openxmlformats.org/officeDocument/2006/relationships/hyperlink" Target="https://www.linkedin.com/" TargetMode="Externa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04.xml"/><Relationship Id="rId3" Type="http://schemas.openxmlformats.org/officeDocument/2006/relationships/slideLayout" Target="../slideLayouts/slideLayout99.xml"/><Relationship Id="rId7" Type="http://schemas.openxmlformats.org/officeDocument/2006/relationships/slideLayout" Target="../slideLayouts/slideLayout103.xml"/><Relationship Id="rId12" Type="http://schemas.openxmlformats.org/officeDocument/2006/relationships/hyperlink" Target="https://twitter.com/" TargetMode="External"/><Relationship Id="rId2" Type="http://schemas.openxmlformats.org/officeDocument/2006/relationships/slideLayout" Target="../slideLayouts/slideLayout98.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hyperlink" Target="https://www.linkedin.com/" TargetMode="External"/><Relationship Id="rId5" Type="http://schemas.openxmlformats.org/officeDocument/2006/relationships/slideLayout" Target="../slideLayouts/slideLayout101.xml"/><Relationship Id="rId10" Type="http://schemas.openxmlformats.org/officeDocument/2006/relationships/hyperlink" Target="https://www.facebook.com/" TargetMode="External"/><Relationship Id="rId4" Type="http://schemas.openxmlformats.org/officeDocument/2006/relationships/slideLayout" Target="../slideLayouts/slideLayout100.xml"/><Relationship Id="rId9"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12.xml"/><Relationship Id="rId13" Type="http://schemas.openxmlformats.org/officeDocument/2006/relationships/slideLayout" Target="../slideLayouts/slideLayout117.xml"/><Relationship Id="rId18" Type="http://schemas.openxmlformats.org/officeDocument/2006/relationships/slideLayout" Target="../slideLayouts/slideLayout122.xml"/><Relationship Id="rId3" Type="http://schemas.openxmlformats.org/officeDocument/2006/relationships/slideLayout" Target="../slideLayouts/slideLayout107.xml"/><Relationship Id="rId21" Type="http://schemas.openxmlformats.org/officeDocument/2006/relationships/hyperlink" Target="https://www.linkedin.com/" TargetMode="External"/><Relationship Id="rId7" Type="http://schemas.openxmlformats.org/officeDocument/2006/relationships/slideLayout" Target="../slideLayouts/slideLayout111.xml"/><Relationship Id="rId12" Type="http://schemas.openxmlformats.org/officeDocument/2006/relationships/slideLayout" Target="../slideLayouts/slideLayout116.xml"/><Relationship Id="rId17" Type="http://schemas.openxmlformats.org/officeDocument/2006/relationships/slideLayout" Target="../slideLayouts/slideLayout121.xml"/><Relationship Id="rId2" Type="http://schemas.openxmlformats.org/officeDocument/2006/relationships/slideLayout" Target="../slideLayouts/slideLayout106.xml"/><Relationship Id="rId16" Type="http://schemas.openxmlformats.org/officeDocument/2006/relationships/slideLayout" Target="../slideLayouts/slideLayout120.xml"/><Relationship Id="rId20" Type="http://schemas.openxmlformats.org/officeDocument/2006/relationships/hyperlink" Target="https://www.facebook.com/" TargetMode="External"/><Relationship Id="rId1" Type="http://schemas.openxmlformats.org/officeDocument/2006/relationships/slideLayout" Target="../slideLayouts/slideLayout105.xml"/><Relationship Id="rId6" Type="http://schemas.openxmlformats.org/officeDocument/2006/relationships/slideLayout" Target="../slideLayouts/slideLayout110.xml"/><Relationship Id="rId11" Type="http://schemas.openxmlformats.org/officeDocument/2006/relationships/slideLayout" Target="../slideLayouts/slideLayout115.xml"/><Relationship Id="rId5" Type="http://schemas.openxmlformats.org/officeDocument/2006/relationships/slideLayout" Target="../slideLayouts/slideLayout109.xml"/><Relationship Id="rId15" Type="http://schemas.openxmlformats.org/officeDocument/2006/relationships/slideLayout" Target="../slideLayouts/slideLayout119.xml"/><Relationship Id="rId10" Type="http://schemas.openxmlformats.org/officeDocument/2006/relationships/slideLayout" Target="../slideLayouts/slideLayout114.xml"/><Relationship Id="rId19" Type="http://schemas.openxmlformats.org/officeDocument/2006/relationships/theme" Target="../theme/theme7.xml"/><Relationship Id="rId4" Type="http://schemas.openxmlformats.org/officeDocument/2006/relationships/slideLayout" Target="../slideLayouts/slideLayout108.xml"/><Relationship Id="rId9" Type="http://schemas.openxmlformats.org/officeDocument/2006/relationships/slideLayout" Target="../slideLayouts/slideLayout113.xml"/><Relationship Id="rId14" Type="http://schemas.openxmlformats.org/officeDocument/2006/relationships/slideLayout" Target="../slideLayouts/slideLayout118.xml"/><Relationship Id="rId22" Type="http://schemas.openxmlformats.org/officeDocument/2006/relationships/hyperlink" Target="https://twitter.com/" TargetMode="Externa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135.xml"/><Relationship Id="rId18" Type="http://schemas.openxmlformats.org/officeDocument/2006/relationships/slideLayout" Target="../slideLayouts/slideLayout140.xml"/><Relationship Id="rId26" Type="http://schemas.openxmlformats.org/officeDocument/2006/relationships/slideLayout" Target="../slideLayouts/slideLayout148.xml"/><Relationship Id="rId21" Type="http://schemas.openxmlformats.org/officeDocument/2006/relationships/slideLayout" Target="../slideLayouts/slideLayout143.xml"/><Relationship Id="rId34" Type="http://schemas.openxmlformats.org/officeDocument/2006/relationships/slideLayout" Target="../slideLayouts/slideLayout156.xml"/><Relationship Id="rId7" Type="http://schemas.openxmlformats.org/officeDocument/2006/relationships/slideLayout" Target="../slideLayouts/slideLayout129.xml"/><Relationship Id="rId12" Type="http://schemas.openxmlformats.org/officeDocument/2006/relationships/slideLayout" Target="../slideLayouts/slideLayout134.xml"/><Relationship Id="rId17" Type="http://schemas.openxmlformats.org/officeDocument/2006/relationships/slideLayout" Target="../slideLayouts/slideLayout139.xml"/><Relationship Id="rId25" Type="http://schemas.openxmlformats.org/officeDocument/2006/relationships/slideLayout" Target="../slideLayouts/slideLayout147.xml"/><Relationship Id="rId33" Type="http://schemas.openxmlformats.org/officeDocument/2006/relationships/slideLayout" Target="../slideLayouts/slideLayout155.xml"/><Relationship Id="rId38" Type="http://schemas.openxmlformats.org/officeDocument/2006/relationships/hyperlink" Target="https://twitter.com/" TargetMode="External"/><Relationship Id="rId2" Type="http://schemas.openxmlformats.org/officeDocument/2006/relationships/slideLayout" Target="../slideLayouts/slideLayout124.xml"/><Relationship Id="rId16" Type="http://schemas.openxmlformats.org/officeDocument/2006/relationships/slideLayout" Target="../slideLayouts/slideLayout138.xml"/><Relationship Id="rId20" Type="http://schemas.openxmlformats.org/officeDocument/2006/relationships/slideLayout" Target="../slideLayouts/slideLayout142.xml"/><Relationship Id="rId29" Type="http://schemas.openxmlformats.org/officeDocument/2006/relationships/slideLayout" Target="../slideLayouts/slideLayout151.xml"/><Relationship Id="rId1" Type="http://schemas.openxmlformats.org/officeDocument/2006/relationships/slideLayout" Target="../slideLayouts/slideLayout123.xml"/><Relationship Id="rId6" Type="http://schemas.openxmlformats.org/officeDocument/2006/relationships/slideLayout" Target="../slideLayouts/slideLayout128.xml"/><Relationship Id="rId11" Type="http://schemas.openxmlformats.org/officeDocument/2006/relationships/slideLayout" Target="../slideLayouts/slideLayout133.xml"/><Relationship Id="rId24" Type="http://schemas.openxmlformats.org/officeDocument/2006/relationships/slideLayout" Target="../slideLayouts/slideLayout146.xml"/><Relationship Id="rId32" Type="http://schemas.openxmlformats.org/officeDocument/2006/relationships/slideLayout" Target="../slideLayouts/slideLayout154.xml"/><Relationship Id="rId37" Type="http://schemas.openxmlformats.org/officeDocument/2006/relationships/hyperlink" Target="https://www.linkedin.com/" TargetMode="External"/><Relationship Id="rId5" Type="http://schemas.openxmlformats.org/officeDocument/2006/relationships/slideLayout" Target="../slideLayouts/slideLayout127.xml"/><Relationship Id="rId15" Type="http://schemas.openxmlformats.org/officeDocument/2006/relationships/slideLayout" Target="../slideLayouts/slideLayout137.xml"/><Relationship Id="rId23" Type="http://schemas.openxmlformats.org/officeDocument/2006/relationships/slideLayout" Target="../slideLayouts/slideLayout145.xml"/><Relationship Id="rId28" Type="http://schemas.openxmlformats.org/officeDocument/2006/relationships/slideLayout" Target="../slideLayouts/slideLayout150.xml"/><Relationship Id="rId36" Type="http://schemas.openxmlformats.org/officeDocument/2006/relationships/hyperlink" Target="https://www.facebook.com/" TargetMode="External"/><Relationship Id="rId10" Type="http://schemas.openxmlformats.org/officeDocument/2006/relationships/slideLayout" Target="../slideLayouts/slideLayout132.xml"/><Relationship Id="rId19" Type="http://schemas.openxmlformats.org/officeDocument/2006/relationships/slideLayout" Target="../slideLayouts/slideLayout141.xml"/><Relationship Id="rId31" Type="http://schemas.openxmlformats.org/officeDocument/2006/relationships/slideLayout" Target="../slideLayouts/slideLayout153.xml"/><Relationship Id="rId4" Type="http://schemas.openxmlformats.org/officeDocument/2006/relationships/slideLayout" Target="../slideLayouts/slideLayout126.xml"/><Relationship Id="rId9" Type="http://schemas.openxmlformats.org/officeDocument/2006/relationships/slideLayout" Target="../slideLayouts/slideLayout131.xml"/><Relationship Id="rId14" Type="http://schemas.openxmlformats.org/officeDocument/2006/relationships/slideLayout" Target="../slideLayouts/slideLayout136.xml"/><Relationship Id="rId22" Type="http://schemas.openxmlformats.org/officeDocument/2006/relationships/slideLayout" Target="../slideLayouts/slideLayout144.xml"/><Relationship Id="rId27" Type="http://schemas.openxmlformats.org/officeDocument/2006/relationships/slideLayout" Target="../slideLayouts/slideLayout149.xml"/><Relationship Id="rId30" Type="http://schemas.openxmlformats.org/officeDocument/2006/relationships/slideLayout" Target="../slideLayouts/slideLayout152.xml"/><Relationship Id="rId35" Type="http://schemas.openxmlformats.org/officeDocument/2006/relationships/theme" Target="../theme/theme8.xml"/><Relationship Id="rId8" Type="http://schemas.openxmlformats.org/officeDocument/2006/relationships/slideLayout" Target="../slideLayouts/slideLayout130.xml"/><Relationship Id="rId3" Type="http://schemas.openxmlformats.org/officeDocument/2006/relationships/slideLayout" Target="../slideLayouts/slideLayout1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9Slide.vn - 2019">
            <a:extLst>
              <a:ext uri="{FF2B5EF4-FFF2-40B4-BE49-F238E27FC236}">
                <a16:creationId xmlns:a16="http://schemas.microsoft.com/office/drawing/2014/main" id="{CE241F7C-D598-A39A-266B-020490C92928}"/>
              </a:ext>
            </a:extLst>
          </p:cNvPr>
          <p:cNvSpPr txBox="1"/>
          <p:nvPr userDrawn="1"/>
        </p:nvSpPr>
        <p:spPr>
          <a:xfrm>
            <a:off x="0" y="-804565"/>
            <a:ext cx="12192000" cy="461665"/>
          </a:xfrm>
          <a:prstGeom prst="rect">
            <a:avLst/>
          </a:prstGeom>
          <a:noFill/>
        </p:spPr>
        <p:txBody>
          <a:bodyPr vert="horz" rtlCol="0">
            <a:spAutoFit/>
          </a:bodyPr>
          <a:lstStyle/>
          <a:p>
            <a:pPr algn="ctr"/>
            <a:r>
              <a:rPr lang="en-US" sz="2400">
                <a:solidFill>
                  <a:srgbClr val="CFCFCF"/>
                </a:solidFill>
              </a:rPr>
              <a:t>www.9slide.vn</a:t>
            </a:r>
          </a:p>
        </p:txBody>
      </p:sp>
      <p:sp>
        <p:nvSpPr>
          <p:cNvPr id="2" name="Title Placeholder 1">
            <a:extLst>
              <a:ext uri="{FF2B5EF4-FFF2-40B4-BE49-F238E27FC236}">
                <a16:creationId xmlns:a16="http://schemas.microsoft.com/office/drawing/2014/main" id="{035F01B7-5EB5-F400-8A99-5CA272BFB1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8E2178-D2F2-2A9A-7D48-E832466F13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D3998D-94A1-BDF4-3538-4558F4421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42C9C4-B937-43C4-9FA9-C1F473DE3F09}" type="datetimeFigureOut">
              <a:rPr lang="en-US" smtClean="0"/>
              <a:t>12/5/2022</a:t>
            </a:fld>
            <a:endParaRPr lang="en-US"/>
          </a:p>
        </p:txBody>
      </p:sp>
      <p:sp>
        <p:nvSpPr>
          <p:cNvPr id="5" name="Footer Placeholder 4">
            <a:extLst>
              <a:ext uri="{FF2B5EF4-FFF2-40B4-BE49-F238E27FC236}">
                <a16:creationId xmlns:a16="http://schemas.microsoft.com/office/drawing/2014/main" id="{E7F9EF30-F70B-9CC6-1B86-6D03F192FC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DA5BC87-E33C-CAC5-CBAB-E6DFE3AEF1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98B72D-880B-41A5-A203-1E18CD576375}" type="slidenum">
              <a:rPr lang="en-US" smtClean="0"/>
              <a:t>‹#›</a:t>
            </a:fld>
            <a:endParaRPr lang="en-US"/>
          </a:p>
        </p:txBody>
      </p:sp>
    </p:spTree>
    <p:extLst>
      <p:ext uri="{BB962C8B-B14F-4D97-AF65-F5344CB8AC3E}">
        <p14:creationId xmlns:p14="http://schemas.microsoft.com/office/powerpoint/2010/main" val="32768609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9Slide.vn - 2019">
            <a:extLst>
              <a:ext uri="{FF2B5EF4-FFF2-40B4-BE49-F238E27FC236}">
                <a16:creationId xmlns:a16="http://schemas.microsoft.com/office/drawing/2014/main" id="{384AE63D-E47F-C68D-D8F6-8169DFAD6998}"/>
              </a:ext>
            </a:extLst>
          </p:cNvPr>
          <p:cNvSpPr txBox="1"/>
          <p:nvPr userDrawn="1"/>
        </p:nvSpPr>
        <p:spPr>
          <a:xfrm>
            <a:off x="0" y="-804565"/>
            <a:ext cx="12192000" cy="461665"/>
          </a:xfrm>
          <a:prstGeom prst="rect">
            <a:avLst/>
          </a:prstGeom>
          <a:noFill/>
        </p:spPr>
        <p:txBody>
          <a:bodyPr vert="horz" wrap="square" rtlCol="0">
            <a:spAutoFit/>
          </a:bodyPr>
          <a:lstStyle/>
          <a:p>
            <a:pPr algn="ctr"/>
            <a:r>
              <a:rPr lang="en-US" sz="2400">
                <a:solidFill>
                  <a:srgbClr val="CFCFCF"/>
                </a:solidFill>
              </a:rPr>
              <a:t>www.9slide.vn</a:t>
            </a:r>
          </a:p>
        </p:txBody>
      </p:sp>
      <p:sp>
        <p:nvSpPr>
          <p:cNvPr id="7" name="TextBox 6">
            <a:extLst>
              <a:ext uri="{FF2B5EF4-FFF2-40B4-BE49-F238E27FC236}">
                <a16:creationId xmlns:a16="http://schemas.microsoft.com/office/drawing/2014/main" id="{2C0609E7-B21A-44A3-8DFD-8D2964CD8535}"/>
              </a:ext>
            </a:extLst>
          </p:cNvPr>
          <p:cNvSpPr txBox="1"/>
          <p:nvPr/>
        </p:nvSpPr>
        <p:spPr>
          <a:xfrm rot="16200000">
            <a:off x="10547818" y="2927923"/>
            <a:ext cx="2507418" cy="246221"/>
          </a:xfrm>
          <a:prstGeom prst="rect">
            <a:avLst/>
          </a:prstGeom>
          <a:noFill/>
        </p:spPr>
        <p:txBody>
          <a:bodyPr wrap="none" rtlCol="0" anchor="ctr">
            <a:spAutoFit/>
          </a:bodyPr>
          <a:lstStyle/>
          <a:p>
            <a:pPr algn="l"/>
            <a:r>
              <a:rPr lang="en-US" sz="1000" b="1">
                <a:solidFill>
                  <a:schemeClr val="tx1"/>
                </a:solidFill>
                <a:latin typeface="+mj-lt"/>
              </a:rPr>
              <a:t>Massive X</a:t>
            </a:r>
            <a:r>
              <a:rPr lang="en-US" sz="1000">
                <a:solidFill>
                  <a:schemeClr val="tx1"/>
                </a:solidFill>
              </a:rPr>
              <a:t> presentation to </a:t>
            </a:r>
            <a:r>
              <a:rPr lang="en-US" sz="1000" b="0">
                <a:solidFill>
                  <a:schemeClr val="tx1"/>
                </a:solidFill>
              </a:rPr>
              <a:t>DesignBall</a:t>
            </a:r>
            <a:r>
              <a:rPr lang="en-US" sz="1000">
                <a:solidFill>
                  <a:schemeClr val="tx1"/>
                </a:solidFill>
              </a:rPr>
              <a:t> team</a:t>
            </a:r>
          </a:p>
        </p:txBody>
      </p:sp>
      <p:sp>
        <p:nvSpPr>
          <p:cNvPr id="9" name="TextBox 8">
            <a:extLst>
              <a:ext uri="{FF2B5EF4-FFF2-40B4-BE49-F238E27FC236}">
                <a16:creationId xmlns:a16="http://schemas.microsoft.com/office/drawing/2014/main" id="{0A9DEC81-A035-4291-8FEC-7FC53A59434A}"/>
              </a:ext>
            </a:extLst>
          </p:cNvPr>
          <p:cNvSpPr txBox="1"/>
          <p:nvPr/>
        </p:nvSpPr>
        <p:spPr>
          <a:xfrm rot="16200000">
            <a:off x="-706400" y="3213557"/>
            <a:ext cx="2193749" cy="430887"/>
          </a:xfrm>
          <a:prstGeom prst="rect">
            <a:avLst/>
          </a:prstGeom>
          <a:noFill/>
        </p:spPr>
        <p:txBody>
          <a:bodyPr wrap="square" rtlCol="0">
            <a:spAutoFit/>
          </a:bodyPr>
          <a:lstStyle/>
          <a:p>
            <a:pPr algn="ctr"/>
            <a:r>
              <a:rPr lang="en-US" sz="2200" b="1">
                <a:solidFill>
                  <a:schemeClr val="accent1"/>
                </a:solidFill>
                <a:latin typeface="Century Gothic" panose="020B0502020202020204" pitchFamily="34" charset="0"/>
              </a:rPr>
              <a:t>Massive X</a:t>
            </a:r>
          </a:p>
        </p:txBody>
      </p:sp>
      <p:sp>
        <p:nvSpPr>
          <p:cNvPr id="10" name="Oval 9">
            <a:extLst>
              <a:ext uri="{FF2B5EF4-FFF2-40B4-BE49-F238E27FC236}">
                <a16:creationId xmlns:a16="http://schemas.microsoft.com/office/drawing/2014/main" id="{DC360901-01AD-4430-8498-AB1A082771C1}"/>
              </a:ext>
            </a:extLst>
          </p:cNvPr>
          <p:cNvSpPr/>
          <p:nvPr/>
        </p:nvSpPr>
        <p:spPr>
          <a:xfrm>
            <a:off x="364772" y="369582"/>
            <a:ext cx="51405" cy="51412"/>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 name="Oval 10">
            <a:extLst>
              <a:ext uri="{FF2B5EF4-FFF2-40B4-BE49-F238E27FC236}">
                <a16:creationId xmlns:a16="http://schemas.microsoft.com/office/drawing/2014/main" id="{E1BF17D6-2B7C-4C41-8849-23DB4B7E1C12}"/>
              </a:ext>
            </a:extLst>
          </p:cNvPr>
          <p:cNvSpPr/>
          <p:nvPr/>
        </p:nvSpPr>
        <p:spPr>
          <a:xfrm>
            <a:off x="364772" y="518410"/>
            <a:ext cx="51405" cy="51412"/>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Oval 11">
            <a:extLst>
              <a:ext uri="{FF2B5EF4-FFF2-40B4-BE49-F238E27FC236}">
                <a16:creationId xmlns:a16="http://schemas.microsoft.com/office/drawing/2014/main" id="{7A9D41FB-1A1C-4F29-8C1E-719377825060}"/>
              </a:ext>
            </a:extLst>
          </p:cNvPr>
          <p:cNvSpPr/>
          <p:nvPr/>
        </p:nvSpPr>
        <p:spPr>
          <a:xfrm>
            <a:off x="364772" y="667238"/>
            <a:ext cx="51405" cy="51412"/>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3" name="Slide Number Placeholder 5">
            <a:extLst>
              <a:ext uri="{FF2B5EF4-FFF2-40B4-BE49-F238E27FC236}">
                <a16:creationId xmlns:a16="http://schemas.microsoft.com/office/drawing/2014/main" id="{9A9AFC40-C19C-466C-9791-7DEB2FEE23C0}"/>
              </a:ext>
            </a:extLst>
          </p:cNvPr>
          <p:cNvSpPr txBox="1">
            <a:spLocks/>
          </p:cNvSpPr>
          <p:nvPr/>
        </p:nvSpPr>
        <p:spPr>
          <a:xfrm>
            <a:off x="11702935" y="4438872"/>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chemeClr val="tx1">
                    <a:lumMod val="90000"/>
                    <a:lumOff val="10000"/>
                  </a:schemeClr>
                </a:solidFill>
                <a:latin typeface="+mj-lt"/>
              </a:rPr>
              <a:pPr algn="ctr"/>
              <a:t>‹#›</a:t>
            </a:fld>
            <a:endParaRPr lang="en-US" sz="700" b="1">
              <a:solidFill>
                <a:schemeClr val="tx1">
                  <a:lumMod val="90000"/>
                  <a:lumOff val="10000"/>
                </a:schemeClr>
              </a:solidFill>
              <a:latin typeface="+mj-lt"/>
            </a:endParaRPr>
          </a:p>
        </p:txBody>
      </p:sp>
      <p:sp>
        <p:nvSpPr>
          <p:cNvPr id="19" name="Rectangle 18">
            <a:extLst>
              <a:ext uri="{FF2B5EF4-FFF2-40B4-BE49-F238E27FC236}">
                <a16:creationId xmlns:a16="http://schemas.microsoft.com/office/drawing/2014/main" id="{7DD0F637-39BC-413B-92B5-921A8A832E4F}"/>
              </a:ext>
            </a:extLst>
          </p:cNvPr>
          <p:cNvSpPr/>
          <p:nvPr/>
        </p:nvSpPr>
        <p:spPr>
          <a:xfrm>
            <a:off x="262392" y="5977044"/>
            <a:ext cx="292068" cy="338554"/>
          </a:xfrm>
          <a:prstGeom prst="rect">
            <a:avLst/>
          </a:prstGeom>
        </p:spPr>
        <p:txBody>
          <a:bodyPr wrap="none" anchor="ctr">
            <a:spAutoFit/>
          </a:bodyPr>
          <a:lstStyle/>
          <a:p>
            <a:pPr algn="ctr"/>
            <a:r>
              <a:rPr lang="en-US" sz="1600">
                <a:solidFill>
                  <a:schemeClr val="tx1">
                    <a:lumMod val="25000"/>
                    <a:lumOff val="75000"/>
                  </a:schemeClr>
                </a:solidFill>
                <a:latin typeface="Designball-Social-01" pitchFamily="2" charset="0"/>
              </a:rPr>
              <a:t>b</a:t>
            </a:r>
          </a:p>
        </p:txBody>
      </p:sp>
      <p:sp>
        <p:nvSpPr>
          <p:cNvPr id="20" name="Rectangle 19">
            <a:extLst>
              <a:ext uri="{FF2B5EF4-FFF2-40B4-BE49-F238E27FC236}">
                <a16:creationId xmlns:a16="http://schemas.microsoft.com/office/drawing/2014/main" id="{C65B773D-D380-4D28-842C-CAEB2EA06CFE}"/>
              </a:ext>
            </a:extLst>
          </p:cNvPr>
          <p:cNvSpPr/>
          <p:nvPr/>
        </p:nvSpPr>
        <p:spPr>
          <a:xfrm>
            <a:off x="261591" y="5659343"/>
            <a:ext cx="293670" cy="338554"/>
          </a:xfrm>
          <a:prstGeom prst="rect">
            <a:avLst/>
          </a:prstGeom>
        </p:spPr>
        <p:txBody>
          <a:bodyPr wrap="none" anchor="ctr">
            <a:spAutoFit/>
          </a:bodyPr>
          <a:lstStyle/>
          <a:p>
            <a:pPr algn="ctr"/>
            <a:r>
              <a:rPr lang="en-US" sz="1600">
                <a:solidFill>
                  <a:schemeClr val="tx1">
                    <a:lumMod val="25000"/>
                    <a:lumOff val="75000"/>
                  </a:schemeClr>
                </a:solidFill>
                <a:latin typeface="Designball-Social-01" pitchFamily="2" charset="0"/>
              </a:rPr>
              <a:t>C</a:t>
            </a:r>
          </a:p>
        </p:txBody>
      </p:sp>
      <p:sp>
        <p:nvSpPr>
          <p:cNvPr id="21" name="Rectangle 20">
            <a:extLst>
              <a:ext uri="{FF2B5EF4-FFF2-40B4-BE49-F238E27FC236}">
                <a16:creationId xmlns:a16="http://schemas.microsoft.com/office/drawing/2014/main" id="{B806F911-4D41-42F8-A22A-93B4C580A4FA}"/>
              </a:ext>
            </a:extLst>
          </p:cNvPr>
          <p:cNvSpPr/>
          <p:nvPr/>
        </p:nvSpPr>
        <p:spPr>
          <a:xfrm>
            <a:off x="272812" y="6294746"/>
            <a:ext cx="271229" cy="338554"/>
          </a:xfrm>
          <a:prstGeom prst="rect">
            <a:avLst/>
          </a:prstGeom>
        </p:spPr>
        <p:txBody>
          <a:bodyPr wrap="none" anchor="ctr">
            <a:spAutoFit/>
          </a:bodyPr>
          <a:lstStyle/>
          <a:p>
            <a:pPr algn="ctr"/>
            <a:r>
              <a:rPr lang="en-US" sz="1600">
                <a:solidFill>
                  <a:schemeClr val="tx1">
                    <a:lumMod val="25000"/>
                    <a:lumOff val="75000"/>
                  </a:schemeClr>
                </a:solidFill>
                <a:latin typeface="Designball-Social-01" pitchFamily="2" charset="0"/>
              </a:rPr>
              <a:t>c</a:t>
            </a:r>
          </a:p>
        </p:txBody>
      </p:sp>
      <p:sp>
        <p:nvSpPr>
          <p:cNvPr id="22" name="Rectangle 21">
            <a:hlinkClick r:id="rId13"/>
            <a:extLst>
              <a:ext uri="{FF2B5EF4-FFF2-40B4-BE49-F238E27FC236}">
                <a16:creationId xmlns:a16="http://schemas.microsoft.com/office/drawing/2014/main" id="{C1A05CED-D825-4423-B437-E98239752205}"/>
              </a:ext>
            </a:extLst>
          </p:cNvPr>
          <p:cNvSpPr/>
          <p:nvPr/>
        </p:nvSpPr>
        <p:spPr>
          <a:xfrm>
            <a:off x="325196" y="6037649"/>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tx1">
                  <a:lumMod val="25000"/>
                  <a:lumOff val="75000"/>
                </a:schemeClr>
              </a:solidFill>
            </a:endParaRPr>
          </a:p>
        </p:txBody>
      </p:sp>
      <p:sp>
        <p:nvSpPr>
          <p:cNvPr id="24" name="Rectangle 23">
            <a:hlinkClick r:id="rId14"/>
            <a:extLst>
              <a:ext uri="{FF2B5EF4-FFF2-40B4-BE49-F238E27FC236}">
                <a16:creationId xmlns:a16="http://schemas.microsoft.com/office/drawing/2014/main" id="{C3BFFE27-40D7-4368-A3B4-782C986B1372}"/>
              </a:ext>
            </a:extLst>
          </p:cNvPr>
          <p:cNvSpPr/>
          <p:nvPr/>
        </p:nvSpPr>
        <p:spPr>
          <a:xfrm>
            <a:off x="325196" y="5722264"/>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tx1">
                  <a:lumMod val="25000"/>
                  <a:lumOff val="75000"/>
                </a:schemeClr>
              </a:solidFill>
            </a:endParaRPr>
          </a:p>
        </p:txBody>
      </p:sp>
      <p:sp>
        <p:nvSpPr>
          <p:cNvPr id="25" name="Rectangle 24">
            <a:hlinkClick r:id="rId15"/>
            <a:extLst>
              <a:ext uri="{FF2B5EF4-FFF2-40B4-BE49-F238E27FC236}">
                <a16:creationId xmlns:a16="http://schemas.microsoft.com/office/drawing/2014/main" id="{3EC3E93D-FF4A-45D0-B764-196D70240EE1}"/>
              </a:ext>
            </a:extLst>
          </p:cNvPr>
          <p:cNvSpPr/>
          <p:nvPr/>
        </p:nvSpPr>
        <p:spPr>
          <a:xfrm>
            <a:off x="325196" y="6353035"/>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tx1">
                  <a:lumMod val="25000"/>
                  <a:lumOff val="75000"/>
                </a:schemeClr>
              </a:solidFill>
            </a:endParaRPr>
          </a:p>
        </p:txBody>
      </p:sp>
    </p:spTree>
    <p:extLst>
      <p:ext uri="{BB962C8B-B14F-4D97-AF65-F5344CB8AC3E}">
        <p14:creationId xmlns:p14="http://schemas.microsoft.com/office/powerpoint/2010/main" val="39425815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812" r:id="rId11"/>
  </p:sldLayoutIdLst>
  <p:txStyles>
    <p:titleStyle>
      <a:lvl1pPr algn="l" defTabSz="914217"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54" indent="-228554" algn="l" defTabSz="914217"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663" indent="-228554" algn="l" defTabSz="91421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771" indent="-228554" algn="l" defTabSz="91421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880"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989"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097"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206"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14"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423"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0">
          <p15:clr>
            <a:srgbClr val="F26B43"/>
          </p15:clr>
        </p15:guide>
        <p15:guide id="2" pos="7681">
          <p15:clr>
            <a:srgbClr val="F26B43"/>
          </p15:clr>
        </p15:guide>
        <p15:guide id="3" orient="horz" pos="816">
          <p15:clr>
            <a:srgbClr val="F26B43"/>
          </p15:clr>
        </p15:guide>
        <p15:guide id="4" orient="horz" pos="7776">
          <p15:clr>
            <a:srgbClr val="F26B43"/>
          </p15:clr>
        </p15:guide>
        <p15:guide id="5" pos="14377">
          <p15:clr>
            <a:srgbClr val="F26B43"/>
          </p15:clr>
        </p15:guide>
        <p15:guide id="6" pos="985">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9Slide.vn - 2019">
            <a:extLst>
              <a:ext uri="{FF2B5EF4-FFF2-40B4-BE49-F238E27FC236}">
                <a16:creationId xmlns:a16="http://schemas.microsoft.com/office/drawing/2014/main" id="{44A3D10A-6F3F-3594-F3A1-A7939ECF6E47}"/>
              </a:ext>
            </a:extLst>
          </p:cNvPr>
          <p:cNvSpPr txBox="1"/>
          <p:nvPr userDrawn="1"/>
        </p:nvSpPr>
        <p:spPr>
          <a:xfrm>
            <a:off x="0" y="-804565"/>
            <a:ext cx="12192000" cy="461665"/>
          </a:xfrm>
          <a:prstGeom prst="rect">
            <a:avLst/>
          </a:prstGeom>
          <a:noFill/>
        </p:spPr>
        <p:txBody>
          <a:bodyPr vert="horz" wrap="square" rtlCol="0">
            <a:spAutoFit/>
          </a:bodyPr>
          <a:lstStyle/>
          <a:p>
            <a:pPr algn="ctr"/>
            <a:r>
              <a:rPr lang="en-US" sz="2400">
                <a:solidFill>
                  <a:srgbClr val="CFCFCF"/>
                </a:solidFill>
              </a:rPr>
              <a:t>www.9slide.vn</a:t>
            </a:r>
          </a:p>
        </p:txBody>
      </p:sp>
      <p:sp>
        <p:nvSpPr>
          <p:cNvPr id="7" name="TextBox 6">
            <a:extLst>
              <a:ext uri="{FF2B5EF4-FFF2-40B4-BE49-F238E27FC236}">
                <a16:creationId xmlns:a16="http://schemas.microsoft.com/office/drawing/2014/main" id="{2C0609E7-B21A-44A3-8DFD-8D2964CD8535}"/>
              </a:ext>
            </a:extLst>
          </p:cNvPr>
          <p:cNvSpPr txBox="1"/>
          <p:nvPr userDrawn="1"/>
        </p:nvSpPr>
        <p:spPr>
          <a:xfrm rot="16200000">
            <a:off x="10547818" y="2927923"/>
            <a:ext cx="2507418" cy="246221"/>
          </a:xfrm>
          <a:prstGeom prst="rect">
            <a:avLst/>
          </a:prstGeom>
          <a:noFill/>
        </p:spPr>
        <p:txBody>
          <a:bodyPr wrap="none" rtlCol="0" anchor="ctr">
            <a:spAutoFit/>
          </a:bodyPr>
          <a:lstStyle/>
          <a:p>
            <a:pPr algn="l"/>
            <a:r>
              <a:rPr lang="en-US" sz="1000" b="1">
                <a:solidFill>
                  <a:schemeClr val="tx1"/>
                </a:solidFill>
                <a:latin typeface="+mj-lt"/>
              </a:rPr>
              <a:t>Massive X</a:t>
            </a:r>
            <a:r>
              <a:rPr lang="en-US" sz="1000">
                <a:solidFill>
                  <a:schemeClr val="tx1"/>
                </a:solidFill>
              </a:rPr>
              <a:t> presentation to </a:t>
            </a:r>
            <a:r>
              <a:rPr lang="en-US" sz="1000" b="0">
                <a:solidFill>
                  <a:schemeClr val="tx1"/>
                </a:solidFill>
              </a:rPr>
              <a:t>DesignBall</a:t>
            </a:r>
            <a:r>
              <a:rPr lang="en-US" sz="1000">
                <a:solidFill>
                  <a:schemeClr val="tx1"/>
                </a:solidFill>
              </a:rPr>
              <a:t> team</a:t>
            </a:r>
          </a:p>
        </p:txBody>
      </p:sp>
      <p:sp>
        <p:nvSpPr>
          <p:cNvPr id="9" name="TextBox 8">
            <a:extLst>
              <a:ext uri="{FF2B5EF4-FFF2-40B4-BE49-F238E27FC236}">
                <a16:creationId xmlns:a16="http://schemas.microsoft.com/office/drawing/2014/main" id="{0A9DEC81-A035-4291-8FEC-7FC53A59434A}"/>
              </a:ext>
            </a:extLst>
          </p:cNvPr>
          <p:cNvSpPr txBox="1"/>
          <p:nvPr userDrawn="1"/>
        </p:nvSpPr>
        <p:spPr>
          <a:xfrm rot="16200000">
            <a:off x="-706400" y="3213557"/>
            <a:ext cx="2193749" cy="430887"/>
          </a:xfrm>
          <a:prstGeom prst="rect">
            <a:avLst/>
          </a:prstGeom>
          <a:noFill/>
        </p:spPr>
        <p:txBody>
          <a:bodyPr wrap="square" rtlCol="0">
            <a:spAutoFit/>
          </a:bodyPr>
          <a:lstStyle/>
          <a:p>
            <a:pPr algn="ctr"/>
            <a:r>
              <a:rPr lang="en-US" sz="2200" b="1">
                <a:solidFill>
                  <a:schemeClr val="accent1"/>
                </a:solidFill>
                <a:latin typeface="Century Gothic" panose="020B0502020202020204" pitchFamily="34" charset="0"/>
              </a:rPr>
              <a:t>Massive X</a:t>
            </a:r>
          </a:p>
        </p:txBody>
      </p:sp>
      <p:sp>
        <p:nvSpPr>
          <p:cNvPr id="10" name="Oval 9">
            <a:extLst>
              <a:ext uri="{FF2B5EF4-FFF2-40B4-BE49-F238E27FC236}">
                <a16:creationId xmlns:a16="http://schemas.microsoft.com/office/drawing/2014/main" id="{DC360901-01AD-4430-8498-AB1A082771C1}"/>
              </a:ext>
            </a:extLst>
          </p:cNvPr>
          <p:cNvSpPr/>
          <p:nvPr userDrawn="1"/>
        </p:nvSpPr>
        <p:spPr>
          <a:xfrm>
            <a:off x="364772" y="369582"/>
            <a:ext cx="51405" cy="51412"/>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 name="Oval 10">
            <a:extLst>
              <a:ext uri="{FF2B5EF4-FFF2-40B4-BE49-F238E27FC236}">
                <a16:creationId xmlns:a16="http://schemas.microsoft.com/office/drawing/2014/main" id="{E1BF17D6-2B7C-4C41-8849-23DB4B7E1C12}"/>
              </a:ext>
            </a:extLst>
          </p:cNvPr>
          <p:cNvSpPr/>
          <p:nvPr userDrawn="1"/>
        </p:nvSpPr>
        <p:spPr>
          <a:xfrm>
            <a:off x="364772" y="518410"/>
            <a:ext cx="51405" cy="51412"/>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Oval 11">
            <a:extLst>
              <a:ext uri="{FF2B5EF4-FFF2-40B4-BE49-F238E27FC236}">
                <a16:creationId xmlns:a16="http://schemas.microsoft.com/office/drawing/2014/main" id="{7A9D41FB-1A1C-4F29-8C1E-719377825060}"/>
              </a:ext>
            </a:extLst>
          </p:cNvPr>
          <p:cNvSpPr/>
          <p:nvPr userDrawn="1"/>
        </p:nvSpPr>
        <p:spPr>
          <a:xfrm>
            <a:off x="364772" y="667238"/>
            <a:ext cx="51405" cy="51412"/>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3" name="Slide Number Placeholder 5">
            <a:extLst>
              <a:ext uri="{FF2B5EF4-FFF2-40B4-BE49-F238E27FC236}">
                <a16:creationId xmlns:a16="http://schemas.microsoft.com/office/drawing/2014/main" id="{9A9AFC40-C19C-466C-9791-7DEB2FEE23C0}"/>
              </a:ext>
            </a:extLst>
          </p:cNvPr>
          <p:cNvSpPr txBox="1">
            <a:spLocks/>
          </p:cNvSpPr>
          <p:nvPr userDrawn="1"/>
        </p:nvSpPr>
        <p:spPr>
          <a:xfrm>
            <a:off x="11702935" y="4438872"/>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chemeClr val="tx1">
                    <a:lumMod val="90000"/>
                    <a:lumOff val="10000"/>
                  </a:schemeClr>
                </a:solidFill>
                <a:latin typeface="+mj-lt"/>
              </a:rPr>
              <a:pPr algn="ctr"/>
              <a:t>‹#›</a:t>
            </a:fld>
            <a:endParaRPr lang="en-US" sz="700" b="1">
              <a:solidFill>
                <a:schemeClr val="tx1">
                  <a:lumMod val="90000"/>
                  <a:lumOff val="10000"/>
                </a:schemeClr>
              </a:solidFill>
              <a:latin typeface="+mj-lt"/>
            </a:endParaRPr>
          </a:p>
        </p:txBody>
      </p:sp>
      <p:sp>
        <p:nvSpPr>
          <p:cNvPr id="19" name="Rectangle 18">
            <a:extLst>
              <a:ext uri="{FF2B5EF4-FFF2-40B4-BE49-F238E27FC236}">
                <a16:creationId xmlns:a16="http://schemas.microsoft.com/office/drawing/2014/main" id="{66CD4B45-DE3A-4B59-B7B6-590FD82FF4A1}"/>
              </a:ext>
            </a:extLst>
          </p:cNvPr>
          <p:cNvSpPr/>
          <p:nvPr userDrawn="1"/>
        </p:nvSpPr>
        <p:spPr>
          <a:xfrm>
            <a:off x="262392" y="5977044"/>
            <a:ext cx="292068" cy="338554"/>
          </a:xfrm>
          <a:prstGeom prst="rect">
            <a:avLst/>
          </a:prstGeom>
        </p:spPr>
        <p:txBody>
          <a:bodyPr wrap="none" anchor="ctr">
            <a:spAutoFit/>
          </a:bodyPr>
          <a:lstStyle/>
          <a:p>
            <a:pPr algn="ctr"/>
            <a:r>
              <a:rPr lang="en-US" sz="1600">
                <a:solidFill>
                  <a:schemeClr val="tx1">
                    <a:lumMod val="75000"/>
                    <a:lumOff val="25000"/>
                  </a:schemeClr>
                </a:solidFill>
                <a:latin typeface="Designball-Social-01" pitchFamily="2" charset="0"/>
              </a:rPr>
              <a:t>b</a:t>
            </a:r>
          </a:p>
        </p:txBody>
      </p:sp>
      <p:sp>
        <p:nvSpPr>
          <p:cNvPr id="20" name="Rectangle 19">
            <a:extLst>
              <a:ext uri="{FF2B5EF4-FFF2-40B4-BE49-F238E27FC236}">
                <a16:creationId xmlns:a16="http://schemas.microsoft.com/office/drawing/2014/main" id="{C1DBF76F-A5BF-4FE4-9E19-DA0FF8895EED}"/>
              </a:ext>
            </a:extLst>
          </p:cNvPr>
          <p:cNvSpPr/>
          <p:nvPr userDrawn="1"/>
        </p:nvSpPr>
        <p:spPr>
          <a:xfrm>
            <a:off x="261591" y="5659343"/>
            <a:ext cx="293670" cy="338554"/>
          </a:xfrm>
          <a:prstGeom prst="rect">
            <a:avLst/>
          </a:prstGeom>
        </p:spPr>
        <p:txBody>
          <a:bodyPr wrap="none" anchor="ctr">
            <a:spAutoFit/>
          </a:bodyPr>
          <a:lstStyle/>
          <a:p>
            <a:pPr algn="ctr"/>
            <a:r>
              <a:rPr lang="en-US" sz="1600">
                <a:solidFill>
                  <a:schemeClr val="tx1">
                    <a:lumMod val="75000"/>
                    <a:lumOff val="25000"/>
                  </a:schemeClr>
                </a:solidFill>
                <a:latin typeface="Designball-Social-01" pitchFamily="2" charset="0"/>
              </a:rPr>
              <a:t>C</a:t>
            </a:r>
          </a:p>
        </p:txBody>
      </p:sp>
      <p:sp>
        <p:nvSpPr>
          <p:cNvPr id="21" name="Rectangle 20">
            <a:extLst>
              <a:ext uri="{FF2B5EF4-FFF2-40B4-BE49-F238E27FC236}">
                <a16:creationId xmlns:a16="http://schemas.microsoft.com/office/drawing/2014/main" id="{D8E2F99E-EA47-4EDD-93A2-372AC98AA753}"/>
              </a:ext>
            </a:extLst>
          </p:cNvPr>
          <p:cNvSpPr/>
          <p:nvPr userDrawn="1"/>
        </p:nvSpPr>
        <p:spPr>
          <a:xfrm>
            <a:off x="272812" y="6294746"/>
            <a:ext cx="271229" cy="338554"/>
          </a:xfrm>
          <a:prstGeom prst="rect">
            <a:avLst/>
          </a:prstGeom>
        </p:spPr>
        <p:txBody>
          <a:bodyPr wrap="none" anchor="ctr">
            <a:spAutoFit/>
          </a:bodyPr>
          <a:lstStyle/>
          <a:p>
            <a:pPr algn="ctr"/>
            <a:r>
              <a:rPr lang="en-US" sz="1600">
                <a:solidFill>
                  <a:schemeClr val="tx1">
                    <a:lumMod val="75000"/>
                    <a:lumOff val="25000"/>
                  </a:schemeClr>
                </a:solidFill>
                <a:latin typeface="Designball-Social-01" pitchFamily="2" charset="0"/>
              </a:rPr>
              <a:t>c</a:t>
            </a:r>
          </a:p>
        </p:txBody>
      </p:sp>
      <p:sp>
        <p:nvSpPr>
          <p:cNvPr id="17" name="Rectangle 16">
            <a:hlinkClick r:id="rId38"/>
            <a:extLst>
              <a:ext uri="{FF2B5EF4-FFF2-40B4-BE49-F238E27FC236}">
                <a16:creationId xmlns:a16="http://schemas.microsoft.com/office/drawing/2014/main" id="{5BD735A8-43BA-4459-B25B-E3B90F10C583}"/>
              </a:ext>
            </a:extLst>
          </p:cNvPr>
          <p:cNvSpPr/>
          <p:nvPr userDrawn="1"/>
        </p:nvSpPr>
        <p:spPr>
          <a:xfrm>
            <a:off x="325196" y="6037649"/>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tx1">
                  <a:lumMod val="25000"/>
                  <a:lumOff val="75000"/>
                </a:schemeClr>
              </a:solidFill>
            </a:endParaRPr>
          </a:p>
        </p:txBody>
      </p:sp>
      <p:sp>
        <p:nvSpPr>
          <p:cNvPr id="18" name="Rectangle 17">
            <a:hlinkClick r:id="rId39"/>
            <a:extLst>
              <a:ext uri="{FF2B5EF4-FFF2-40B4-BE49-F238E27FC236}">
                <a16:creationId xmlns:a16="http://schemas.microsoft.com/office/drawing/2014/main" id="{2DF9135E-E526-4CCC-9C22-56BB385A847C}"/>
              </a:ext>
            </a:extLst>
          </p:cNvPr>
          <p:cNvSpPr/>
          <p:nvPr userDrawn="1"/>
        </p:nvSpPr>
        <p:spPr>
          <a:xfrm>
            <a:off x="325196" y="5722264"/>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tx1">
                  <a:lumMod val="25000"/>
                  <a:lumOff val="75000"/>
                </a:schemeClr>
              </a:solidFill>
            </a:endParaRPr>
          </a:p>
        </p:txBody>
      </p:sp>
      <p:sp>
        <p:nvSpPr>
          <p:cNvPr id="26" name="Rectangle 25">
            <a:hlinkClick r:id="rId40"/>
            <a:extLst>
              <a:ext uri="{FF2B5EF4-FFF2-40B4-BE49-F238E27FC236}">
                <a16:creationId xmlns:a16="http://schemas.microsoft.com/office/drawing/2014/main" id="{45462E15-C4A9-4807-B343-3389E51B6F38}"/>
              </a:ext>
            </a:extLst>
          </p:cNvPr>
          <p:cNvSpPr/>
          <p:nvPr userDrawn="1"/>
        </p:nvSpPr>
        <p:spPr>
          <a:xfrm>
            <a:off x="325196" y="6353035"/>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tx1">
                  <a:lumMod val="25000"/>
                  <a:lumOff val="75000"/>
                </a:schemeClr>
              </a:solidFill>
            </a:endParaRPr>
          </a:p>
        </p:txBody>
      </p:sp>
    </p:spTree>
    <p:extLst>
      <p:ext uri="{BB962C8B-B14F-4D97-AF65-F5344CB8AC3E}">
        <p14:creationId xmlns:p14="http://schemas.microsoft.com/office/powerpoint/2010/main" val="697627093"/>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 id="2147483692" r:id="rId21"/>
    <p:sldLayoutId id="2147483693" r:id="rId22"/>
    <p:sldLayoutId id="2147483694" r:id="rId23"/>
    <p:sldLayoutId id="2147483695" r:id="rId24"/>
    <p:sldLayoutId id="2147483696" r:id="rId25"/>
    <p:sldLayoutId id="2147483697" r:id="rId26"/>
    <p:sldLayoutId id="2147483698" r:id="rId27"/>
    <p:sldLayoutId id="2147483699" r:id="rId28"/>
    <p:sldLayoutId id="2147483700" r:id="rId29"/>
    <p:sldLayoutId id="2147483701" r:id="rId30"/>
    <p:sldLayoutId id="2147483702" r:id="rId31"/>
    <p:sldLayoutId id="2147483703" r:id="rId32"/>
    <p:sldLayoutId id="2147483704" r:id="rId33"/>
    <p:sldLayoutId id="2147483705" r:id="rId34"/>
    <p:sldLayoutId id="2147483706" r:id="rId35"/>
    <p:sldLayoutId id="2147483811" r:id="rId36"/>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1+#ppt_w/2"/>
                                          </p:val>
                                        </p:tav>
                                        <p:tav tm="100000">
                                          <p:val>
                                            <p:strVal val="#ppt_x"/>
                                          </p:val>
                                        </p:tav>
                                      </p:tavLst>
                                    </p:anim>
                                    <p:anim calcmode="lin" valueType="num">
                                      <p:cBhvr additive="base">
                                        <p:cTn id="8" dur="10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txStyles>
    <p:titleStyle>
      <a:lvl1pPr algn="l" defTabSz="914217"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54" indent="-228554" algn="l" defTabSz="914217"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663" indent="-228554" algn="l" defTabSz="91421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771" indent="-228554" algn="l" defTabSz="91421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880"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989"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097"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206"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14"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423"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0">
          <p15:clr>
            <a:srgbClr val="F26B43"/>
          </p15:clr>
        </p15:guide>
        <p15:guide id="2" pos="7681">
          <p15:clr>
            <a:srgbClr val="F26B43"/>
          </p15:clr>
        </p15:guide>
        <p15:guide id="3" orient="horz" pos="816">
          <p15:clr>
            <a:srgbClr val="F26B43"/>
          </p15:clr>
        </p15:guide>
        <p15:guide id="4" orient="horz" pos="7776">
          <p15:clr>
            <a:srgbClr val="F26B43"/>
          </p15:clr>
        </p15:guide>
        <p15:guide id="5" pos="14377">
          <p15:clr>
            <a:srgbClr val="F26B43"/>
          </p15:clr>
        </p15:guide>
        <p15:guide id="6" pos="985">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E6EAF3"/>
        </a:solidFill>
        <a:effectLst/>
      </p:bgPr>
    </p:bg>
    <p:spTree>
      <p:nvGrpSpPr>
        <p:cNvPr id="1" name=""/>
        <p:cNvGrpSpPr/>
        <p:nvPr/>
      </p:nvGrpSpPr>
      <p:grpSpPr>
        <a:xfrm>
          <a:off x="0" y="0"/>
          <a:ext cx="0" cy="0"/>
          <a:chOff x="0" y="0"/>
          <a:chExt cx="0" cy="0"/>
        </a:xfrm>
      </p:grpSpPr>
      <p:sp>
        <p:nvSpPr>
          <p:cNvPr id="6" name="9Slide.vn - 2019">
            <a:extLst>
              <a:ext uri="{FF2B5EF4-FFF2-40B4-BE49-F238E27FC236}">
                <a16:creationId xmlns:a16="http://schemas.microsoft.com/office/drawing/2014/main" id="{931FF8D2-1C3C-EEE0-C118-DFD81B5BAF14}"/>
              </a:ext>
            </a:extLst>
          </p:cNvPr>
          <p:cNvSpPr txBox="1"/>
          <p:nvPr userDrawn="1"/>
        </p:nvSpPr>
        <p:spPr>
          <a:xfrm>
            <a:off x="0" y="-804565"/>
            <a:ext cx="12192000" cy="461665"/>
          </a:xfrm>
          <a:prstGeom prst="rect">
            <a:avLst/>
          </a:prstGeom>
          <a:noFill/>
        </p:spPr>
        <p:txBody>
          <a:bodyPr vert="horz" wrap="square" rtlCol="0">
            <a:spAutoFit/>
          </a:bodyPr>
          <a:lstStyle/>
          <a:p>
            <a:pPr algn="ctr"/>
            <a:r>
              <a:rPr lang="en-US" sz="2400">
                <a:solidFill>
                  <a:srgbClr val="CFCFCF"/>
                </a:solidFill>
              </a:rPr>
              <a:t>www.9slide.vn</a:t>
            </a:r>
          </a:p>
        </p:txBody>
      </p:sp>
    </p:spTree>
    <p:extLst>
      <p:ext uri="{BB962C8B-B14F-4D97-AF65-F5344CB8AC3E}">
        <p14:creationId xmlns:p14="http://schemas.microsoft.com/office/powerpoint/2010/main" val="1504028193"/>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 id="2147483728" r:id="rId21"/>
    <p:sldLayoutId id="2147483729" r:id="rId22"/>
    <p:sldLayoutId id="2147483730" r:id="rId23"/>
    <p:sldLayoutId id="2147483731" r:id="rId24"/>
    <p:sldLayoutId id="2147483732" r:id="rId25"/>
    <p:sldLayoutId id="2147483733" r:id="rId26"/>
    <p:sldLayoutId id="2147483734" r:id="rId27"/>
    <p:sldLayoutId id="2147483735" r:id="rId28"/>
    <p:sldLayoutId id="2147483736" r:id="rId29"/>
    <p:sldLayoutId id="2147483737" r:id="rId30"/>
    <p:sldLayoutId id="2147483738" r:id="rId31"/>
    <p:sldLayoutId id="2147483739" r:id="rId32"/>
  </p:sldLayoutIdLst>
  <p:txStyles>
    <p:titleStyle>
      <a:lvl1pPr algn="l" defTabSz="914217"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54" indent="-228554" algn="l" defTabSz="914217"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663" indent="-228554" algn="l" defTabSz="91421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771" indent="-228554" algn="l" defTabSz="91421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880"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989"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097"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206"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14"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423"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0">
          <p15:clr>
            <a:srgbClr val="F26B43"/>
          </p15:clr>
        </p15:guide>
        <p15:guide id="2" pos="7681">
          <p15:clr>
            <a:srgbClr val="F26B43"/>
          </p15:clr>
        </p15:guide>
        <p15:guide id="3" orient="horz" pos="624">
          <p15:clr>
            <a:srgbClr val="F26B43"/>
          </p15:clr>
        </p15:guide>
        <p15:guide id="4" orient="horz" pos="8016">
          <p15:clr>
            <a:srgbClr val="F26B43"/>
          </p15:clr>
        </p15:guide>
        <p15:guide id="6" pos="625">
          <p15:clr>
            <a:srgbClr val="F26B43"/>
          </p15:clr>
        </p15:guide>
        <p15:guide id="7" orient="horz">
          <p15:clr>
            <a:srgbClr val="F26B43"/>
          </p15:clr>
        </p15:guide>
        <p15:guide id="8" orient="horz" pos="8640">
          <p15:clr>
            <a:srgbClr val="F26B43"/>
          </p15:clr>
        </p15:guide>
        <p15:guide id="9">
          <p15:clr>
            <a:srgbClr val="F26B43"/>
          </p15:clr>
        </p15:guide>
        <p15:guide id="10" pos="14737">
          <p15:clr>
            <a:srgbClr val="F26B43"/>
          </p15:clr>
        </p15:guide>
        <p15:guide id="11" pos="1536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9Slide.vn - 2019">
            <a:extLst>
              <a:ext uri="{FF2B5EF4-FFF2-40B4-BE49-F238E27FC236}">
                <a16:creationId xmlns:a16="http://schemas.microsoft.com/office/drawing/2014/main" id="{86914CB8-EA09-CBEB-01D4-C39E09D3DE80}"/>
              </a:ext>
            </a:extLst>
          </p:cNvPr>
          <p:cNvSpPr txBox="1"/>
          <p:nvPr userDrawn="1"/>
        </p:nvSpPr>
        <p:spPr>
          <a:xfrm>
            <a:off x="0" y="-804565"/>
            <a:ext cx="12192000" cy="461665"/>
          </a:xfrm>
          <a:prstGeom prst="rect">
            <a:avLst/>
          </a:prstGeom>
          <a:noFill/>
        </p:spPr>
        <p:txBody>
          <a:bodyPr vert="horz" wrap="square" rtlCol="0">
            <a:spAutoFit/>
          </a:bodyPr>
          <a:lstStyle/>
          <a:p>
            <a:pPr algn="ctr"/>
            <a:r>
              <a:rPr lang="en-US" sz="2400">
                <a:solidFill>
                  <a:srgbClr val="CFCFCF"/>
                </a:solidFill>
              </a:rPr>
              <a:t>www.9slide.vn</a:t>
            </a:r>
          </a:p>
        </p:txBody>
      </p:sp>
      <p:sp>
        <p:nvSpPr>
          <p:cNvPr id="7" name="TextBox 6">
            <a:extLst>
              <a:ext uri="{FF2B5EF4-FFF2-40B4-BE49-F238E27FC236}">
                <a16:creationId xmlns:a16="http://schemas.microsoft.com/office/drawing/2014/main" id="{2C0609E7-B21A-44A3-8DFD-8D2964CD8535}"/>
              </a:ext>
            </a:extLst>
          </p:cNvPr>
          <p:cNvSpPr txBox="1"/>
          <p:nvPr userDrawn="1"/>
        </p:nvSpPr>
        <p:spPr>
          <a:xfrm rot="16200000">
            <a:off x="10547818" y="2927923"/>
            <a:ext cx="2507418" cy="246221"/>
          </a:xfrm>
          <a:prstGeom prst="rect">
            <a:avLst/>
          </a:prstGeom>
          <a:noFill/>
        </p:spPr>
        <p:txBody>
          <a:bodyPr wrap="none" rtlCol="0" anchor="ctr">
            <a:spAutoFit/>
          </a:bodyPr>
          <a:lstStyle/>
          <a:p>
            <a:pPr algn="l"/>
            <a:r>
              <a:rPr lang="en-US" sz="1000" b="1">
                <a:solidFill>
                  <a:schemeClr val="tx1"/>
                </a:solidFill>
                <a:latin typeface="+mj-lt"/>
              </a:rPr>
              <a:t>Massive X</a:t>
            </a:r>
            <a:r>
              <a:rPr lang="en-US" sz="1000">
                <a:solidFill>
                  <a:schemeClr val="tx1"/>
                </a:solidFill>
              </a:rPr>
              <a:t> presentation to </a:t>
            </a:r>
            <a:r>
              <a:rPr lang="en-US" sz="1000" b="0">
                <a:solidFill>
                  <a:schemeClr val="tx1"/>
                </a:solidFill>
              </a:rPr>
              <a:t>DesignBall</a:t>
            </a:r>
            <a:r>
              <a:rPr lang="en-US" sz="1000">
                <a:solidFill>
                  <a:schemeClr val="tx1"/>
                </a:solidFill>
              </a:rPr>
              <a:t> team</a:t>
            </a:r>
          </a:p>
        </p:txBody>
      </p:sp>
      <p:sp>
        <p:nvSpPr>
          <p:cNvPr id="9" name="TextBox 8">
            <a:extLst>
              <a:ext uri="{FF2B5EF4-FFF2-40B4-BE49-F238E27FC236}">
                <a16:creationId xmlns:a16="http://schemas.microsoft.com/office/drawing/2014/main" id="{0A9DEC81-A035-4291-8FEC-7FC53A59434A}"/>
              </a:ext>
            </a:extLst>
          </p:cNvPr>
          <p:cNvSpPr txBox="1"/>
          <p:nvPr userDrawn="1"/>
        </p:nvSpPr>
        <p:spPr>
          <a:xfrm rot="16200000">
            <a:off x="-706400" y="3213557"/>
            <a:ext cx="2193749" cy="430887"/>
          </a:xfrm>
          <a:prstGeom prst="rect">
            <a:avLst/>
          </a:prstGeom>
          <a:noFill/>
        </p:spPr>
        <p:txBody>
          <a:bodyPr wrap="square" rtlCol="0">
            <a:spAutoFit/>
          </a:bodyPr>
          <a:lstStyle/>
          <a:p>
            <a:pPr algn="ctr"/>
            <a:r>
              <a:rPr lang="en-US" sz="2200" b="1">
                <a:solidFill>
                  <a:schemeClr val="accent1"/>
                </a:solidFill>
                <a:latin typeface="Century Gothic" panose="020B0502020202020204" pitchFamily="34" charset="0"/>
              </a:rPr>
              <a:t>Massive X</a:t>
            </a:r>
          </a:p>
        </p:txBody>
      </p:sp>
      <p:sp>
        <p:nvSpPr>
          <p:cNvPr id="10" name="Oval 9">
            <a:extLst>
              <a:ext uri="{FF2B5EF4-FFF2-40B4-BE49-F238E27FC236}">
                <a16:creationId xmlns:a16="http://schemas.microsoft.com/office/drawing/2014/main" id="{DC360901-01AD-4430-8498-AB1A082771C1}"/>
              </a:ext>
            </a:extLst>
          </p:cNvPr>
          <p:cNvSpPr/>
          <p:nvPr userDrawn="1"/>
        </p:nvSpPr>
        <p:spPr>
          <a:xfrm>
            <a:off x="364772" y="369582"/>
            <a:ext cx="51405" cy="51412"/>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 name="Oval 10">
            <a:extLst>
              <a:ext uri="{FF2B5EF4-FFF2-40B4-BE49-F238E27FC236}">
                <a16:creationId xmlns:a16="http://schemas.microsoft.com/office/drawing/2014/main" id="{E1BF17D6-2B7C-4C41-8849-23DB4B7E1C12}"/>
              </a:ext>
            </a:extLst>
          </p:cNvPr>
          <p:cNvSpPr/>
          <p:nvPr userDrawn="1"/>
        </p:nvSpPr>
        <p:spPr>
          <a:xfrm>
            <a:off x="364772" y="518410"/>
            <a:ext cx="51405" cy="51412"/>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Oval 11">
            <a:extLst>
              <a:ext uri="{FF2B5EF4-FFF2-40B4-BE49-F238E27FC236}">
                <a16:creationId xmlns:a16="http://schemas.microsoft.com/office/drawing/2014/main" id="{7A9D41FB-1A1C-4F29-8C1E-719377825060}"/>
              </a:ext>
            </a:extLst>
          </p:cNvPr>
          <p:cNvSpPr/>
          <p:nvPr userDrawn="1"/>
        </p:nvSpPr>
        <p:spPr>
          <a:xfrm>
            <a:off x="364772" y="667238"/>
            <a:ext cx="51405" cy="51412"/>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3" name="Slide Number Placeholder 5">
            <a:extLst>
              <a:ext uri="{FF2B5EF4-FFF2-40B4-BE49-F238E27FC236}">
                <a16:creationId xmlns:a16="http://schemas.microsoft.com/office/drawing/2014/main" id="{9A9AFC40-C19C-466C-9791-7DEB2FEE23C0}"/>
              </a:ext>
            </a:extLst>
          </p:cNvPr>
          <p:cNvSpPr txBox="1">
            <a:spLocks/>
          </p:cNvSpPr>
          <p:nvPr userDrawn="1"/>
        </p:nvSpPr>
        <p:spPr>
          <a:xfrm>
            <a:off x="11702935" y="4438872"/>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chemeClr val="tx1">
                    <a:lumMod val="90000"/>
                    <a:lumOff val="10000"/>
                  </a:schemeClr>
                </a:solidFill>
                <a:latin typeface="+mj-lt"/>
              </a:rPr>
              <a:pPr algn="ctr"/>
              <a:t>‹#›</a:t>
            </a:fld>
            <a:endParaRPr lang="en-US" sz="700" b="1">
              <a:solidFill>
                <a:schemeClr val="tx1">
                  <a:lumMod val="90000"/>
                  <a:lumOff val="10000"/>
                </a:schemeClr>
              </a:solidFill>
              <a:latin typeface="+mj-lt"/>
            </a:endParaRPr>
          </a:p>
        </p:txBody>
      </p:sp>
      <p:sp>
        <p:nvSpPr>
          <p:cNvPr id="19" name="Rectangle 18">
            <a:extLst>
              <a:ext uri="{FF2B5EF4-FFF2-40B4-BE49-F238E27FC236}">
                <a16:creationId xmlns:a16="http://schemas.microsoft.com/office/drawing/2014/main" id="{1AE8E4AC-3021-4B7F-B5EE-D90F55DC7ADA}"/>
              </a:ext>
            </a:extLst>
          </p:cNvPr>
          <p:cNvSpPr/>
          <p:nvPr userDrawn="1"/>
        </p:nvSpPr>
        <p:spPr>
          <a:xfrm>
            <a:off x="262392" y="5977044"/>
            <a:ext cx="292068" cy="338554"/>
          </a:xfrm>
          <a:prstGeom prst="rect">
            <a:avLst/>
          </a:prstGeom>
        </p:spPr>
        <p:txBody>
          <a:bodyPr wrap="none" anchor="ctr">
            <a:spAutoFit/>
          </a:bodyPr>
          <a:lstStyle/>
          <a:p>
            <a:pPr algn="ctr"/>
            <a:r>
              <a:rPr lang="en-US" sz="1600">
                <a:solidFill>
                  <a:schemeClr val="tx1">
                    <a:lumMod val="25000"/>
                    <a:lumOff val="75000"/>
                  </a:schemeClr>
                </a:solidFill>
                <a:latin typeface="Designball-Social-01" pitchFamily="2" charset="0"/>
              </a:rPr>
              <a:t>b</a:t>
            </a:r>
          </a:p>
        </p:txBody>
      </p:sp>
      <p:sp>
        <p:nvSpPr>
          <p:cNvPr id="20" name="Rectangle 19">
            <a:extLst>
              <a:ext uri="{FF2B5EF4-FFF2-40B4-BE49-F238E27FC236}">
                <a16:creationId xmlns:a16="http://schemas.microsoft.com/office/drawing/2014/main" id="{B0E35E77-88D6-4F62-93BC-E923BC3B0898}"/>
              </a:ext>
            </a:extLst>
          </p:cNvPr>
          <p:cNvSpPr/>
          <p:nvPr userDrawn="1"/>
        </p:nvSpPr>
        <p:spPr>
          <a:xfrm>
            <a:off x="261591" y="5659343"/>
            <a:ext cx="293670" cy="338554"/>
          </a:xfrm>
          <a:prstGeom prst="rect">
            <a:avLst/>
          </a:prstGeom>
        </p:spPr>
        <p:txBody>
          <a:bodyPr wrap="none" anchor="ctr">
            <a:spAutoFit/>
          </a:bodyPr>
          <a:lstStyle/>
          <a:p>
            <a:pPr algn="ctr"/>
            <a:r>
              <a:rPr lang="en-US" sz="1600">
                <a:solidFill>
                  <a:schemeClr val="tx1">
                    <a:lumMod val="25000"/>
                    <a:lumOff val="75000"/>
                  </a:schemeClr>
                </a:solidFill>
                <a:latin typeface="Designball-Social-01" pitchFamily="2" charset="0"/>
              </a:rPr>
              <a:t>C</a:t>
            </a:r>
          </a:p>
        </p:txBody>
      </p:sp>
      <p:sp>
        <p:nvSpPr>
          <p:cNvPr id="21" name="Rectangle 20">
            <a:extLst>
              <a:ext uri="{FF2B5EF4-FFF2-40B4-BE49-F238E27FC236}">
                <a16:creationId xmlns:a16="http://schemas.microsoft.com/office/drawing/2014/main" id="{4E1E96B6-2EE1-4A39-9AD5-C3F0E67BCB6A}"/>
              </a:ext>
            </a:extLst>
          </p:cNvPr>
          <p:cNvSpPr/>
          <p:nvPr userDrawn="1"/>
        </p:nvSpPr>
        <p:spPr>
          <a:xfrm>
            <a:off x="272812" y="6294746"/>
            <a:ext cx="271229" cy="338554"/>
          </a:xfrm>
          <a:prstGeom prst="rect">
            <a:avLst/>
          </a:prstGeom>
        </p:spPr>
        <p:txBody>
          <a:bodyPr wrap="none" anchor="ctr">
            <a:spAutoFit/>
          </a:bodyPr>
          <a:lstStyle/>
          <a:p>
            <a:pPr algn="ctr"/>
            <a:r>
              <a:rPr lang="en-US" sz="1600">
                <a:solidFill>
                  <a:schemeClr val="tx1">
                    <a:lumMod val="25000"/>
                    <a:lumOff val="75000"/>
                  </a:schemeClr>
                </a:solidFill>
                <a:latin typeface="Designball-Social-01" pitchFamily="2" charset="0"/>
              </a:rPr>
              <a:t>c</a:t>
            </a:r>
          </a:p>
        </p:txBody>
      </p:sp>
      <p:sp>
        <p:nvSpPr>
          <p:cNvPr id="22" name="Rectangle 21">
            <a:hlinkClick r:id="rId8"/>
            <a:extLst>
              <a:ext uri="{FF2B5EF4-FFF2-40B4-BE49-F238E27FC236}">
                <a16:creationId xmlns:a16="http://schemas.microsoft.com/office/drawing/2014/main" id="{1B394C72-570A-4941-A221-790EAD072118}"/>
              </a:ext>
            </a:extLst>
          </p:cNvPr>
          <p:cNvSpPr/>
          <p:nvPr userDrawn="1"/>
        </p:nvSpPr>
        <p:spPr>
          <a:xfrm>
            <a:off x="325196" y="6037649"/>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tx1">
                  <a:lumMod val="25000"/>
                  <a:lumOff val="75000"/>
                </a:schemeClr>
              </a:solidFill>
            </a:endParaRPr>
          </a:p>
        </p:txBody>
      </p:sp>
      <p:sp>
        <p:nvSpPr>
          <p:cNvPr id="24" name="Rectangle 23">
            <a:hlinkClick r:id="rId9"/>
            <a:extLst>
              <a:ext uri="{FF2B5EF4-FFF2-40B4-BE49-F238E27FC236}">
                <a16:creationId xmlns:a16="http://schemas.microsoft.com/office/drawing/2014/main" id="{FCE85F4D-1549-4890-BFC7-44547397B8B1}"/>
              </a:ext>
            </a:extLst>
          </p:cNvPr>
          <p:cNvSpPr/>
          <p:nvPr userDrawn="1"/>
        </p:nvSpPr>
        <p:spPr>
          <a:xfrm>
            <a:off x="325196" y="5722264"/>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tx1">
                  <a:lumMod val="25000"/>
                  <a:lumOff val="75000"/>
                </a:schemeClr>
              </a:solidFill>
            </a:endParaRPr>
          </a:p>
        </p:txBody>
      </p:sp>
      <p:sp>
        <p:nvSpPr>
          <p:cNvPr id="25" name="Rectangle 24">
            <a:hlinkClick r:id="rId10"/>
            <a:extLst>
              <a:ext uri="{FF2B5EF4-FFF2-40B4-BE49-F238E27FC236}">
                <a16:creationId xmlns:a16="http://schemas.microsoft.com/office/drawing/2014/main" id="{221B51BC-CBA5-4AA4-9B47-36E87662D688}"/>
              </a:ext>
            </a:extLst>
          </p:cNvPr>
          <p:cNvSpPr/>
          <p:nvPr userDrawn="1"/>
        </p:nvSpPr>
        <p:spPr>
          <a:xfrm>
            <a:off x="325196" y="6353035"/>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tx1">
                  <a:lumMod val="25000"/>
                  <a:lumOff val="75000"/>
                </a:schemeClr>
              </a:solidFill>
            </a:endParaRPr>
          </a:p>
        </p:txBody>
      </p:sp>
    </p:spTree>
    <p:extLst>
      <p:ext uri="{BB962C8B-B14F-4D97-AF65-F5344CB8AC3E}">
        <p14:creationId xmlns:p14="http://schemas.microsoft.com/office/powerpoint/2010/main" val="2864285496"/>
      </p:ext>
    </p:extLst>
  </p:cSld>
  <p:clrMap bg1="lt1" tx1="dk1" bg2="lt2" tx2="dk2" accent1="accent1" accent2="accent2" accent3="accent3" accent4="accent4" accent5="accent5" accent6="accent6" hlink="hlink" folHlink="folHlink"/>
  <p:sldLayoutIdLst>
    <p:sldLayoutId id="2147483741" r:id="rId1"/>
    <p:sldLayoutId id="2147483743" r:id="rId2"/>
    <p:sldLayoutId id="2147483744" r:id="rId3"/>
    <p:sldLayoutId id="2147483745" r:id="rId4"/>
    <p:sldLayoutId id="2147483746" r:id="rId5"/>
    <p:sldLayoutId id="2147483747" r:id="rId6"/>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1+#ppt_w/2"/>
                                          </p:val>
                                        </p:tav>
                                        <p:tav tm="100000">
                                          <p:val>
                                            <p:strVal val="#ppt_x"/>
                                          </p:val>
                                        </p:tav>
                                      </p:tavLst>
                                    </p:anim>
                                    <p:anim calcmode="lin" valueType="num">
                                      <p:cBhvr additive="base">
                                        <p:cTn id="8" dur="10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txStyles>
    <p:titleStyle>
      <a:lvl1pPr algn="l" defTabSz="914217"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54" indent="-228554" algn="l" defTabSz="914217"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663" indent="-228554" algn="l" defTabSz="91421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771" indent="-228554" algn="l" defTabSz="91421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880"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989"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097"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206"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14"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423"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0">
          <p15:clr>
            <a:srgbClr val="F26B43"/>
          </p15:clr>
        </p15:guide>
        <p15:guide id="2" pos="7681">
          <p15:clr>
            <a:srgbClr val="F26B43"/>
          </p15:clr>
        </p15:guide>
        <p15:guide id="3" orient="horz" pos="816">
          <p15:clr>
            <a:srgbClr val="F26B43"/>
          </p15:clr>
        </p15:guide>
        <p15:guide id="4" orient="horz" pos="7776">
          <p15:clr>
            <a:srgbClr val="F26B43"/>
          </p15:clr>
        </p15:guide>
        <p15:guide id="5" pos="14377">
          <p15:clr>
            <a:srgbClr val="F26B43"/>
          </p15:clr>
        </p15:guide>
        <p15:guide id="6" pos="985">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9Slide.vn - 2019">
            <a:extLst>
              <a:ext uri="{FF2B5EF4-FFF2-40B4-BE49-F238E27FC236}">
                <a16:creationId xmlns:a16="http://schemas.microsoft.com/office/drawing/2014/main" id="{F91296BB-72F8-D3F0-E847-F139C51DF831}"/>
              </a:ext>
            </a:extLst>
          </p:cNvPr>
          <p:cNvSpPr txBox="1"/>
          <p:nvPr userDrawn="1"/>
        </p:nvSpPr>
        <p:spPr>
          <a:xfrm>
            <a:off x="0" y="-804565"/>
            <a:ext cx="12192000" cy="461665"/>
          </a:xfrm>
          <a:prstGeom prst="rect">
            <a:avLst/>
          </a:prstGeom>
          <a:noFill/>
        </p:spPr>
        <p:txBody>
          <a:bodyPr vert="horz" wrap="square" rtlCol="0">
            <a:spAutoFit/>
          </a:bodyPr>
          <a:lstStyle/>
          <a:p>
            <a:pPr algn="ctr"/>
            <a:r>
              <a:rPr lang="en-US" sz="2400">
                <a:solidFill>
                  <a:srgbClr val="CFCFCF"/>
                </a:solidFill>
              </a:rPr>
              <a:t>www.9slide.vn</a:t>
            </a:r>
          </a:p>
        </p:txBody>
      </p:sp>
      <p:sp>
        <p:nvSpPr>
          <p:cNvPr id="7" name="TextBox 6">
            <a:extLst>
              <a:ext uri="{FF2B5EF4-FFF2-40B4-BE49-F238E27FC236}">
                <a16:creationId xmlns:a16="http://schemas.microsoft.com/office/drawing/2014/main" id="{2C0609E7-B21A-44A3-8DFD-8D2964CD8535}"/>
              </a:ext>
            </a:extLst>
          </p:cNvPr>
          <p:cNvSpPr txBox="1"/>
          <p:nvPr/>
        </p:nvSpPr>
        <p:spPr>
          <a:xfrm rot="16200000">
            <a:off x="10547818" y="2927923"/>
            <a:ext cx="2507418" cy="246221"/>
          </a:xfrm>
          <a:prstGeom prst="rect">
            <a:avLst/>
          </a:prstGeom>
          <a:noFill/>
        </p:spPr>
        <p:txBody>
          <a:bodyPr wrap="none" rtlCol="0" anchor="ctr">
            <a:spAutoFit/>
          </a:bodyPr>
          <a:lstStyle/>
          <a:p>
            <a:pPr algn="l"/>
            <a:r>
              <a:rPr lang="en-US" sz="1000" b="1">
                <a:solidFill>
                  <a:schemeClr val="tx1"/>
                </a:solidFill>
                <a:latin typeface="+mj-lt"/>
              </a:rPr>
              <a:t>Massive X</a:t>
            </a:r>
            <a:r>
              <a:rPr lang="en-US" sz="1000">
                <a:solidFill>
                  <a:schemeClr val="tx1"/>
                </a:solidFill>
              </a:rPr>
              <a:t> presentation to </a:t>
            </a:r>
            <a:r>
              <a:rPr lang="en-US" sz="1000" b="0">
                <a:solidFill>
                  <a:schemeClr val="tx1"/>
                </a:solidFill>
              </a:rPr>
              <a:t>DesignBall</a:t>
            </a:r>
            <a:r>
              <a:rPr lang="en-US" sz="1000">
                <a:solidFill>
                  <a:schemeClr val="tx1"/>
                </a:solidFill>
              </a:rPr>
              <a:t> team</a:t>
            </a:r>
          </a:p>
        </p:txBody>
      </p:sp>
      <p:sp>
        <p:nvSpPr>
          <p:cNvPr id="9" name="TextBox 8">
            <a:extLst>
              <a:ext uri="{FF2B5EF4-FFF2-40B4-BE49-F238E27FC236}">
                <a16:creationId xmlns:a16="http://schemas.microsoft.com/office/drawing/2014/main" id="{0A9DEC81-A035-4291-8FEC-7FC53A59434A}"/>
              </a:ext>
            </a:extLst>
          </p:cNvPr>
          <p:cNvSpPr txBox="1"/>
          <p:nvPr/>
        </p:nvSpPr>
        <p:spPr>
          <a:xfrm rot="16200000">
            <a:off x="-706400" y="3213557"/>
            <a:ext cx="2193749" cy="430887"/>
          </a:xfrm>
          <a:prstGeom prst="rect">
            <a:avLst/>
          </a:prstGeom>
          <a:noFill/>
        </p:spPr>
        <p:txBody>
          <a:bodyPr wrap="square" rtlCol="0">
            <a:spAutoFit/>
          </a:bodyPr>
          <a:lstStyle/>
          <a:p>
            <a:pPr algn="ctr"/>
            <a:r>
              <a:rPr lang="en-US" sz="2200" b="1">
                <a:gradFill>
                  <a:gsLst>
                    <a:gs pos="100000">
                      <a:schemeClr val="accent2"/>
                    </a:gs>
                    <a:gs pos="0">
                      <a:schemeClr val="accent1"/>
                    </a:gs>
                  </a:gsLst>
                  <a:path path="circle">
                    <a:fillToRect l="100000" t="100000"/>
                  </a:path>
                </a:gradFill>
                <a:latin typeface="Century Gothic" panose="020B0502020202020204" pitchFamily="34" charset="0"/>
              </a:rPr>
              <a:t>Massive X</a:t>
            </a:r>
          </a:p>
        </p:txBody>
      </p:sp>
      <p:sp>
        <p:nvSpPr>
          <p:cNvPr id="10" name="Oval 9">
            <a:extLst>
              <a:ext uri="{FF2B5EF4-FFF2-40B4-BE49-F238E27FC236}">
                <a16:creationId xmlns:a16="http://schemas.microsoft.com/office/drawing/2014/main" id="{DC360901-01AD-4430-8498-AB1A082771C1}"/>
              </a:ext>
            </a:extLst>
          </p:cNvPr>
          <p:cNvSpPr/>
          <p:nvPr/>
        </p:nvSpPr>
        <p:spPr>
          <a:xfrm>
            <a:off x="364772" y="369582"/>
            <a:ext cx="51405" cy="51412"/>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 name="Oval 10">
            <a:extLst>
              <a:ext uri="{FF2B5EF4-FFF2-40B4-BE49-F238E27FC236}">
                <a16:creationId xmlns:a16="http://schemas.microsoft.com/office/drawing/2014/main" id="{E1BF17D6-2B7C-4C41-8849-23DB4B7E1C12}"/>
              </a:ext>
            </a:extLst>
          </p:cNvPr>
          <p:cNvSpPr/>
          <p:nvPr/>
        </p:nvSpPr>
        <p:spPr>
          <a:xfrm>
            <a:off x="364772" y="518410"/>
            <a:ext cx="51405" cy="51412"/>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Oval 11">
            <a:extLst>
              <a:ext uri="{FF2B5EF4-FFF2-40B4-BE49-F238E27FC236}">
                <a16:creationId xmlns:a16="http://schemas.microsoft.com/office/drawing/2014/main" id="{7A9D41FB-1A1C-4F29-8C1E-719377825060}"/>
              </a:ext>
            </a:extLst>
          </p:cNvPr>
          <p:cNvSpPr/>
          <p:nvPr/>
        </p:nvSpPr>
        <p:spPr>
          <a:xfrm>
            <a:off x="364772" y="667238"/>
            <a:ext cx="51405" cy="51412"/>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3" name="Slide Number Placeholder 5">
            <a:extLst>
              <a:ext uri="{FF2B5EF4-FFF2-40B4-BE49-F238E27FC236}">
                <a16:creationId xmlns:a16="http://schemas.microsoft.com/office/drawing/2014/main" id="{9A9AFC40-C19C-466C-9791-7DEB2FEE23C0}"/>
              </a:ext>
            </a:extLst>
          </p:cNvPr>
          <p:cNvSpPr txBox="1">
            <a:spLocks/>
          </p:cNvSpPr>
          <p:nvPr/>
        </p:nvSpPr>
        <p:spPr>
          <a:xfrm>
            <a:off x="11702935" y="4438872"/>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chemeClr val="tx1">
                    <a:lumMod val="90000"/>
                    <a:lumOff val="10000"/>
                  </a:schemeClr>
                </a:solidFill>
                <a:latin typeface="+mj-lt"/>
              </a:rPr>
              <a:pPr algn="ctr"/>
              <a:t>‹#›</a:t>
            </a:fld>
            <a:endParaRPr lang="en-US" sz="700" b="1">
              <a:solidFill>
                <a:schemeClr val="tx1">
                  <a:lumMod val="90000"/>
                  <a:lumOff val="10000"/>
                </a:schemeClr>
              </a:solidFill>
              <a:latin typeface="+mj-lt"/>
            </a:endParaRPr>
          </a:p>
        </p:txBody>
      </p:sp>
      <p:sp>
        <p:nvSpPr>
          <p:cNvPr id="19" name="Rectangle 18">
            <a:extLst>
              <a:ext uri="{FF2B5EF4-FFF2-40B4-BE49-F238E27FC236}">
                <a16:creationId xmlns:a16="http://schemas.microsoft.com/office/drawing/2014/main" id="{22E62E27-1EE7-46EB-8658-697E45DDED28}"/>
              </a:ext>
            </a:extLst>
          </p:cNvPr>
          <p:cNvSpPr/>
          <p:nvPr userDrawn="1"/>
        </p:nvSpPr>
        <p:spPr>
          <a:xfrm>
            <a:off x="262392" y="5977044"/>
            <a:ext cx="292068" cy="338554"/>
          </a:xfrm>
          <a:prstGeom prst="rect">
            <a:avLst/>
          </a:prstGeom>
        </p:spPr>
        <p:txBody>
          <a:bodyPr wrap="none" anchor="ctr">
            <a:spAutoFit/>
          </a:bodyPr>
          <a:lstStyle/>
          <a:p>
            <a:pPr algn="ctr"/>
            <a:r>
              <a:rPr lang="en-US" sz="1600">
                <a:solidFill>
                  <a:schemeClr val="tx1">
                    <a:lumMod val="25000"/>
                    <a:lumOff val="75000"/>
                  </a:schemeClr>
                </a:solidFill>
                <a:latin typeface="Designball-Social-01" pitchFamily="2" charset="0"/>
              </a:rPr>
              <a:t>b</a:t>
            </a:r>
          </a:p>
        </p:txBody>
      </p:sp>
      <p:sp>
        <p:nvSpPr>
          <p:cNvPr id="20" name="Rectangle 19">
            <a:extLst>
              <a:ext uri="{FF2B5EF4-FFF2-40B4-BE49-F238E27FC236}">
                <a16:creationId xmlns:a16="http://schemas.microsoft.com/office/drawing/2014/main" id="{821C6D63-4CBB-46D1-A2BF-67C4FB93FD9E}"/>
              </a:ext>
            </a:extLst>
          </p:cNvPr>
          <p:cNvSpPr/>
          <p:nvPr userDrawn="1"/>
        </p:nvSpPr>
        <p:spPr>
          <a:xfrm>
            <a:off x="261591" y="5659343"/>
            <a:ext cx="293670" cy="338554"/>
          </a:xfrm>
          <a:prstGeom prst="rect">
            <a:avLst/>
          </a:prstGeom>
        </p:spPr>
        <p:txBody>
          <a:bodyPr wrap="none" anchor="ctr">
            <a:spAutoFit/>
          </a:bodyPr>
          <a:lstStyle/>
          <a:p>
            <a:pPr algn="ctr"/>
            <a:r>
              <a:rPr lang="en-US" sz="1600">
                <a:solidFill>
                  <a:schemeClr val="tx1">
                    <a:lumMod val="25000"/>
                    <a:lumOff val="75000"/>
                  </a:schemeClr>
                </a:solidFill>
                <a:latin typeface="Designball-Social-01" pitchFamily="2" charset="0"/>
              </a:rPr>
              <a:t>C</a:t>
            </a:r>
          </a:p>
        </p:txBody>
      </p:sp>
      <p:sp>
        <p:nvSpPr>
          <p:cNvPr id="21" name="Rectangle 20">
            <a:extLst>
              <a:ext uri="{FF2B5EF4-FFF2-40B4-BE49-F238E27FC236}">
                <a16:creationId xmlns:a16="http://schemas.microsoft.com/office/drawing/2014/main" id="{F4B1C264-B6AF-4599-9E79-44476CB296DC}"/>
              </a:ext>
            </a:extLst>
          </p:cNvPr>
          <p:cNvSpPr/>
          <p:nvPr userDrawn="1"/>
        </p:nvSpPr>
        <p:spPr>
          <a:xfrm>
            <a:off x="272812" y="6294746"/>
            <a:ext cx="271229" cy="338554"/>
          </a:xfrm>
          <a:prstGeom prst="rect">
            <a:avLst/>
          </a:prstGeom>
        </p:spPr>
        <p:txBody>
          <a:bodyPr wrap="none" anchor="ctr">
            <a:spAutoFit/>
          </a:bodyPr>
          <a:lstStyle/>
          <a:p>
            <a:pPr algn="ctr"/>
            <a:r>
              <a:rPr lang="en-US" sz="1600">
                <a:solidFill>
                  <a:schemeClr val="tx1">
                    <a:lumMod val="25000"/>
                    <a:lumOff val="75000"/>
                  </a:schemeClr>
                </a:solidFill>
                <a:latin typeface="Designball-Social-01" pitchFamily="2" charset="0"/>
              </a:rPr>
              <a:t>c</a:t>
            </a:r>
          </a:p>
        </p:txBody>
      </p:sp>
      <p:sp>
        <p:nvSpPr>
          <p:cNvPr id="22" name="Rectangle 21">
            <a:hlinkClick r:id="rId10"/>
            <a:extLst>
              <a:ext uri="{FF2B5EF4-FFF2-40B4-BE49-F238E27FC236}">
                <a16:creationId xmlns:a16="http://schemas.microsoft.com/office/drawing/2014/main" id="{11F06F7A-CC92-4E47-B5AB-1F05826A7131}"/>
              </a:ext>
            </a:extLst>
          </p:cNvPr>
          <p:cNvSpPr/>
          <p:nvPr userDrawn="1"/>
        </p:nvSpPr>
        <p:spPr>
          <a:xfrm>
            <a:off x="325196" y="6037649"/>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tx1">
                  <a:lumMod val="25000"/>
                  <a:lumOff val="75000"/>
                </a:schemeClr>
              </a:solidFill>
            </a:endParaRPr>
          </a:p>
        </p:txBody>
      </p:sp>
      <p:sp>
        <p:nvSpPr>
          <p:cNvPr id="24" name="Rectangle 23">
            <a:hlinkClick r:id="rId11"/>
            <a:extLst>
              <a:ext uri="{FF2B5EF4-FFF2-40B4-BE49-F238E27FC236}">
                <a16:creationId xmlns:a16="http://schemas.microsoft.com/office/drawing/2014/main" id="{D5F34549-D713-482A-B0E4-C964E4BDB659}"/>
              </a:ext>
            </a:extLst>
          </p:cNvPr>
          <p:cNvSpPr/>
          <p:nvPr userDrawn="1"/>
        </p:nvSpPr>
        <p:spPr>
          <a:xfrm>
            <a:off x="325196" y="5722264"/>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tx1">
                  <a:lumMod val="25000"/>
                  <a:lumOff val="75000"/>
                </a:schemeClr>
              </a:solidFill>
            </a:endParaRPr>
          </a:p>
        </p:txBody>
      </p:sp>
      <p:sp>
        <p:nvSpPr>
          <p:cNvPr id="25" name="Rectangle 24">
            <a:hlinkClick r:id="rId12"/>
            <a:extLst>
              <a:ext uri="{FF2B5EF4-FFF2-40B4-BE49-F238E27FC236}">
                <a16:creationId xmlns:a16="http://schemas.microsoft.com/office/drawing/2014/main" id="{3834A304-8DB7-4267-BED2-2A07941AF697}"/>
              </a:ext>
            </a:extLst>
          </p:cNvPr>
          <p:cNvSpPr/>
          <p:nvPr userDrawn="1"/>
        </p:nvSpPr>
        <p:spPr>
          <a:xfrm>
            <a:off x="325196" y="6353035"/>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tx1">
                  <a:lumMod val="25000"/>
                  <a:lumOff val="75000"/>
                </a:schemeClr>
              </a:solidFill>
            </a:endParaRPr>
          </a:p>
        </p:txBody>
      </p:sp>
    </p:spTree>
    <p:extLst>
      <p:ext uri="{BB962C8B-B14F-4D97-AF65-F5344CB8AC3E}">
        <p14:creationId xmlns:p14="http://schemas.microsoft.com/office/powerpoint/2010/main" val="4140977196"/>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1+#ppt_w/2"/>
                                          </p:val>
                                        </p:tav>
                                        <p:tav tm="100000">
                                          <p:val>
                                            <p:strVal val="#ppt_x"/>
                                          </p:val>
                                        </p:tav>
                                      </p:tavLst>
                                    </p:anim>
                                    <p:anim calcmode="lin" valueType="num">
                                      <p:cBhvr additive="base">
                                        <p:cTn id="8" dur="10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txStyles>
    <p:titleStyle>
      <a:lvl1pPr algn="l" defTabSz="914217"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54" indent="-228554" algn="l" defTabSz="914217"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663" indent="-228554" algn="l" defTabSz="91421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771" indent="-228554" algn="l" defTabSz="91421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880"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989"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097"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206"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14"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423"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0">
          <p15:clr>
            <a:srgbClr val="F26B43"/>
          </p15:clr>
        </p15:guide>
        <p15:guide id="2" pos="7681">
          <p15:clr>
            <a:srgbClr val="F26B43"/>
          </p15:clr>
        </p15:guide>
        <p15:guide id="3" orient="horz" pos="816">
          <p15:clr>
            <a:srgbClr val="F26B43"/>
          </p15:clr>
        </p15:guide>
        <p15:guide id="4" orient="horz" pos="7776">
          <p15:clr>
            <a:srgbClr val="F26B43"/>
          </p15:clr>
        </p15:guide>
        <p15:guide id="5" pos="14377">
          <p15:clr>
            <a:srgbClr val="F26B43"/>
          </p15:clr>
        </p15:guide>
        <p15:guide id="6" pos="985">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9Slide.vn - 2019">
            <a:extLst>
              <a:ext uri="{FF2B5EF4-FFF2-40B4-BE49-F238E27FC236}">
                <a16:creationId xmlns:a16="http://schemas.microsoft.com/office/drawing/2014/main" id="{7ED55C9B-C585-760B-96DF-69F90D2F1C70}"/>
              </a:ext>
            </a:extLst>
          </p:cNvPr>
          <p:cNvSpPr txBox="1"/>
          <p:nvPr userDrawn="1"/>
        </p:nvSpPr>
        <p:spPr>
          <a:xfrm>
            <a:off x="0" y="-804565"/>
            <a:ext cx="12192000" cy="461665"/>
          </a:xfrm>
          <a:prstGeom prst="rect">
            <a:avLst/>
          </a:prstGeom>
          <a:noFill/>
        </p:spPr>
        <p:txBody>
          <a:bodyPr vert="horz" wrap="square" rtlCol="0">
            <a:spAutoFit/>
          </a:bodyPr>
          <a:lstStyle/>
          <a:p>
            <a:pPr algn="ctr"/>
            <a:r>
              <a:rPr lang="en-US" sz="2400">
                <a:solidFill>
                  <a:srgbClr val="CFCFCF"/>
                </a:solidFill>
              </a:rPr>
              <a:t>www.9slide.vn</a:t>
            </a:r>
          </a:p>
        </p:txBody>
      </p:sp>
      <p:sp>
        <p:nvSpPr>
          <p:cNvPr id="7" name="TextBox 6">
            <a:extLst>
              <a:ext uri="{FF2B5EF4-FFF2-40B4-BE49-F238E27FC236}">
                <a16:creationId xmlns:a16="http://schemas.microsoft.com/office/drawing/2014/main" id="{2C0609E7-B21A-44A3-8DFD-8D2964CD8535}"/>
              </a:ext>
            </a:extLst>
          </p:cNvPr>
          <p:cNvSpPr txBox="1"/>
          <p:nvPr userDrawn="1"/>
        </p:nvSpPr>
        <p:spPr>
          <a:xfrm rot="16200000">
            <a:off x="10547818" y="2927923"/>
            <a:ext cx="2507418" cy="246221"/>
          </a:xfrm>
          <a:prstGeom prst="rect">
            <a:avLst/>
          </a:prstGeom>
          <a:noFill/>
        </p:spPr>
        <p:txBody>
          <a:bodyPr wrap="none" rtlCol="0" anchor="ctr">
            <a:spAutoFit/>
          </a:bodyPr>
          <a:lstStyle/>
          <a:p>
            <a:pPr algn="l"/>
            <a:r>
              <a:rPr lang="en-US" sz="1000" b="1">
                <a:solidFill>
                  <a:schemeClr val="tx1"/>
                </a:solidFill>
                <a:latin typeface="+mj-lt"/>
              </a:rPr>
              <a:t>Massive X</a:t>
            </a:r>
            <a:r>
              <a:rPr lang="en-US" sz="1000">
                <a:solidFill>
                  <a:schemeClr val="tx1"/>
                </a:solidFill>
              </a:rPr>
              <a:t> presentation to </a:t>
            </a:r>
            <a:r>
              <a:rPr lang="en-US" sz="1000" b="0">
                <a:solidFill>
                  <a:schemeClr val="tx1"/>
                </a:solidFill>
              </a:rPr>
              <a:t>DesignBall</a:t>
            </a:r>
            <a:r>
              <a:rPr lang="en-US" sz="1000">
                <a:solidFill>
                  <a:schemeClr val="tx1"/>
                </a:solidFill>
              </a:rPr>
              <a:t> team</a:t>
            </a:r>
          </a:p>
        </p:txBody>
      </p:sp>
      <p:sp>
        <p:nvSpPr>
          <p:cNvPr id="9" name="TextBox 8">
            <a:extLst>
              <a:ext uri="{FF2B5EF4-FFF2-40B4-BE49-F238E27FC236}">
                <a16:creationId xmlns:a16="http://schemas.microsoft.com/office/drawing/2014/main" id="{0A9DEC81-A035-4291-8FEC-7FC53A59434A}"/>
              </a:ext>
            </a:extLst>
          </p:cNvPr>
          <p:cNvSpPr txBox="1"/>
          <p:nvPr userDrawn="1"/>
        </p:nvSpPr>
        <p:spPr>
          <a:xfrm rot="16200000">
            <a:off x="-706400" y="3213557"/>
            <a:ext cx="2193749" cy="430887"/>
          </a:xfrm>
          <a:prstGeom prst="rect">
            <a:avLst/>
          </a:prstGeom>
          <a:noFill/>
        </p:spPr>
        <p:txBody>
          <a:bodyPr wrap="square" rtlCol="0">
            <a:spAutoFit/>
          </a:bodyPr>
          <a:lstStyle/>
          <a:p>
            <a:pPr algn="ctr"/>
            <a:r>
              <a:rPr lang="en-US" sz="2200" b="1">
                <a:solidFill>
                  <a:schemeClr val="tx1">
                    <a:lumMod val="75000"/>
                    <a:lumOff val="25000"/>
                  </a:schemeClr>
                </a:solidFill>
                <a:latin typeface="Century Gothic" panose="020B0502020202020204" pitchFamily="34" charset="0"/>
              </a:rPr>
              <a:t>Massive X</a:t>
            </a:r>
          </a:p>
        </p:txBody>
      </p:sp>
      <p:sp>
        <p:nvSpPr>
          <p:cNvPr id="10" name="Oval 9">
            <a:extLst>
              <a:ext uri="{FF2B5EF4-FFF2-40B4-BE49-F238E27FC236}">
                <a16:creationId xmlns:a16="http://schemas.microsoft.com/office/drawing/2014/main" id="{DC360901-01AD-4430-8498-AB1A082771C1}"/>
              </a:ext>
            </a:extLst>
          </p:cNvPr>
          <p:cNvSpPr/>
          <p:nvPr userDrawn="1"/>
        </p:nvSpPr>
        <p:spPr>
          <a:xfrm>
            <a:off x="364772" y="369582"/>
            <a:ext cx="51405" cy="51412"/>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1" name="Oval 10">
            <a:extLst>
              <a:ext uri="{FF2B5EF4-FFF2-40B4-BE49-F238E27FC236}">
                <a16:creationId xmlns:a16="http://schemas.microsoft.com/office/drawing/2014/main" id="{E1BF17D6-2B7C-4C41-8849-23DB4B7E1C12}"/>
              </a:ext>
            </a:extLst>
          </p:cNvPr>
          <p:cNvSpPr/>
          <p:nvPr userDrawn="1"/>
        </p:nvSpPr>
        <p:spPr>
          <a:xfrm>
            <a:off x="364772" y="518410"/>
            <a:ext cx="51405" cy="51412"/>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Oval 11">
            <a:extLst>
              <a:ext uri="{FF2B5EF4-FFF2-40B4-BE49-F238E27FC236}">
                <a16:creationId xmlns:a16="http://schemas.microsoft.com/office/drawing/2014/main" id="{7A9D41FB-1A1C-4F29-8C1E-719377825060}"/>
              </a:ext>
            </a:extLst>
          </p:cNvPr>
          <p:cNvSpPr/>
          <p:nvPr userDrawn="1"/>
        </p:nvSpPr>
        <p:spPr>
          <a:xfrm>
            <a:off x="364772" y="667238"/>
            <a:ext cx="51405" cy="51412"/>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3" name="Slide Number Placeholder 5">
            <a:extLst>
              <a:ext uri="{FF2B5EF4-FFF2-40B4-BE49-F238E27FC236}">
                <a16:creationId xmlns:a16="http://schemas.microsoft.com/office/drawing/2014/main" id="{9A9AFC40-C19C-466C-9791-7DEB2FEE23C0}"/>
              </a:ext>
            </a:extLst>
          </p:cNvPr>
          <p:cNvSpPr txBox="1">
            <a:spLocks/>
          </p:cNvSpPr>
          <p:nvPr userDrawn="1"/>
        </p:nvSpPr>
        <p:spPr>
          <a:xfrm>
            <a:off x="11702935" y="4438872"/>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chemeClr val="tx1">
                    <a:lumMod val="90000"/>
                    <a:lumOff val="10000"/>
                  </a:schemeClr>
                </a:solidFill>
                <a:latin typeface="+mj-lt"/>
              </a:rPr>
              <a:pPr algn="ctr"/>
              <a:t>‹#›</a:t>
            </a:fld>
            <a:endParaRPr lang="en-US" sz="700" b="1">
              <a:solidFill>
                <a:schemeClr val="tx1">
                  <a:lumMod val="90000"/>
                  <a:lumOff val="10000"/>
                </a:schemeClr>
              </a:solidFill>
              <a:latin typeface="+mj-lt"/>
            </a:endParaRPr>
          </a:p>
        </p:txBody>
      </p:sp>
      <p:sp>
        <p:nvSpPr>
          <p:cNvPr id="19" name="Rectangle 18">
            <a:extLst>
              <a:ext uri="{FF2B5EF4-FFF2-40B4-BE49-F238E27FC236}">
                <a16:creationId xmlns:a16="http://schemas.microsoft.com/office/drawing/2014/main" id="{7C380AAD-F2FA-45C0-8E9A-7EB16B1B4A98}"/>
              </a:ext>
            </a:extLst>
          </p:cNvPr>
          <p:cNvSpPr/>
          <p:nvPr userDrawn="1"/>
        </p:nvSpPr>
        <p:spPr>
          <a:xfrm>
            <a:off x="262392" y="5977044"/>
            <a:ext cx="292068" cy="338554"/>
          </a:xfrm>
          <a:prstGeom prst="rect">
            <a:avLst/>
          </a:prstGeom>
        </p:spPr>
        <p:txBody>
          <a:bodyPr wrap="none" anchor="ctr">
            <a:spAutoFit/>
          </a:bodyPr>
          <a:lstStyle/>
          <a:p>
            <a:pPr algn="ctr"/>
            <a:r>
              <a:rPr lang="en-US" sz="1600">
                <a:solidFill>
                  <a:schemeClr val="tx1">
                    <a:lumMod val="25000"/>
                    <a:lumOff val="75000"/>
                  </a:schemeClr>
                </a:solidFill>
                <a:latin typeface="Designball-Social-01" pitchFamily="2" charset="0"/>
              </a:rPr>
              <a:t>b</a:t>
            </a:r>
          </a:p>
        </p:txBody>
      </p:sp>
      <p:sp>
        <p:nvSpPr>
          <p:cNvPr id="20" name="Rectangle 19">
            <a:extLst>
              <a:ext uri="{FF2B5EF4-FFF2-40B4-BE49-F238E27FC236}">
                <a16:creationId xmlns:a16="http://schemas.microsoft.com/office/drawing/2014/main" id="{E5FE36DE-0EA9-473F-94B8-3B3465E3D61C}"/>
              </a:ext>
            </a:extLst>
          </p:cNvPr>
          <p:cNvSpPr/>
          <p:nvPr userDrawn="1"/>
        </p:nvSpPr>
        <p:spPr>
          <a:xfrm>
            <a:off x="261591" y="5659343"/>
            <a:ext cx="293670" cy="338554"/>
          </a:xfrm>
          <a:prstGeom prst="rect">
            <a:avLst/>
          </a:prstGeom>
        </p:spPr>
        <p:txBody>
          <a:bodyPr wrap="none" anchor="ctr">
            <a:spAutoFit/>
          </a:bodyPr>
          <a:lstStyle/>
          <a:p>
            <a:pPr algn="ctr"/>
            <a:r>
              <a:rPr lang="en-US" sz="1600">
                <a:solidFill>
                  <a:schemeClr val="tx1">
                    <a:lumMod val="25000"/>
                    <a:lumOff val="75000"/>
                  </a:schemeClr>
                </a:solidFill>
                <a:latin typeface="Designball-Social-01" pitchFamily="2" charset="0"/>
              </a:rPr>
              <a:t>C</a:t>
            </a:r>
          </a:p>
        </p:txBody>
      </p:sp>
      <p:sp>
        <p:nvSpPr>
          <p:cNvPr id="21" name="Rectangle 20">
            <a:extLst>
              <a:ext uri="{FF2B5EF4-FFF2-40B4-BE49-F238E27FC236}">
                <a16:creationId xmlns:a16="http://schemas.microsoft.com/office/drawing/2014/main" id="{9F186FDB-D6AF-440D-A40E-CCF5CADEF9E6}"/>
              </a:ext>
            </a:extLst>
          </p:cNvPr>
          <p:cNvSpPr/>
          <p:nvPr userDrawn="1"/>
        </p:nvSpPr>
        <p:spPr>
          <a:xfrm>
            <a:off x="272812" y="6294746"/>
            <a:ext cx="271229" cy="338554"/>
          </a:xfrm>
          <a:prstGeom prst="rect">
            <a:avLst/>
          </a:prstGeom>
        </p:spPr>
        <p:txBody>
          <a:bodyPr wrap="none" anchor="ctr">
            <a:spAutoFit/>
          </a:bodyPr>
          <a:lstStyle/>
          <a:p>
            <a:pPr algn="ctr"/>
            <a:r>
              <a:rPr lang="en-US" sz="1600">
                <a:solidFill>
                  <a:schemeClr val="tx1">
                    <a:lumMod val="25000"/>
                    <a:lumOff val="75000"/>
                  </a:schemeClr>
                </a:solidFill>
                <a:latin typeface="Designball-Social-01" pitchFamily="2" charset="0"/>
              </a:rPr>
              <a:t>c</a:t>
            </a:r>
          </a:p>
        </p:txBody>
      </p:sp>
      <p:sp>
        <p:nvSpPr>
          <p:cNvPr id="22" name="Rectangle 21">
            <a:hlinkClick r:id="rId20"/>
            <a:extLst>
              <a:ext uri="{FF2B5EF4-FFF2-40B4-BE49-F238E27FC236}">
                <a16:creationId xmlns:a16="http://schemas.microsoft.com/office/drawing/2014/main" id="{021A4BD3-DB22-452B-AA16-E0FB725A3A15}"/>
              </a:ext>
            </a:extLst>
          </p:cNvPr>
          <p:cNvSpPr/>
          <p:nvPr userDrawn="1"/>
        </p:nvSpPr>
        <p:spPr>
          <a:xfrm>
            <a:off x="325196" y="6037649"/>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tx1">
                  <a:lumMod val="25000"/>
                  <a:lumOff val="75000"/>
                </a:schemeClr>
              </a:solidFill>
            </a:endParaRPr>
          </a:p>
        </p:txBody>
      </p:sp>
      <p:sp>
        <p:nvSpPr>
          <p:cNvPr id="24" name="Rectangle 23">
            <a:hlinkClick r:id="rId21"/>
            <a:extLst>
              <a:ext uri="{FF2B5EF4-FFF2-40B4-BE49-F238E27FC236}">
                <a16:creationId xmlns:a16="http://schemas.microsoft.com/office/drawing/2014/main" id="{D59A1D9A-1868-436E-88A5-596BB8E90D15}"/>
              </a:ext>
            </a:extLst>
          </p:cNvPr>
          <p:cNvSpPr/>
          <p:nvPr userDrawn="1"/>
        </p:nvSpPr>
        <p:spPr>
          <a:xfrm>
            <a:off x="325196" y="5722264"/>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tx1">
                  <a:lumMod val="25000"/>
                  <a:lumOff val="75000"/>
                </a:schemeClr>
              </a:solidFill>
            </a:endParaRPr>
          </a:p>
        </p:txBody>
      </p:sp>
      <p:sp>
        <p:nvSpPr>
          <p:cNvPr id="25" name="Rectangle 24">
            <a:hlinkClick r:id="rId22"/>
            <a:extLst>
              <a:ext uri="{FF2B5EF4-FFF2-40B4-BE49-F238E27FC236}">
                <a16:creationId xmlns:a16="http://schemas.microsoft.com/office/drawing/2014/main" id="{165F9169-AF2C-4EAF-B70B-7EF599DBD92E}"/>
              </a:ext>
            </a:extLst>
          </p:cNvPr>
          <p:cNvSpPr/>
          <p:nvPr userDrawn="1"/>
        </p:nvSpPr>
        <p:spPr>
          <a:xfrm>
            <a:off x="325196" y="6353035"/>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tx1">
                  <a:lumMod val="25000"/>
                  <a:lumOff val="75000"/>
                </a:schemeClr>
              </a:solidFill>
            </a:endParaRPr>
          </a:p>
        </p:txBody>
      </p:sp>
    </p:spTree>
    <p:extLst>
      <p:ext uri="{BB962C8B-B14F-4D97-AF65-F5344CB8AC3E}">
        <p14:creationId xmlns:p14="http://schemas.microsoft.com/office/powerpoint/2010/main" val="896583574"/>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1+#ppt_w/2"/>
                                          </p:val>
                                        </p:tav>
                                        <p:tav tm="100000">
                                          <p:val>
                                            <p:strVal val="#ppt_x"/>
                                          </p:val>
                                        </p:tav>
                                      </p:tavLst>
                                    </p:anim>
                                    <p:anim calcmode="lin" valueType="num">
                                      <p:cBhvr additive="base">
                                        <p:cTn id="8" dur="10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txStyles>
    <p:titleStyle>
      <a:lvl1pPr algn="l" defTabSz="914217"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54" indent="-228554" algn="l" defTabSz="914217"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663" indent="-228554" algn="l" defTabSz="91421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771" indent="-228554" algn="l" defTabSz="91421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880"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989"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097"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206"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14"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423"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0">
          <p15:clr>
            <a:srgbClr val="F26B43"/>
          </p15:clr>
        </p15:guide>
        <p15:guide id="2" pos="7681">
          <p15:clr>
            <a:srgbClr val="F26B43"/>
          </p15:clr>
        </p15:guide>
        <p15:guide id="3" orient="horz" pos="816">
          <p15:clr>
            <a:srgbClr val="F26B43"/>
          </p15:clr>
        </p15:guide>
        <p15:guide id="4" orient="horz" pos="7776">
          <p15:clr>
            <a:srgbClr val="F26B43"/>
          </p15:clr>
        </p15:guide>
        <p15:guide id="5" pos="14377">
          <p15:clr>
            <a:srgbClr val="F26B43"/>
          </p15:clr>
        </p15:guide>
        <p15:guide id="6" pos="985">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9Slide.vn - 2019">
            <a:extLst>
              <a:ext uri="{FF2B5EF4-FFF2-40B4-BE49-F238E27FC236}">
                <a16:creationId xmlns:a16="http://schemas.microsoft.com/office/drawing/2014/main" id="{041024FD-96EF-DB18-3A01-55FD89A2500E}"/>
              </a:ext>
            </a:extLst>
          </p:cNvPr>
          <p:cNvSpPr txBox="1"/>
          <p:nvPr userDrawn="1"/>
        </p:nvSpPr>
        <p:spPr>
          <a:xfrm>
            <a:off x="0" y="-804565"/>
            <a:ext cx="12192000" cy="461665"/>
          </a:xfrm>
          <a:prstGeom prst="rect">
            <a:avLst/>
          </a:prstGeom>
          <a:noFill/>
        </p:spPr>
        <p:txBody>
          <a:bodyPr vert="horz" wrap="square" rtlCol="0">
            <a:spAutoFit/>
          </a:bodyPr>
          <a:lstStyle/>
          <a:p>
            <a:pPr algn="ctr"/>
            <a:r>
              <a:rPr lang="en-US" sz="2400">
                <a:solidFill>
                  <a:srgbClr val="CFCFCF"/>
                </a:solidFill>
              </a:rPr>
              <a:t>www.9slide.vn</a:t>
            </a:r>
          </a:p>
        </p:txBody>
      </p:sp>
      <p:sp>
        <p:nvSpPr>
          <p:cNvPr id="15" name="Light Blue">
            <a:extLst>
              <a:ext uri="{FF2B5EF4-FFF2-40B4-BE49-F238E27FC236}">
                <a16:creationId xmlns:a16="http://schemas.microsoft.com/office/drawing/2014/main" id="{D388DFEE-482F-430F-8764-822541B3C711}"/>
              </a:ext>
            </a:extLst>
          </p:cNvPr>
          <p:cNvSpPr/>
          <p:nvPr/>
        </p:nvSpPr>
        <p:spPr>
          <a:xfrm rot="11700000">
            <a:off x="-4544341" y="83911"/>
            <a:ext cx="15959221" cy="10708345"/>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77000">
                <a:schemeClr val="accent2"/>
              </a:gs>
              <a:gs pos="0">
                <a:schemeClr val="accent1">
                  <a:lumMod val="40000"/>
                  <a:lumOff val="60000"/>
                </a:schemeClr>
              </a:gs>
            </a:gsLst>
            <a:path path="circle">
              <a:fillToRect l="50000" t="50000" r="50000" b="50000"/>
            </a:path>
          </a:gradFill>
          <a:ln w="9525" cap="flat">
            <a:noFill/>
            <a:prstDash val="solid"/>
            <a:miter/>
          </a:ln>
          <a:effectLst>
            <a:softEdge rad="1270000"/>
          </a:effectLst>
        </p:spPr>
        <p:txBody>
          <a:bodyPr rtlCol="0" anchor="ctr"/>
          <a:lstStyle/>
          <a:p>
            <a:endParaRPr lang="en-US" sz="900"/>
          </a:p>
        </p:txBody>
      </p:sp>
      <p:sp>
        <p:nvSpPr>
          <p:cNvPr id="16" name="Pink Purple">
            <a:extLst>
              <a:ext uri="{FF2B5EF4-FFF2-40B4-BE49-F238E27FC236}">
                <a16:creationId xmlns:a16="http://schemas.microsoft.com/office/drawing/2014/main" id="{FBBAE8E4-5822-4697-9CB0-416C2285D412}"/>
              </a:ext>
            </a:extLst>
          </p:cNvPr>
          <p:cNvSpPr/>
          <p:nvPr/>
        </p:nvSpPr>
        <p:spPr>
          <a:xfrm rot="900000">
            <a:off x="-2008543" y="-4096517"/>
            <a:ext cx="10503734" cy="9394104"/>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71000">
                <a:schemeClr val="accent2"/>
              </a:gs>
              <a:gs pos="40000">
                <a:schemeClr val="accent3">
                  <a:lumMod val="75000"/>
                </a:schemeClr>
              </a:gs>
              <a:gs pos="0">
                <a:schemeClr val="accent3">
                  <a:lumMod val="75000"/>
                </a:schemeClr>
              </a:gs>
            </a:gsLst>
            <a:path path="circle">
              <a:fillToRect l="50000" t="50000" r="50000" b="50000"/>
            </a:path>
          </a:gradFill>
          <a:ln w="9525" cap="flat">
            <a:noFill/>
            <a:prstDash val="solid"/>
            <a:miter/>
          </a:ln>
          <a:effectLst>
            <a:softEdge rad="1270000"/>
          </a:effectLst>
        </p:spPr>
        <p:txBody>
          <a:bodyPr rtlCol="0" anchor="ctr"/>
          <a:lstStyle/>
          <a:p>
            <a:endParaRPr lang="en-US" sz="900"/>
          </a:p>
        </p:txBody>
      </p:sp>
      <p:sp>
        <p:nvSpPr>
          <p:cNvPr id="17" name="Purple">
            <a:extLst>
              <a:ext uri="{FF2B5EF4-FFF2-40B4-BE49-F238E27FC236}">
                <a16:creationId xmlns:a16="http://schemas.microsoft.com/office/drawing/2014/main" id="{BE8684E9-46AD-4F7B-B7A2-C0E291C667C5}"/>
              </a:ext>
            </a:extLst>
          </p:cNvPr>
          <p:cNvSpPr/>
          <p:nvPr/>
        </p:nvSpPr>
        <p:spPr>
          <a:xfrm rot="15300000">
            <a:off x="1207066" y="-4670724"/>
            <a:ext cx="15008936" cy="13419874"/>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73000">
                <a:schemeClr val="accent2"/>
              </a:gs>
              <a:gs pos="0">
                <a:schemeClr val="accent2"/>
              </a:gs>
            </a:gsLst>
            <a:path path="circle">
              <a:fillToRect l="50000" t="50000" r="50000" b="50000"/>
            </a:path>
          </a:gradFill>
          <a:ln w="9525" cap="flat">
            <a:noFill/>
            <a:prstDash val="solid"/>
            <a:miter/>
          </a:ln>
          <a:effectLst>
            <a:softEdge rad="1270000"/>
          </a:effectLst>
        </p:spPr>
        <p:txBody>
          <a:bodyPr rtlCol="0" anchor="ctr"/>
          <a:lstStyle/>
          <a:p>
            <a:endParaRPr lang="en-US" sz="900"/>
          </a:p>
        </p:txBody>
      </p:sp>
      <p:sp>
        <p:nvSpPr>
          <p:cNvPr id="18" name="Pink">
            <a:extLst>
              <a:ext uri="{FF2B5EF4-FFF2-40B4-BE49-F238E27FC236}">
                <a16:creationId xmlns:a16="http://schemas.microsoft.com/office/drawing/2014/main" id="{A0C126FD-D78B-4C2F-97BE-020A3C75E44A}"/>
              </a:ext>
            </a:extLst>
          </p:cNvPr>
          <p:cNvSpPr/>
          <p:nvPr/>
        </p:nvSpPr>
        <p:spPr>
          <a:xfrm rot="9000000">
            <a:off x="285211" y="-2546184"/>
            <a:ext cx="8538604" cy="7636573"/>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70000">
                <a:schemeClr val="accent3">
                  <a:lumMod val="75000"/>
                </a:schemeClr>
              </a:gs>
              <a:gs pos="0">
                <a:schemeClr val="accent3"/>
              </a:gs>
            </a:gsLst>
            <a:path path="circle">
              <a:fillToRect l="50000" t="50000" r="50000" b="50000"/>
            </a:path>
          </a:gradFill>
          <a:ln w="9525" cap="flat">
            <a:noFill/>
            <a:prstDash val="solid"/>
            <a:miter/>
          </a:ln>
          <a:effectLst>
            <a:softEdge rad="1270000"/>
          </a:effectLst>
        </p:spPr>
        <p:txBody>
          <a:bodyPr rtlCol="0" anchor="ctr"/>
          <a:lstStyle/>
          <a:p>
            <a:endParaRPr lang="en-US" sz="900"/>
          </a:p>
        </p:txBody>
      </p:sp>
      <p:sp>
        <p:nvSpPr>
          <p:cNvPr id="19" name="Light Blue">
            <a:extLst>
              <a:ext uri="{FF2B5EF4-FFF2-40B4-BE49-F238E27FC236}">
                <a16:creationId xmlns:a16="http://schemas.microsoft.com/office/drawing/2014/main" id="{251649C5-3386-4361-95CE-44792724EF40}"/>
              </a:ext>
            </a:extLst>
          </p:cNvPr>
          <p:cNvSpPr/>
          <p:nvPr/>
        </p:nvSpPr>
        <p:spPr>
          <a:xfrm rot="15300000">
            <a:off x="3663172" y="-3280938"/>
            <a:ext cx="15008936" cy="13419874"/>
          </a:xfrm>
          <a:custGeom>
            <a:avLst/>
            <a:gdLst>
              <a:gd name="connsiteX0" fmla="*/ 7866683 w 8105775"/>
              <a:gd name="connsiteY0" fmla="*/ 3469179 h 7248525"/>
              <a:gd name="connsiteX1" fmla="*/ 6844650 w 8105775"/>
              <a:gd name="connsiteY1" fmla="*/ 1416541 h 7248525"/>
              <a:gd name="connsiteX2" fmla="*/ 5800711 w 8105775"/>
              <a:gd name="connsiteY2" fmla="*/ 430704 h 7248525"/>
              <a:gd name="connsiteX3" fmla="*/ 1604948 w 8105775"/>
              <a:gd name="connsiteY3" fmla="*/ 1225089 h 7248525"/>
              <a:gd name="connsiteX4" fmla="*/ 8558 w 8105775"/>
              <a:gd name="connsiteY4" fmla="*/ 4330239 h 7248525"/>
              <a:gd name="connsiteX5" fmla="*/ 1055355 w 8105775"/>
              <a:gd name="connsiteY5" fmla="*/ 6109509 h 7248525"/>
              <a:gd name="connsiteX6" fmla="*/ 2590785 w 8105775"/>
              <a:gd name="connsiteY6" fmla="*/ 6781022 h 7248525"/>
              <a:gd name="connsiteX7" fmla="*/ 4990133 w 8105775"/>
              <a:gd name="connsiteY7" fmla="*/ 7234412 h 7248525"/>
              <a:gd name="connsiteX8" fmla="*/ 6442696 w 8105775"/>
              <a:gd name="connsiteY8" fmla="*/ 7103919 h 7248525"/>
              <a:gd name="connsiteX9" fmla="*/ 7065631 w 8105775"/>
              <a:gd name="connsiteY9" fmla="*/ 6813406 h 7248525"/>
              <a:gd name="connsiteX10" fmla="*/ 7575218 w 8105775"/>
              <a:gd name="connsiteY10" fmla="*/ 6330489 h 7248525"/>
              <a:gd name="connsiteX11" fmla="*/ 8074328 w 8105775"/>
              <a:gd name="connsiteY11" fmla="*/ 5337031 h 7248525"/>
              <a:gd name="connsiteX12" fmla="*/ 8036228 w 8105775"/>
              <a:gd name="connsiteY12" fmla="*/ 4195937 h 7248525"/>
              <a:gd name="connsiteX13" fmla="*/ 7866683 w 8105775"/>
              <a:gd name="connsiteY13" fmla="*/ 3469179 h 724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05775" h="7248525">
                <a:moveTo>
                  <a:pt x="7866683" y="3469179"/>
                </a:moveTo>
                <a:cubicBezTo>
                  <a:pt x="7655228" y="2729086"/>
                  <a:pt x="7324711" y="2029951"/>
                  <a:pt x="6844650" y="1416541"/>
                </a:cubicBezTo>
                <a:cubicBezTo>
                  <a:pt x="6549375" y="1038399"/>
                  <a:pt x="6199808" y="699309"/>
                  <a:pt x="5800711" y="430704"/>
                </a:cubicBezTo>
                <a:cubicBezTo>
                  <a:pt x="4204321" y="-641811"/>
                  <a:pt x="2276460" y="544051"/>
                  <a:pt x="1604948" y="1225089"/>
                </a:cubicBezTo>
                <a:cubicBezTo>
                  <a:pt x="933435" y="1906126"/>
                  <a:pt x="-104790" y="3310111"/>
                  <a:pt x="8558" y="4330239"/>
                </a:cubicBezTo>
                <a:cubicBezTo>
                  <a:pt x="121905" y="5350367"/>
                  <a:pt x="583868" y="5796137"/>
                  <a:pt x="1055355" y="6109509"/>
                </a:cubicBezTo>
                <a:cubicBezTo>
                  <a:pt x="1526843" y="6423834"/>
                  <a:pt x="2328848" y="6711489"/>
                  <a:pt x="2590785" y="6781022"/>
                </a:cubicBezTo>
                <a:cubicBezTo>
                  <a:pt x="2852723" y="6850554"/>
                  <a:pt x="4212893" y="7164879"/>
                  <a:pt x="4990133" y="7234412"/>
                </a:cubicBezTo>
                <a:cubicBezTo>
                  <a:pt x="5474003" y="7278226"/>
                  <a:pt x="5975971" y="7243937"/>
                  <a:pt x="6442696" y="7103919"/>
                </a:cubicBezTo>
                <a:cubicBezTo>
                  <a:pt x="6659866" y="7039149"/>
                  <a:pt x="6885608" y="6952472"/>
                  <a:pt x="7065631" y="6813406"/>
                </a:cubicBezTo>
                <a:cubicBezTo>
                  <a:pt x="7251368" y="6670531"/>
                  <a:pt x="7423771" y="6509559"/>
                  <a:pt x="7575218" y="6330489"/>
                </a:cubicBezTo>
                <a:cubicBezTo>
                  <a:pt x="7816200" y="6043787"/>
                  <a:pt x="8001938" y="5706601"/>
                  <a:pt x="8074328" y="5337031"/>
                </a:cubicBezTo>
                <a:cubicBezTo>
                  <a:pt x="8147671" y="4960794"/>
                  <a:pt x="8104808" y="4572174"/>
                  <a:pt x="8036228" y="4195937"/>
                </a:cubicBezTo>
                <a:cubicBezTo>
                  <a:pt x="7990508" y="3951144"/>
                  <a:pt x="7935263" y="3708256"/>
                  <a:pt x="7866683" y="3469179"/>
                </a:cubicBezTo>
                <a:close/>
              </a:path>
            </a:pathLst>
          </a:custGeom>
          <a:gradFill>
            <a:gsLst>
              <a:gs pos="80000">
                <a:schemeClr val="accent2">
                  <a:alpha val="32000"/>
                </a:schemeClr>
              </a:gs>
              <a:gs pos="0">
                <a:schemeClr val="accent1"/>
              </a:gs>
            </a:gsLst>
            <a:path path="circle">
              <a:fillToRect l="50000" t="50000" r="50000" b="50000"/>
            </a:path>
          </a:gradFill>
          <a:ln w="9525" cap="flat">
            <a:noFill/>
            <a:prstDash val="solid"/>
            <a:miter/>
          </a:ln>
          <a:effectLst>
            <a:softEdge rad="1270000"/>
          </a:effectLst>
        </p:spPr>
        <p:txBody>
          <a:bodyPr rtlCol="0" anchor="ctr"/>
          <a:lstStyle/>
          <a:p>
            <a:endParaRPr lang="en-US" sz="900"/>
          </a:p>
        </p:txBody>
      </p:sp>
      <p:sp>
        <p:nvSpPr>
          <p:cNvPr id="28" name="TextBox 27">
            <a:extLst>
              <a:ext uri="{FF2B5EF4-FFF2-40B4-BE49-F238E27FC236}">
                <a16:creationId xmlns:a16="http://schemas.microsoft.com/office/drawing/2014/main" id="{C7E5CC2B-ED72-45C7-BF0A-B092A979472E}"/>
              </a:ext>
            </a:extLst>
          </p:cNvPr>
          <p:cNvSpPr txBox="1"/>
          <p:nvPr/>
        </p:nvSpPr>
        <p:spPr>
          <a:xfrm rot="16200000">
            <a:off x="-706400" y="3213557"/>
            <a:ext cx="2193749" cy="430887"/>
          </a:xfrm>
          <a:prstGeom prst="rect">
            <a:avLst/>
          </a:prstGeom>
          <a:noFill/>
        </p:spPr>
        <p:txBody>
          <a:bodyPr wrap="square" rtlCol="0">
            <a:spAutoFit/>
          </a:bodyPr>
          <a:lstStyle/>
          <a:p>
            <a:pPr algn="ctr"/>
            <a:r>
              <a:rPr lang="en-US" sz="2200" b="1">
                <a:solidFill>
                  <a:schemeClr val="bg1"/>
                </a:solidFill>
                <a:latin typeface="Century Gothic" panose="020B0502020202020204" pitchFamily="34" charset="0"/>
              </a:rPr>
              <a:t>Massive X</a:t>
            </a:r>
          </a:p>
        </p:txBody>
      </p:sp>
      <p:sp>
        <p:nvSpPr>
          <p:cNvPr id="29" name="Oval 28">
            <a:extLst>
              <a:ext uri="{FF2B5EF4-FFF2-40B4-BE49-F238E27FC236}">
                <a16:creationId xmlns:a16="http://schemas.microsoft.com/office/drawing/2014/main" id="{CB9C493A-C0C5-433E-B0C9-73E5F353A3AD}"/>
              </a:ext>
            </a:extLst>
          </p:cNvPr>
          <p:cNvSpPr/>
          <p:nvPr/>
        </p:nvSpPr>
        <p:spPr>
          <a:xfrm>
            <a:off x="364772" y="369582"/>
            <a:ext cx="51405" cy="51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0" name="Oval 29">
            <a:extLst>
              <a:ext uri="{FF2B5EF4-FFF2-40B4-BE49-F238E27FC236}">
                <a16:creationId xmlns:a16="http://schemas.microsoft.com/office/drawing/2014/main" id="{E95DFE2E-B2E5-466B-B1CC-C85DE1401518}"/>
              </a:ext>
            </a:extLst>
          </p:cNvPr>
          <p:cNvSpPr/>
          <p:nvPr/>
        </p:nvSpPr>
        <p:spPr>
          <a:xfrm>
            <a:off x="364772" y="518410"/>
            <a:ext cx="51405" cy="51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1" name="Oval 30">
            <a:extLst>
              <a:ext uri="{FF2B5EF4-FFF2-40B4-BE49-F238E27FC236}">
                <a16:creationId xmlns:a16="http://schemas.microsoft.com/office/drawing/2014/main" id="{9FE24D81-6663-4CF8-857E-F1F0413B3577}"/>
              </a:ext>
            </a:extLst>
          </p:cNvPr>
          <p:cNvSpPr/>
          <p:nvPr/>
        </p:nvSpPr>
        <p:spPr>
          <a:xfrm>
            <a:off x="364772" y="667238"/>
            <a:ext cx="51405" cy="514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7" name="TextBox 26">
            <a:extLst>
              <a:ext uri="{FF2B5EF4-FFF2-40B4-BE49-F238E27FC236}">
                <a16:creationId xmlns:a16="http://schemas.microsoft.com/office/drawing/2014/main" id="{074A38E2-E1FF-4879-9C32-610C884B2151}"/>
              </a:ext>
            </a:extLst>
          </p:cNvPr>
          <p:cNvSpPr txBox="1"/>
          <p:nvPr/>
        </p:nvSpPr>
        <p:spPr>
          <a:xfrm rot="16200000">
            <a:off x="10547818" y="2927923"/>
            <a:ext cx="2507418" cy="246221"/>
          </a:xfrm>
          <a:prstGeom prst="rect">
            <a:avLst/>
          </a:prstGeom>
          <a:noFill/>
        </p:spPr>
        <p:txBody>
          <a:bodyPr wrap="none" rtlCol="0" anchor="ctr">
            <a:spAutoFit/>
          </a:bodyPr>
          <a:lstStyle/>
          <a:p>
            <a:pPr algn="l"/>
            <a:r>
              <a:rPr lang="en-US" sz="1000" b="1">
                <a:solidFill>
                  <a:schemeClr val="bg1"/>
                </a:solidFill>
                <a:latin typeface="+mj-lt"/>
              </a:rPr>
              <a:t>Massive X</a:t>
            </a:r>
            <a:r>
              <a:rPr lang="en-US" sz="1000">
                <a:solidFill>
                  <a:schemeClr val="bg1"/>
                </a:solidFill>
              </a:rPr>
              <a:t> presentation to </a:t>
            </a:r>
            <a:r>
              <a:rPr lang="en-US" sz="1000" b="0">
                <a:solidFill>
                  <a:schemeClr val="bg1"/>
                </a:solidFill>
              </a:rPr>
              <a:t>DesignBall</a:t>
            </a:r>
            <a:r>
              <a:rPr lang="en-US" sz="1000">
                <a:solidFill>
                  <a:schemeClr val="bg1"/>
                </a:solidFill>
              </a:rPr>
              <a:t> team</a:t>
            </a:r>
          </a:p>
        </p:txBody>
      </p:sp>
      <p:sp>
        <p:nvSpPr>
          <p:cNvPr id="32" name="Slide Number Placeholder 5">
            <a:extLst>
              <a:ext uri="{FF2B5EF4-FFF2-40B4-BE49-F238E27FC236}">
                <a16:creationId xmlns:a16="http://schemas.microsoft.com/office/drawing/2014/main" id="{DDEAE338-FF37-4E7C-8B4D-BAA7F448833A}"/>
              </a:ext>
            </a:extLst>
          </p:cNvPr>
          <p:cNvSpPr txBox="1">
            <a:spLocks/>
          </p:cNvSpPr>
          <p:nvPr/>
        </p:nvSpPr>
        <p:spPr>
          <a:xfrm>
            <a:off x="11702935" y="4438872"/>
            <a:ext cx="162261" cy="291381"/>
          </a:xfrm>
          <a:prstGeom prst="rect">
            <a:avLst/>
          </a:prstGeom>
        </p:spPr>
        <p:txBody>
          <a:bodyPr vert="horz" wrap="none" lIns="60952" tIns="30476" rIns="60952" bIns="30476"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200" b="1" smtClean="0">
                <a:solidFill>
                  <a:schemeClr val="bg1"/>
                </a:solidFill>
                <a:latin typeface="+mj-lt"/>
              </a:rPr>
              <a:pPr algn="ctr"/>
              <a:t>‹#›</a:t>
            </a:fld>
            <a:endParaRPr lang="en-US" sz="700" b="1">
              <a:solidFill>
                <a:schemeClr val="bg1"/>
              </a:solidFill>
              <a:latin typeface="+mj-lt"/>
            </a:endParaRPr>
          </a:p>
        </p:txBody>
      </p:sp>
      <p:sp>
        <p:nvSpPr>
          <p:cNvPr id="23" name="Rectangle 22">
            <a:extLst>
              <a:ext uri="{FF2B5EF4-FFF2-40B4-BE49-F238E27FC236}">
                <a16:creationId xmlns:a16="http://schemas.microsoft.com/office/drawing/2014/main" id="{3006A69E-53AD-46AF-A042-1385A0A2C7C9}"/>
              </a:ext>
            </a:extLst>
          </p:cNvPr>
          <p:cNvSpPr/>
          <p:nvPr/>
        </p:nvSpPr>
        <p:spPr>
          <a:xfrm>
            <a:off x="262392" y="5977044"/>
            <a:ext cx="292068" cy="338554"/>
          </a:xfrm>
          <a:prstGeom prst="rect">
            <a:avLst/>
          </a:prstGeom>
        </p:spPr>
        <p:txBody>
          <a:bodyPr wrap="none" anchor="ctr">
            <a:spAutoFit/>
          </a:bodyPr>
          <a:lstStyle/>
          <a:p>
            <a:pPr algn="ctr"/>
            <a:r>
              <a:rPr lang="en-US" sz="1600">
                <a:solidFill>
                  <a:schemeClr val="bg1"/>
                </a:solidFill>
                <a:latin typeface="Designball-Social-01" pitchFamily="2" charset="0"/>
              </a:rPr>
              <a:t>b</a:t>
            </a:r>
          </a:p>
        </p:txBody>
      </p:sp>
      <p:sp>
        <p:nvSpPr>
          <p:cNvPr id="33" name="Rectangle 32">
            <a:extLst>
              <a:ext uri="{FF2B5EF4-FFF2-40B4-BE49-F238E27FC236}">
                <a16:creationId xmlns:a16="http://schemas.microsoft.com/office/drawing/2014/main" id="{DB1F6FD3-046A-46E9-806A-982491CEF97B}"/>
              </a:ext>
            </a:extLst>
          </p:cNvPr>
          <p:cNvSpPr/>
          <p:nvPr/>
        </p:nvSpPr>
        <p:spPr>
          <a:xfrm>
            <a:off x="261591" y="5659343"/>
            <a:ext cx="293670" cy="338554"/>
          </a:xfrm>
          <a:prstGeom prst="rect">
            <a:avLst/>
          </a:prstGeom>
        </p:spPr>
        <p:txBody>
          <a:bodyPr wrap="none" anchor="ctr">
            <a:spAutoFit/>
          </a:bodyPr>
          <a:lstStyle/>
          <a:p>
            <a:pPr algn="ctr"/>
            <a:r>
              <a:rPr lang="en-US" sz="1600">
                <a:solidFill>
                  <a:schemeClr val="bg1"/>
                </a:solidFill>
                <a:latin typeface="Designball-Social-01" pitchFamily="2" charset="0"/>
              </a:rPr>
              <a:t>C</a:t>
            </a:r>
          </a:p>
        </p:txBody>
      </p:sp>
      <p:sp>
        <p:nvSpPr>
          <p:cNvPr id="34" name="Rectangle 33">
            <a:extLst>
              <a:ext uri="{FF2B5EF4-FFF2-40B4-BE49-F238E27FC236}">
                <a16:creationId xmlns:a16="http://schemas.microsoft.com/office/drawing/2014/main" id="{51B572A6-8252-4362-A92A-A5914D19083C}"/>
              </a:ext>
            </a:extLst>
          </p:cNvPr>
          <p:cNvSpPr/>
          <p:nvPr/>
        </p:nvSpPr>
        <p:spPr>
          <a:xfrm>
            <a:off x="272812" y="6294746"/>
            <a:ext cx="271229" cy="338554"/>
          </a:xfrm>
          <a:prstGeom prst="rect">
            <a:avLst/>
          </a:prstGeom>
        </p:spPr>
        <p:txBody>
          <a:bodyPr wrap="none" anchor="ctr">
            <a:spAutoFit/>
          </a:bodyPr>
          <a:lstStyle/>
          <a:p>
            <a:pPr algn="ctr"/>
            <a:r>
              <a:rPr lang="en-US" sz="1600">
                <a:solidFill>
                  <a:schemeClr val="bg1"/>
                </a:solidFill>
                <a:latin typeface="Designball-Social-01" pitchFamily="2" charset="0"/>
              </a:rPr>
              <a:t>c</a:t>
            </a:r>
          </a:p>
        </p:txBody>
      </p:sp>
      <p:sp>
        <p:nvSpPr>
          <p:cNvPr id="35" name="Rectangle 34">
            <a:hlinkClick r:id="rId36"/>
            <a:extLst>
              <a:ext uri="{FF2B5EF4-FFF2-40B4-BE49-F238E27FC236}">
                <a16:creationId xmlns:a16="http://schemas.microsoft.com/office/drawing/2014/main" id="{23516ED8-C2E9-4940-9CD5-0E0111C5BDA5}"/>
              </a:ext>
            </a:extLst>
          </p:cNvPr>
          <p:cNvSpPr/>
          <p:nvPr/>
        </p:nvSpPr>
        <p:spPr>
          <a:xfrm>
            <a:off x="325196" y="6037649"/>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bg1"/>
              </a:solidFill>
            </a:endParaRPr>
          </a:p>
        </p:txBody>
      </p:sp>
      <p:sp>
        <p:nvSpPr>
          <p:cNvPr id="36" name="Rectangle 35">
            <a:hlinkClick r:id="rId37"/>
            <a:extLst>
              <a:ext uri="{FF2B5EF4-FFF2-40B4-BE49-F238E27FC236}">
                <a16:creationId xmlns:a16="http://schemas.microsoft.com/office/drawing/2014/main" id="{0C0F2FE4-6CE1-4165-A993-7F1137B30860}"/>
              </a:ext>
            </a:extLst>
          </p:cNvPr>
          <p:cNvSpPr/>
          <p:nvPr/>
        </p:nvSpPr>
        <p:spPr>
          <a:xfrm>
            <a:off x="325196" y="5722264"/>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bg1"/>
              </a:solidFill>
            </a:endParaRPr>
          </a:p>
        </p:txBody>
      </p:sp>
      <p:sp>
        <p:nvSpPr>
          <p:cNvPr id="37" name="Rectangle 36">
            <a:hlinkClick r:id="rId38"/>
            <a:extLst>
              <a:ext uri="{FF2B5EF4-FFF2-40B4-BE49-F238E27FC236}">
                <a16:creationId xmlns:a16="http://schemas.microsoft.com/office/drawing/2014/main" id="{5156BAD8-9280-44B5-9AAB-5A16557A4546}"/>
              </a:ext>
            </a:extLst>
          </p:cNvPr>
          <p:cNvSpPr/>
          <p:nvPr/>
        </p:nvSpPr>
        <p:spPr>
          <a:xfrm>
            <a:off x="325196" y="6353035"/>
            <a:ext cx="166459" cy="221974"/>
          </a:xfrm>
          <a:prstGeom prst="rect">
            <a:avLst/>
          </a:prstGeom>
          <a:solidFill>
            <a:schemeClr val="bg2">
              <a:alpha val="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solidFill>
                <a:schemeClr val="bg1"/>
              </a:solidFill>
            </a:endParaRPr>
          </a:p>
        </p:txBody>
      </p:sp>
    </p:spTree>
    <p:extLst>
      <p:ext uri="{BB962C8B-B14F-4D97-AF65-F5344CB8AC3E}">
        <p14:creationId xmlns:p14="http://schemas.microsoft.com/office/powerpoint/2010/main" val="2793018648"/>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93" r:id="rId17"/>
    <p:sldLayoutId id="2147483794" r:id="rId18"/>
    <p:sldLayoutId id="2147483795" r:id="rId19"/>
    <p:sldLayoutId id="2147483796" r:id="rId20"/>
    <p:sldLayoutId id="2147483797" r:id="rId21"/>
    <p:sldLayoutId id="2147483798" r:id="rId22"/>
    <p:sldLayoutId id="2147483799" r:id="rId23"/>
    <p:sldLayoutId id="2147483800" r:id="rId24"/>
    <p:sldLayoutId id="2147483801" r:id="rId25"/>
    <p:sldLayoutId id="2147483802" r:id="rId26"/>
    <p:sldLayoutId id="2147483803" r:id="rId27"/>
    <p:sldLayoutId id="2147483804" r:id="rId28"/>
    <p:sldLayoutId id="2147483805" r:id="rId29"/>
    <p:sldLayoutId id="2147483806" r:id="rId30"/>
    <p:sldLayoutId id="2147483807" r:id="rId31"/>
    <p:sldLayoutId id="2147483808" r:id="rId32"/>
    <p:sldLayoutId id="2147483809" r:id="rId33"/>
    <p:sldLayoutId id="2147483810" r:id="rId34"/>
  </p:sldLayoutIdLst>
  <p:txStyles>
    <p:titleStyle>
      <a:lvl1pPr algn="l" defTabSz="914217"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54" indent="-228554" algn="l" defTabSz="914217"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663" indent="-228554" algn="l" defTabSz="91421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771" indent="-228554" algn="l" defTabSz="91421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880"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989"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097"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206"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14"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423"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0">
          <p15:clr>
            <a:srgbClr val="000000"/>
          </p15:clr>
        </p15:guide>
        <p15:guide id="2" pos="7681">
          <p15:clr>
            <a:srgbClr val="000000"/>
          </p15:clr>
        </p15:guide>
        <p15:guide id="3" orient="horz" pos="816">
          <p15:clr>
            <a:srgbClr val="000000"/>
          </p15:clr>
        </p15:guide>
        <p15:guide id="4" orient="horz" pos="7776">
          <p15:clr>
            <a:srgbClr val="000000"/>
          </p15:clr>
        </p15:guide>
        <p15:guide id="5" pos="14377">
          <p15:clr>
            <a:srgbClr val="000000"/>
          </p15:clr>
        </p15:guide>
        <p15:guide id="6" pos="985">
          <p15:clr>
            <a:srgbClr val="000000"/>
          </p15:clr>
        </p15:guide>
        <p15:guide id="7">
          <p15:clr>
            <a:srgbClr val="FFFFFF"/>
          </p15:clr>
        </p15:guide>
        <p15:guide id="8" pos="15362">
          <p15:clr>
            <a:srgbClr val="FFFFFF"/>
          </p15:clr>
        </p15:guide>
        <p15:guide id="9" orient="horz">
          <p15:clr>
            <a:srgbClr val="FFFFFF"/>
          </p15:clr>
        </p15:guide>
        <p15:guide id="10" orient="horz" pos="8640">
          <p15:clr>
            <a:srgbClr val="FFFFFF"/>
          </p15:clr>
        </p15:guide>
        <p15:guide id="11" pos="4321">
          <p15:clr>
            <a:srgbClr val="F26B43"/>
          </p15:clr>
        </p15:guide>
        <p15:guide id="12" pos="1104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07/relationships/hdphoto" Target="../media/hdphoto2.wdp"/><Relationship Id="rId7"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0.png"/><Relationship Id="rId7" Type="http://schemas.openxmlformats.org/officeDocument/2006/relationships/image" Target="../media/image6.png"/><Relationship Id="rId2" Type="http://schemas.openxmlformats.org/officeDocument/2006/relationships/image" Target="../media/image3.jpg"/><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9.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07/relationships/hdphoto" Target="../media/hdphoto2.wdp"/><Relationship Id="rId7"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3.jp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5.png"/><Relationship Id="rId4" Type="http://schemas.microsoft.com/office/2007/relationships/hdphoto" Target="../media/hdphoto2.wdp"/></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jpg"/><Relationship Id="rId5" Type="http://schemas.openxmlformats.org/officeDocument/2006/relationships/image" Target="../media/image6.png"/><Relationship Id="rId10" Type="http://schemas.openxmlformats.org/officeDocument/2006/relationships/image" Target="../media/image11.png"/><Relationship Id="rId4" Type="http://schemas.microsoft.com/office/2007/relationships/hdphoto" Target="../media/hdphoto2.wdp"/><Relationship Id="rId9"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jpg"/><Relationship Id="rId5" Type="http://schemas.openxmlformats.org/officeDocument/2006/relationships/image" Target="../media/image4.jpg"/><Relationship Id="rId4" Type="http://schemas.microsoft.com/office/2007/relationships/hdphoto" Target="../media/hdphoto2.wdp"/></Relationships>
</file>

<file path=ppt/slides/_rels/slide10.xml.rels><?xml version="1.0" encoding="UTF-8" standalone="yes"?>
<Relationships xmlns="http://schemas.openxmlformats.org/package/2006/relationships"><Relationship Id="rId8" Type="http://schemas.openxmlformats.org/officeDocument/2006/relationships/image" Target="../media/image3.jpg"/><Relationship Id="rId3" Type="http://schemas.microsoft.com/office/2007/relationships/media" Target="../media/media2.mp4"/><Relationship Id="rId7" Type="http://schemas.microsoft.com/office/2007/relationships/hdphoto" Target="../media/hdphoto3.wdp"/><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3.png"/><Relationship Id="rId11" Type="http://schemas.openxmlformats.org/officeDocument/2006/relationships/image" Target="../media/image16.gif"/><Relationship Id="rId5" Type="http://schemas.openxmlformats.org/officeDocument/2006/relationships/slideLayout" Target="../slideLayouts/slideLayout2.xml"/><Relationship Id="rId10" Type="http://schemas.openxmlformats.org/officeDocument/2006/relationships/image" Target="../media/image15.png"/><Relationship Id="rId4" Type="http://schemas.openxmlformats.org/officeDocument/2006/relationships/video" Target="../media/media2.mp4"/><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13" Type="http://schemas.microsoft.com/office/2007/relationships/hdphoto" Target="../media/hdphoto5.wdp"/><Relationship Id="rId3" Type="http://schemas.openxmlformats.org/officeDocument/2006/relationships/image" Target="../media/image18.png"/><Relationship Id="rId7" Type="http://schemas.openxmlformats.org/officeDocument/2006/relationships/image" Target="../media/image21.png"/><Relationship Id="rId12" Type="http://schemas.openxmlformats.org/officeDocument/2006/relationships/image" Target="../media/image25.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4.png"/><Relationship Id="rId5" Type="http://schemas.openxmlformats.org/officeDocument/2006/relationships/image" Target="../media/image19.png"/><Relationship Id="rId10" Type="http://schemas.openxmlformats.org/officeDocument/2006/relationships/customXml" Target="../ink/ink1.xml"/><Relationship Id="rId4" Type="http://schemas.microsoft.com/office/2007/relationships/hdphoto" Target="../media/hdphoto4.wdp"/><Relationship Id="rId9" Type="http://schemas.openxmlformats.org/officeDocument/2006/relationships/image" Target="../media/image23.pn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9.svg"/><Relationship Id="rId3" Type="http://schemas.openxmlformats.org/officeDocument/2006/relationships/image" Target="../media/image18.png"/><Relationship Id="rId7" Type="http://schemas.openxmlformats.org/officeDocument/2006/relationships/image" Target="../media/image21.png"/><Relationship Id="rId12" Type="http://schemas.openxmlformats.org/officeDocument/2006/relationships/image" Target="../media/image28.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7.svg"/><Relationship Id="rId5" Type="http://schemas.openxmlformats.org/officeDocument/2006/relationships/image" Target="../media/image19.png"/><Relationship Id="rId15" Type="http://schemas.microsoft.com/office/2007/relationships/hdphoto" Target="../media/hdphoto5.wdp"/><Relationship Id="rId10" Type="http://schemas.openxmlformats.org/officeDocument/2006/relationships/image" Target="../media/image26.png"/><Relationship Id="rId4" Type="http://schemas.microsoft.com/office/2007/relationships/hdphoto" Target="../media/hdphoto4.wdp"/><Relationship Id="rId9" Type="http://schemas.openxmlformats.org/officeDocument/2006/relationships/image" Target="../media/image23.png"/><Relationship Id="rId14"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8.png"/><Relationship Id="rId18" Type="http://schemas.microsoft.com/office/2007/relationships/hdphoto" Target="../media/hdphoto5.wdp"/><Relationship Id="rId3" Type="http://schemas.openxmlformats.org/officeDocument/2006/relationships/image" Target="../media/image18.png"/><Relationship Id="rId21" Type="http://schemas.openxmlformats.org/officeDocument/2006/relationships/image" Target="../media/image37.png"/><Relationship Id="rId7" Type="http://schemas.openxmlformats.org/officeDocument/2006/relationships/image" Target="../media/image20.png"/><Relationship Id="rId12" Type="http://schemas.openxmlformats.org/officeDocument/2006/relationships/image" Target="../media/image32.svg"/><Relationship Id="rId17" Type="http://schemas.openxmlformats.org/officeDocument/2006/relationships/image" Target="../media/image35.png"/><Relationship Id="rId2" Type="http://schemas.openxmlformats.org/officeDocument/2006/relationships/image" Target="../media/image17.png"/><Relationship Id="rId16" Type="http://schemas.openxmlformats.org/officeDocument/2006/relationships/image" Target="../media/image34.png"/><Relationship Id="rId20" Type="http://schemas.microsoft.com/office/2007/relationships/hdphoto" Target="../media/hdphoto6.wdp"/><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31.png"/><Relationship Id="rId5" Type="http://schemas.openxmlformats.org/officeDocument/2006/relationships/image" Target="../media/image30.png"/><Relationship Id="rId15" Type="http://schemas.openxmlformats.org/officeDocument/2006/relationships/image" Target="../media/image33.png"/><Relationship Id="rId10" Type="http://schemas.openxmlformats.org/officeDocument/2006/relationships/image" Target="../media/image23.png"/><Relationship Id="rId19" Type="http://schemas.openxmlformats.org/officeDocument/2006/relationships/image" Target="../media/image36.png"/><Relationship Id="rId4" Type="http://schemas.microsoft.com/office/2007/relationships/hdphoto" Target="../media/hdphoto4.wdp"/><Relationship Id="rId9" Type="http://schemas.openxmlformats.org/officeDocument/2006/relationships/image" Target="../media/image22.png"/><Relationship Id="rId14" Type="http://schemas.openxmlformats.org/officeDocument/2006/relationships/image" Target="../media/image29.svg"/><Relationship Id="rId22" Type="http://schemas.microsoft.com/office/2007/relationships/hdphoto" Target="../media/hdphoto7.wdp"/></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31.png"/><Relationship Id="rId18" Type="http://schemas.microsoft.com/office/2007/relationships/hdphoto" Target="../media/hdphoto6.wdp"/><Relationship Id="rId3" Type="http://schemas.openxmlformats.org/officeDocument/2006/relationships/image" Target="../media/image17.png"/><Relationship Id="rId21" Type="http://schemas.openxmlformats.org/officeDocument/2006/relationships/image" Target="../media/image37.png"/><Relationship Id="rId7" Type="http://schemas.openxmlformats.org/officeDocument/2006/relationships/image" Target="../media/image20.png"/><Relationship Id="rId12" Type="http://schemas.openxmlformats.org/officeDocument/2006/relationships/image" Target="../media/image34.png"/><Relationship Id="rId17" Type="http://schemas.openxmlformats.org/officeDocument/2006/relationships/image" Target="../media/image38.png"/><Relationship Id="rId2" Type="http://schemas.openxmlformats.org/officeDocument/2006/relationships/notesSlide" Target="../notesSlides/notesSlide3.xml"/><Relationship Id="rId16" Type="http://schemas.openxmlformats.org/officeDocument/2006/relationships/image" Target="../media/image29.svg"/><Relationship Id="rId20" Type="http://schemas.microsoft.com/office/2007/relationships/hdphoto" Target="../media/hdphoto5.wdp"/><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33.png"/><Relationship Id="rId5" Type="http://schemas.microsoft.com/office/2007/relationships/hdphoto" Target="../media/hdphoto4.wdp"/><Relationship Id="rId15" Type="http://schemas.openxmlformats.org/officeDocument/2006/relationships/image" Target="../media/image28.png"/><Relationship Id="rId10" Type="http://schemas.openxmlformats.org/officeDocument/2006/relationships/image" Target="../media/image23.png"/><Relationship Id="rId19" Type="http://schemas.openxmlformats.org/officeDocument/2006/relationships/image" Target="../media/image35.png"/><Relationship Id="rId4" Type="http://schemas.openxmlformats.org/officeDocument/2006/relationships/image" Target="../media/image18.png"/><Relationship Id="rId9" Type="http://schemas.openxmlformats.org/officeDocument/2006/relationships/image" Target="../media/image22.png"/><Relationship Id="rId14" Type="http://schemas.openxmlformats.org/officeDocument/2006/relationships/image" Target="../media/image32.svg"/><Relationship Id="rId22" Type="http://schemas.microsoft.com/office/2007/relationships/hdphoto" Target="../media/hdphoto7.wdp"/></Relationships>
</file>

<file path=ppt/slides/_rels/slide15.xml.rels><?xml version="1.0" encoding="UTF-8" standalone="yes"?>
<Relationships xmlns="http://schemas.openxmlformats.org/package/2006/relationships"><Relationship Id="rId8" Type="http://schemas.openxmlformats.org/officeDocument/2006/relationships/image" Target="../media/image27.svg"/><Relationship Id="rId13" Type="http://schemas.microsoft.com/office/2007/relationships/hdphoto" Target="../media/hdphoto6.wdp"/><Relationship Id="rId3" Type="http://schemas.openxmlformats.org/officeDocument/2006/relationships/image" Target="../media/image18.png"/><Relationship Id="rId7" Type="http://schemas.openxmlformats.org/officeDocument/2006/relationships/image" Target="../media/image26.png"/><Relationship Id="rId12" Type="http://schemas.openxmlformats.org/officeDocument/2006/relationships/image" Target="../media/image38.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image" Target="../media/image33.png"/><Relationship Id="rId5" Type="http://schemas.openxmlformats.org/officeDocument/2006/relationships/image" Target="../media/image34.png"/><Relationship Id="rId15" Type="http://schemas.microsoft.com/office/2007/relationships/hdphoto" Target="../media/hdphoto7.wdp"/><Relationship Id="rId10" Type="http://schemas.openxmlformats.org/officeDocument/2006/relationships/image" Target="../media/image29.svg"/><Relationship Id="rId4" Type="http://schemas.microsoft.com/office/2007/relationships/hdphoto" Target="../media/hdphoto4.wdp"/><Relationship Id="rId9" Type="http://schemas.openxmlformats.org/officeDocument/2006/relationships/image" Target="../media/image28.png"/><Relationship Id="rId14" Type="http://schemas.openxmlformats.org/officeDocument/2006/relationships/image" Target="../media/image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17.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slideLayout" Target="../slideLayouts/slideLayout54.xml"/><Relationship Id="rId1" Type="http://schemas.openxmlformats.org/officeDocument/2006/relationships/themeOverride" Target="../theme/themeOverride1.xml"/></Relationships>
</file>

<file path=ppt/slides/_rels/slide18.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4.xml"/><Relationship Id="rId1" Type="http://schemas.openxmlformats.org/officeDocument/2006/relationships/slideLayout" Target="../slideLayouts/slideLayout36.xml"/><Relationship Id="rId5" Type="http://schemas.openxmlformats.org/officeDocument/2006/relationships/image" Target="../media/image43.png"/><Relationship Id="rId4" Type="http://schemas.openxmlformats.org/officeDocument/2006/relationships/image" Target="../media/image42.jpg"/></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xml"/><Relationship Id="rId1" Type="http://schemas.openxmlformats.org/officeDocument/2006/relationships/slideLayout" Target="../slideLayouts/slideLayout36.xml"/><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xml"/><Relationship Id="rId1" Type="http://schemas.openxmlformats.org/officeDocument/2006/relationships/slideLayout" Target="../slideLayouts/slideLayout36.xml"/><Relationship Id="rId4" Type="http://schemas.openxmlformats.org/officeDocument/2006/relationships/image" Target="../media/image47.png"/></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xml"/><Relationship Id="rId1" Type="http://schemas.openxmlformats.org/officeDocument/2006/relationships/slideLayout" Target="../slideLayouts/slideLayout36.xml"/><Relationship Id="rId5" Type="http://schemas.openxmlformats.org/officeDocument/2006/relationships/image" Target="../media/image50.png"/><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xml"/><Relationship Id="rId1" Type="http://schemas.openxmlformats.org/officeDocument/2006/relationships/slideLayout" Target="../slideLayouts/slideLayout38.xml"/><Relationship Id="rId4" Type="http://schemas.openxmlformats.org/officeDocument/2006/relationships/image" Target="../media/image52.png"/></Relationships>
</file>

<file path=ppt/slides/_rels/slide2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0.jpg"/><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9.xml"/><Relationship Id="rId1" Type="http://schemas.openxmlformats.org/officeDocument/2006/relationships/slideLayout" Target="../slideLayouts/slideLayout38.xml"/><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image" Target="../media/image3.jpg"/><Relationship Id="rId1" Type="http://schemas.openxmlformats.org/officeDocument/2006/relationships/slideLayout" Target="../slideLayouts/slideLayout23.xml"/><Relationship Id="rId6" Type="http://schemas.openxmlformats.org/officeDocument/2006/relationships/image" Target="../media/image12.png"/><Relationship Id="rId5" Type="http://schemas.openxmlformats.org/officeDocument/2006/relationships/image" Target="../media/image6.png"/><Relationship Id="rId4" Type="http://schemas.microsoft.com/office/2007/relationships/hdphoto" Target="../media/hdphoto2.wdp"/><Relationship Id="rId9"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58.xml"/><Relationship Id="rId6" Type="http://schemas.openxmlformats.org/officeDocument/2006/relationships/image" Target="../media/image3.jpg"/><Relationship Id="rId5" Type="http://schemas.openxmlformats.org/officeDocument/2006/relationships/image" Target="../media/image4.jpg"/><Relationship Id="rId4" Type="http://schemas.microsoft.com/office/2007/relationships/hdphoto" Target="../media/hdphoto2.wdp"/></Relationships>
</file>

<file path=ppt/slides/_rels/slide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56.png"/><Relationship Id="rId1" Type="http://schemas.openxmlformats.org/officeDocument/2006/relationships/slideLayout" Target="../slideLayouts/slideLayout10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1.xml"/></Relationships>
</file>

<file path=ppt/slides/_rels/slide31.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11.xml"/><Relationship Id="rId1" Type="http://schemas.openxmlformats.org/officeDocument/2006/relationships/slideLayout" Target="../slideLayouts/slideLayout10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1.xml"/></Relationships>
</file>

<file path=ppt/slides/_rels/slide33.xml.rels><?xml version="1.0" encoding="UTF-8" standalone="yes"?>
<Relationships xmlns="http://schemas.openxmlformats.org/package/2006/relationships"><Relationship Id="rId8" Type="http://schemas.openxmlformats.org/officeDocument/2006/relationships/customXml" Target="../ink/ink4.xml"/><Relationship Id="rId3" Type="http://schemas.microsoft.com/office/2007/relationships/hdphoto" Target="../media/hdphoto1.wdp"/><Relationship Id="rId7" Type="http://schemas.openxmlformats.org/officeDocument/2006/relationships/image" Target="../media/image59.png"/><Relationship Id="rId2" Type="http://schemas.openxmlformats.org/officeDocument/2006/relationships/image" Target="../media/image7.png"/><Relationship Id="rId1" Type="http://schemas.openxmlformats.org/officeDocument/2006/relationships/slideLayout" Target="../slideLayouts/slideLayout79.xml"/><Relationship Id="rId6" Type="http://schemas.openxmlformats.org/officeDocument/2006/relationships/customXml" Target="../ink/ink3.xml"/><Relationship Id="rId11" Type="http://schemas.openxmlformats.org/officeDocument/2006/relationships/image" Target="../media/image61.png"/><Relationship Id="rId5" Type="http://schemas.openxmlformats.org/officeDocument/2006/relationships/image" Target="../media/image58.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60.png"/></Relationships>
</file>

<file path=ppt/slides/_rels/slide3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13.xml"/></Relationships>
</file>

<file path=ppt/slides/_rels/slide3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9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hemeOverride" Target="../theme/themeOverride2.xml"/></Relationships>
</file>

<file path=ppt/slides/_rels/slide4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Layout" Target="../slideLayouts/slideLayout22.xml"/><Relationship Id="rId1" Type="http://schemas.openxmlformats.org/officeDocument/2006/relationships/themeOverride" Target="../theme/themeOverr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a:extLst>
              <a:ext uri="{FF2B5EF4-FFF2-40B4-BE49-F238E27FC236}">
                <a16:creationId xmlns:a16="http://schemas.microsoft.com/office/drawing/2014/main" id="{9FF5D956-0CA1-40AE-9D3F-FFA16A6A8686}"/>
              </a:ext>
            </a:extLst>
          </p:cNvPr>
          <p:cNvGrpSpPr/>
          <p:nvPr/>
        </p:nvGrpSpPr>
        <p:grpSpPr>
          <a:xfrm>
            <a:off x="8030379" y="8259523"/>
            <a:ext cx="1644086" cy="2287395"/>
            <a:chOff x="5728041" y="4010797"/>
            <a:chExt cx="1644086" cy="2287395"/>
          </a:xfrm>
        </p:grpSpPr>
        <p:sp>
          <p:nvSpPr>
            <p:cNvPr id="58" name="TextBox 57">
              <a:extLst>
                <a:ext uri="{FF2B5EF4-FFF2-40B4-BE49-F238E27FC236}">
                  <a16:creationId xmlns:a16="http://schemas.microsoft.com/office/drawing/2014/main" id="{5D80E20F-2793-43C3-80C9-12241FB31B86}"/>
                </a:ext>
              </a:extLst>
            </p:cNvPr>
            <p:cNvSpPr txBox="1"/>
            <p:nvPr/>
          </p:nvSpPr>
          <p:spPr>
            <a:xfrm>
              <a:off x="5728041" y="4728532"/>
              <a:ext cx="1509342" cy="1569660"/>
            </a:xfrm>
            <a:prstGeom prst="rect">
              <a:avLst/>
            </a:prstGeom>
            <a:noFill/>
          </p:spPr>
          <p:txBody>
            <a:bodyPr wrap="square" rtlCol="0">
              <a:spAutoFit/>
            </a:bodyPr>
            <a:lstStyle/>
            <a:p>
              <a:pPr marL="171450" indent="-171450">
                <a:buFont typeface="Arial" panose="020B0604020202020204" pitchFamily="34" charset="0"/>
                <a:buChar char="•"/>
              </a:pPr>
              <a:r>
                <a:rPr lang="en-MY" sz="1200" dirty="0">
                  <a:solidFill>
                    <a:schemeClr val="bg1">
                      <a:lumMod val="65000"/>
                    </a:schemeClr>
                  </a:solidFill>
                  <a:latin typeface="Century Gothic" panose="020B0502020202020204" pitchFamily="34" charset="0"/>
                </a:rPr>
                <a:t>Tengok teaser Genshin impact </a:t>
              </a:r>
              <a:r>
                <a:rPr lang="en-MY" sz="1200" dirty="0" err="1">
                  <a:solidFill>
                    <a:schemeClr val="bg1">
                      <a:lumMod val="65000"/>
                    </a:schemeClr>
                  </a:solidFill>
                  <a:latin typeface="Century Gothic" panose="020B0502020202020204" pitchFamily="34" charset="0"/>
                </a:rPr>
                <a:t>Teyvat</a:t>
              </a:r>
              <a:r>
                <a:rPr lang="en-MY" sz="1200" dirty="0">
                  <a:solidFill>
                    <a:schemeClr val="bg1">
                      <a:lumMod val="65000"/>
                    </a:schemeClr>
                  </a:solidFill>
                  <a:latin typeface="Century Gothic" panose="020B0502020202020204" pitchFamily="34" charset="0"/>
                </a:rPr>
                <a:t> style dengan music </a:t>
              </a:r>
              <a:r>
                <a:rPr lang="en-MY" sz="1200" dirty="0" err="1">
                  <a:solidFill>
                    <a:schemeClr val="bg1">
                      <a:lumMod val="65000"/>
                    </a:schemeClr>
                  </a:solidFill>
                  <a:latin typeface="Century Gothic" panose="020B0502020202020204" pitchFamily="34" charset="0"/>
                </a:rPr>
                <a:t>dia</a:t>
              </a:r>
              <a:r>
                <a:rPr lang="en-MY" sz="1200" dirty="0">
                  <a:solidFill>
                    <a:schemeClr val="bg1">
                      <a:lumMod val="65000"/>
                    </a:schemeClr>
                  </a:solidFill>
                  <a:latin typeface="Century Gothic" panose="020B0502020202020204" pitchFamily="34" charset="0"/>
                </a:rPr>
                <a:t> </a:t>
              </a:r>
              <a:r>
                <a:rPr lang="en-MY" sz="1200" dirty="0" err="1">
                  <a:solidFill>
                    <a:schemeClr val="bg1">
                      <a:lumMod val="65000"/>
                    </a:schemeClr>
                  </a:solidFill>
                  <a:latin typeface="Century Gothic" panose="020B0502020202020204" pitchFamily="34" charset="0"/>
                </a:rPr>
                <a:t>terus</a:t>
              </a:r>
              <a:r>
                <a:rPr lang="en-MY" sz="1200" dirty="0">
                  <a:solidFill>
                    <a:schemeClr val="bg1">
                      <a:lumMod val="65000"/>
                    </a:schemeClr>
                  </a:solidFill>
                  <a:latin typeface="Century Gothic" panose="020B0502020202020204" pitchFamily="34" charset="0"/>
                </a:rPr>
                <a:t> inspired untuk buat style macam </a:t>
              </a:r>
              <a:r>
                <a:rPr lang="en-MY" sz="1200" dirty="0" err="1">
                  <a:solidFill>
                    <a:schemeClr val="bg1">
                      <a:lumMod val="65000"/>
                    </a:schemeClr>
                  </a:solidFill>
                  <a:latin typeface="Century Gothic" panose="020B0502020202020204" pitchFamily="34" charset="0"/>
                </a:rPr>
                <a:t>ni</a:t>
              </a:r>
              <a:r>
                <a:rPr lang="en-MY" sz="1200" dirty="0">
                  <a:solidFill>
                    <a:schemeClr val="bg1">
                      <a:lumMod val="65000"/>
                    </a:schemeClr>
                  </a:solidFill>
                  <a:latin typeface="Century Gothic" panose="020B0502020202020204" pitchFamily="34" charset="0"/>
                </a:rPr>
                <a:t>.</a:t>
              </a:r>
              <a:endParaRPr lang="en-MY" sz="1600" dirty="0">
                <a:solidFill>
                  <a:schemeClr val="bg1">
                    <a:lumMod val="65000"/>
                  </a:schemeClr>
                </a:solidFill>
                <a:latin typeface="Century Gothic" panose="020B0502020202020204" pitchFamily="34" charset="0"/>
              </a:endParaRPr>
            </a:p>
          </p:txBody>
        </p:sp>
        <p:sp>
          <p:nvSpPr>
            <p:cNvPr id="59" name="TextBox 58">
              <a:extLst>
                <a:ext uri="{FF2B5EF4-FFF2-40B4-BE49-F238E27FC236}">
                  <a16:creationId xmlns:a16="http://schemas.microsoft.com/office/drawing/2014/main" id="{42B38E35-CF2C-46BD-ACB6-75B9C5D4FA32}"/>
                </a:ext>
              </a:extLst>
            </p:cNvPr>
            <p:cNvSpPr txBox="1"/>
            <p:nvPr/>
          </p:nvSpPr>
          <p:spPr>
            <a:xfrm>
              <a:off x="5781510" y="4010797"/>
              <a:ext cx="1590617" cy="584775"/>
            </a:xfrm>
            <a:prstGeom prst="rect">
              <a:avLst/>
            </a:prstGeom>
            <a:noFill/>
          </p:spPr>
          <p:txBody>
            <a:bodyPr wrap="square">
              <a:spAutoFit/>
            </a:bodyPr>
            <a:lstStyle/>
            <a:p>
              <a:r>
                <a:rPr lang="en-US" sz="3200" b="1" dirty="0">
                  <a:blipFill dpi="0" rotWithShape="1">
                    <a:blip r:embed="rId2">
                      <a:extLst>
                        <a:ext uri="{28A0092B-C50C-407E-A947-70E740481C1C}">
                          <a14:useLocalDpi xmlns:a14="http://schemas.microsoft.com/office/drawing/2010/main" val="0"/>
                        </a:ext>
                      </a:extLst>
                    </a:blip>
                    <a:srcRect/>
                    <a:stretch>
                      <a:fillRect/>
                    </a:stretch>
                  </a:blipFill>
                  <a:latin typeface="Century Gothic" panose="020B0502020202020204" pitchFamily="34" charset="0"/>
                </a:rPr>
                <a:t>T</a:t>
              </a:r>
              <a:r>
                <a:rPr kumimoji="0" lang="en-US" sz="3200" b="1" i="0" u="none" strike="noStrike" kern="1200" cap="none" spc="0" normalizeH="0" baseline="0" noProof="0" dirty="0" err="1">
                  <a:ln>
                    <a:noFill/>
                  </a:ln>
                  <a:blipFill dpi="0" rotWithShape="1">
                    <a:blip r:embed="rId2">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ekejut</a:t>
              </a:r>
              <a:endParaRPr lang="en-MY" sz="800" dirty="0"/>
            </a:p>
          </p:txBody>
        </p:sp>
      </p:grpSp>
      <p:sp>
        <p:nvSpPr>
          <p:cNvPr id="50" name="TextBox 49">
            <a:extLst>
              <a:ext uri="{FF2B5EF4-FFF2-40B4-BE49-F238E27FC236}">
                <a16:creationId xmlns:a16="http://schemas.microsoft.com/office/drawing/2014/main" id="{FB6D391A-E437-4E17-B54A-32056918C409}"/>
              </a:ext>
            </a:extLst>
          </p:cNvPr>
          <p:cNvSpPr txBox="1"/>
          <p:nvPr/>
        </p:nvSpPr>
        <p:spPr>
          <a:xfrm>
            <a:off x="2051310" y="7944361"/>
            <a:ext cx="5629853" cy="1200329"/>
          </a:xfrm>
          <a:prstGeom prst="rect">
            <a:avLst/>
          </a:prstGeom>
          <a:noFill/>
        </p:spPr>
        <p:txBody>
          <a:bodyPr wrap="square" rtlCol="0">
            <a:spAutoFit/>
          </a:bodyPr>
          <a:lstStyle/>
          <a:p>
            <a:r>
              <a:rPr lang="en-US" sz="7200" b="1" dirty="0">
                <a:blipFill dpi="0" rotWithShape="1">
                  <a:blip r:embed="rId2">
                    <a:extLst>
                      <a:ext uri="{28A0092B-C50C-407E-A947-70E740481C1C}">
                        <a14:useLocalDpi xmlns:a14="http://schemas.microsoft.com/office/drawing/2010/main" val="0"/>
                      </a:ext>
                    </a:extLst>
                  </a:blip>
                  <a:srcRect/>
                  <a:stretch>
                    <a:fillRect/>
                  </a:stretch>
                </a:blipFill>
                <a:latin typeface="Century Gothic" panose="020B0502020202020204" pitchFamily="34" charset="0"/>
              </a:rPr>
              <a:t>FLEETING</a:t>
            </a:r>
            <a:endParaRPr lang="en-US" sz="8000" b="1" dirty="0">
              <a:blipFill dpi="0" rotWithShape="1">
                <a:blip r:embed="rId2">
                  <a:extLst>
                    <a:ext uri="{28A0092B-C50C-407E-A947-70E740481C1C}">
                      <a14:useLocalDpi xmlns:a14="http://schemas.microsoft.com/office/drawing/2010/main" val="0"/>
                    </a:ext>
                  </a:extLst>
                </a:blip>
                <a:srcRect/>
                <a:stretch>
                  <a:fillRect/>
                </a:stretch>
              </a:blipFill>
              <a:latin typeface="Century Gothic" panose="020B0502020202020204" pitchFamily="34" charset="0"/>
            </a:endParaRPr>
          </a:p>
        </p:txBody>
      </p:sp>
      <p:sp>
        <p:nvSpPr>
          <p:cNvPr id="51" name="TextBox 50">
            <a:extLst>
              <a:ext uri="{FF2B5EF4-FFF2-40B4-BE49-F238E27FC236}">
                <a16:creationId xmlns:a16="http://schemas.microsoft.com/office/drawing/2014/main" id="{20FAFAA7-71CB-40E5-AB97-37562B197BDD}"/>
              </a:ext>
            </a:extLst>
          </p:cNvPr>
          <p:cNvSpPr txBox="1"/>
          <p:nvPr/>
        </p:nvSpPr>
        <p:spPr>
          <a:xfrm>
            <a:off x="2118076" y="6657945"/>
            <a:ext cx="3098925" cy="400110"/>
          </a:xfrm>
          <a:prstGeom prst="rect">
            <a:avLst/>
          </a:prstGeom>
          <a:noFill/>
        </p:spPr>
        <p:txBody>
          <a:bodyPr wrap="none" rtlCol="0">
            <a:spAutoFit/>
          </a:bodyPr>
          <a:lstStyle/>
          <a:p>
            <a:r>
              <a:rPr lang="en-US" sz="2000" b="1" dirty="0">
                <a:blipFill dpi="0" rotWithShape="1">
                  <a:blip r:embed="rId3">
                    <a:extLst>
                      <a:ext uri="{28A0092B-C50C-407E-A947-70E740481C1C}">
                        <a14:useLocalDpi xmlns:a14="http://schemas.microsoft.com/office/drawing/2010/main" val="0"/>
                      </a:ext>
                    </a:extLst>
                  </a:blip>
                  <a:srcRect/>
                  <a:stretch>
                    <a:fillRect/>
                  </a:stretch>
                </a:blipFill>
                <a:latin typeface="Century Gothic" panose="020B0502020202020204" pitchFamily="34" charset="0"/>
              </a:rPr>
              <a:t>Inspired by Style </a:t>
            </a:r>
            <a:r>
              <a:rPr lang="en-US" sz="2000" b="1" dirty="0" err="1">
                <a:blipFill dpi="0" rotWithShape="1">
                  <a:blip r:embed="rId3">
                    <a:extLst>
                      <a:ext uri="{28A0092B-C50C-407E-A947-70E740481C1C}">
                        <a14:useLocalDpi xmlns:a14="http://schemas.microsoft.com/office/drawing/2010/main" val="0"/>
                      </a:ext>
                    </a:extLst>
                  </a:blip>
                  <a:srcRect/>
                  <a:stretch>
                    <a:fillRect/>
                  </a:stretch>
                </a:blipFill>
                <a:latin typeface="Century Gothic" panose="020B0502020202020204" pitchFamily="34" charset="0"/>
              </a:rPr>
              <a:t>Teyvat</a:t>
            </a:r>
            <a:endParaRPr lang="en-US" sz="2000" b="1" dirty="0">
              <a:blipFill dpi="0" rotWithShape="1">
                <a:blip r:embed="rId3">
                  <a:extLst>
                    <a:ext uri="{28A0092B-C50C-407E-A947-70E740481C1C}">
                      <a14:useLocalDpi xmlns:a14="http://schemas.microsoft.com/office/drawing/2010/main" val="0"/>
                    </a:ext>
                  </a:extLst>
                </a:blip>
                <a:srcRect/>
                <a:stretch>
                  <a:fillRect/>
                </a:stretch>
              </a:blipFill>
              <a:latin typeface="Century Gothic" panose="020B0502020202020204" pitchFamily="34" charset="0"/>
            </a:endParaRPr>
          </a:p>
        </p:txBody>
      </p:sp>
      <p:sp>
        <p:nvSpPr>
          <p:cNvPr id="52" name="TextBox 51">
            <a:extLst>
              <a:ext uri="{FF2B5EF4-FFF2-40B4-BE49-F238E27FC236}">
                <a16:creationId xmlns:a16="http://schemas.microsoft.com/office/drawing/2014/main" id="{38090ACE-DE4C-4A8C-B2CE-B85C4C48571D}"/>
              </a:ext>
            </a:extLst>
          </p:cNvPr>
          <p:cNvSpPr txBox="1"/>
          <p:nvPr/>
        </p:nvSpPr>
        <p:spPr>
          <a:xfrm>
            <a:off x="2117878" y="14466649"/>
            <a:ext cx="1063112" cy="307777"/>
          </a:xfrm>
          <a:prstGeom prst="rect">
            <a:avLst/>
          </a:prstGeom>
          <a:noFill/>
        </p:spPr>
        <p:txBody>
          <a:bodyPr wrap="none" rtlCol="0">
            <a:spAutoFit/>
          </a:bodyPr>
          <a:lstStyle/>
          <a:p>
            <a:r>
              <a:rPr lang="en-MY" sz="1400" b="1" dirty="0">
                <a:solidFill>
                  <a:schemeClr val="bg1">
                    <a:lumMod val="65000"/>
                  </a:schemeClr>
                </a:solidFill>
                <a:latin typeface="Century Gothic" panose="020B0502020202020204" pitchFamily="34" charset="0"/>
              </a:rPr>
              <a:t>WELCOME</a:t>
            </a:r>
            <a:endParaRPr lang="en-MY" b="1" dirty="0">
              <a:solidFill>
                <a:schemeClr val="bg1">
                  <a:lumMod val="65000"/>
                </a:schemeClr>
              </a:solidFill>
              <a:latin typeface="Century Gothic" panose="020B0502020202020204" pitchFamily="34" charset="0"/>
            </a:endParaRPr>
          </a:p>
        </p:txBody>
      </p:sp>
      <p:sp>
        <p:nvSpPr>
          <p:cNvPr id="53" name="TextBox 52">
            <a:extLst>
              <a:ext uri="{FF2B5EF4-FFF2-40B4-BE49-F238E27FC236}">
                <a16:creationId xmlns:a16="http://schemas.microsoft.com/office/drawing/2014/main" id="{23400CBE-37B4-4A08-B8C0-07E8B2B8EEB4}"/>
              </a:ext>
            </a:extLst>
          </p:cNvPr>
          <p:cNvSpPr txBox="1"/>
          <p:nvPr/>
        </p:nvSpPr>
        <p:spPr>
          <a:xfrm>
            <a:off x="2117878" y="14770102"/>
            <a:ext cx="3440463" cy="646331"/>
          </a:xfrm>
          <a:prstGeom prst="rect">
            <a:avLst/>
          </a:prstGeom>
          <a:noFill/>
        </p:spPr>
        <p:txBody>
          <a:bodyPr wrap="square" rtlCol="0">
            <a:spAutoFit/>
          </a:bodyPr>
          <a:lstStyle/>
          <a:p>
            <a:pPr algn="just"/>
            <a:r>
              <a:rPr lang="en-MY" sz="1200" dirty="0">
                <a:solidFill>
                  <a:schemeClr val="bg1">
                    <a:lumMod val="65000"/>
                  </a:schemeClr>
                </a:solidFill>
                <a:latin typeface="Century Gothic" panose="020B0502020202020204" pitchFamily="34" charset="0"/>
              </a:rPr>
              <a:t>Tengok teaser Genshin impact </a:t>
            </a:r>
            <a:r>
              <a:rPr lang="en-MY" sz="1200" dirty="0" err="1">
                <a:solidFill>
                  <a:schemeClr val="bg1">
                    <a:lumMod val="65000"/>
                  </a:schemeClr>
                </a:solidFill>
                <a:latin typeface="Century Gothic" panose="020B0502020202020204" pitchFamily="34" charset="0"/>
              </a:rPr>
              <a:t>Teyvat</a:t>
            </a:r>
            <a:r>
              <a:rPr lang="en-MY" sz="1200" dirty="0">
                <a:solidFill>
                  <a:schemeClr val="bg1">
                    <a:lumMod val="65000"/>
                  </a:schemeClr>
                </a:solidFill>
                <a:latin typeface="Century Gothic" panose="020B0502020202020204" pitchFamily="34" charset="0"/>
              </a:rPr>
              <a:t> style dengan music </a:t>
            </a:r>
            <a:r>
              <a:rPr lang="en-MY" sz="1200" dirty="0" err="1">
                <a:solidFill>
                  <a:schemeClr val="bg1">
                    <a:lumMod val="65000"/>
                  </a:schemeClr>
                </a:solidFill>
                <a:latin typeface="Century Gothic" panose="020B0502020202020204" pitchFamily="34" charset="0"/>
              </a:rPr>
              <a:t>dia</a:t>
            </a:r>
            <a:r>
              <a:rPr lang="en-MY" sz="1200" dirty="0">
                <a:solidFill>
                  <a:schemeClr val="bg1">
                    <a:lumMod val="65000"/>
                  </a:schemeClr>
                </a:solidFill>
                <a:latin typeface="Century Gothic" panose="020B0502020202020204" pitchFamily="34" charset="0"/>
              </a:rPr>
              <a:t> </a:t>
            </a:r>
            <a:r>
              <a:rPr lang="en-MY" sz="1200" dirty="0" err="1">
                <a:solidFill>
                  <a:schemeClr val="bg1">
                    <a:lumMod val="65000"/>
                  </a:schemeClr>
                </a:solidFill>
                <a:latin typeface="Century Gothic" panose="020B0502020202020204" pitchFamily="34" charset="0"/>
              </a:rPr>
              <a:t>terus</a:t>
            </a:r>
            <a:r>
              <a:rPr lang="en-MY" sz="1200" dirty="0">
                <a:solidFill>
                  <a:schemeClr val="bg1">
                    <a:lumMod val="65000"/>
                  </a:schemeClr>
                </a:solidFill>
                <a:latin typeface="Century Gothic" panose="020B0502020202020204" pitchFamily="34" charset="0"/>
              </a:rPr>
              <a:t> inspired untuk buat style macam </a:t>
            </a:r>
            <a:r>
              <a:rPr lang="en-MY" sz="1200" dirty="0" err="1">
                <a:solidFill>
                  <a:schemeClr val="bg1">
                    <a:lumMod val="65000"/>
                  </a:schemeClr>
                </a:solidFill>
                <a:latin typeface="Century Gothic" panose="020B0502020202020204" pitchFamily="34" charset="0"/>
              </a:rPr>
              <a:t>ni</a:t>
            </a:r>
            <a:r>
              <a:rPr lang="en-MY" sz="1200" dirty="0">
                <a:solidFill>
                  <a:schemeClr val="bg1">
                    <a:lumMod val="65000"/>
                  </a:schemeClr>
                </a:solidFill>
                <a:latin typeface="Century Gothic" panose="020B0502020202020204" pitchFamily="34" charset="0"/>
              </a:rPr>
              <a:t>.</a:t>
            </a:r>
            <a:endParaRPr lang="en-MY" sz="1600" dirty="0">
              <a:solidFill>
                <a:schemeClr val="bg1">
                  <a:lumMod val="65000"/>
                </a:schemeClr>
              </a:solidFill>
              <a:latin typeface="Century Gothic" panose="020B0502020202020204" pitchFamily="34" charset="0"/>
            </a:endParaRPr>
          </a:p>
        </p:txBody>
      </p:sp>
      <p:sp>
        <p:nvSpPr>
          <p:cNvPr id="54" name="TextBox 53">
            <a:extLst>
              <a:ext uri="{FF2B5EF4-FFF2-40B4-BE49-F238E27FC236}">
                <a16:creationId xmlns:a16="http://schemas.microsoft.com/office/drawing/2014/main" id="{F09BA7F4-183E-4813-8F93-DE2CCE7D4448}"/>
              </a:ext>
            </a:extLst>
          </p:cNvPr>
          <p:cNvSpPr txBox="1"/>
          <p:nvPr/>
        </p:nvSpPr>
        <p:spPr>
          <a:xfrm>
            <a:off x="2051310" y="10022171"/>
            <a:ext cx="5113972" cy="1200329"/>
          </a:xfrm>
          <a:prstGeom prst="rect">
            <a:avLst/>
          </a:prstGeom>
          <a:noFill/>
        </p:spPr>
        <p:txBody>
          <a:bodyPr wrap="square">
            <a:spAutoFit/>
          </a:bodyPr>
          <a:lstStyle/>
          <a:p>
            <a:r>
              <a:rPr kumimoji="0" lang="en-US" sz="7200" b="1" i="0" u="none" strike="noStrike" kern="1200" cap="none" spc="0" normalizeH="0" baseline="0" noProof="0" dirty="0">
                <a:ln>
                  <a:noFill/>
                </a:ln>
                <a:blipFill dpi="0" rotWithShape="1">
                  <a:blip r:embed="rId2">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COLORS IN </a:t>
            </a:r>
            <a:endParaRPr lang="en-MY" dirty="0"/>
          </a:p>
        </p:txBody>
      </p:sp>
      <p:sp>
        <p:nvSpPr>
          <p:cNvPr id="55" name="TextBox 54">
            <a:extLst>
              <a:ext uri="{FF2B5EF4-FFF2-40B4-BE49-F238E27FC236}">
                <a16:creationId xmlns:a16="http://schemas.microsoft.com/office/drawing/2014/main" id="{F88036FB-25E1-46C6-B329-83F4F1D5567C}"/>
              </a:ext>
            </a:extLst>
          </p:cNvPr>
          <p:cNvSpPr txBox="1"/>
          <p:nvPr/>
        </p:nvSpPr>
        <p:spPr>
          <a:xfrm>
            <a:off x="2051311" y="12201807"/>
            <a:ext cx="3184310" cy="1200329"/>
          </a:xfrm>
          <a:prstGeom prst="rect">
            <a:avLst/>
          </a:prstGeom>
          <a:noFill/>
        </p:spPr>
        <p:txBody>
          <a:bodyPr wrap="square">
            <a:spAutoFit/>
          </a:bodyPr>
          <a:lstStyle/>
          <a:p>
            <a:r>
              <a:rPr kumimoji="0" lang="en-US" sz="7200" b="1" i="0" u="none" strike="noStrike" kern="1200" cap="none" spc="0" normalizeH="0" baseline="0" noProof="0" dirty="0">
                <a:ln>
                  <a:noFill/>
                </a:ln>
                <a:blipFill dpi="0" rotWithShape="1">
                  <a:blip r:embed="rId2">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FLIGHT</a:t>
            </a:r>
            <a:endParaRPr lang="en-MY" dirty="0"/>
          </a:p>
        </p:txBody>
      </p:sp>
      <p:pic>
        <p:nvPicPr>
          <p:cNvPr id="56" name="Picture 55">
            <a:extLst>
              <a:ext uri="{FF2B5EF4-FFF2-40B4-BE49-F238E27FC236}">
                <a16:creationId xmlns:a16="http://schemas.microsoft.com/office/drawing/2014/main" id="{964A446D-749E-4FDA-982B-46EC97133BD6}"/>
              </a:ext>
            </a:extLst>
          </p:cNvPr>
          <p:cNvPicPr>
            <a:picLocks noChangeAspect="1"/>
          </p:cNvPicPr>
          <p:nvPr/>
        </p:nvPicPr>
        <p:blipFill>
          <a:blip r:embed="rId4">
            <a:extLst>
              <a:ext uri="{28A0092B-C50C-407E-A947-70E740481C1C}">
                <a14:useLocalDpi xmlns:a14="http://schemas.microsoft.com/office/drawing/2010/main" val="0"/>
              </a:ext>
            </a:extLst>
          </a:blip>
          <a:srcRect l="30868" r="30868"/>
          <a:stretch/>
        </p:blipFill>
        <p:spPr>
          <a:xfrm>
            <a:off x="7773783" y="6345389"/>
            <a:ext cx="2189795" cy="4292066"/>
          </a:xfrm>
          <a:prstGeom prst="roundRect">
            <a:avLst>
              <a:gd name="adj" fmla="val 50000"/>
            </a:avLst>
          </a:prstGeom>
        </p:spPr>
      </p:pic>
      <p:sp>
        <p:nvSpPr>
          <p:cNvPr id="48" name="Oval 47">
            <a:extLst>
              <a:ext uri="{FF2B5EF4-FFF2-40B4-BE49-F238E27FC236}">
                <a16:creationId xmlns:a16="http://schemas.microsoft.com/office/drawing/2014/main" id="{59EF8E22-CF24-41E7-AB87-4757FEF90251}"/>
              </a:ext>
            </a:extLst>
          </p:cNvPr>
          <p:cNvSpPr/>
          <p:nvPr/>
        </p:nvSpPr>
        <p:spPr>
          <a:xfrm>
            <a:off x="12576391" y="2254828"/>
            <a:ext cx="2604129" cy="27432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49" name="Picture 48">
            <a:extLst>
              <a:ext uri="{FF2B5EF4-FFF2-40B4-BE49-F238E27FC236}">
                <a16:creationId xmlns:a16="http://schemas.microsoft.com/office/drawing/2014/main" id="{F9315F22-632F-46A7-897E-3F1AD1CF3B46}"/>
              </a:ext>
            </a:extLst>
          </p:cNvPr>
          <p:cNvPicPr>
            <a:picLocks noChangeAspect="1"/>
          </p:cNvPicPr>
          <p:nvPr/>
        </p:nvPicPr>
        <p:blipFill>
          <a:blip r:embed="rId5">
            <a:duotone>
              <a:prstClr val="black"/>
              <a:srgbClr val="7030A0">
                <a:tint val="45000"/>
                <a:satMod val="400000"/>
              </a:srgbClr>
            </a:duotone>
          </a:blip>
          <a:stretch>
            <a:fillRect/>
          </a:stretch>
        </p:blipFill>
        <p:spPr>
          <a:xfrm>
            <a:off x="13056016" y="3251353"/>
            <a:ext cx="452118" cy="801484"/>
          </a:xfrm>
          <a:prstGeom prst="rect">
            <a:avLst/>
          </a:prstGeom>
          <a:noFill/>
        </p:spPr>
      </p:pic>
      <p:sp>
        <p:nvSpPr>
          <p:cNvPr id="46" name="Oval 45">
            <a:extLst>
              <a:ext uri="{FF2B5EF4-FFF2-40B4-BE49-F238E27FC236}">
                <a16:creationId xmlns:a16="http://schemas.microsoft.com/office/drawing/2014/main" id="{BE9CCE2F-2FF1-4FD6-8BA2-99169B88081E}"/>
              </a:ext>
            </a:extLst>
          </p:cNvPr>
          <p:cNvSpPr/>
          <p:nvPr/>
        </p:nvSpPr>
        <p:spPr>
          <a:xfrm>
            <a:off x="4484879" y="-3055518"/>
            <a:ext cx="10235095" cy="1078169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7" name="Oval 46">
            <a:extLst>
              <a:ext uri="{FF2B5EF4-FFF2-40B4-BE49-F238E27FC236}">
                <a16:creationId xmlns:a16="http://schemas.microsoft.com/office/drawing/2014/main" id="{4306EF44-F0F9-4446-82E6-A16C21F8C522}"/>
              </a:ext>
            </a:extLst>
          </p:cNvPr>
          <p:cNvSpPr/>
          <p:nvPr/>
        </p:nvSpPr>
        <p:spPr>
          <a:xfrm>
            <a:off x="-2810528" y="-924716"/>
            <a:ext cx="10235095" cy="1078169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8224212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extBox 50">
            <a:extLst>
              <a:ext uri="{FF2B5EF4-FFF2-40B4-BE49-F238E27FC236}">
                <a16:creationId xmlns:a16="http://schemas.microsoft.com/office/drawing/2014/main" id="{20FAFAA7-71CB-40E5-AB97-37562B197BDD}"/>
              </a:ext>
            </a:extLst>
          </p:cNvPr>
          <p:cNvSpPr txBox="1"/>
          <p:nvPr/>
        </p:nvSpPr>
        <p:spPr>
          <a:xfrm>
            <a:off x="2118076" y="6657945"/>
            <a:ext cx="3098925" cy="400110"/>
          </a:xfrm>
          <a:prstGeom prst="rect">
            <a:avLst/>
          </a:prstGeom>
          <a:noFill/>
        </p:spPr>
        <p:txBody>
          <a:bodyPr wrap="none" rtlCol="0">
            <a:spAutoFit/>
          </a:bodyPr>
          <a:lstStyle/>
          <a:p>
            <a:r>
              <a:rPr lang="en-US" sz="2000" b="1" dirty="0">
                <a:blipFill dpi="0" rotWithShape="1">
                  <a:blip r:embed="rId2">
                    <a:extLst>
                      <a:ext uri="{28A0092B-C50C-407E-A947-70E740481C1C}">
                        <a14:useLocalDpi xmlns:a14="http://schemas.microsoft.com/office/drawing/2010/main" val="0"/>
                      </a:ext>
                    </a:extLst>
                  </a:blip>
                  <a:srcRect/>
                  <a:stretch>
                    <a:fillRect/>
                  </a:stretch>
                </a:blipFill>
                <a:latin typeface="Century Gothic" panose="020B0502020202020204" pitchFamily="34" charset="0"/>
              </a:rPr>
              <a:t>Inspired by Style </a:t>
            </a:r>
            <a:r>
              <a:rPr lang="en-US" sz="2000" b="1" dirty="0" err="1">
                <a:blipFill dpi="0" rotWithShape="1">
                  <a:blip r:embed="rId2">
                    <a:extLst>
                      <a:ext uri="{28A0092B-C50C-407E-A947-70E740481C1C}">
                        <a14:useLocalDpi xmlns:a14="http://schemas.microsoft.com/office/drawing/2010/main" val="0"/>
                      </a:ext>
                    </a:extLst>
                  </a:blip>
                  <a:srcRect/>
                  <a:stretch>
                    <a:fillRect/>
                  </a:stretch>
                </a:blipFill>
                <a:latin typeface="Century Gothic" panose="020B0502020202020204" pitchFamily="34" charset="0"/>
              </a:rPr>
              <a:t>Teyvat</a:t>
            </a:r>
            <a:endParaRPr lang="en-US" sz="2000" b="1" dirty="0">
              <a:blipFill dpi="0" rotWithShape="1">
                <a:blip r:embed="rId2">
                  <a:extLst>
                    <a:ext uri="{28A0092B-C50C-407E-A947-70E740481C1C}">
                      <a14:useLocalDpi xmlns:a14="http://schemas.microsoft.com/office/drawing/2010/main" val="0"/>
                    </a:ext>
                  </a:extLst>
                </a:blip>
                <a:srcRect/>
                <a:stretch>
                  <a:fillRect/>
                </a:stretch>
              </a:blipFill>
              <a:latin typeface="Century Gothic" panose="020B0502020202020204" pitchFamily="34" charset="0"/>
            </a:endParaRPr>
          </a:p>
        </p:txBody>
      </p:sp>
      <p:sp>
        <p:nvSpPr>
          <p:cNvPr id="52" name="TextBox 51">
            <a:extLst>
              <a:ext uri="{FF2B5EF4-FFF2-40B4-BE49-F238E27FC236}">
                <a16:creationId xmlns:a16="http://schemas.microsoft.com/office/drawing/2014/main" id="{38090ACE-DE4C-4A8C-B2CE-B85C4C48571D}"/>
              </a:ext>
            </a:extLst>
          </p:cNvPr>
          <p:cNvSpPr txBox="1"/>
          <p:nvPr/>
        </p:nvSpPr>
        <p:spPr>
          <a:xfrm>
            <a:off x="2117878" y="20759677"/>
            <a:ext cx="1063112" cy="307777"/>
          </a:xfrm>
          <a:prstGeom prst="rect">
            <a:avLst/>
          </a:prstGeom>
          <a:noFill/>
        </p:spPr>
        <p:txBody>
          <a:bodyPr wrap="none" rtlCol="0">
            <a:spAutoFit/>
          </a:bodyPr>
          <a:lstStyle/>
          <a:p>
            <a:r>
              <a:rPr lang="en-MY" sz="1400" b="1" dirty="0">
                <a:solidFill>
                  <a:schemeClr val="bg1">
                    <a:lumMod val="65000"/>
                  </a:schemeClr>
                </a:solidFill>
                <a:latin typeface="Century Gothic" panose="020B0502020202020204" pitchFamily="34" charset="0"/>
              </a:rPr>
              <a:t>WELCOME</a:t>
            </a:r>
            <a:endParaRPr lang="en-MY" b="1" dirty="0">
              <a:solidFill>
                <a:schemeClr val="bg1">
                  <a:lumMod val="65000"/>
                </a:schemeClr>
              </a:solidFill>
              <a:latin typeface="Century Gothic" panose="020B0502020202020204" pitchFamily="34" charset="0"/>
            </a:endParaRPr>
          </a:p>
        </p:txBody>
      </p:sp>
      <p:sp>
        <p:nvSpPr>
          <p:cNvPr id="53" name="TextBox 52">
            <a:extLst>
              <a:ext uri="{FF2B5EF4-FFF2-40B4-BE49-F238E27FC236}">
                <a16:creationId xmlns:a16="http://schemas.microsoft.com/office/drawing/2014/main" id="{23400CBE-37B4-4A08-B8C0-07E8B2B8EEB4}"/>
              </a:ext>
            </a:extLst>
          </p:cNvPr>
          <p:cNvSpPr txBox="1"/>
          <p:nvPr/>
        </p:nvSpPr>
        <p:spPr>
          <a:xfrm>
            <a:off x="2117878" y="21063130"/>
            <a:ext cx="3440463" cy="646331"/>
          </a:xfrm>
          <a:prstGeom prst="rect">
            <a:avLst/>
          </a:prstGeom>
          <a:noFill/>
        </p:spPr>
        <p:txBody>
          <a:bodyPr wrap="square" rtlCol="0">
            <a:spAutoFit/>
          </a:bodyPr>
          <a:lstStyle/>
          <a:p>
            <a:pPr algn="just"/>
            <a:r>
              <a:rPr lang="en-MY" sz="1200" dirty="0">
                <a:solidFill>
                  <a:schemeClr val="bg1">
                    <a:lumMod val="65000"/>
                  </a:schemeClr>
                </a:solidFill>
                <a:latin typeface="Century Gothic" panose="020B0502020202020204" pitchFamily="34" charset="0"/>
              </a:rPr>
              <a:t>Tengok teaser Genshin impact </a:t>
            </a:r>
            <a:r>
              <a:rPr lang="en-MY" sz="1200" dirty="0" err="1">
                <a:solidFill>
                  <a:schemeClr val="bg1">
                    <a:lumMod val="65000"/>
                  </a:schemeClr>
                </a:solidFill>
                <a:latin typeface="Century Gothic" panose="020B0502020202020204" pitchFamily="34" charset="0"/>
              </a:rPr>
              <a:t>Teyvat</a:t>
            </a:r>
            <a:r>
              <a:rPr lang="en-MY" sz="1200" dirty="0">
                <a:solidFill>
                  <a:schemeClr val="bg1">
                    <a:lumMod val="65000"/>
                  </a:schemeClr>
                </a:solidFill>
                <a:latin typeface="Century Gothic" panose="020B0502020202020204" pitchFamily="34" charset="0"/>
              </a:rPr>
              <a:t> style dengan music </a:t>
            </a:r>
            <a:r>
              <a:rPr lang="en-MY" sz="1200" dirty="0" err="1">
                <a:solidFill>
                  <a:schemeClr val="bg1">
                    <a:lumMod val="65000"/>
                  </a:schemeClr>
                </a:solidFill>
                <a:latin typeface="Century Gothic" panose="020B0502020202020204" pitchFamily="34" charset="0"/>
              </a:rPr>
              <a:t>dia</a:t>
            </a:r>
            <a:r>
              <a:rPr lang="en-MY" sz="1200" dirty="0">
                <a:solidFill>
                  <a:schemeClr val="bg1">
                    <a:lumMod val="65000"/>
                  </a:schemeClr>
                </a:solidFill>
                <a:latin typeface="Century Gothic" panose="020B0502020202020204" pitchFamily="34" charset="0"/>
              </a:rPr>
              <a:t> </a:t>
            </a:r>
            <a:r>
              <a:rPr lang="en-MY" sz="1200" dirty="0" err="1">
                <a:solidFill>
                  <a:schemeClr val="bg1">
                    <a:lumMod val="65000"/>
                  </a:schemeClr>
                </a:solidFill>
                <a:latin typeface="Century Gothic" panose="020B0502020202020204" pitchFamily="34" charset="0"/>
              </a:rPr>
              <a:t>terus</a:t>
            </a:r>
            <a:r>
              <a:rPr lang="en-MY" sz="1200" dirty="0">
                <a:solidFill>
                  <a:schemeClr val="bg1">
                    <a:lumMod val="65000"/>
                  </a:schemeClr>
                </a:solidFill>
                <a:latin typeface="Century Gothic" panose="020B0502020202020204" pitchFamily="34" charset="0"/>
              </a:rPr>
              <a:t> inspired untuk buat style macam </a:t>
            </a:r>
            <a:r>
              <a:rPr lang="en-MY" sz="1200" dirty="0" err="1">
                <a:solidFill>
                  <a:schemeClr val="bg1">
                    <a:lumMod val="65000"/>
                  </a:schemeClr>
                </a:solidFill>
                <a:latin typeface="Century Gothic" panose="020B0502020202020204" pitchFamily="34" charset="0"/>
              </a:rPr>
              <a:t>ni</a:t>
            </a:r>
            <a:r>
              <a:rPr lang="en-MY" sz="1200" dirty="0">
                <a:solidFill>
                  <a:schemeClr val="bg1">
                    <a:lumMod val="65000"/>
                  </a:schemeClr>
                </a:solidFill>
                <a:latin typeface="Century Gothic" panose="020B0502020202020204" pitchFamily="34" charset="0"/>
              </a:rPr>
              <a:t>.</a:t>
            </a:r>
            <a:endParaRPr lang="en-MY" sz="1600" dirty="0">
              <a:solidFill>
                <a:schemeClr val="bg1">
                  <a:lumMod val="65000"/>
                </a:schemeClr>
              </a:solidFill>
              <a:latin typeface="Century Gothic" panose="020B0502020202020204" pitchFamily="34" charset="0"/>
            </a:endParaRPr>
          </a:p>
        </p:txBody>
      </p:sp>
      <p:sp>
        <p:nvSpPr>
          <p:cNvPr id="48" name="Oval 47">
            <a:extLst>
              <a:ext uri="{FF2B5EF4-FFF2-40B4-BE49-F238E27FC236}">
                <a16:creationId xmlns:a16="http://schemas.microsoft.com/office/drawing/2014/main" id="{59EF8E22-CF24-41E7-AB87-4757FEF90251}"/>
              </a:ext>
            </a:extLst>
          </p:cNvPr>
          <p:cNvSpPr/>
          <p:nvPr/>
        </p:nvSpPr>
        <p:spPr>
          <a:xfrm>
            <a:off x="12576391" y="2254828"/>
            <a:ext cx="2604129" cy="27432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49" name="Picture 48">
            <a:extLst>
              <a:ext uri="{FF2B5EF4-FFF2-40B4-BE49-F238E27FC236}">
                <a16:creationId xmlns:a16="http://schemas.microsoft.com/office/drawing/2014/main" id="{F9315F22-632F-46A7-897E-3F1AD1CF3B46}"/>
              </a:ext>
            </a:extLst>
          </p:cNvPr>
          <p:cNvPicPr>
            <a:picLocks noChangeAspect="1"/>
          </p:cNvPicPr>
          <p:nvPr/>
        </p:nvPicPr>
        <p:blipFill>
          <a:blip r:embed="rId3">
            <a:duotone>
              <a:prstClr val="black"/>
              <a:srgbClr val="7030A0">
                <a:tint val="45000"/>
                <a:satMod val="400000"/>
              </a:srgbClr>
            </a:duotone>
          </a:blip>
          <a:stretch>
            <a:fillRect/>
          </a:stretch>
        </p:blipFill>
        <p:spPr>
          <a:xfrm>
            <a:off x="13056016" y="3251353"/>
            <a:ext cx="452118" cy="801484"/>
          </a:xfrm>
          <a:prstGeom prst="rect">
            <a:avLst/>
          </a:prstGeom>
          <a:noFill/>
        </p:spPr>
      </p:pic>
      <p:sp>
        <p:nvSpPr>
          <p:cNvPr id="46" name="Oval 45">
            <a:extLst>
              <a:ext uri="{FF2B5EF4-FFF2-40B4-BE49-F238E27FC236}">
                <a16:creationId xmlns:a16="http://schemas.microsoft.com/office/drawing/2014/main" id="{BE9CCE2F-2FF1-4FD6-8BA2-99169B88081E}"/>
              </a:ext>
            </a:extLst>
          </p:cNvPr>
          <p:cNvSpPr/>
          <p:nvPr/>
        </p:nvSpPr>
        <p:spPr>
          <a:xfrm>
            <a:off x="4484879" y="-3055518"/>
            <a:ext cx="10235095" cy="1078169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7" name="Oval 46">
            <a:extLst>
              <a:ext uri="{FF2B5EF4-FFF2-40B4-BE49-F238E27FC236}">
                <a16:creationId xmlns:a16="http://schemas.microsoft.com/office/drawing/2014/main" id="{4306EF44-F0F9-4446-82E6-A16C21F8C522}"/>
              </a:ext>
            </a:extLst>
          </p:cNvPr>
          <p:cNvSpPr/>
          <p:nvPr/>
        </p:nvSpPr>
        <p:spPr>
          <a:xfrm>
            <a:off x="-2810528" y="-924716"/>
            <a:ext cx="10235095" cy="10781690"/>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7" name="TextBox 26">
            <a:extLst>
              <a:ext uri="{FF2B5EF4-FFF2-40B4-BE49-F238E27FC236}">
                <a16:creationId xmlns:a16="http://schemas.microsoft.com/office/drawing/2014/main" id="{3C7CF22E-6E14-443B-BE8E-B401DD30E60A}"/>
              </a:ext>
            </a:extLst>
          </p:cNvPr>
          <p:cNvSpPr txBox="1"/>
          <p:nvPr/>
        </p:nvSpPr>
        <p:spPr>
          <a:xfrm>
            <a:off x="2518985" y="2644170"/>
            <a:ext cx="6519471" cy="1569660"/>
          </a:xfrm>
          <a:prstGeom prst="rect">
            <a:avLst/>
          </a:prstGeom>
          <a:noFill/>
        </p:spPr>
        <p:txBody>
          <a:bodyPr wrap="square">
            <a:spAutoFit/>
          </a:bodyPr>
          <a:lstStyle/>
          <a:p>
            <a:pPr algn="ctr"/>
            <a:r>
              <a:rPr lang="vi-VN" sz="2400" b="1" dirty="0">
                <a:blipFill dpi="0" rotWithShape="1">
                  <a:blip r:embed="rId4">
                    <a:extLst>
                      <a:ext uri="{28A0092B-C50C-407E-A947-70E740481C1C}">
                        <a14:useLocalDpi xmlns:a14="http://schemas.microsoft.com/office/drawing/2010/main" val="0"/>
                      </a:ext>
                    </a:extLst>
                  </a:blip>
                  <a:srcRect/>
                  <a:stretch>
                    <a:fillRect/>
                  </a:stretch>
                </a:blipFill>
                <a:latin typeface="Century Gothic" panose="020B0502020202020204" pitchFamily="34" charset="0"/>
              </a:rPr>
              <a:t>d</a:t>
            </a:r>
            <a:r>
              <a:rPr kumimoji="0" lang="en-US" sz="2400" b="1" i="0" u="none" strike="noStrike" kern="1200" cap="none" spc="0" normalizeH="0" baseline="0" noProof="0" dirty="0" err="1">
                <a:ln>
                  <a:noFill/>
                </a:ln>
                <a:blipFill dpi="0" rotWithShape="1">
                  <a:blip r:embed="rId4">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esign</a:t>
            </a:r>
            <a:r>
              <a:rPr kumimoji="0" lang="en-US" sz="2400" b="1" i="0" u="none" strike="noStrike" kern="1200" cap="none" spc="0" normalizeH="0" baseline="0" noProof="0" dirty="0">
                <a:ln>
                  <a:noFill/>
                </a:ln>
                <a:blipFill dpi="0" rotWithShape="1">
                  <a:blip r:embed="rId4">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 by </a:t>
            </a:r>
          </a:p>
          <a:p>
            <a:pPr algn="ctr"/>
            <a:r>
              <a:rPr kumimoji="0" lang="vi-VN" sz="7200" b="1" i="0" u="none" strike="noStrike" kern="1200" cap="none" spc="0" normalizeH="0" baseline="0" noProof="0" dirty="0">
                <a:ln>
                  <a:noFill/>
                </a:ln>
                <a:blipFill dpi="0" rotWithShape="1">
                  <a:blip r:embed="rId4">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-=NHT=-</a:t>
            </a:r>
            <a:endParaRPr lang="en-MY" dirty="0">
              <a:blipFill dpi="0" rotWithShape="1">
                <a:blip r:embed="rId4">
                  <a:extLst>
                    <a:ext uri="{28A0092B-C50C-407E-A947-70E740481C1C}">
                      <a14:useLocalDpi xmlns:a14="http://schemas.microsoft.com/office/drawing/2010/main" val="0"/>
                    </a:ext>
                  </a:extLst>
                </a:blip>
                <a:srcRect/>
                <a:stretch>
                  <a:fillRect/>
                </a:stretch>
              </a:blipFill>
            </a:endParaRPr>
          </a:p>
        </p:txBody>
      </p:sp>
      <p:grpSp>
        <p:nvGrpSpPr>
          <p:cNvPr id="60" name="Group 59">
            <a:extLst>
              <a:ext uri="{FF2B5EF4-FFF2-40B4-BE49-F238E27FC236}">
                <a16:creationId xmlns:a16="http://schemas.microsoft.com/office/drawing/2014/main" id="{C2B52133-15F3-4364-B692-0A54D79E2DE1}"/>
              </a:ext>
            </a:extLst>
          </p:cNvPr>
          <p:cNvGrpSpPr/>
          <p:nvPr/>
        </p:nvGrpSpPr>
        <p:grpSpPr>
          <a:xfrm rot="10117570">
            <a:off x="-6248789" y="3143227"/>
            <a:ext cx="8211469" cy="7922438"/>
            <a:chOff x="-7359647" y="3481383"/>
            <a:chExt cx="8211469" cy="7641093"/>
          </a:xfrm>
        </p:grpSpPr>
        <p:sp>
          <p:nvSpPr>
            <p:cNvPr id="61" name="Freeform: Shape 60">
              <a:extLst>
                <a:ext uri="{FF2B5EF4-FFF2-40B4-BE49-F238E27FC236}">
                  <a16:creationId xmlns:a16="http://schemas.microsoft.com/office/drawing/2014/main" id="{9F6E0C86-60EE-4697-8DE7-9563EA73BD26}"/>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4">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62" name="Freeform: Shape 61">
              <a:extLst>
                <a:ext uri="{FF2B5EF4-FFF2-40B4-BE49-F238E27FC236}">
                  <a16:creationId xmlns:a16="http://schemas.microsoft.com/office/drawing/2014/main" id="{9E0F3BC8-6C13-49EE-982B-2061343971E7}"/>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4">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grpSp>
        <p:nvGrpSpPr>
          <p:cNvPr id="23" name="Group 22">
            <a:extLst>
              <a:ext uri="{FF2B5EF4-FFF2-40B4-BE49-F238E27FC236}">
                <a16:creationId xmlns:a16="http://schemas.microsoft.com/office/drawing/2014/main" id="{898F7909-32AE-4772-9458-13B8761B9E26}"/>
              </a:ext>
            </a:extLst>
          </p:cNvPr>
          <p:cNvGrpSpPr/>
          <p:nvPr/>
        </p:nvGrpSpPr>
        <p:grpSpPr>
          <a:xfrm rot="10117570">
            <a:off x="8950281" y="-6028526"/>
            <a:ext cx="8211469" cy="7922438"/>
            <a:chOff x="-7359647" y="3481383"/>
            <a:chExt cx="8211469" cy="7641093"/>
          </a:xfrm>
        </p:grpSpPr>
        <p:sp>
          <p:nvSpPr>
            <p:cNvPr id="24" name="Freeform: Shape 23">
              <a:extLst>
                <a:ext uri="{FF2B5EF4-FFF2-40B4-BE49-F238E27FC236}">
                  <a16:creationId xmlns:a16="http://schemas.microsoft.com/office/drawing/2014/main" id="{B731EAF9-E34A-430A-99C4-4FA00AD7AF17}"/>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4">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25" name="Freeform: Shape 24">
              <a:extLst>
                <a:ext uri="{FF2B5EF4-FFF2-40B4-BE49-F238E27FC236}">
                  <a16:creationId xmlns:a16="http://schemas.microsoft.com/office/drawing/2014/main" id="{E047BD17-C130-41C3-A030-8BC9CCE081ED}"/>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4">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14" name="TextBox 13">
            <a:extLst>
              <a:ext uri="{FF2B5EF4-FFF2-40B4-BE49-F238E27FC236}">
                <a16:creationId xmlns:a16="http://schemas.microsoft.com/office/drawing/2014/main" id="{1E47EA7F-2707-676D-875D-B1ED7DCC7F22}"/>
              </a:ext>
            </a:extLst>
          </p:cNvPr>
          <p:cNvSpPr txBox="1"/>
          <p:nvPr/>
        </p:nvSpPr>
        <p:spPr>
          <a:xfrm>
            <a:off x="188228" y="-1512237"/>
            <a:ext cx="1755937" cy="369332"/>
          </a:xfrm>
          <a:prstGeom prst="rect">
            <a:avLst/>
          </a:prstGeom>
          <a:noFill/>
        </p:spPr>
        <p:txBody>
          <a:bodyPr wrap="square">
            <a:spAutoFit/>
          </a:bodyPr>
          <a:lstStyle/>
          <a:p>
            <a:r>
              <a:rPr kumimoji="0" lang="vi-VN" b="1" i="0" u="none" strike="noStrike" kern="1200" cap="none" spc="0" normalizeH="0" baseline="0" noProof="0" dirty="0">
                <a:ln>
                  <a:noFill/>
                </a:ln>
                <a:blipFill dpi="0" rotWithShape="1">
                  <a:blip r:embed="rId4">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 Nhóm 4 -</a:t>
            </a:r>
            <a:endParaRPr lang="en-MY" dirty="0">
              <a:blipFill dpi="0" rotWithShape="1">
                <a:blip r:embed="rId4">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15" name="TextBox 14">
            <a:extLst>
              <a:ext uri="{FF2B5EF4-FFF2-40B4-BE49-F238E27FC236}">
                <a16:creationId xmlns:a16="http://schemas.microsoft.com/office/drawing/2014/main" id="{26662CC2-2051-E992-5F72-A835B026CEA0}"/>
              </a:ext>
            </a:extLst>
          </p:cNvPr>
          <p:cNvSpPr txBox="1"/>
          <p:nvPr/>
        </p:nvSpPr>
        <p:spPr>
          <a:xfrm>
            <a:off x="1532361" y="-2251864"/>
            <a:ext cx="1627880" cy="369332"/>
          </a:xfrm>
          <a:prstGeom prst="rect">
            <a:avLst/>
          </a:prstGeom>
          <a:noFill/>
        </p:spPr>
        <p:txBody>
          <a:bodyPr wrap="square">
            <a:spAutoFit/>
          </a:bodyPr>
          <a:lstStyle/>
          <a:p>
            <a:r>
              <a:rPr kumimoji="0" lang="vi-VN" b="1" i="0" u="none" strike="noStrike" kern="1200" cap="none" spc="0" normalizeH="0" baseline="0" noProof="0" dirty="0">
                <a:ln>
                  <a:noFill/>
                </a:ln>
                <a:blipFill dpi="0" rotWithShape="1">
                  <a:blip r:embed="rId4">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Các cơ cấu  </a:t>
            </a:r>
            <a:endParaRPr lang="en-MY" b="1" dirty="0">
              <a:blipFill dpi="0" rotWithShape="1">
                <a:blip r:embed="rId4">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16" name="TextBox 15">
            <a:extLst>
              <a:ext uri="{FF2B5EF4-FFF2-40B4-BE49-F238E27FC236}">
                <a16:creationId xmlns:a16="http://schemas.microsoft.com/office/drawing/2014/main" id="{44DC77CE-E67E-9200-917D-85DC6C82EB72}"/>
              </a:ext>
            </a:extLst>
          </p:cNvPr>
          <p:cNvSpPr txBox="1"/>
          <p:nvPr/>
        </p:nvSpPr>
        <p:spPr>
          <a:xfrm>
            <a:off x="2693028" y="-3104647"/>
            <a:ext cx="1498877" cy="369332"/>
          </a:xfrm>
          <a:prstGeom prst="rect">
            <a:avLst/>
          </a:prstGeom>
          <a:noFill/>
        </p:spPr>
        <p:txBody>
          <a:bodyPr wrap="square">
            <a:spAutoFit/>
          </a:bodyPr>
          <a:lstStyle/>
          <a:p>
            <a:r>
              <a:rPr lang="vi-VN" b="1" dirty="0">
                <a:blipFill dpi="0" rotWithShape="1">
                  <a:blip r:embed="rId4">
                    <a:extLst>
                      <a:ext uri="{28A0092B-C50C-407E-A947-70E740481C1C}">
                        <a14:useLocalDpi xmlns:a14="http://schemas.microsoft.com/office/drawing/2010/main" val="0"/>
                      </a:ext>
                    </a:extLst>
                  </a:blip>
                  <a:srcRect/>
                  <a:stretch>
                    <a:fillRect/>
                  </a:stretch>
                </a:blipFill>
                <a:latin typeface="Bahnschrift" panose="020B0502040204020203" pitchFamily="34" charset="0"/>
              </a:rPr>
              <a:t>c</a:t>
            </a:r>
            <a:r>
              <a:rPr kumimoji="0" lang="vi-VN" b="1" i="0" u="none" strike="noStrike" kern="1200" cap="none" spc="0" normalizeH="0" baseline="0" noProof="0" dirty="0">
                <a:ln>
                  <a:noFill/>
                </a:ln>
                <a:blipFill dpi="0" rotWithShape="1">
                  <a:blip r:embed="rId4">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hấp hành </a:t>
            </a:r>
            <a:r>
              <a:rPr kumimoji="0" lang="en-US" b="1" i="0" u="none" strike="noStrike" kern="1200" cap="none" spc="0" normalizeH="0" baseline="0" noProof="0" dirty="0">
                <a:ln>
                  <a:noFill/>
                </a:ln>
                <a:blipFill dpi="0" rotWithShape="1">
                  <a:blip r:embed="rId4">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 </a:t>
            </a:r>
            <a:endParaRPr lang="en-MY" b="1" dirty="0">
              <a:blipFill dpi="0" rotWithShape="1">
                <a:blip r:embed="rId4">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17" name="TextBox 16">
            <a:extLst>
              <a:ext uri="{FF2B5EF4-FFF2-40B4-BE49-F238E27FC236}">
                <a16:creationId xmlns:a16="http://schemas.microsoft.com/office/drawing/2014/main" id="{5D898CAD-8355-45DE-87CB-A3F9947FD6CB}"/>
              </a:ext>
            </a:extLst>
          </p:cNvPr>
          <p:cNvSpPr txBox="1"/>
          <p:nvPr/>
        </p:nvSpPr>
        <p:spPr>
          <a:xfrm>
            <a:off x="3838109" y="-3898006"/>
            <a:ext cx="1819741" cy="369332"/>
          </a:xfrm>
          <a:prstGeom prst="rect">
            <a:avLst/>
          </a:prstGeom>
          <a:noFill/>
        </p:spPr>
        <p:txBody>
          <a:bodyPr wrap="square">
            <a:spAutoFit/>
          </a:bodyPr>
          <a:lstStyle/>
          <a:p>
            <a:r>
              <a:rPr lang="vi-VN" b="1" dirty="0">
                <a:blipFill dpi="0" rotWithShape="1">
                  <a:blip r:embed="rId4">
                    <a:extLst>
                      <a:ext uri="{28A0092B-C50C-407E-A947-70E740481C1C}">
                        <a14:useLocalDpi xmlns:a14="http://schemas.microsoft.com/office/drawing/2010/main" val="0"/>
                      </a:ext>
                    </a:extLst>
                  </a:blip>
                  <a:srcRect/>
                  <a:stretch>
                    <a:fillRect/>
                  </a:stretch>
                </a:blipFill>
                <a:latin typeface="Bahnschrift" panose="020B0502040204020203" pitchFamily="34" charset="0"/>
              </a:rPr>
              <a:t>t</a:t>
            </a:r>
            <a:r>
              <a:rPr kumimoji="0" lang="vi-VN" b="1" i="0" u="none" strike="noStrike" kern="1200" cap="none" spc="0" normalizeH="0" baseline="0" noProof="0" dirty="0">
                <a:ln>
                  <a:noFill/>
                </a:ln>
                <a:blipFill dpi="0" rotWithShape="1">
                  <a:blip r:embed="rId4">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rong Robot   -</a:t>
            </a:r>
            <a:endParaRPr lang="en-MY" b="1" dirty="0">
              <a:blipFill dpi="0" rotWithShape="1">
                <a:blip r:embed="rId4">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pic>
        <p:nvPicPr>
          <p:cNvPr id="21" name="Picture Placeholder 3" descr="Diagram, schematic&#10;&#10;Description automatically generated">
            <a:extLst>
              <a:ext uri="{FF2B5EF4-FFF2-40B4-BE49-F238E27FC236}">
                <a16:creationId xmlns:a16="http://schemas.microsoft.com/office/drawing/2014/main" id="{693494AF-6433-8E11-D7D4-19BCB1D1E422}"/>
              </a:ext>
            </a:extLst>
          </p:cNvPr>
          <p:cNvPicPr>
            <a:picLocks noChangeAspect="1"/>
          </p:cNvPicPr>
          <p:nvPr/>
        </p:nvPicPr>
        <p:blipFill rotWithShape="1">
          <a:blip r:embed="rId5">
            <a:extLst>
              <a:ext uri="{BEBA8EAE-BF5A-486C-A8C5-ECC9F3942E4B}">
                <a14:imgProps xmlns:a14="http://schemas.microsoft.com/office/drawing/2010/main">
                  <a14:imgLayer r:embed="rId6">
                    <a14:imgEffect>
                      <a14:sharpenSoften amount="11000"/>
                    </a14:imgEffect>
                    <a14:imgEffect>
                      <a14:saturation sat="66000"/>
                    </a14:imgEffect>
                    <a14:imgEffect>
                      <a14:brightnessContrast bright="20000" contrast="-44000"/>
                    </a14:imgEffect>
                  </a14:imgLayer>
                </a14:imgProps>
              </a:ext>
              <a:ext uri="{28A0092B-C50C-407E-A947-70E740481C1C}">
                <a14:useLocalDpi xmlns:a14="http://schemas.microsoft.com/office/drawing/2010/main" val="0"/>
              </a:ext>
            </a:extLst>
          </a:blip>
          <a:srcRect l="26947" t="18563" r="30889" b="4768"/>
          <a:stretch/>
        </p:blipFill>
        <p:spPr>
          <a:xfrm rot="20992815">
            <a:off x="8093257" y="8842102"/>
            <a:ext cx="5004085" cy="5118961"/>
          </a:xfrm>
          <a:custGeom>
            <a:avLst/>
            <a:gdLst>
              <a:gd name="connsiteX0" fmla="*/ 2180666 w 6357257"/>
              <a:gd name="connsiteY0" fmla="*/ 0 h 6357257"/>
              <a:gd name="connsiteX1" fmla="*/ 4176591 w 6357257"/>
              <a:gd name="connsiteY1" fmla="*/ 0 h 6357257"/>
              <a:gd name="connsiteX2" fmla="*/ 6357257 w 6357257"/>
              <a:gd name="connsiteY2" fmla="*/ 2180666 h 6357257"/>
              <a:gd name="connsiteX3" fmla="*/ 6357257 w 6357257"/>
              <a:gd name="connsiteY3" fmla="*/ 4176591 h 6357257"/>
              <a:gd name="connsiteX4" fmla="*/ 4176591 w 6357257"/>
              <a:gd name="connsiteY4" fmla="*/ 6357257 h 6357257"/>
              <a:gd name="connsiteX5" fmla="*/ 2180666 w 6357257"/>
              <a:gd name="connsiteY5" fmla="*/ 6357257 h 6357257"/>
              <a:gd name="connsiteX6" fmla="*/ 0 w 6357257"/>
              <a:gd name="connsiteY6" fmla="*/ 4176591 h 6357257"/>
              <a:gd name="connsiteX7" fmla="*/ 0 w 6357257"/>
              <a:gd name="connsiteY7" fmla="*/ 2180666 h 6357257"/>
              <a:gd name="connsiteX8" fmla="*/ 2180666 w 6357257"/>
              <a:gd name="connsiteY8" fmla="*/ 0 h 635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57257" h="6357257">
                <a:moveTo>
                  <a:pt x="2180666" y="0"/>
                </a:moveTo>
                <a:lnTo>
                  <a:pt x="4176591" y="0"/>
                </a:lnTo>
                <a:cubicBezTo>
                  <a:pt x="5380940" y="0"/>
                  <a:pt x="6357257" y="976317"/>
                  <a:pt x="6357257" y="2180666"/>
                </a:cubicBezTo>
                <a:lnTo>
                  <a:pt x="6357257" y="4176591"/>
                </a:lnTo>
                <a:cubicBezTo>
                  <a:pt x="6357257" y="5380940"/>
                  <a:pt x="5380940" y="6357257"/>
                  <a:pt x="4176591" y="6357257"/>
                </a:cubicBezTo>
                <a:lnTo>
                  <a:pt x="2180666" y="6357257"/>
                </a:lnTo>
                <a:cubicBezTo>
                  <a:pt x="976317" y="6357257"/>
                  <a:pt x="0" y="5380940"/>
                  <a:pt x="0" y="4176591"/>
                </a:cubicBezTo>
                <a:lnTo>
                  <a:pt x="0" y="2180666"/>
                </a:lnTo>
                <a:cubicBezTo>
                  <a:pt x="0" y="976317"/>
                  <a:pt x="976317" y="0"/>
                  <a:pt x="2180666" y="0"/>
                </a:cubicBezTo>
                <a:close/>
              </a:path>
            </a:pathLst>
          </a:custGeom>
        </p:spPr>
      </p:pic>
      <p:sp>
        <p:nvSpPr>
          <p:cNvPr id="32" name="TextBox 31">
            <a:extLst>
              <a:ext uri="{FF2B5EF4-FFF2-40B4-BE49-F238E27FC236}">
                <a16:creationId xmlns:a16="http://schemas.microsoft.com/office/drawing/2014/main" id="{2E101188-F78C-7AD8-FC1B-99173EE98895}"/>
              </a:ext>
            </a:extLst>
          </p:cNvPr>
          <p:cNvSpPr txBox="1"/>
          <p:nvPr/>
        </p:nvSpPr>
        <p:spPr>
          <a:xfrm>
            <a:off x="1329161" y="12030403"/>
            <a:ext cx="5981057" cy="5016758"/>
          </a:xfrm>
          <a:prstGeom prst="rect">
            <a:avLst/>
          </a:prstGeom>
          <a:noFill/>
        </p:spPr>
        <p:txBody>
          <a:bodyPr wrap="square">
            <a:spAutoFit/>
          </a:bodyPr>
          <a:lstStyle/>
          <a:p>
            <a:pPr algn="r"/>
            <a:r>
              <a:rPr lang="vi-VN" sz="8000" b="1" dirty="0">
                <a:blipFill dpi="0" rotWithShape="1">
                  <a:blip r:embed="rId4">
                    <a:extLst>
                      <a:ext uri="{28A0092B-C50C-407E-A947-70E740481C1C}">
                        <a14:useLocalDpi xmlns:a14="http://schemas.microsoft.com/office/drawing/2010/main" val="0"/>
                      </a:ext>
                    </a:extLst>
                  </a:blip>
                  <a:srcRect/>
                  <a:stretch>
                    <a:fillRect/>
                  </a:stretch>
                </a:blipFill>
                <a:latin typeface="Bahnschrift" panose="020B0502040204020203" pitchFamily="34" charset="0"/>
              </a:rPr>
              <a:t>SELF – BALANCING</a:t>
            </a:r>
          </a:p>
          <a:p>
            <a:pPr algn="r"/>
            <a:r>
              <a:rPr lang="vi-VN" sz="8000" b="1" dirty="0">
                <a:blipFill dpi="0" rotWithShape="1">
                  <a:blip r:embed="rId4">
                    <a:extLst>
                      <a:ext uri="{28A0092B-C50C-407E-A947-70E740481C1C}">
                        <a14:useLocalDpi xmlns:a14="http://schemas.microsoft.com/office/drawing/2010/main" val="0"/>
                      </a:ext>
                    </a:extLst>
                  </a:blip>
                  <a:srcRect/>
                  <a:stretch>
                    <a:fillRect/>
                  </a:stretch>
                </a:blipFill>
                <a:latin typeface="Bahnschrift" panose="020B0502040204020203" pitchFamily="34" charset="0"/>
              </a:rPr>
              <a:t>ROBOT - CUBE </a:t>
            </a:r>
            <a:endParaRPr lang="en-MY" sz="8000" dirty="0">
              <a:blipFill dpi="0" rotWithShape="1">
                <a:blip r:embed="rId4">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Tree>
    <p:extLst>
      <p:ext uri="{BB962C8B-B14F-4D97-AF65-F5344CB8AC3E}">
        <p14:creationId xmlns:p14="http://schemas.microsoft.com/office/powerpoint/2010/main" val="41682766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Placeholder 3" descr="Diagram, schematic&#10;&#10;Description automatically generated">
            <a:extLst>
              <a:ext uri="{FF2B5EF4-FFF2-40B4-BE49-F238E27FC236}">
                <a16:creationId xmlns:a16="http://schemas.microsoft.com/office/drawing/2014/main" id="{4D33D405-E311-D9EE-ADB6-07E44C9C21C2}"/>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13000"/>
                    </a14:imgEffect>
                    <a14:imgEffect>
                      <a14:saturation sat="66000"/>
                    </a14:imgEffect>
                    <a14:imgEffect>
                      <a14:brightnessContrast bright="20000" contrast="-44000"/>
                    </a14:imgEffect>
                  </a14:imgLayer>
                </a14:imgProps>
              </a:ext>
              <a:ext uri="{28A0092B-C50C-407E-A947-70E740481C1C}">
                <a14:useLocalDpi xmlns:a14="http://schemas.microsoft.com/office/drawing/2010/main" val="0"/>
              </a:ext>
            </a:extLst>
          </a:blip>
          <a:srcRect l="26947" t="18563" r="30889" b="4768"/>
          <a:stretch/>
        </p:blipFill>
        <p:spPr>
          <a:xfrm rot="20992815">
            <a:off x="6436541" y="869520"/>
            <a:ext cx="5004085" cy="5118961"/>
          </a:xfrm>
          <a:custGeom>
            <a:avLst/>
            <a:gdLst>
              <a:gd name="connsiteX0" fmla="*/ 2180666 w 6357257"/>
              <a:gd name="connsiteY0" fmla="*/ 0 h 6357257"/>
              <a:gd name="connsiteX1" fmla="*/ 4176591 w 6357257"/>
              <a:gd name="connsiteY1" fmla="*/ 0 h 6357257"/>
              <a:gd name="connsiteX2" fmla="*/ 6357257 w 6357257"/>
              <a:gd name="connsiteY2" fmla="*/ 2180666 h 6357257"/>
              <a:gd name="connsiteX3" fmla="*/ 6357257 w 6357257"/>
              <a:gd name="connsiteY3" fmla="*/ 4176591 h 6357257"/>
              <a:gd name="connsiteX4" fmla="*/ 4176591 w 6357257"/>
              <a:gd name="connsiteY4" fmla="*/ 6357257 h 6357257"/>
              <a:gd name="connsiteX5" fmla="*/ 2180666 w 6357257"/>
              <a:gd name="connsiteY5" fmla="*/ 6357257 h 6357257"/>
              <a:gd name="connsiteX6" fmla="*/ 0 w 6357257"/>
              <a:gd name="connsiteY6" fmla="*/ 4176591 h 6357257"/>
              <a:gd name="connsiteX7" fmla="*/ 0 w 6357257"/>
              <a:gd name="connsiteY7" fmla="*/ 2180666 h 6357257"/>
              <a:gd name="connsiteX8" fmla="*/ 2180666 w 6357257"/>
              <a:gd name="connsiteY8" fmla="*/ 0 h 635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57257" h="6357257">
                <a:moveTo>
                  <a:pt x="2180666" y="0"/>
                </a:moveTo>
                <a:lnTo>
                  <a:pt x="4176591" y="0"/>
                </a:lnTo>
                <a:cubicBezTo>
                  <a:pt x="5380940" y="0"/>
                  <a:pt x="6357257" y="976317"/>
                  <a:pt x="6357257" y="2180666"/>
                </a:cubicBezTo>
                <a:lnTo>
                  <a:pt x="6357257" y="4176591"/>
                </a:lnTo>
                <a:cubicBezTo>
                  <a:pt x="6357257" y="5380940"/>
                  <a:pt x="5380940" y="6357257"/>
                  <a:pt x="4176591" y="6357257"/>
                </a:cubicBezTo>
                <a:lnTo>
                  <a:pt x="2180666" y="6357257"/>
                </a:lnTo>
                <a:cubicBezTo>
                  <a:pt x="976317" y="6357257"/>
                  <a:pt x="0" y="5380940"/>
                  <a:pt x="0" y="4176591"/>
                </a:cubicBezTo>
                <a:lnTo>
                  <a:pt x="0" y="2180666"/>
                </a:lnTo>
                <a:cubicBezTo>
                  <a:pt x="0" y="976317"/>
                  <a:pt x="976317" y="0"/>
                  <a:pt x="2180666" y="0"/>
                </a:cubicBezTo>
                <a:close/>
              </a:path>
            </a:pathLst>
          </a:custGeom>
        </p:spPr>
      </p:pic>
      <p:sp>
        <p:nvSpPr>
          <p:cNvPr id="17" name="Oval 16">
            <a:extLst>
              <a:ext uri="{FF2B5EF4-FFF2-40B4-BE49-F238E27FC236}">
                <a16:creationId xmlns:a16="http://schemas.microsoft.com/office/drawing/2014/main" id="{5B5C5A97-CCE5-4225-98E5-1C08DCF9B18E}"/>
              </a:ext>
            </a:extLst>
          </p:cNvPr>
          <p:cNvSpPr/>
          <p:nvPr/>
        </p:nvSpPr>
        <p:spPr>
          <a:xfrm>
            <a:off x="11358764" y="2254828"/>
            <a:ext cx="2604129" cy="27432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23" name="Picture 22">
            <a:extLst>
              <a:ext uri="{FF2B5EF4-FFF2-40B4-BE49-F238E27FC236}">
                <a16:creationId xmlns:a16="http://schemas.microsoft.com/office/drawing/2014/main" id="{B6240CE9-380B-4196-929D-3F3AAE66CCE9}"/>
              </a:ext>
            </a:extLst>
          </p:cNvPr>
          <p:cNvPicPr>
            <a:picLocks noChangeAspect="1"/>
          </p:cNvPicPr>
          <p:nvPr/>
        </p:nvPicPr>
        <p:blipFill>
          <a:blip r:embed="rId4">
            <a:duotone>
              <a:prstClr val="black"/>
              <a:srgbClr val="7030A0">
                <a:tint val="45000"/>
                <a:satMod val="400000"/>
              </a:srgbClr>
            </a:duotone>
          </a:blip>
          <a:stretch>
            <a:fillRect/>
          </a:stretch>
        </p:blipFill>
        <p:spPr>
          <a:xfrm>
            <a:off x="11571692" y="3251353"/>
            <a:ext cx="452118" cy="801484"/>
          </a:xfrm>
          <a:prstGeom prst="rect">
            <a:avLst/>
          </a:prstGeom>
          <a:noFill/>
        </p:spPr>
      </p:pic>
      <p:sp>
        <p:nvSpPr>
          <p:cNvPr id="28" name="Oval 27">
            <a:extLst>
              <a:ext uri="{FF2B5EF4-FFF2-40B4-BE49-F238E27FC236}">
                <a16:creationId xmlns:a16="http://schemas.microsoft.com/office/drawing/2014/main" id="{43CD6500-3FB0-46B1-9CEA-A4A02E57AED6}"/>
              </a:ext>
            </a:extLst>
          </p:cNvPr>
          <p:cNvSpPr/>
          <p:nvPr/>
        </p:nvSpPr>
        <p:spPr>
          <a:xfrm>
            <a:off x="-3813860" y="5703505"/>
            <a:ext cx="3999050" cy="4212615"/>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6" name="Oval 25">
            <a:extLst>
              <a:ext uri="{FF2B5EF4-FFF2-40B4-BE49-F238E27FC236}">
                <a16:creationId xmlns:a16="http://schemas.microsoft.com/office/drawing/2014/main" id="{46F581F2-0444-4F66-9338-87E6201D7CB9}"/>
              </a:ext>
            </a:extLst>
          </p:cNvPr>
          <p:cNvSpPr/>
          <p:nvPr/>
        </p:nvSpPr>
        <p:spPr>
          <a:xfrm>
            <a:off x="11532016" y="-3055518"/>
            <a:ext cx="3187958" cy="335820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1" name="TextBox 30">
            <a:extLst>
              <a:ext uri="{FF2B5EF4-FFF2-40B4-BE49-F238E27FC236}">
                <a16:creationId xmlns:a16="http://schemas.microsoft.com/office/drawing/2014/main" id="{F97FAB05-85CF-428B-849F-BAFC66B5D40A}"/>
              </a:ext>
            </a:extLst>
          </p:cNvPr>
          <p:cNvSpPr txBox="1"/>
          <p:nvPr/>
        </p:nvSpPr>
        <p:spPr>
          <a:xfrm>
            <a:off x="5980273" y="7758480"/>
            <a:ext cx="1110604" cy="307777"/>
          </a:xfrm>
          <a:prstGeom prst="rect">
            <a:avLst/>
          </a:prstGeom>
          <a:noFill/>
        </p:spPr>
        <p:txBody>
          <a:bodyPr wrap="square" rtlCol="0">
            <a:spAutoFit/>
          </a:bodyPr>
          <a:lstStyle/>
          <a:p>
            <a:r>
              <a:rPr lang="en-MY" sz="1400" b="1" dirty="0">
                <a:solidFill>
                  <a:schemeClr val="bg1">
                    <a:lumMod val="65000"/>
                  </a:schemeClr>
                </a:solidFill>
                <a:latin typeface="Century Gothic" panose="020B0502020202020204" pitchFamily="34" charset="0"/>
              </a:rPr>
              <a:t>WELCOME</a:t>
            </a:r>
            <a:endParaRPr lang="en-MY" b="1" dirty="0">
              <a:solidFill>
                <a:schemeClr val="bg1">
                  <a:lumMod val="65000"/>
                </a:schemeClr>
              </a:solidFill>
              <a:latin typeface="Century Gothic" panose="020B0502020202020204" pitchFamily="34" charset="0"/>
            </a:endParaRPr>
          </a:p>
        </p:txBody>
      </p:sp>
      <p:sp>
        <p:nvSpPr>
          <p:cNvPr id="32" name="TextBox 31">
            <a:extLst>
              <a:ext uri="{FF2B5EF4-FFF2-40B4-BE49-F238E27FC236}">
                <a16:creationId xmlns:a16="http://schemas.microsoft.com/office/drawing/2014/main" id="{733E3048-842D-4778-9B88-9E790C513E95}"/>
              </a:ext>
            </a:extLst>
          </p:cNvPr>
          <p:cNvSpPr txBox="1"/>
          <p:nvPr/>
        </p:nvSpPr>
        <p:spPr>
          <a:xfrm>
            <a:off x="6180574" y="8377455"/>
            <a:ext cx="2740163" cy="833247"/>
          </a:xfrm>
          <a:prstGeom prst="rect">
            <a:avLst/>
          </a:prstGeom>
          <a:noFill/>
        </p:spPr>
        <p:txBody>
          <a:bodyPr wrap="square" rtlCol="0">
            <a:spAutoFit/>
          </a:bodyPr>
          <a:lstStyle/>
          <a:p>
            <a:pPr algn="just"/>
            <a:r>
              <a:rPr lang="en-MY" sz="1200" dirty="0">
                <a:solidFill>
                  <a:schemeClr val="bg1">
                    <a:lumMod val="65000"/>
                  </a:schemeClr>
                </a:solidFill>
                <a:latin typeface="Century Gothic" panose="020B0502020202020204" pitchFamily="34" charset="0"/>
              </a:rPr>
              <a:t>Tengok teaser Genshin impact </a:t>
            </a:r>
            <a:r>
              <a:rPr lang="en-MY" sz="1200" dirty="0" err="1">
                <a:solidFill>
                  <a:schemeClr val="bg1">
                    <a:lumMod val="65000"/>
                  </a:schemeClr>
                </a:solidFill>
                <a:latin typeface="Century Gothic" panose="020B0502020202020204" pitchFamily="34" charset="0"/>
              </a:rPr>
              <a:t>Teyvat</a:t>
            </a:r>
            <a:r>
              <a:rPr lang="en-MY" sz="1200" dirty="0">
                <a:solidFill>
                  <a:schemeClr val="bg1">
                    <a:lumMod val="65000"/>
                  </a:schemeClr>
                </a:solidFill>
                <a:latin typeface="Century Gothic" panose="020B0502020202020204" pitchFamily="34" charset="0"/>
              </a:rPr>
              <a:t> style dengan music </a:t>
            </a:r>
            <a:r>
              <a:rPr lang="en-MY" sz="1200" dirty="0" err="1">
                <a:solidFill>
                  <a:schemeClr val="bg1">
                    <a:lumMod val="65000"/>
                  </a:schemeClr>
                </a:solidFill>
                <a:latin typeface="Century Gothic" panose="020B0502020202020204" pitchFamily="34" charset="0"/>
              </a:rPr>
              <a:t>dia</a:t>
            </a:r>
            <a:r>
              <a:rPr lang="en-MY" sz="1200" dirty="0">
                <a:solidFill>
                  <a:schemeClr val="bg1">
                    <a:lumMod val="65000"/>
                  </a:schemeClr>
                </a:solidFill>
                <a:latin typeface="Century Gothic" panose="020B0502020202020204" pitchFamily="34" charset="0"/>
              </a:rPr>
              <a:t> </a:t>
            </a:r>
            <a:r>
              <a:rPr lang="en-MY" sz="1200" dirty="0" err="1">
                <a:solidFill>
                  <a:schemeClr val="bg1">
                    <a:lumMod val="65000"/>
                  </a:schemeClr>
                </a:solidFill>
                <a:latin typeface="Century Gothic" panose="020B0502020202020204" pitchFamily="34" charset="0"/>
              </a:rPr>
              <a:t>terus</a:t>
            </a:r>
            <a:r>
              <a:rPr lang="en-MY" sz="1200" dirty="0">
                <a:solidFill>
                  <a:schemeClr val="bg1">
                    <a:lumMod val="65000"/>
                  </a:schemeClr>
                </a:solidFill>
                <a:latin typeface="Century Gothic" panose="020B0502020202020204" pitchFamily="34" charset="0"/>
              </a:rPr>
              <a:t> inspired untuk buat style macam </a:t>
            </a:r>
            <a:r>
              <a:rPr lang="en-MY" sz="1200" dirty="0" err="1">
                <a:solidFill>
                  <a:schemeClr val="bg1">
                    <a:lumMod val="65000"/>
                  </a:schemeClr>
                </a:solidFill>
                <a:latin typeface="Century Gothic" panose="020B0502020202020204" pitchFamily="34" charset="0"/>
              </a:rPr>
              <a:t>ni</a:t>
            </a:r>
            <a:r>
              <a:rPr lang="en-MY" sz="1200" dirty="0">
                <a:solidFill>
                  <a:schemeClr val="bg1">
                    <a:lumMod val="65000"/>
                  </a:schemeClr>
                </a:solidFill>
                <a:latin typeface="Century Gothic" panose="020B0502020202020204" pitchFamily="34" charset="0"/>
              </a:rPr>
              <a:t>.</a:t>
            </a:r>
            <a:endParaRPr lang="en-MY" sz="1600" dirty="0">
              <a:solidFill>
                <a:schemeClr val="bg1">
                  <a:lumMod val="65000"/>
                </a:schemeClr>
              </a:solidFill>
              <a:latin typeface="Century Gothic" panose="020B0502020202020204" pitchFamily="34" charset="0"/>
            </a:endParaRPr>
          </a:p>
        </p:txBody>
      </p:sp>
      <p:sp>
        <p:nvSpPr>
          <p:cNvPr id="33" name="TextBox 32">
            <a:extLst>
              <a:ext uri="{FF2B5EF4-FFF2-40B4-BE49-F238E27FC236}">
                <a16:creationId xmlns:a16="http://schemas.microsoft.com/office/drawing/2014/main" id="{F4C4FA01-A8E6-4D3C-96D7-BFEB24F512D8}"/>
              </a:ext>
            </a:extLst>
          </p:cNvPr>
          <p:cNvSpPr txBox="1"/>
          <p:nvPr/>
        </p:nvSpPr>
        <p:spPr>
          <a:xfrm>
            <a:off x="333043" y="920621"/>
            <a:ext cx="5981057" cy="5016758"/>
          </a:xfrm>
          <a:prstGeom prst="rect">
            <a:avLst/>
          </a:prstGeom>
          <a:noFill/>
        </p:spPr>
        <p:txBody>
          <a:bodyPr wrap="square">
            <a:spAutoFit/>
          </a:bodyPr>
          <a:lstStyle/>
          <a:p>
            <a:pPr algn="r"/>
            <a:r>
              <a:rPr lang="vi-VN" sz="8000" b="1" dirty="0">
                <a:blipFill dpi="0" rotWithShape="1">
                  <a:blip r:embed="rId5">
                    <a:extLst>
                      <a:ext uri="{28A0092B-C50C-407E-A947-70E740481C1C}">
                        <a14:useLocalDpi xmlns:a14="http://schemas.microsoft.com/office/drawing/2010/main" val="0"/>
                      </a:ext>
                    </a:extLst>
                  </a:blip>
                  <a:srcRect/>
                  <a:stretch>
                    <a:fillRect/>
                  </a:stretch>
                </a:blipFill>
                <a:latin typeface="Bahnschrift" panose="020B0502040204020203" pitchFamily="34" charset="0"/>
              </a:rPr>
              <a:t>SELF – BALANCING</a:t>
            </a:r>
          </a:p>
          <a:p>
            <a:pPr algn="r"/>
            <a:r>
              <a:rPr lang="vi-VN" sz="8000" b="1" dirty="0">
                <a:blipFill dpi="0" rotWithShape="1">
                  <a:blip r:embed="rId5">
                    <a:extLst>
                      <a:ext uri="{28A0092B-C50C-407E-A947-70E740481C1C}">
                        <a14:useLocalDpi xmlns:a14="http://schemas.microsoft.com/office/drawing/2010/main" val="0"/>
                      </a:ext>
                    </a:extLst>
                  </a:blip>
                  <a:srcRect/>
                  <a:stretch>
                    <a:fillRect/>
                  </a:stretch>
                </a:blipFill>
                <a:latin typeface="Bahnschrift" panose="020B0502040204020203" pitchFamily="34" charset="0"/>
              </a:rPr>
              <a:t>ROBOT - CUBE </a:t>
            </a:r>
            <a:endParaRPr lang="en-MY" sz="8000" dirty="0">
              <a:blipFill dpi="0" rotWithShape="1">
                <a:blip r:embed="rId5">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grpSp>
        <p:nvGrpSpPr>
          <p:cNvPr id="45" name="Group 44">
            <a:extLst>
              <a:ext uri="{FF2B5EF4-FFF2-40B4-BE49-F238E27FC236}">
                <a16:creationId xmlns:a16="http://schemas.microsoft.com/office/drawing/2014/main" id="{C5A9D42E-59E8-4EFA-9CD1-967139DAE194}"/>
              </a:ext>
            </a:extLst>
          </p:cNvPr>
          <p:cNvGrpSpPr/>
          <p:nvPr/>
        </p:nvGrpSpPr>
        <p:grpSpPr>
          <a:xfrm rot="19518787">
            <a:off x="-4033628" y="4973533"/>
            <a:ext cx="8211469" cy="7641093"/>
            <a:chOff x="-7359647" y="3481383"/>
            <a:chExt cx="8211469" cy="7641093"/>
          </a:xfrm>
        </p:grpSpPr>
        <p:sp>
          <p:nvSpPr>
            <p:cNvPr id="46" name="Freeform: Shape 45">
              <a:extLst>
                <a:ext uri="{FF2B5EF4-FFF2-40B4-BE49-F238E27FC236}">
                  <a16:creationId xmlns:a16="http://schemas.microsoft.com/office/drawing/2014/main" id="{04FEF17E-256E-425F-9198-7764E1C6B5E9}"/>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5">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47" name="Freeform: Shape 46">
              <a:extLst>
                <a:ext uri="{FF2B5EF4-FFF2-40B4-BE49-F238E27FC236}">
                  <a16:creationId xmlns:a16="http://schemas.microsoft.com/office/drawing/2014/main" id="{A7711C98-C44D-4DAA-B79F-6D9927C302C4}"/>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5">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grpSp>
        <p:nvGrpSpPr>
          <p:cNvPr id="35" name="Group 34">
            <a:extLst>
              <a:ext uri="{FF2B5EF4-FFF2-40B4-BE49-F238E27FC236}">
                <a16:creationId xmlns:a16="http://schemas.microsoft.com/office/drawing/2014/main" id="{653F0391-513B-46EF-BABB-081DA64600AA}"/>
              </a:ext>
            </a:extLst>
          </p:cNvPr>
          <p:cNvGrpSpPr/>
          <p:nvPr/>
        </p:nvGrpSpPr>
        <p:grpSpPr>
          <a:xfrm rot="18064430">
            <a:off x="10781906" y="-5137313"/>
            <a:ext cx="8211469" cy="7641093"/>
            <a:chOff x="-7359647" y="3481383"/>
            <a:chExt cx="8211469" cy="7641093"/>
          </a:xfrm>
        </p:grpSpPr>
        <p:sp>
          <p:nvSpPr>
            <p:cNvPr id="38" name="Freeform: Shape 37">
              <a:extLst>
                <a:ext uri="{FF2B5EF4-FFF2-40B4-BE49-F238E27FC236}">
                  <a16:creationId xmlns:a16="http://schemas.microsoft.com/office/drawing/2014/main" id="{43CFA188-A9F2-4A74-B5E9-81086152CEF1}"/>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5">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40" name="Freeform: Shape 39">
              <a:extLst>
                <a:ext uri="{FF2B5EF4-FFF2-40B4-BE49-F238E27FC236}">
                  <a16:creationId xmlns:a16="http://schemas.microsoft.com/office/drawing/2014/main" id="{6B7375A3-F6A8-48F1-A0B9-EC3060298212}"/>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5">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12" name="TextBox 11">
            <a:extLst>
              <a:ext uri="{FF2B5EF4-FFF2-40B4-BE49-F238E27FC236}">
                <a16:creationId xmlns:a16="http://schemas.microsoft.com/office/drawing/2014/main" id="{EBCA75B1-AC1C-9E42-61FF-3396821EBD74}"/>
              </a:ext>
            </a:extLst>
          </p:cNvPr>
          <p:cNvSpPr txBox="1"/>
          <p:nvPr/>
        </p:nvSpPr>
        <p:spPr>
          <a:xfrm>
            <a:off x="185571" y="104422"/>
            <a:ext cx="1755937" cy="369332"/>
          </a:xfrm>
          <a:prstGeom prst="rect">
            <a:avLst/>
          </a:prstGeom>
          <a:noFill/>
        </p:spPr>
        <p:txBody>
          <a:bodyPr wrap="square">
            <a:spAutoFit/>
          </a:bodyPr>
          <a:lstStyle/>
          <a:p>
            <a:r>
              <a:rPr kumimoji="0" lang="vi-VN" b="1" i="0" u="none" strike="noStrike" kern="1200" cap="none" spc="0" normalizeH="0" baseline="0" noProof="0" dirty="0">
                <a:ln>
                  <a:noFill/>
                </a:ln>
                <a:blipFill dpi="0" rotWithShape="1">
                  <a:blip r:embed="rId5">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 Nhóm 4 -</a:t>
            </a:r>
            <a:endParaRPr lang="en-MY" dirty="0">
              <a:blipFill dpi="0" rotWithShape="1">
                <a:blip r:embed="rId5">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13" name="TextBox 12">
            <a:extLst>
              <a:ext uri="{FF2B5EF4-FFF2-40B4-BE49-F238E27FC236}">
                <a16:creationId xmlns:a16="http://schemas.microsoft.com/office/drawing/2014/main" id="{AFAE5C97-9DC2-3042-D490-2933E545443C}"/>
              </a:ext>
            </a:extLst>
          </p:cNvPr>
          <p:cNvSpPr txBox="1"/>
          <p:nvPr/>
        </p:nvSpPr>
        <p:spPr>
          <a:xfrm>
            <a:off x="1525422" y="104422"/>
            <a:ext cx="1627880" cy="369332"/>
          </a:xfrm>
          <a:prstGeom prst="rect">
            <a:avLst/>
          </a:prstGeom>
          <a:noFill/>
        </p:spPr>
        <p:txBody>
          <a:bodyPr wrap="square">
            <a:spAutoFit/>
          </a:bodyPr>
          <a:lstStyle/>
          <a:p>
            <a:r>
              <a:rPr kumimoji="0" lang="vi-VN" b="1" i="0" u="none" strike="noStrike" kern="1200" cap="none" spc="0" normalizeH="0" baseline="0" noProof="0" dirty="0">
                <a:ln>
                  <a:noFill/>
                </a:ln>
                <a:blipFill dpi="0" rotWithShape="1">
                  <a:blip r:embed="rId5">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Các cơ cấu  </a:t>
            </a:r>
            <a:endParaRPr lang="en-MY" b="1" dirty="0">
              <a:blipFill dpi="0" rotWithShape="1">
                <a:blip r:embed="rId5">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18" name="TextBox 17">
            <a:extLst>
              <a:ext uri="{FF2B5EF4-FFF2-40B4-BE49-F238E27FC236}">
                <a16:creationId xmlns:a16="http://schemas.microsoft.com/office/drawing/2014/main" id="{CA61C99B-8077-66E4-3153-2BFC7B0F05EA}"/>
              </a:ext>
            </a:extLst>
          </p:cNvPr>
          <p:cNvSpPr txBox="1"/>
          <p:nvPr/>
        </p:nvSpPr>
        <p:spPr>
          <a:xfrm>
            <a:off x="2688955" y="104422"/>
            <a:ext cx="1498877" cy="369332"/>
          </a:xfrm>
          <a:prstGeom prst="rect">
            <a:avLst/>
          </a:prstGeom>
          <a:noFill/>
        </p:spPr>
        <p:txBody>
          <a:bodyPr wrap="square">
            <a:spAutoFit/>
          </a:bodyPr>
          <a:lstStyle/>
          <a:p>
            <a:r>
              <a:rPr lang="vi-VN" b="1" dirty="0">
                <a:blipFill dpi="0" rotWithShape="1">
                  <a:blip r:embed="rId5">
                    <a:extLst>
                      <a:ext uri="{28A0092B-C50C-407E-A947-70E740481C1C}">
                        <a14:useLocalDpi xmlns:a14="http://schemas.microsoft.com/office/drawing/2010/main" val="0"/>
                      </a:ext>
                    </a:extLst>
                  </a:blip>
                  <a:srcRect/>
                  <a:stretch>
                    <a:fillRect/>
                  </a:stretch>
                </a:blipFill>
                <a:latin typeface="Bahnschrift" panose="020B0502040204020203" pitchFamily="34" charset="0"/>
              </a:rPr>
              <a:t>c</a:t>
            </a:r>
            <a:r>
              <a:rPr kumimoji="0" lang="vi-VN" b="1" i="0" u="none" strike="noStrike" kern="1200" cap="none" spc="0" normalizeH="0" baseline="0" noProof="0" dirty="0">
                <a:ln>
                  <a:noFill/>
                </a:ln>
                <a:blipFill dpi="0" rotWithShape="1">
                  <a:blip r:embed="rId5">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hấp hành </a:t>
            </a:r>
            <a:r>
              <a:rPr kumimoji="0" lang="en-US" b="1" i="0" u="none" strike="noStrike" kern="1200" cap="none" spc="0" normalizeH="0" baseline="0" noProof="0" dirty="0">
                <a:ln>
                  <a:noFill/>
                </a:ln>
                <a:blipFill dpi="0" rotWithShape="1">
                  <a:blip r:embed="rId5">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 </a:t>
            </a:r>
            <a:endParaRPr lang="en-MY" b="1" dirty="0">
              <a:blipFill dpi="0" rotWithShape="1">
                <a:blip r:embed="rId5">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19" name="TextBox 18">
            <a:extLst>
              <a:ext uri="{FF2B5EF4-FFF2-40B4-BE49-F238E27FC236}">
                <a16:creationId xmlns:a16="http://schemas.microsoft.com/office/drawing/2014/main" id="{F3EC1122-370E-A758-D1EE-5BDEA2DFEC33}"/>
              </a:ext>
            </a:extLst>
          </p:cNvPr>
          <p:cNvSpPr txBox="1"/>
          <p:nvPr/>
        </p:nvSpPr>
        <p:spPr>
          <a:xfrm>
            <a:off x="3805327" y="104422"/>
            <a:ext cx="1796570" cy="369332"/>
          </a:xfrm>
          <a:prstGeom prst="rect">
            <a:avLst/>
          </a:prstGeom>
          <a:noFill/>
        </p:spPr>
        <p:txBody>
          <a:bodyPr wrap="square">
            <a:spAutoFit/>
          </a:bodyPr>
          <a:lstStyle/>
          <a:p>
            <a:r>
              <a:rPr lang="vi-VN" b="1" dirty="0">
                <a:blipFill dpi="0" rotWithShape="1">
                  <a:blip r:embed="rId5">
                    <a:extLst>
                      <a:ext uri="{28A0092B-C50C-407E-A947-70E740481C1C}">
                        <a14:useLocalDpi xmlns:a14="http://schemas.microsoft.com/office/drawing/2010/main" val="0"/>
                      </a:ext>
                    </a:extLst>
                  </a:blip>
                  <a:srcRect/>
                  <a:stretch>
                    <a:fillRect/>
                  </a:stretch>
                </a:blipFill>
                <a:latin typeface="Bahnschrift" panose="020B0502040204020203" pitchFamily="34" charset="0"/>
              </a:rPr>
              <a:t>t</a:t>
            </a:r>
            <a:r>
              <a:rPr kumimoji="0" lang="vi-VN" b="1" i="0" u="none" strike="noStrike" kern="1200" cap="none" spc="0" normalizeH="0" baseline="0" noProof="0" dirty="0">
                <a:ln>
                  <a:noFill/>
                </a:ln>
                <a:blipFill dpi="0" rotWithShape="1">
                  <a:blip r:embed="rId5">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rong Robot   -</a:t>
            </a:r>
            <a:endParaRPr lang="en-MY" b="1" dirty="0">
              <a:blipFill dpi="0" rotWithShape="1">
                <a:blip r:embed="rId5">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20" name="TextBox 19">
            <a:extLst>
              <a:ext uri="{FF2B5EF4-FFF2-40B4-BE49-F238E27FC236}">
                <a16:creationId xmlns:a16="http://schemas.microsoft.com/office/drawing/2014/main" id="{62CFE562-E54F-15E0-786D-0885BBC6F429}"/>
              </a:ext>
            </a:extLst>
          </p:cNvPr>
          <p:cNvSpPr txBox="1"/>
          <p:nvPr/>
        </p:nvSpPr>
        <p:spPr>
          <a:xfrm>
            <a:off x="2482923" y="-4292741"/>
            <a:ext cx="6519471" cy="1569660"/>
          </a:xfrm>
          <a:prstGeom prst="rect">
            <a:avLst/>
          </a:prstGeom>
          <a:noFill/>
        </p:spPr>
        <p:txBody>
          <a:bodyPr wrap="square">
            <a:spAutoFit/>
          </a:bodyPr>
          <a:lstStyle/>
          <a:p>
            <a:pPr algn="ctr"/>
            <a:r>
              <a:rPr lang="vi-VN" sz="2400" b="1" dirty="0">
                <a:blipFill dpi="0" rotWithShape="1">
                  <a:blip r:embed="rId5">
                    <a:extLst>
                      <a:ext uri="{28A0092B-C50C-407E-A947-70E740481C1C}">
                        <a14:useLocalDpi xmlns:a14="http://schemas.microsoft.com/office/drawing/2010/main" val="0"/>
                      </a:ext>
                    </a:extLst>
                  </a:blip>
                  <a:srcRect/>
                  <a:stretch>
                    <a:fillRect/>
                  </a:stretch>
                </a:blipFill>
                <a:latin typeface="Century Gothic" panose="020B0502020202020204" pitchFamily="34" charset="0"/>
              </a:rPr>
              <a:t>d</a:t>
            </a:r>
            <a:r>
              <a:rPr kumimoji="0" lang="en-US" sz="2400" b="1" i="0" u="none" strike="noStrike" kern="1200" cap="none" spc="0" normalizeH="0" baseline="0" noProof="0" dirty="0" err="1">
                <a:ln>
                  <a:noFill/>
                </a:ln>
                <a:blipFill dpi="0" rotWithShape="1">
                  <a:blip r:embed="rId5">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esign</a:t>
            </a:r>
            <a:r>
              <a:rPr kumimoji="0" lang="en-US" sz="2400" b="1" i="0" u="none" strike="noStrike" kern="1200" cap="none" spc="0" normalizeH="0" baseline="0" noProof="0" dirty="0">
                <a:ln>
                  <a:noFill/>
                </a:ln>
                <a:blipFill dpi="0" rotWithShape="1">
                  <a:blip r:embed="rId5">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 by </a:t>
            </a:r>
          </a:p>
          <a:p>
            <a:pPr algn="ctr"/>
            <a:r>
              <a:rPr kumimoji="0" lang="vi-VN" sz="7200" b="1" i="0" u="none" strike="noStrike" kern="1200" cap="none" spc="0" normalizeH="0" baseline="0" noProof="0" dirty="0">
                <a:ln>
                  <a:noFill/>
                </a:ln>
                <a:blipFill dpi="0" rotWithShape="1">
                  <a:blip r:embed="rId5">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-=NHT=-</a:t>
            </a:r>
            <a:endParaRPr lang="en-MY" dirty="0">
              <a:blipFill dpi="0" rotWithShape="1">
                <a:blip r:embed="rId5">
                  <a:extLst>
                    <a:ext uri="{28A0092B-C50C-407E-A947-70E740481C1C}">
                      <a14:useLocalDpi xmlns:a14="http://schemas.microsoft.com/office/drawing/2010/main" val="0"/>
                    </a:ext>
                  </a:extLst>
                </a:blip>
                <a:srcRect/>
                <a:stretch>
                  <a:fillRect/>
                </a:stretch>
              </a:blipFill>
            </a:endParaRPr>
          </a:p>
        </p:txBody>
      </p:sp>
      <p:sp>
        <p:nvSpPr>
          <p:cNvPr id="59" name="TextBox 58">
            <a:extLst>
              <a:ext uri="{FF2B5EF4-FFF2-40B4-BE49-F238E27FC236}">
                <a16:creationId xmlns:a16="http://schemas.microsoft.com/office/drawing/2014/main" id="{057EB6F0-7C79-1BCB-5205-66718ABCBC64}"/>
              </a:ext>
            </a:extLst>
          </p:cNvPr>
          <p:cNvSpPr txBox="1"/>
          <p:nvPr/>
        </p:nvSpPr>
        <p:spPr>
          <a:xfrm>
            <a:off x="18761514" y="3039650"/>
            <a:ext cx="2960967" cy="2308324"/>
          </a:xfrm>
          <a:prstGeom prst="rect">
            <a:avLst/>
          </a:prstGeom>
          <a:noFill/>
        </p:spPr>
        <p:txBody>
          <a:bodyPr wrap="square">
            <a:spAutoFit/>
          </a:bodyPr>
          <a:lstStyle/>
          <a:p>
            <a:pPr algn="r"/>
            <a:r>
              <a:rPr kumimoji="0" lang="vi-VN" sz="4800" b="1" i="0" u="none" strike="noStrike" kern="1200" cap="none" spc="0" normalizeH="0" baseline="0" noProof="0" dirty="0">
                <a:ln>
                  <a:solidFill>
                    <a:schemeClr val="bg1"/>
                  </a:solidFill>
                </a:ln>
                <a:noFill/>
                <a:effectLst/>
                <a:uLnTx/>
                <a:uFillTx/>
                <a:latin typeface="Century Gothic" panose="020B0502020202020204" pitchFamily="34" charset="0"/>
                <a:ea typeface="+mn-ea"/>
                <a:cs typeface="+mn-cs"/>
              </a:rPr>
              <a:t>CÁC THÀNH VIÊN</a:t>
            </a:r>
            <a:r>
              <a:rPr kumimoji="0" lang="en-US" sz="4800" b="1" i="0" u="none" strike="noStrike" kern="1200" cap="none" spc="0" normalizeH="0" baseline="0" noProof="0" dirty="0">
                <a:ln>
                  <a:noFill/>
                </a:ln>
                <a:solidFill>
                  <a:schemeClr val="bg1"/>
                </a:solidFill>
                <a:effectLst/>
                <a:uLnTx/>
                <a:uFillTx/>
                <a:latin typeface="Century Gothic" panose="020B0502020202020204" pitchFamily="34" charset="0"/>
                <a:ea typeface="+mn-ea"/>
                <a:cs typeface="+mn-cs"/>
              </a:rPr>
              <a:t> </a:t>
            </a:r>
            <a:endParaRPr lang="en-MY" sz="1100" dirty="0">
              <a:solidFill>
                <a:schemeClr val="bg1"/>
              </a:solidFill>
            </a:endParaRPr>
          </a:p>
        </p:txBody>
      </p:sp>
      <p:grpSp>
        <p:nvGrpSpPr>
          <p:cNvPr id="61" name="Group 60">
            <a:extLst>
              <a:ext uri="{FF2B5EF4-FFF2-40B4-BE49-F238E27FC236}">
                <a16:creationId xmlns:a16="http://schemas.microsoft.com/office/drawing/2014/main" id="{91934FC5-A9EC-71ED-D60A-F6A3C5EE9D84}"/>
              </a:ext>
            </a:extLst>
          </p:cNvPr>
          <p:cNvGrpSpPr/>
          <p:nvPr/>
        </p:nvGrpSpPr>
        <p:grpSpPr>
          <a:xfrm>
            <a:off x="13048482" y="3383020"/>
            <a:ext cx="1677934" cy="2041671"/>
            <a:chOff x="5321805" y="5941128"/>
            <a:chExt cx="1384850" cy="1937406"/>
          </a:xfrm>
        </p:grpSpPr>
        <p:sp>
          <p:nvSpPr>
            <p:cNvPr id="62" name="TextBox 61">
              <a:extLst>
                <a:ext uri="{FF2B5EF4-FFF2-40B4-BE49-F238E27FC236}">
                  <a16:creationId xmlns:a16="http://schemas.microsoft.com/office/drawing/2014/main" id="{945213C3-9131-7D54-1B9E-1B508D3123F6}"/>
                </a:ext>
              </a:extLst>
            </p:cNvPr>
            <p:cNvSpPr txBox="1"/>
            <p:nvPr/>
          </p:nvSpPr>
          <p:spPr>
            <a:xfrm>
              <a:off x="5718446" y="5941128"/>
              <a:ext cx="968698" cy="1489500"/>
            </a:xfrm>
            <a:prstGeom prst="rect">
              <a:avLst/>
            </a:prstGeom>
            <a:noFill/>
          </p:spPr>
          <p:txBody>
            <a:bodyPr wrap="square" rtlCol="0">
              <a:spAutoFit/>
            </a:bodyPr>
            <a:lstStyle/>
            <a:p>
              <a:pPr algn="r"/>
              <a:r>
                <a:rPr lang="vi-VN" sz="3200" dirty="0">
                  <a:solidFill>
                    <a:srgbClr val="FEFEFE"/>
                  </a:solidFill>
                  <a:latin typeface="Bahnschrift SemiBold Condensed" panose="020B0502040204020203" pitchFamily="34" charset="0"/>
                </a:rPr>
                <a:t>Nguyễn Huyền Trang</a:t>
              </a:r>
              <a:endParaRPr lang="en-MY" sz="3200" dirty="0">
                <a:solidFill>
                  <a:srgbClr val="FEFEFE"/>
                </a:solidFill>
                <a:latin typeface="Bahnschrift SemiBold Condensed" panose="020B0502040204020203" pitchFamily="34" charset="0"/>
              </a:endParaRPr>
            </a:p>
          </p:txBody>
        </p:sp>
        <p:sp>
          <p:nvSpPr>
            <p:cNvPr id="63" name="TextBox 62">
              <a:extLst>
                <a:ext uri="{FF2B5EF4-FFF2-40B4-BE49-F238E27FC236}">
                  <a16:creationId xmlns:a16="http://schemas.microsoft.com/office/drawing/2014/main" id="{CF399A05-BEB9-877E-FFCD-8B1BF9A82EC0}"/>
                </a:ext>
              </a:extLst>
            </p:cNvPr>
            <p:cNvSpPr txBox="1"/>
            <p:nvPr/>
          </p:nvSpPr>
          <p:spPr>
            <a:xfrm>
              <a:off x="5354685" y="6109239"/>
              <a:ext cx="719461" cy="1569660"/>
            </a:xfrm>
            <a:prstGeom prst="rect">
              <a:avLst/>
            </a:prstGeom>
            <a:noFill/>
          </p:spPr>
          <p:txBody>
            <a:bodyPr wrap="square">
              <a:spAutoFit/>
            </a:bodyPr>
            <a:lstStyle/>
            <a:p>
              <a:r>
                <a:rPr lang="vi-VN" sz="9600" b="1" dirty="0">
                  <a:blipFill dpi="0" rotWithShape="1">
                    <a:blip r:embed="rId5">
                      <a:extLst>
                        <a:ext uri="{28A0092B-C50C-407E-A947-70E740481C1C}">
                          <a14:useLocalDpi xmlns:a14="http://schemas.microsoft.com/office/drawing/2010/main" val="0"/>
                        </a:ext>
                      </a:extLst>
                    </a:blip>
                    <a:srcRect/>
                    <a:stretch>
                      <a:fillRect/>
                    </a:stretch>
                  </a:blipFill>
                  <a:latin typeface="Bahnschrift SemiBold Condensed" panose="020B0502040204020203" pitchFamily="34" charset="0"/>
                </a:rPr>
                <a:t>1.</a:t>
              </a:r>
              <a:endParaRPr lang="en-MY" sz="2800" dirty="0">
                <a:latin typeface="Bahnschrift SemiBold Condensed" panose="020B0502040204020203" pitchFamily="34" charset="0"/>
              </a:endParaRPr>
            </a:p>
          </p:txBody>
        </p:sp>
        <p:sp>
          <p:nvSpPr>
            <p:cNvPr id="64" name="TextBox 63">
              <a:extLst>
                <a:ext uri="{FF2B5EF4-FFF2-40B4-BE49-F238E27FC236}">
                  <a16:creationId xmlns:a16="http://schemas.microsoft.com/office/drawing/2014/main" id="{CA1988B9-7042-A3EE-FA85-C30745F0FA98}"/>
                </a:ext>
              </a:extLst>
            </p:cNvPr>
            <p:cNvSpPr txBox="1"/>
            <p:nvPr/>
          </p:nvSpPr>
          <p:spPr>
            <a:xfrm>
              <a:off x="5321805" y="7323623"/>
              <a:ext cx="1384850" cy="554911"/>
            </a:xfrm>
            <a:prstGeom prst="rect">
              <a:avLst/>
            </a:prstGeom>
            <a:noFill/>
          </p:spPr>
          <p:txBody>
            <a:bodyPr wrap="square" rtlCol="0">
              <a:spAutoFit/>
            </a:bodyPr>
            <a:lstStyle/>
            <a:p>
              <a:pPr algn="r"/>
              <a:r>
                <a:rPr lang="vi-VN" sz="3200" dirty="0">
                  <a:solidFill>
                    <a:srgbClr val="FEFEFE"/>
                  </a:solidFill>
                  <a:latin typeface="Bahnschrift SemiBold Condensed" panose="020B0502040204020203" pitchFamily="34" charset="0"/>
                </a:rPr>
                <a:t>20020727</a:t>
              </a:r>
              <a:endParaRPr lang="en-MY" sz="3200" dirty="0">
                <a:solidFill>
                  <a:srgbClr val="FEFEFE"/>
                </a:solidFill>
                <a:latin typeface="Bahnschrift SemiBold Condensed" panose="020B0502040204020203" pitchFamily="34" charset="0"/>
              </a:endParaRPr>
            </a:p>
          </p:txBody>
        </p:sp>
      </p:grpSp>
      <p:grpSp>
        <p:nvGrpSpPr>
          <p:cNvPr id="65" name="Group 64">
            <a:extLst>
              <a:ext uri="{FF2B5EF4-FFF2-40B4-BE49-F238E27FC236}">
                <a16:creationId xmlns:a16="http://schemas.microsoft.com/office/drawing/2014/main" id="{683B6C99-AAC3-066C-7BD7-94B04F5755EA}"/>
              </a:ext>
            </a:extLst>
          </p:cNvPr>
          <p:cNvGrpSpPr/>
          <p:nvPr/>
        </p:nvGrpSpPr>
        <p:grpSpPr>
          <a:xfrm>
            <a:off x="15145546" y="3381857"/>
            <a:ext cx="1818575" cy="2043997"/>
            <a:chOff x="5357161" y="5941128"/>
            <a:chExt cx="1337795" cy="1939613"/>
          </a:xfrm>
        </p:grpSpPr>
        <p:sp>
          <p:nvSpPr>
            <p:cNvPr id="66" name="TextBox 65">
              <a:extLst>
                <a:ext uri="{FF2B5EF4-FFF2-40B4-BE49-F238E27FC236}">
                  <a16:creationId xmlns:a16="http://schemas.microsoft.com/office/drawing/2014/main" id="{B0798BBF-B7AE-6145-1E78-DD0A0342BF29}"/>
                </a:ext>
              </a:extLst>
            </p:cNvPr>
            <p:cNvSpPr txBox="1"/>
            <p:nvPr/>
          </p:nvSpPr>
          <p:spPr>
            <a:xfrm>
              <a:off x="5718446" y="5941128"/>
              <a:ext cx="968698" cy="1489500"/>
            </a:xfrm>
            <a:prstGeom prst="rect">
              <a:avLst/>
            </a:prstGeom>
            <a:noFill/>
          </p:spPr>
          <p:txBody>
            <a:bodyPr wrap="square" rtlCol="0">
              <a:spAutoFit/>
            </a:bodyPr>
            <a:lstStyle/>
            <a:p>
              <a:pPr algn="r"/>
              <a:r>
                <a:rPr lang="vi-VN" sz="3200" dirty="0">
                  <a:solidFill>
                    <a:srgbClr val="FEFEFE"/>
                  </a:solidFill>
                  <a:latin typeface="Bahnschrift SemiBold Condensed" panose="020B0502040204020203" pitchFamily="34" charset="0"/>
                </a:rPr>
                <a:t>Trần Long Việt</a:t>
              </a:r>
              <a:endParaRPr lang="en-MY" sz="3200" dirty="0">
                <a:solidFill>
                  <a:srgbClr val="FEFEFE"/>
                </a:solidFill>
                <a:latin typeface="Bahnschrift SemiBold Condensed" panose="020B0502040204020203" pitchFamily="34" charset="0"/>
              </a:endParaRPr>
            </a:p>
          </p:txBody>
        </p:sp>
        <p:sp>
          <p:nvSpPr>
            <p:cNvPr id="67" name="TextBox 66">
              <a:extLst>
                <a:ext uri="{FF2B5EF4-FFF2-40B4-BE49-F238E27FC236}">
                  <a16:creationId xmlns:a16="http://schemas.microsoft.com/office/drawing/2014/main" id="{38CE4DD6-ED65-86AA-27CB-672BB410CF0C}"/>
                </a:ext>
              </a:extLst>
            </p:cNvPr>
            <p:cNvSpPr txBox="1"/>
            <p:nvPr/>
          </p:nvSpPr>
          <p:spPr>
            <a:xfrm>
              <a:off x="5571945" y="6101134"/>
              <a:ext cx="908227" cy="1489500"/>
            </a:xfrm>
            <a:prstGeom prst="rect">
              <a:avLst/>
            </a:prstGeom>
            <a:noFill/>
          </p:spPr>
          <p:txBody>
            <a:bodyPr wrap="square">
              <a:spAutoFit/>
            </a:bodyPr>
            <a:lstStyle/>
            <a:p>
              <a:r>
                <a:rPr lang="vi-VN" sz="9600" b="1" dirty="0">
                  <a:blipFill dpi="0" rotWithShape="1">
                    <a:blip r:embed="rId5">
                      <a:extLst>
                        <a:ext uri="{28A0092B-C50C-407E-A947-70E740481C1C}">
                          <a14:useLocalDpi xmlns:a14="http://schemas.microsoft.com/office/drawing/2010/main" val="0"/>
                        </a:ext>
                      </a:extLst>
                    </a:blip>
                    <a:srcRect/>
                    <a:stretch>
                      <a:fillRect/>
                    </a:stretch>
                  </a:blipFill>
                  <a:latin typeface="Bahnschrift SemiBold Condensed" panose="020B0502040204020203" pitchFamily="34" charset="0"/>
                </a:rPr>
                <a:t>2.</a:t>
              </a:r>
              <a:endParaRPr lang="en-MY" sz="2800" dirty="0">
                <a:latin typeface="Bahnschrift SemiBold Condensed" panose="020B0502040204020203" pitchFamily="34" charset="0"/>
              </a:endParaRPr>
            </a:p>
          </p:txBody>
        </p:sp>
        <p:sp>
          <p:nvSpPr>
            <p:cNvPr id="68" name="TextBox 67">
              <a:extLst>
                <a:ext uri="{FF2B5EF4-FFF2-40B4-BE49-F238E27FC236}">
                  <a16:creationId xmlns:a16="http://schemas.microsoft.com/office/drawing/2014/main" id="{0ADDCE65-D290-2CE2-3F01-11ECC61F6EBC}"/>
                </a:ext>
              </a:extLst>
            </p:cNvPr>
            <p:cNvSpPr txBox="1"/>
            <p:nvPr/>
          </p:nvSpPr>
          <p:spPr>
            <a:xfrm>
              <a:off x="5357161" y="7325830"/>
              <a:ext cx="1337795" cy="554911"/>
            </a:xfrm>
            <a:prstGeom prst="rect">
              <a:avLst/>
            </a:prstGeom>
            <a:noFill/>
          </p:spPr>
          <p:txBody>
            <a:bodyPr wrap="square" rtlCol="0">
              <a:spAutoFit/>
            </a:bodyPr>
            <a:lstStyle/>
            <a:p>
              <a:pPr algn="r"/>
              <a:r>
                <a:rPr lang="vi-VN" sz="3200" dirty="0">
                  <a:solidFill>
                    <a:srgbClr val="FEFEFE"/>
                  </a:solidFill>
                  <a:latin typeface="Bahnschrift SemiBold Condensed" panose="020B0502040204020203" pitchFamily="34" charset="0"/>
                </a:rPr>
                <a:t>20020742</a:t>
              </a:r>
              <a:endParaRPr lang="en-MY" sz="3200" dirty="0">
                <a:solidFill>
                  <a:srgbClr val="FEFEFE"/>
                </a:solidFill>
                <a:latin typeface="Bahnschrift SemiBold Condensed" panose="020B0502040204020203" pitchFamily="34" charset="0"/>
              </a:endParaRPr>
            </a:p>
          </p:txBody>
        </p:sp>
      </p:grpSp>
      <p:grpSp>
        <p:nvGrpSpPr>
          <p:cNvPr id="69" name="Group 68">
            <a:extLst>
              <a:ext uri="{FF2B5EF4-FFF2-40B4-BE49-F238E27FC236}">
                <a16:creationId xmlns:a16="http://schemas.microsoft.com/office/drawing/2014/main" id="{27341A65-9712-053E-8389-4F90A4DDF62D}"/>
              </a:ext>
            </a:extLst>
          </p:cNvPr>
          <p:cNvGrpSpPr/>
          <p:nvPr/>
        </p:nvGrpSpPr>
        <p:grpSpPr>
          <a:xfrm>
            <a:off x="17383252" y="3354700"/>
            <a:ext cx="1828319" cy="2098310"/>
            <a:chOff x="5654156" y="5835349"/>
            <a:chExt cx="1508968" cy="1991153"/>
          </a:xfrm>
        </p:grpSpPr>
        <p:sp>
          <p:nvSpPr>
            <p:cNvPr id="70" name="TextBox 69">
              <a:extLst>
                <a:ext uri="{FF2B5EF4-FFF2-40B4-BE49-F238E27FC236}">
                  <a16:creationId xmlns:a16="http://schemas.microsoft.com/office/drawing/2014/main" id="{8183FC11-A60B-DCB9-65F5-DA185710C8FC}"/>
                </a:ext>
              </a:extLst>
            </p:cNvPr>
            <p:cNvSpPr txBox="1"/>
            <p:nvPr/>
          </p:nvSpPr>
          <p:spPr>
            <a:xfrm>
              <a:off x="6194426" y="5835349"/>
              <a:ext cx="968698" cy="1489500"/>
            </a:xfrm>
            <a:prstGeom prst="rect">
              <a:avLst/>
            </a:prstGeom>
            <a:noFill/>
          </p:spPr>
          <p:txBody>
            <a:bodyPr wrap="square" rtlCol="0">
              <a:spAutoFit/>
            </a:bodyPr>
            <a:lstStyle/>
            <a:p>
              <a:pPr algn="r"/>
              <a:r>
                <a:rPr lang="vi-VN" sz="3200" dirty="0">
                  <a:solidFill>
                    <a:srgbClr val="FEFEFE"/>
                  </a:solidFill>
                  <a:latin typeface="Bahnschrift SemiBold Condensed" panose="020B0502040204020203" pitchFamily="34" charset="0"/>
                </a:rPr>
                <a:t>Nguyễn Mạnh Cương</a:t>
              </a:r>
              <a:endParaRPr lang="en-MY" sz="3200" dirty="0">
                <a:solidFill>
                  <a:srgbClr val="FEFEFE"/>
                </a:solidFill>
                <a:latin typeface="Bahnschrift SemiBold Condensed" panose="020B0502040204020203" pitchFamily="34" charset="0"/>
              </a:endParaRPr>
            </a:p>
          </p:txBody>
        </p:sp>
        <p:sp>
          <p:nvSpPr>
            <p:cNvPr id="71" name="TextBox 70">
              <a:extLst>
                <a:ext uri="{FF2B5EF4-FFF2-40B4-BE49-F238E27FC236}">
                  <a16:creationId xmlns:a16="http://schemas.microsoft.com/office/drawing/2014/main" id="{9C371812-788E-D213-F602-10D0C84A235B}"/>
                </a:ext>
              </a:extLst>
            </p:cNvPr>
            <p:cNvSpPr txBox="1"/>
            <p:nvPr/>
          </p:nvSpPr>
          <p:spPr>
            <a:xfrm>
              <a:off x="5654156" y="6005258"/>
              <a:ext cx="908227" cy="1489500"/>
            </a:xfrm>
            <a:prstGeom prst="rect">
              <a:avLst/>
            </a:prstGeom>
            <a:noFill/>
          </p:spPr>
          <p:txBody>
            <a:bodyPr wrap="square">
              <a:spAutoFit/>
            </a:bodyPr>
            <a:lstStyle/>
            <a:p>
              <a:r>
                <a:rPr lang="vi-VN" sz="9600" b="1" dirty="0">
                  <a:blipFill dpi="0" rotWithShape="1">
                    <a:blip r:embed="rId5">
                      <a:extLst>
                        <a:ext uri="{28A0092B-C50C-407E-A947-70E740481C1C}">
                          <a14:useLocalDpi xmlns:a14="http://schemas.microsoft.com/office/drawing/2010/main" val="0"/>
                        </a:ext>
                      </a:extLst>
                    </a:blip>
                    <a:srcRect/>
                    <a:stretch>
                      <a:fillRect/>
                    </a:stretch>
                  </a:blipFill>
                  <a:latin typeface="Bahnschrift SemiBold Condensed" panose="020B0502040204020203" pitchFamily="34" charset="0"/>
                </a:rPr>
                <a:t>3.</a:t>
              </a:r>
              <a:endParaRPr lang="en-MY" sz="2800" dirty="0">
                <a:latin typeface="Bahnschrift SemiBold Condensed" panose="020B0502040204020203" pitchFamily="34" charset="0"/>
              </a:endParaRPr>
            </a:p>
          </p:txBody>
        </p:sp>
        <p:sp>
          <p:nvSpPr>
            <p:cNvPr id="72" name="TextBox 71">
              <a:extLst>
                <a:ext uri="{FF2B5EF4-FFF2-40B4-BE49-F238E27FC236}">
                  <a16:creationId xmlns:a16="http://schemas.microsoft.com/office/drawing/2014/main" id="{76711CB0-85BE-ED60-6F9F-7C3F9AE8ADE4}"/>
                </a:ext>
              </a:extLst>
            </p:cNvPr>
            <p:cNvSpPr txBox="1"/>
            <p:nvPr/>
          </p:nvSpPr>
          <p:spPr>
            <a:xfrm>
              <a:off x="5718446" y="7271590"/>
              <a:ext cx="1410412" cy="554912"/>
            </a:xfrm>
            <a:prstGeom prst="rect">
              <a:avLst/>
            </a:prstGeom>
            <a:noFill/>
          </p:spPr>
          <p:txBody>
            <a:bodyPr wrap="square" rtlCol="0">
              <a:spAutoFit/>
            </a:bodyPr>
            <a:lstStyle/>
            <a:p>
              <a:pPr algn="r"/>
              <a:r>
                <a:rPr lang="vi-VN" sz="3200" dirty="0">
                  <a:solidFill>
                    <a:srgbClr val="FEFEFE"/>
                  </a:solidFill>
                  <a:latin typeface="Bahnschrift SemiBold Condensed" panose="020B0502040204020203" pitchFamily="34" charset="0"/>
                </a:rPr>
                <a:t>20020177</a:t>
              </a:r>
              <a:endParaRPr lang="en-MY" sz="3200" dirty="0">
                <a:solidFill>
                  <a:srgbClr val="FEFEFE"/>
                </a:solidFill>
                <a:latin typeface="Bahnschrift SemiBold Condensed" panose="020B0502040204020203" pitchFamily="34" charset="0"/>
              </a:endParaRPr>
            </a:p>
          </p:txBody>
        </p:sp>
      </p:grpSp>
      <p:sp>
        <p:nvSpPr>
          <p:cNvPr id="73" name="TextBox 72">
            <a:extLst>
              <a:ext uri="{FF2B5EF4-FFF2-40B4-BE49-F238E27FC236}">
                <a16:creationId xmlns:a16="http://schemas.microsoft.com/office/drawing/2014/main" id="{0DBFE5A6-C0AC-2FDF-3E87-56954B9FBC74}"/>
              </a:ext>
            </a:extLst>
          </p:cNvPr>
          <p:cNvSpPr txBox="1"/>
          <p:nvPr/>
        </p:nvSpPr>
        <p:spPr>
          <a:xfrm>
            <a:off x="-6769475" y="1671473"/>
            <a:ext cx="3404117" cy="707886"/>
          </a:xfrm>
          <a:prstGeom prst="rect">
            <a:avLst/>
          </a:prstGeom>
          <a:noFill/>
        </p:spPr>
        <p:txBody>
          <a:bodyPr wrap="square" rtlCol="0">
            <a:spAutoFit/>
          </a:bodyPr>
          <a:lstStyle/>
          <a:p>
            <a:r>
              <a:rPr lang="vi-VN" sz="4000" b="1" dirty="0">
                <a:blipFill dpi="0" rotWithShape="1">
                  <a:blip r:embed="rId5">
                    <a:extLst>
                      <a:ext uri="{28A0092B-C50C-407E-A947-70E740481C1C}">
                        <a14:useLocalDpi xmlns:a14="http://schemas.microsoft.com/office/drawing/2010/main" val="0"/>
                      </a:ext>
                    </a:extLst>
                  </a:blip>
                  <a:srcRect/>
                  <a:stretch>
                    <a:fillRect/>
                  </a:stretch>
                </a:blipFill>
                <a:latin typeface="Bahnschrift" panose="020B0502040204020203" pitchFamily="34" charset="0"/>
              </a:rPr>
              <a:t>KHỐI ROBOT </a:t>
            </a:r>
            <a:endParaRPr lang="en-US" sz="4000" b="1" dirty="0">
              <a:blipFill dpi="0" rotWithShape="1">
                <a:blip r:embed="rId5">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74" name="TextBox 73">
            <a:extLst>
              <a:ext uri="{FF2B5EF4-FFF2-40B4-BE49-F238E27FC236}">
                <a16:creationId xmlns:a16="http://schemas.microsoft.com/office/drawing/2014/main" id="{1DBDEB87-8040-F9EC-8492-FFB7F42CB287}"/>
              </a:ext>
            </a:extLst>
          </p:cNvPr>
          <p:cNvSpPr txBox="1"/>
          <p:nvPr/>
        </p:nvSpPr>
        <p:spPr>
          <a:xfrm>
            <a:off x="-6769475" y="2290284"/>
            <a:ext cx="3358339" cy="646331"/>
          </a:xfrm>
          <a:prstGeom prst="rect">
            <a:avLst/>
          </a:prstGeom>
          <a:noFill/>
        </p:spPr>
        <p:txBody>
          <a:bodyPr wrap="square">
            <a:spAutoFit/>
          </a:bodyPr>
          <a:lstStyle/>
          <a:p>
            <a:r>
              <a:rPr kumimoji="0" lang="vi-VN" sz="3600" b="1" i="0" u="none" strike="noStrike" kern="1200" cap="none" spc="0" normalizeH="0" baseline="0" noProof="0" dirty="0">
                <a:ln>
                  <a:noFill/>
                </a:ln>
                <a:blipFill dpi="0" rotWithShape="1">
                  <a:blip r:embed="rId5">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TỰ CÂN BẰNG</a:t>
            </a:r>
            <a:endParaRPr lang="en-MY" sz="900" dirty="0">
              <a:blipFill dpi="0" rotWithShape="1">
                <a:blip r:embed="rId5">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75" name="TextBox 74">
            <a:extLst>
              <a:ext uri="{FF2B5EF4-FFF2-40B4-BE49-F238E27FC236}">
                <a16:creationId xmlns:a16="http://schemas.microsoft.com/office/drawing/2014/main" id="{15FBA360-B9DD-D4E6-C871-09978CE1FA56}"/>
              </a:ext>
            </a:extLst>
          </p:cNvPr>
          <p:cNvSpPr txBox="1"/>
          <p:nvPr/>
        </p:nvSpPr>
        <p:spPr>
          <a:xfrm>
            <a:off x="-6769475" y="1114218"/>
            <a:ext cx="3184310" cy="646331"/>
          </a:xfrm>
          <a:prstGeom prst="rect">
            <a:avLst/>
          </a:prstGeom>
          <a:noFill/>
        </p:spPr>
        <p:txBody>
          <a:bodyPr wrap="square">
            <a:spAutoFit/>
          </a:bodyPr>
          <a:lstStyle/>
          <a:p>
            <a:r>
              <a:rPr kumimoji="0" lang="vi-VN" sz="3600" b="1" i="0" u="none" strike="noStrike" kern="1200" cap="none" spc="0" normalizeH="0" baseline="0" noProof="0" dirty="0">
                <a:ln>
                  <a:noFill/>
                </a:ln>
                <a:blipFill dpi="0" rotWithShape="1">
                  <a:blip r:embed="rId5">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ĐỀ TÀI:</a:t>
            </a:r>
            <a:endParaRPr lang="en-MY" sz="900" dirty="0">
              <a:blipFill dpi="0" rotWithShape="1">
                <a:blip r:embed="rId5">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Tree>
    <p:extLst>
      <p:ext uri="{BB962C8B-B14F-4D97-AF65-F5344CB8AC3E}">
        <p14:creationId xmlns:p14="http://schemas.microsoft.com/office/powerpoint/2010/main" val="17506546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3868C293-B6B4-4A65-AAC0-9527ADCFA8D8}"/>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 uri="{28A0092B-C50C-407E-A947-70E740481C1C}">
                <a14:useLocalDpi xmlns:a14="http://schemas.microsoft.com/office/drawing/2010/main" val="0"/>
              </a:ext>
            </a:extLst>
          </a:blip>
          <a:srcRect/>
          <a:stretch/>
        </p:blipFill>
        <p:spPr>
          <a:xfrm>
            <a:off x="-6811623" y="-958782"/>
            <a:ext cx="14963735" cy="8420270"/>
          </a:xfrm>
          <a:prstGeom prst="roundRect">
            <a:avLst>
              <a:gd name="adj" fmla="val 50000"/>
            </a:avLst>
          </a:prstGeom>
        </p:spPr>
      </p:pic>
      <p:sp>
        <p:nvSpPr>
          <p:cNvPr id="24" name="Oval 23">
            <a:extLst>
              <a:ext uri="{FF2B5EF4-FFF2-40B4-BE49-F238E27FC236}">
                <a16:creationId xmlns:a16="http://schemas.microsoft.com/office/drawing/2014/main" id="{DB6F3B1A-9E08-44A2-95F2-9F2E21010EAF}"/>
              </a:ext>
            </a:extLst>
          </p:cNvPr>
          <p:cNvSpPr/>
          <p:nvPr/>
        </p:nvSpPr>
        <p:spPr>
          <a:xfrm>
            <a:off x="-1030890" y="-3909043"/>
            <a:ext cx="14687411" cy="15471777"/>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19" name="Rectangle: Rounded Corners 18">
            <a:extLst>
              <a:ext uri="{FF2B5EF4-FFF2-40B4-BE49-F238E27FC236}">
                <a16:creationId xmlns:a16="http://schemas.microsoft.com/office/drawing/2014/main" id="{C8B4D6BD-CA0E-4B65-89FA-CD74AD273D4F}"/>
              </a:ext>
            </a:extLst>
          </p:cNvPr>
          <p:cNvSpPr/>
          <p:nvPr/>
        </p:nvSpPr>
        <p:spPr>
          <a:xfrm rot="18000000">
            <a:off x="17041043" y="3080267"/>
            <a:ext cx="7167346" cy="7555465"/>
          </a:xfrm>
          <a:prstGeom prst="roundRect">
            <a:avLst>
              <a:gd name="adj" fmla="val 23523"/>
            </a:avLst>
          </a:prstGeom>
          <a:gradFill flip="none" rotWithShape="1">
            <a:gsLst>
              <a:gs pos="0">
                <a:srgbClr val="4595F3"/>
              </a:gs>
              <a:gs pos="50000">
                <a:srgbClr val="578EEC"/>
              </a:gs>
              <a:gs pos="100000">
                <a:srgbClr val="6D84E3"/>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31" name="TextBox 30">
            <a:extLst>
              <a:ext uri="{FF2B5EF4-FFF2-40B4-BE49-F238E27FC236}">
                <a16:creationId xmlns:a16="http://schemas.microsoft.com/office/drawing/2014/main" id="{F97FAB05-85CF-428B-849F-BAFC66B5D40A}"/>
              </a:ext>
            </a:extLst>
          </p:cNvPr>
          <p:cNvSpPr txBox="1"/>
          <p:nvPr/>
        </p:nvSpPr>
        <p:spPr>
          <a:xfrm>
            <a:off x="10920386" y="8743416"/>
            <a:ext cx="1063112" cy="307777"/>
          </a:xfrm>
          <a:prstGeom prst="rect">
            <a:avLst/>
          </a:prstGeom>
          <a:noFill/>
        </p:spPr>
        <p:txBody>
          <a:bodyPr wrap="none" rtlCol="0">
            <a:spAutoFit/>
          </a:bodyPr>
          <a:lstStyle/>
          <a:p>
            <a:r>
              <a:rPr lang="en-MY" sz="1400" b="1" dirty="0">
                <a:solidFill>
                  <a:schemeClr val="bg1">
                    <a:lumMod val="65000"/>
                  </a:schemeClr>
                </a:solidFill>
                <a:latin typeface="Century Gothic" panose="020B0502020202020204" pitchFamily="34" charset="0"/>
              </a:rPr>
              <a:t>WELCOME</a:t>
            </a:r>
            <a:endParaRPr lang="en-MY" b="1" dirty="0">
              <a:solidFill>
                <a:schemeClr val="bg1">
                  <a:lumMod val="65000"/>
                </a:schemeClr>
              </a:solidFill>
              <a:latin typeface="Century Gothic" panose="020B0502020202020204" pitchFamily="34" charset="0"/>
            </a:endParaRPr>
          </a:p>
        </p:txBody>
      </p:sp>
      <p:sp>
        <p:nvSpPr>
          <p:cNvPr id="32" name="TextBox 31">
            <a:extLst>
              <a:ext uri="{FF2B5EF4-FFF2-40B4-BE49-F238E27FC236}">
                <a16:creationId xmlns:a16="http://schemas.microsoft.com/office/drawing/2014/main" id="{733E3048-842D-4778-9B88-9E790C513E95}"/>
              </a:ext>
            </a:extLst>
          </p:cNvPr>
          <p:cNvSpPr txBox="1"/>
          <p:nvPr/>
        </p:nvSpPr>
        <p:spPr>
          <a:xfrm>
            <a:off x="11379788" y="9054951"/>
            <a:ext cx="3440463" cy="646331"/>
          </a:xfrm>
          <a:prstGeom prst="rect">
            <a:avLst/>
          </a:prstGeom>
          <a:noFill/>
        </p:spPr>
        <p:txBody>
          <a:bodyPr wrap="square" rtlCol="0">
            <a:spAutoFit/>
          </a:bodyPr>
          <a:lstStyle/>
          <a:p>
            <a:pPr algn="just"/>
            <a:r>
              <a:rPr lang="en-MY" sz="1200" dirty="0">
                <a:solidFill>
                  <a:schemeClr val="bg1">
                    <a:lumMod val="65000"/>
                  </a:schemeClr>
                </a:solidFill>
                <a:latin typeface="Century Gothic" panose="020B0502020202020204" pitchFamily="34" charset="0"/>
              </a:rPr>
              <a:t>Tengok teaser Genshin impact </a:t>
            </a:r>
            <a:r>
              <a:rPr lang="en-MY" sz="1200" dirty="0" err="1">
                <a:solidFill>
                  <a:schemeClr val="bg1">
                    <a:lumMod val="65000"/>
                  </a:schemeClr>
                </a:solidFill>
                <a:latin typeface="Century Gothic" panose="020B0502020202020204" pitchFamily="34" charset="0"/>
              </a:rPr>
              <a:t>Teyvat</a:t>
            </a:r>
            <a:r>
              <a:rPr lang="en-MY" sz="1200" dirty="0">
                <a:solidFill>
                  <a:schemeClr val="bg1">
                    <a:lumMod val="65000"/>
                  </a:schemeClr>
                </a:solidFill>
                <a:latin typeface="Century Gothic" panose="020B0502020202020204" pitchFamily="34" charset="0"/>
              </a:rPr>
              <a:t> style dengan music </a:t>
            </a:r>
            <a:r>
              <a:rPr lang="en-MY" sz="1200" dirty="0" err="1">
                <a:solidFill>
                  <a:schemeClr val="bg1">
                    <a:lumMod val="65000"/>
                  </a:schemeClr>
                </a:solidFill>
                <a:latin typeface="Century Gothic" panose="020B0502020202020204" pitchFamily="34" charset="0"/>
              </a:rPr>
              <a:t>dia</a:t>
            </a:r>
            <a:r>
              <a:rPr lang="en-MY" sz="1200" dirty="0">
                <a:solidFill>
                  <a:schemeClr val="bg1">
                    <a:lumMod val="65000"/>
                  </a:schemeClr>
                </a:solidFill>
                <a:latin typeface="Century Gothic" panose="020B0502020202020204" pitchFamily="34" charset="0"/>
              </a:rPr>
              <a:t> </a:t>
            </a:r>
            <a:r>
              <a:rPr lang="en-MY" sz="1200" dirty="0" err="1">
                <a:solidFill>
                  <a:schemeClr val="bg1">
                    <a:lumMod val="65000"/>
                  </a:schemeClr>
                </a:solidFill>
                <a:latin typeface="Century Gothic" panose="020B0502020202020204" pitchFamily="34" charset="0"/>
              </a:rPr>
              <a:t>terus</a:t>
            </a:r>
            <a:r>
              <a:rPr lang="en-MY" sz="1200" dirty="0">
                <a:solidFill>
                  <a:schemeClr val="bg1">
                    <a:lumMod val="65000"/>
                  </a:schemeClr>
                </a:solidFill>
                <a:latin typeface="Century Gothic" panose="020B0502020202020204" pitchFamily="34" charset="0"/>
              </a:rPr>
              <a:t> inspired untuk buat style macam </a:t>
            </a:r>
            <a:r>
              <a:rPr lang="en-MY" sz="1200" dirty="0" err="1">
                <a:solidFill>
                  <a:schemeClr val="bg1">
                    <a:lumMod val="65000"/>
                  </a:schemeClr>
                </a:solidFill>
                <a:latin typeface="Century Gothic" panose="020B0502020202020204" pitchFamily="34" charset="0"/>
              </a:rPr>
              <a:t>ni</a:t>
            </a:r>
            <a:r>
              <a:rPr lang="en-MY" sz="1200" dirty="0">
                <a:solidFill>
                  <a:schemeClr val="bg1">
                    <a:lumMod val="65000"/>
                  </a:schemeClr>
                </a:solidFill>
                <a:latin typeface="Century Gothic" panose="020B0502020202020204" pitchFamily="34" charset="0"/>
              </a:rPr>
              <a:t>.</a:t>
            </a:r>
            <a:endParaRPr lang="en-MY" sz="1600" dirty="0">
              <a:solidFill>
                <a:schemeClr val="bg1">
                  <a:lumMod val="65000"/>
                </a:schemeClr>
              </a:solidFill>
              <a:latin typeface="Century Gothic" panose="020B0502020202020204" pitchFamily="34" charset="0"/>
            </a:endParaRPr>
          </a:p>
        </p:txBody>
      </p:sp>
      <p:grpSp>
        <p:nvGrpSpPr>
          <p:cNvPr id="26" name="Group 25">
            <a:extLst>
              <a:ext uri="{FF2B5EF4-FFF2-40B4-BE49-F238E27FC236}">
                <a16:creationId xmlns:a16="http://schemas.microsoft.com/office/drawing/2014/main" id="{71DFDFF6-2AB8-4C0E-8207-06289A0FAEA3}"/>
              </a:ext>
            </a:extLst>
          </p:cNvPr>
          <p:cNvGrpSpPr/>
          <p:nvPr/>
        </p:nvGrpSpPr>
        <p:grpSpPr>
          <a:xfrm>
            <a:off x="4793377" y="3386549"/>
            <a:ext cx="1677934" cy="2041670"/>
            <a:chOff x="5321805" y="5941129"/>
            <a:chExt cx="1384850" cy="1937405"/>
          </a:xfrm>
        </p:grpSpPr>
        <p:sp>
          <p:nvSpPr>
            <p:cNvPr id="28" name="TextBox 27">
              <a:extLst>
                <a:ext uri="{FF2B5EF4-FFF2-40B4-BE49-F238E27FC236}">
                  <a16:creationId xmlns:a16="http://schemas.microsoft.com/office/drawing/2014/main" id="{A0115792-CFDE-450A-8FF9-B1517BA95C5B}"/>
                </a:ext>
              </a:extLst>
            </p:cNvPr>
            <p:cNvSpPr txBox="1"/>
            <p:nvPr/>
          </p:nvSpPr>
          <p:spPr>
            <a:xfrm>
              <a:off x="5718446" y="5941129"/>
              <a:ext cx="968698" cy="1489500"/>
            </a:xfrm>
            <a:prstGeom prst="rect">
              <a:avLst/>
            </a:prstGeom>
            <a:noFill/>
          </p:spPr>
          <p:txBody>
            <a:bodyPr wrap="square" rtlCol="0">
              <a:spAutoFit/>
            </a:bodyPr>
            <a:lstStyle/>
            <a:p>
              <a:pPr algn="r"/>
              <a:r>
                <a:rPr lang="vi-VN" sz="3200" dirty="0">
                  <a:solidFill>
                    <a:srgbClr val="FEFEFE"/>
                  </a:solidFill>
                  <a:latin typeface="Bahnschrift SemiBold Condensed" panose="020B0502040204020203" pitchFamily="34" charset="0"/>
                </a:rPr>
                <a:t>Nguyễn Huyền Trang</a:t>
              </a:r>
              <a:endParaRPr lang="en-MY" sz="3200" dirty="0">
                <a:solidFill>
                  <a:srgbClr val="FEFEFE"/>
                </a:solidFill>
                <a:latin typeface="Bahnschrift SemiBold Condensed" panose="020B0502040204020203" pitchFamily="34" charset="0"/>
              </a:endParaRPr>
            </a:p>
          </p:txBody>
        </p:sp>
        <p:sp>
          <p:nvSpPr>
            <p:cNvPr id="29" name="TextBox 28">
              <a:extLst>
                <a:ext uri="{FF2B5EF4-FFF2-40B4-BE49-F238E27FC236}">
                  <a16:creationId xmlns:a16="http://schemas.microsoft.com/office/drawing/2014/main" id="{0025DF10-222E-4198-A006-7A9478DA3A09}"/>
                </a:ext>
              </a:extLst>
            </p:cNvPr>
            <p:cNvSpPr txBox="1"/>
            <p:nvPr/>
          </p:nvSpPr>
          <p:spPr>
            <a:xfrm>
              <a:off x="5354685" y="6109239"/>
              <a:ext cx="719461" cy="1569660"/>
            </a:xfrm>
            <a:prstGeom prst="rect">
              <a:avLst/>
            </a:prstGeom>
            <a:noFill/>
          </p:spPr>
          <p:txBody>
            <a:bodyPr wrap="square">
              <a:spAutoFit/>
            </a:bodyPr>
            <a:lstStyle/>
            <a:p>
              <a:r>
                <a:rPr lang="vi-VN" sz="9600" b="1" dirty="0">
                  <a:blipFill dpi="0" rotWithShape="1">
                    <a:blip r:embed="rId4">
                      <a:extLst>
                        <a:ext uri="{28A0092B-C50C-407E-A947-70E740481C1C}">
                          <a14:useLocalDpi xmlns:a14="http://schemas.microsoft.com/office/drawing/2010/main" val="0"/>
                        </a:ext>
                      </a:extLst>
                    </a:blip>
                    <a:srcRect/>
                    <a:stretch>
                      <a:fillRect/>
                    </a:stretch>
                  </a:blipFill>
                  <a:latin typeface="Bahnschrift SemiBold Condensed" panose="020B0502040204020203" pitchFamily="34" charset="0"/>
                </a:rPr>
                <a:t>1.</a:t>
              </a:r>
              <a:endParaRPr lang="en-MY" sz="2800" dirty="0">
                <a:latin typeface="Bahnschrift SemiBold Condensed" panose="020B0502040204020203" pitchFamily="34" charset="0"/>
              </a:endParaRPr>
            </a:p>
          </p:txBody>
        </p:sp>
        <p:sp>
          <p:nvSpPr>
            <p:cNvPr id="55" name="TextBox 54">
              <a:extLst>
                <a:ext uri="{FF2B5EF4-FFF2-40B4-BE49-F238E27FC236}">
                  <a16:creationId xmlns:a16="http://schemas.microsoft.com/office/drawing/2014/main" id="{F6DC0E37-00C1-B2D1-EA49-810911A384F6}"/>
                </a:ext>
              </a:extLst>
            </p:cNvPr>
            <p:cNvSpPr txBox="1"/>
            <p:nvPr/>
          </p:nvSpPr>
          <p:spPr>
            <a:xfrm>
              <a:off x="5321805" y="7323623"/>
              <a:ext cx="1384850" cy="554911"/>
            </a:xfrm>
            <a:prstGeom prst="rect">
              <a:avLst/>
            </a:prstGeom>
            <a:noFill/>
          </p:spPr>
          <p:txBody>
            <a:bodyPr wrap="square" rtlCol="0">
              <a:spAutoFit/>
            </a:bodyPr>
            <a:lstStyle/>
            <a:p>
              <a:pPr algn="r"/>
              <a:r>
                <a:rPr lang="vi-VN" sz="3200" dirty="0">
                  <a:solidFill>
                    <a:srgbClr val="FEFEFE"/>
                  </a:solidFill>
                  <a:latin typeface="Bahnschrift SemiBold Condensed" panose="020B0502040204020203" pitchFamily="34" charset="0"/>
                </a:rPr>
                <a:t>20020727</a:t>
              </a:r>
              <a:endParaRPr lang="en-MY" sz="3200" dirty="0">
                <a:solidFill>
                  <a:srgbClr val="FEFEFE"/>
                </a:solidFill>
                <a:latin typeface="Bahnschrift SemiBold Condensed" panose="020B0502040204020203" pitchFamily="34" charset="0"/>
              </a:endParaRPr>
            </a:p>
          </p:txBody>
        </p:sp>
      </p:grpSp>
      <p:grpSp>
        <p:nvGrpSpPr>
          <p:cNvPr id="43" name="Group 42">
            <a:extLst>
              <a:ext uri="{FF2B5EF4-FFF2-40B4-BE49-F238E27FC236}">
                <a16:creationId xmlns:a16="http://schemas.microsoft.com/office/drawing/2014/main" id="{859E1149-CAD5-4625-A50C-126F16B96F07}"/>
              </a:ext>
            </a:extLst>
          </p:cNvPr>
          <p:cNvGrpSpPr/>
          <p:nvPr/>
        </p:nvGrpSpPr>
        <p:grpSpPr>
          <a:xfrm>
            <a:off x="6994922" y="-5448837"/>
            <a:ext cx="8211469" cy="7641093"/>
            <a:chOff x="-7359647" y="3481383"/>
            <a:chExt cx="8211469" cy="7641093"/>
          </a:xfrm>
        </p:grpSpPr>
        <p:sp>
          <p:nvSpPr>
            <p:cNvPr id="44" name="Freeform: Shape 43">
              <a:extLst>
                <a:ext uri="{FF2B5EF4-FFF2-40B4-BE49-F238E27FC236}">
                  <a16:creationId xmlns:a16="http://schemas.microsoft.com/office/drawing/2014/main" id="{E46F3F07-2EFE-41AA-A819-A761743030A6}"/>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4">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45" name="Freeform: Shape 44">
              <a:extLst>
                <a:ext uri="{FF2B5EF4-FFF2-40B4-BE49-F238E27FC236}">
                  <a16:creationId xmlns:a16="http://schemas.microsoft.com/office/drawing/2014/main" id="{5D8375F5-F96B-4277-9728-73021AF5DCF0}"/>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4">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grpSp>
        <p:nvGrpSpPr>
          <p:cNvPr id="35" name="Group 34">
            <a:extLst>
              <a:ext uri="{FF2B5EF4-FFF2-40B4-BE49-F238E27FC236}">
                <a16:creationId xmlns:a16="http://schemas.microsoft.com/office/drawing/2014/main" id="{4073FE01-11A7-4D56-B7E7-B5112049CE59}"/>
              </a:ext>
            </a:extLst>
          </p:cNvPr>
          <p:cNvGrpSpPr/>
          <p:nvPr/>
        </p:nvGrpSpPr>
        <p:grpSpPr>
          <a:xfrm>
            <a:off x="-7207247" y="3633783"/>
            <a:ext cx="8211469" cy="7641093"/>
            <a:chOff x="-7359647" y="3481383"/>
            <a:chExt cx="8211469" cy="7641093"/>
          </a:xfrm>
        </p:grpSpPr>
        <p:sp>
          <p:nvSpPr>
            <p:cNvPr id="40" name="Freeform: Shape 39">
              <a:extLst>
                <a:ext uri="{FF2B5EF4-FFF2-40B4-BE49-F238E27FC236}">
                  <a16:creationId xmlns:a16="http://schemas.microsoft.com/office/drawing/2014/main" id="{887983B8-5857-4B81-A809-B068BDC36A44}"/>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4">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46" name="Freeform: Shape 45">
              <a:extLst>
                <a:ext uri="{FF2B5EF4-FFF2-40B4-BE49-F238E27FC236}">
                  <a16:creationId xmlns:a16="http://schemas.microsoft.com/office/drawing/2014/main" id="{60C7C30C-F093-4528-9C12-0C343EE435F3}"/>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4">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6" name="TextBox 5">
            <a:extLst>
              <a:ext uri="{FF2B5EF4-FFF2-40B4-BE49-F238E27FC236}">
                <a16:creationId xmlns:a16="http://schemas.microsoft.com/office/drawing/2014/main" id="{20FC79FB-13C1-C3BB-B3A8-05DF8B679259}"/>
              </a:ext>
            </a:extLst>
          </p:cNvPr>
          <p:cNvSpPr txBox="1"/>
          <p:nvPr/>
        </p:nvSpPr>
        <p:spPr>
          <a:xfrm>
            <a:off x="185571" y="104422"/>
            <a:ext cx="1755937" cy="369332"/>
          </a:xfrm>
          <a:prstGeom prst="rect">
            <a:avLst/>
          </a:prstGeom>
          <a:noFill/>
        </p:spPr>
        <p:txBody>
          <a:bodyPr wrap="square">
            <a:spAutoFit/>
          </a:bodyPr>
          <a:lstStyle/>
          <a:p>
            <a:r>
              <a:rPr kumimoji="0" lang="vi-VN" b="1" i="0" u="none" strike="noStrike" kern="1200" cap="none" spc="0" normalizeH="0" baseline="0" noProof="0" dirty="0">
                <a:ln>
                  <a:noFill/>
                </a:ln>
                <a:blipFill dpi="0" rotWithShape="1">
                  <a:blip r:embed="rId4">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 Nhóm 4 -</a:t>
            </a:r>
            <a:endParaRPr lang="en-MY" dirty="0">
              <a:blipFill dpi="0" rotWithShape="1">
                <a:blip r:embed="rId4">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7" name="TextBox 6">
            <a:extLst>
              <a:ext uri="{FF2B5EF4-FFF2-40B4-BE49-F238E27FC236}">
                <a16:creationId xmlns:a16="http://schemas.microsoft.com/office/drawing/2014/main" id="{82175A71-E7A1-858E-2B35-45ECB3B06782}"/>
              </a:ext>
            </a:extLst>
          </p:cNvPr>
          <p:cNvSpPr txBox="1"/>
          <p:nvPr/>
        </p:nvSpPr>
        <p:spPr>
          <a:xfrm>
            <a:off x="1525422" y="104422"/>
            <a:ext cx="1627880" cy="369332"/>
          </a:xfrm>
          <a:prstGeom prst="rect">
            <a:avLst/>
          </a:prstGeom>
          <a:noFill/>
        </p:spPr>
        <p:txBody>
          <a:bodyPr wrap="square">
            <a:spAutoFit/>
          </a:bodyPr>
          <a:lstStyle/>
          <a:p>
            <a:r>
              <a:rPr kumimoji="0" lang="vi-VN" b="1" i="0" u="none" strike="noStrike" kern="1200" cap="none" spc="0" normalizeH="0" baseline="0" noProof="0" dirty="0">
                <a:ln>
                  <a:noFill/>
                </a:ln>
                <a:blipFill dpi="0" rotWithShape="1">
                  <a:blip r:embed="rId4">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Các cơ cấu  </a:t>
            </a:r>
            <a:endParaRPr lang="en-MY" b="1" dirty="0">
              <a:blipFill dpi="0" rotWithShape="1">
                <a:blip r:embed="rId4">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8" name="TextBox 7">
            <a:extLst>
              <a:ext uri="{FF2B5EF4-FFF2-40B4-BE49-F238E27FC236}">
                <a16:creationId xmlns:a16="http://schemas.microsoft.com/office/drawing/2014/main" id="{D4D090CB-EFB0-EC68-2032-0B6EE3003D1F}"/>
              </a:ext>
            </a:extLst>
          </p:cNvPr>
          <p:cNvSpPr txBox="1"/>
          <p:nvPr/>
        </p:nvSpPr>
        <p:spPr>
          <a:xfrm>
            <a:off x="2688955" y="104422"/>
            <a:ext cx="1498877" cy="369332"/>
          </a:xfrm>
          <a:prstGeom prst="rect">
            <a:avLst/>
          </a:prstGeom>
          <a:noFill/>
        </p:spPr>
        <p:txBody>
          <a:bodyPr wrap="square">
            <a:spAutoFit/>
          </a:bodyPr>
          <a:lstStyle/>
          <a:p>
            <a:r>
              <a:rPr lang="vi-VN" b="1" dirty="0">
                <a:blipFill dpi="0" rotWithShape="1">
                  <a:blip r:embed="rId4">
                    <a:extLst>
                      <a:ext uri="{28A0092B-C50C-407E-A947-70E740481C1C}">
                        <a14:useLocalDpi xmlns:a14="http://schemas.microsoft.com/office/drawing/2010/main" val="0"/>
                      </a:ext>
                    </a:extLst>
                  </a:blip>
                  <a:srcRect/>
                  <a:stretch>
                    <a:fillRect/>
                  </a:stretch>
                </a:blipFill>
                <a:latin typeface="Bahnschrift" panose="020B0502040204020203" pitchFamily="34" charset="0"/>
              </a:rPr>
              <a:t>c</a:t>
            </a:r>
            <a:r>
              <a:rPr kumimoji="0" lang="vi-VN" b="1" i="0" u="none" strike="noStrike" kern="1200" cap="none" spc="0" normalizeH="0" baseline="0" noProof="0" dirty="0">
                <a:ln>
                  <a:noFill/>
                </a:ln>
                <a:blipFill dpi="0" rotWithShape="1">
                  <a:blip r:embed="rId4">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hấp hành </a:t>
            </a:r>
            <a:r>
              <a:rPr kumimoji="0" lang="en-US" b="1" i="0" u="none" strike="noStrike" kern="1200" cap="none" spc="0" normalizeH="0" baseline="0" noProof="0" dirty="0">
                <a:ln>
                  <a:noFill/>
                </a:ln>
                <a:blipFill dpi="0" rotWithShape="1">
                  <a:blip r:embed="rId4">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 </a:t>
            </a:r>
            <a:endParaRPr lang="en-MY" b="1" dirty="0">
              <a:blipFill dpi="0" rotWithShape="1">
                <a:blip r:embed="rId4">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9" name="TextBox 8">
            <a:extLst>
              <a:ext uri="{FF2B5EF4-FFF2-40B4-BE49-F238E27FC236}">
                <a16:creationId xmlns:a16="http://schemas.microsoft.com/office/drawing/2014/main" id="{D0917B86-E3A9-F52F-7160-287F4B38F1E9}"/>
              </a:ext>
            </a:extLst>
          </p:cNvPr>
          <p:cNvSpPr txBox="1"/>
          <p:nvPr/>
        </p:nvSpPr>
        <p:spPr>
          <a:xfrm>
            <a:off x="3805327" y="104422"/>
            <a:ext cx="1729648" cy="369332"/>
          </a:xfrm>
          <a:prstGeom prst="rect">
            <a:avLst/>
          </a:prstGeom>
          <a:noFill/>
        </p:spPr>
        <p:txBody>
          <a:bodyPr wrap="square">
            <a:spAutoFit/>
          </a:bodyPr>
          <a:lstStyle/>
          <a:p>
            <a:r>
              <a:rPr lang="vi-VN" b="1" dirty="0">
                <a:blipFill dpi="0" rotWithShape="1">
                  <a:blip r:embed="rId4">
                    <a:extLst>
                      <a:ext uri="{28A0092B-C50C-407E-A947-70E740481C1C}">
                        <a14:useLocalDpi xmlns:a14="http://schemas.microsoft.com/office/drawing/2010/main" val="0"/>
                      </a:ext>
                    </a:extLst>
                  </a:blip>
                  <a:srcRect/>
                  <a:stretch>
                    <a:fillRect/>
                  </a:stretch>
                </a:blipFill>
                <a:latin typeface="Bahnschrift" panose="020B0502040204020203" pitchFamily="34" charset="0"/>
              </a:rPr>
              <a:t>t</a:t>
            </a:r>
            <a:r>
              <a:rPr kumimoji="0" lang="vi-VN" b="1" i="0" u="none" strike="noStrike" kern="1200" cap="none" spc="0" normalizeH="0" baseline="0" noProof="0" dirty="0">
                <a:ln>
                  <a:noFill/>
                </a:ln>
                <a:blipFill dpi="0" rotWithShape="1">
                  <a:blip r:embed="rId4">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rong Robot   -</a:t>
            </a:r>
            <a:endParaRPr lang="en-MY" b="1" dirty="0">
              <a:blipFill dpi="0" rotWithShape="1">
                <a:blip r:embed="rId4">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10" name="TextBox 9">
            <a:extLst>
              <a:ext uri="{FF2B5EF4-FFF2-40B4-BE49-F238E27FC236}">
                <a16:creationId xmlns:a16="http://schemas.microsoft.com/office/drawing/2014/main" id="{70CCE441-AA36-B7F6-5E6C-EC4C224A9CD5}"/>
              </a:ext>
            </a:extLst>
          </p:cNvPr>
          <p:cNvSpPr txBox="1"/>
          <p:nvPr/>
        </p:nvSpPr>
        <p:spPr>
          <a:xfrm>
            <a:off x="947956" y="1509557"/>
            <a:ext cx="3404117" cy="707886"/>
          </a:xfrm>
          <a:prstGeom prst="rect">
            <a:avLst/>
          </a:prstGeom>
          <a:noFill/>
        </p:spPr>
        <p:txBody>
          <a:bodyPr wrap="square" rtlCol="0">
            <a:spAutoFit/>
          </a:bodyPr>
          <a:lstStyle/>
          <a:p>
            <a:r>
              <a:rPr lang="vi-VN" sz="4000" b="1" dirty="0">
                <a:blipFill dpi="0" rotWithShape="1">
                  <a:blip r:embed="rId4">
                    <a:extLst>
                      <a:ext uri="{28A0092B-C50C-407E-A947-70E740481C1C}">
                        <a14:useLocalDpi xmlns:a14="http://schemas.microsoft.com/office/drawing/2010/main" val="0"/>
                      </a:ext>
                    </a:extLst>
                  </a:blip>
                  <a:srcRect/>
                  <a:stretch>
                    <a:fillRect/>
                  </a:stretch>
                </a:blipFill>
                <a:latin typeface="Bahnschrift" panose="020B0502040204020203" pitchFamily="34" charset="0"/>
              </a:rPr>
              <a:t>KHỐI ROBOT </a:t>
            </a:r>
            <a:endParaRPr lang="en-US" sz="4000" b="1" dirty="0">
              <a:blipFill dpi="0" rotWithShape="1">
                <a:blip r:embed="rId4">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11" name="TextBox 10">
            <a:extLst>
              <a:ext uri="{FF2B5EF4-FFF2-40B4-BE49-F238E27FC236}">
                <a16:creationId xmlns:a16="http://schemas.microsoft.com/office/drawing/2014/main" id="{ADA98E1E-128F-D6E6-02ED-EEAC6E0E88A2}"/>
              </a:ext>
            </a:extLst>
          </p:cNvPr>
          <p:cNvSpPr txBox="1"/>
          <p:nvPr/>
        </p:nvSpPr>
        <p:spPr>
          <a:xfrm>
            <a:off x="947956" y="2128368"/>
            <a:ext cx="3358339" cy="646331"/>
          </a:xfrm>
          <a:prstGeom prst="rect">
            <a:avLst/>
          </a:prstGeom>
          <a:noFill/>
        </p:spPr>
        <p:txBody>
          <a:bodyPr wrap="square">
            <a:spAutoFit/>
          </a:bodyPr>
          <a:lstStyle/>
          <a:p>
            <a:r>
              <a:rPr kumimoji="0" lang="vi-VN" sz="3600" b="1" i="0" u="none" strike="noStrike" kern="1200" cap="none" spc="0" normalizeH="0" baseline="0" noProof="0" dirty="0">
                <a:ln>
                  <a:noFill/>
                </a:ln>
                <a:blipFill dpi="0" rotWithShape="1">
                  <a:blip r:embed="rId4">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TỰ CÂN BẰNG</a:t>
            </a:r>
            <a:endParaRPr lang="en-MY" sz="900" dirty="0">
              <a:blipFill dpi="0" rotWithShape="1">
                <a:blip r:embed="rId4">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12" name="TextBox 11">
            <a:extLst>
              <a:ext uri="{FF2B5EF4-FFF2-40B4-BE49-F238E27FC236}">
                <a16:creationId xmlns:a16="http://schemas.microsoft.com/office/drawing/2014/main" id="{B8BC6D80-7BEF-9181-9B8F-8AD90A616BD0}"/>
              </a:ext>
            </a:extLst>
          </p:cNvPr>
          <p:cNvSpPr txBox="1"/>
          <p:nvPr/>
        </p:nvSpPr>
        <p:spPr>
          <a:xfrm>
            <a:off x="947956" y="952302"/>
            <a:ext cx="3184310" cy="646331"/>
          </a:xfrm>
          <a:prstGeom prst="rect">
            <a:avLst/>
          </a:prstGeom>
          <a:noFill/>
        </p:spPr>
        <p:txBody>
          <a:bodyPr wrap="square">
            <a:spAutoFit/>
          </a:bodyPr>
          <a:lstStyle/>
          <a:p>
            <a:r>
              <a:rPr kumimoji="0" lang="vi-VN" sz="3600" b="1" i="0" u="none" strike="noStrike" kern="1200" cap="none" spc="0" normalizeH="0" baseline="0" noProof="0" dirty="0">
                <a:ln>
                  <a:noFill/>
                </a:ln>
                <a:blipFill dpi="0" rotWithShape="1">
                  <a:blip r:embed="rId4">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ĐỀ TÀI:</a:t>
            </a:r>
            <a:endParaRPr lang="en-MY" sz="900" dirty="0">
              <a:blipFill dpi="0" rotWithShape="1">
                <a:blip r:embed="rId4">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16" name="TextBox 15">
            <a:extLst>
              <a:ext uri="{FF2B5EF4-FFF2-40B4-BE49-F238E27FC236}">
                <a16:creationId xmlns:a16="http://schemas.microsoft.com/office/drawing/2014/main" id="{EC538071-64FA-7F14-B0DF-5352D8FD1E74}"/>
              </a:ext>
            </a:extLst>
          </p:cNvPr>
          <p:cNvSpPr txBox="1"/>
          <p:nvPr/>
        </p:nvSpPr>
        <p:spPr>
          <a:xfrm>
            <a:off x="1051906" y="3330524"/>
            <a:ext cx="2960967" cy="2308324"/>
          </a:xfrm>
          <a:prstGeom prst="rect">
            <a:avLst/>
          </a:prstGeom>
          <a:noFill/>
        </p:spPr>
        <p:txBody>
          <a:bodyPr wrap="square">
            <a:spAutoFit/>
          </a:bodyPr>
          <a:lstStyle/>
          <a:p>
            <a:pPr algn="r"/>
            <a:r>
              <a:rPr kumimoji="0" lang="vi-VN" sz="4800" b="1" i="0" u="none" strike="noStrike" kern="1200" cap="none" spc="0" normalizeH="0" baseline="0" noProof="0" dirty="0">
                <a:ln>
                  <a:solidFill>
                    <a:schemeClr val="bg1"/>
                  </a:solidFill>
                </a:ln>
                <a:noFill/>
                <a:effectLst/>
                <a:uLnTx/>
                <a:uFillTx/>
                <a:latin typeface="Century Gothic" panose="020B0502020202020204" pitchFamily="34" charset="0"/>
                <a:ea typeface="+mn-ea"/>
                <a:cs typeface="+mn-cs"/>
              </a:rPr>
              <a:t>CÁC THÀNH VIÊN</a:t>
            </a:r>
            <a:r>
              <a:rPr kumimoji="0" lang="en-US" sz="4800" b="1" i="0" u="none" strike="noStrike" kern="1200" cap="none" spc="0" normalizeH="0" baseline="0" noProof="0" dirty="0">
                <a:ln>
                  <a:noFill/>
                </a:ln>
                <a:solidFill>
                  <a:schemeClr val="bg1"/>
                </a:solidFill>
                <a:effectLst/>
                <a:uLnTx/>
                <a:uFillTx/>
                <a:latin typeface="Century Gothic" panose="020B0502020202020204" pitchFamily="34" charset="0"/>
                <a:ea typeface="+mn-ea"/>
                <a:cs typeface="+mn-cs"/>
              </a:rPr>
              <a:t> </a:t>
            </a:r>
            <a:endParaRPr lang="en-MY" sz="1100" dirty="0">
              <a:solidFill>
                <a:schemeClr val="bg1"/>
              </a:solidFill>
            </a:endParaRPr>
          </a:p>
        </p:txBody>
      </p:sp>
      <p:grpSp>
        <p:nvGrpSpPr>
          <p:cNvPr id="56" name="Group 55">
            <a:extLst>
              <a:ext uri="{FF2B5EF4-FFF2-40B4-BE49-F238E27FC236}">
                <a16:creationId xmlns:a16="http://schemas.microsoft.com/office/drawing/2014/main" id="{038B4CD6-327B-A4E3-33A1-68DF57A52C46}"/>
              </a:ext>
            </a:extLst>
          </p:cNvPr>
          <p:cNvGrpSpPr/>
          <p:nvPr/>
        </p:nvGrpSpPr>
        <p:grpSpPr>
          <a:xfrm>
            <a:off x="6890441" y="3385383"/>
            <a:ext cx="1818575" cy="2043998"/>
            <a:chOff x="5357161" y="5941127"/>
            <a:chExt cx="1337795" cy="1939614"/>
          </a:xfrm>
        </p:grpSpPr>
        <p:sp>
          <p:nvSpPr>
            <p:cNvPr id="57" name="TextBox 56">
              <a:extLst>
                <a:ext uri="{FF2B5EF4-FFF2-40B4-BE49-F238E27FC236}">
                  <a16:creationId xmlns:a16="http://schemas.microsoft.com/office/drawing/2014/main" id="{AE1D8EA3-5DBD-60B6-8D43-EE4F50B8C607}"/>
                </a:ext>
              </a:extLst>
            </p:cNvPr>
            <p:cNvSpPr txBox="1"/>
            <p:nvPr/>
          </p:nvSpPr>
          <p:spPr>
            <a:xfrm>
              <a:off x="5718446" y="5941127"/>
              <a:ext cx="968698" cy="1489500"/>
            </a:xfrm>
            <a:prstGeom prst="rect">
              <a:avLst/>
            </a:prstGeom>
            <a:noFill/>
          </p:spPr>
          <p:txBody>
            <a:bodyPr wrap="square" rtlCol="0">
              <a:spAutoFit/>
            </a:bodyPr>
            <a:lstStyle/>
            <a:p>
              <a:pPr algn="r"/>
              <a:r>
                <a:rPr lang="vi-VN" sz="3200" dirty="0">
                  <a:solidFill>
                    <a:srgbClr val="FEFEFE"/>
                  </a:solidFill>
                  <a:latin typeface="Bahnschrift SemiBold Condensed" panose="020B0502040204020203" pitchFamily="34" charset="0"/>
                </a:rPr>
                <a:t>Trần Long Việt</a:t>
              </a:r>
              <a:endParaRPr lang="en-MY" sz="3200" dirty="0">
                <a:solidFill>
                  <a:srgbClr val="FEFEFE"/>
                </a:solidFill>
                <a:latin typeface="Bahnschrift SemiBold Condensed" panose="020B0502040204020203" pitchFamily="34" charset="0"/>
              </a:endParaRPr>
            </a:p>
          </p:txBody>
        </p:sp>
        <p:sp>
          <p:nvSpPr>
            <p:cNvPr id="58" name="TextBox 57">
              <a:extLst>
                <a:ext uri="{FF2B5EF4-FFF2-40B4-BE49-F238E27FC236}">
                  <a16:creationId xmlns:a16="http://schemas.microsoft.com/office/drawing/2014/main" id="{1314B0B9-D83E-A4FC-2546-F49277223E71}"/>
                </a:ext>
              </a:extLst>
            </p:cNvPr>
            <p:cNvSpPr txBox="1"/>
            <p:nvPr/>
          </p:nvSpPr>
          <p:spPr>
            <a:xfrm>
              <a:off x="5571945" y="6101134"/>
              <a:ext cx="908227" cy="1489500"/>
            </a:xfrm>
            <a:prstGeom prst="rect">
              <a:avLst/>
            </a:prstGeom>
            <a:noFill/>
          </p:spPr>
          <p:txBody>
            <a:bodyPr wrap="square">
              <a:spAutoFit/>
            </a:bodyPr>
            <a:lstStyle/>
            <a:p>
              <a:r>
                <a:rPr lang="vi-VN" sz="9600" b="1" dirty="0">
                  <a:blipFill dpi="0" rotWithShape="1">
                    <a:blip r:embed="rId4">
                      <a:extLst>
                        <a:ext uri="{28A0092B-C50C-407E-A947-70E740481C1C}">
                          <a14:useLocalDpi xmlns:a14="http://schemas.microsoft.com/office/drawing/2010/main" val="0"/>
                        </a:ext>
                      </a:extLst>
                    </a:blip>
                    <a:srcRect/>
                    <a:stretch>
                      <a:fillRect/>
                    </a:stretch>
                  </a:blipFill>
                  <a:latin typeface="Bahnschrift SemiBold Condensed" panose="020B0502040204020203" pitchFamily="34" charset="0"/>
                </a:rPr>
                <a:t>2.</a:t>
              </a:r>
              <a:endParaRPr lang="en-MY" sz="2800" dirty="0">
                <a:latin typeface="Bahnschrift SemiBold Condensed" panose="020B0502040204020203" pitchFamily="34" charset="0"/>
              </a:endParaRPr>
            </a:p>
          </p:txBody>
        </p:sp>
        <p:sp>
          <p:nvSpPr>
            <p:cNvPr id="59" name="TextBox 58">
              <a:extLst>
                <a:ext uri="{FF2B5EF4-FFF2-40B4-BE49-F238E27FC236}">
                  <a16:creationId xmlns:a16="http://schemas.microsoft.com/office/drawing/2014/main" id="{4AA7EA8B-42AA-2ECE-B5F2-BF2CBF35731E}"/>
                </a:ext>
              </a:extLst>
            </p:cNvPr>
            <p:cNvSpPr txBox="1"/>
            <p:nvPr/>
          </p:nvSpPr>
          <p:spPr>
            <a:xfrm>
              <a:off x="5357161" y="7325830"/>
              <a:ext cx="1337795" cy="554911"/>
            </a:xfrm>
            <a:prstGeom prst="rect">
              <a:avLst/>
            </a:prstGeom>
            <a:noFill/>
          </p:spPr>
          <p:txBody>
            <a:bodyPr wrap="square" rtlCol="0">
              <a:spAutoFit/>
            </a:bodyPr>
            <a:lstStyle/>
            <a:p>
              <a:pPr algn="r"/>
              <a:r>
                <a:rPr lang="vi-VN" sz="3200" dirty="0">
                  <a:solidFill>
                    <a:srgbClr val="FEFEFE"/>
                  </a:solidFill>
                  <a:latin typeface="Bahnschrift SemiBold Condensed" panose="020B0502040204020203" pitchFamily="34" charset="0"/>
                </a:rPr>
                <a:t>20020742</a:t>
              </a:r>
              <a:endParaRPr lang="en-MY" sz="3200" dirty="0">
                <a:solidFill>
                  <a:srgbClr val="FEFEFE"/>
                </a:solidFill>
                <a:latin typeface="Bahnschrift SemiBold Condensed" panose="020B0502040204020203" pitchFamily="34" charset="0"/>
              </a:endParaRPr>
            </a:p>
          </p:txBody>
        </p:sp>
      </p:grpSp>
      <p:grpSp>
        <p:nvGrpSpPr>
          <p:cNvPr id="60" name="Group 59">
            <a:extLst>
              <a:ext uri="{FF2B5EF4-FFF2-40B4-BE49-F238E27FC236}">
                <a16:creationId xmlns:a16="http://schemas.microsoft.com/office/drawing/2014/main" id="{1F03C119-0E66-2CAF-59B9-F7FBF6397DCF}"/>
              </a:ext>
            </a:extLst>
          </p:cNvPr>
          <p:cNvGrpSpPr/>
          <p:nvPr/>
        </p:nvGrpSpPr>
        <p:grpSpPr>
          <a:xfrm>
            <a:off x="9128150" y="3358228"/>
            <a:ext cx="1828317" cy="2098310"/>
            <a:chOff x="5654157" y="5835349"/>
            <a:chExt cx="1508966" cy="1991153"/>
          </a:xfrm>
        </p:grpSpPr>
        <p:sp>
          <p:nvSpPr>
            <p:cNvPr id="61" name="TextBox 60">
              <a:extLst>
                <a:ext uri="{FF2B5EF4-FFF2-40B4-BE49-F238E27FC236}">
                  <a16:creationId xmlns:a16="http://schemas.microsoft.com/office/drawing/2014/main" id="{F4361667-9B18-48ED-D0D8-559570769AF9}"/>
                </a:ext>
              </a:extLst>
            </p:cNvPr>
            <p:cNvSpPr txBox="1"/>
            <p:nvPr/>
          </p:nvSpPr>
          <p:spPr>
            <a:xfrm>
              <a:off x="6194425" y="5835349"/>
              <a:ext cx="968698" cy="1489500"/>
            </a:xfrm>
            <a:prstGeom prst="rect">
              <a:avLst/>
            </a:prstGeom>
            <a:noFill/>
          </p:spPr>
          <p:txBody>
            <a:bodyPr wrap="square" rtlCol="0">
              <a:spAutoFit/>
            </a:bodyPr>
            <a:lstStyle/>
            <a:p>
              <a:pPr algn="r"/>
              <a:r>
                <a:rPr lang="vi-VN" sz="3200" dirty="0">
                  <a:solidFill>
                    <a:srgbClr val="FEFEFE"/>
                  </a:solidFill>
                  <a:latin typeface="Bahnschrift SemiBold Condensed" panose="020B0502040204020203" pitchFamily="34" charset="0"/>
                </a:rPr>
                <a:t>Nguyễn Mạnh Cương</a:t>
              </a:r>
              <a:endParaRPr lang="en-MY" sz="3200" dirty="0">
                <a:solidFill>
                  <a:srgbClr val="FEFEFE"/>
                </a:solidFill>
                <a:latin typeface="Bahnschrift SemiBold Condensed" panose="020B0502040204020203" pitchFamily="34" charset="0"/>
              </a:endParaRPr>
            </a:p>
          </p:txBody>
        </p:sp>
        <p:sp>
          <p:nvSpPr>
            <p:cNvPr id="62" name="TextBox 61">
              <a:extLst>
                <a:ext uri="{FF2B5EF4-FFF2-40B4-BE49-F238E27FC236}">
                  <a16:creationId xmlns:a16="http://schemas.microsoft.com/office/drawing/2014/main" id="{206472F8-75D4-E855-6705-47AB5D243764}"/>
                </a:ext>
              </a:extLst>
            </p:cNvPr>
            <p:cNvSpPr txBox="1"/>
            <p:nvPr/>
          </p:nvSpPr>
          <p:spPr>
            <a:xfrm>
              <a:off x="5654157" y="6005258"/>
              <a:ext cx="908227" cy="1489500"/>
            </a:xfrm>
            <a:prstGeom prst="rect">
              <a:avLst/>
            </a:prstGeom>
            <a:noFill/>
          </p:spPr>
          <p:txBody>
            <a:bodyPr wrap="square">
              <a:spAutoFit/>
            </a:bodyPr>
            <a:lstStyle/>
            <a:p>
              <a:r>
                <a:rPr lang="vi-VN" sz="9600" b="1" dirty="0">
                  <a:blipFill dpi="0" rotWithShape="1">
                    <a:blip r:embed="rId4">
                      <a:extLst>
                        <a:ext uri="{28A0092B-C50C-407E-A947-70E740481C1C}">
                          <a14:useLocalDpi xmlns:a14="http://schemas.microsoft.com/office/drawing/2010/main" val="0"/>
                        </a:ext>
                      </a:extLst>
                    </a:blip>
                    <a:srcRect/>
                    <a:stretch>
                      <a:fillRect/>
                    </a:stretch>
                  </a:blipFill>
                  <a:latin typeface="Bahnschrift SemiBold Condensed" panose="020B0502040204020203" pitchFamily="34" charset="0"/>
                </a:rPr>
                <a:t>3.</a:t>
              </a:r>
              <a:endParaRPr lang="en-MY" sz="2800" dirty="0">
                <a:latin typeface="Bahnschrift SemiBold Condensed" panose="020B0502040204020203" pitchFamily="34" charset="0"/>
              </a:endParaRPr>
            </a:p>
          </p:txBody>
        </p:sp>
        <p:sp>
          <p:nvSpPr>
            <p:cNvPr id="63" name="TextBox 62">
              <a:extLst>
                <a:ext uri="{FF2B5EF4-FFF2-40B4-BE49-F238E27FC236}">
                  <a16:creationId xmlns:a16="http://schemas.microsoft.com/office/drawing/2014/main" id="{2C2070D7-1D21-FDCA-8FE0-CF8C6CADF2E7}"/>
                </a:ext>
              </a:extLst>
            </p:cNvPr>
            <p:cNvSpPr txBox="1"/>
            <p:nvPr/>
          </p:nvSpPr>
          <p:spPr>
            <a:xfrm>
              <a:off x="5718446" y="7271590"/>
              <a:ext cx="1410412" cy="554912"/>
            </a:xfrm>
            <a:prstGeom prst="rect">
              <a:avLst/>
            </a:prstGeom>
            <a:noFill/>
          </p:spPr>
          <p:txBody>
            <a:bodyPr wrap="square" rtlCol="0">
              <a:spAutoFit/>
            </a:bodyPr>
            <a:lstStyle/>
            <a:p>
              <a:pPr algn="r"/>
              <a:r>
                <a:rPr lang="vi-VN" sz="3200" dirty="0">
                  <a:solidFill>
                    <a:srgbClr val="FEFEFE"/>
                  </a:solidFill>
                  <a:latin typeface="Bahnschrift SemiBold Condensed" panose="020B0502040204020203" pitchFamily="34" charset="0"/>
                </a:rPr>
                <a:t>20020177</a:t>
              </a:r>
              <a:endParaRPr lang="en-MY" sz="3200" dirty="0">
                <a:solidFill>
                  <a:srgbClr val="FEFEFE"/>
                </a:solidFill>
                <a:latin typeface="Bahnschrift SemiBold Condensed" panose="020B0502040204020203" pitchFamily="34" charset="0"/>
              </a:endParaRPr>
            </a:p>
          </p:txBody>
        </p:sp>
      </p:grpSp>
      <p:sp>
        <p:nvSpPr>
          <p:cNvPr id="70" name="TextBox 69">
            <a:extLst>
              <a:ext uri="{FF2B5EF4-FFF2-40B4-BE49-F238E27FC236}">
                <a16:creationId xmlns:a16="http://schemas.microsoft.com/office/drawing/2014/main" id="{7C71B438-BD39-1076-3DF4-23DFA68930FF}"/>
              </a:ext>
            </a:extLst>
          </p:cNvPr>
          <p:cNvSpPr txBox="1"/>
          <p:nvPr/>
        </p:nvSpPr>
        <p:spPr>
          <a:xfrm>
            <a:off x="-5086692" y="2127047"/>
            <a:ext cx="3178871" cy="830997"/>
          </a:xfrm>
          <a:prstGeom prst="rect">
            <a:avLst/>
          </a:prstGeom>
          <a:noFill/>
        </p:spPr>
        <p:txBody>
          <a:bodyPr wrap="square" rtlCol="0">
            <a:spAutoFit/>
          </a:bodyPr>
          <a:lstStyle/>
          <a:p>
            <a:r>
              <a:rPr lang="en-US" sz="4800" b="1" dirty="0">
                <a:solidFill>
                  <a:schemeClr val="bg1"/>
                </a:solidFill>
                <a:latin typeface="Century Gothic" panose="020B0502020202020204" pitchFamily="34" charset="0"/>
              </a:rPr>
              <a:t>FLEETING</a:t>
            </a:r>
            <a:endParaRPr lang="en-US" sz="5400" b="1" dirty="0">
              <a:solidFill>
                <a:schemeClr val="bg1"/>
              </a:solidFill>
              <a:latin typeface="Century Gothic" panose="020B0502020202020204" pitchFamily="34" charset="0"/>
            </a:endParaRPr>
          </a:p>
        </p:txBody>
      </p:sp>
      <p:sp>
        <p:nvSpPr>
          <p:cNvPr id="71" name="TextBox 70">
            <a:extLst>
              <a:ext uri="{FF2B5EF4-FFF2-40B4-BE49-F238E27FC236}">
                <a16:creationId xmlns:a16="http://schemas.microsoft.com/office/drawing/2014/main" id="{81048A0C-B8F8-E94F-742F-9FA1266E96DD}"/>
              </a:ext>
            </a:extLst>
          </p:cNvPr>
          <p:cNvSpPr txBox="1"/>
          <p:nvPr/>
        </p:nvSpPr>
        <p:spPr>
          <a:xfrm>
            <a:off x="-5037166" y="1976465"/>
            <a:ext cx="1931939" cy="276999"/>
          </a:xfrm>
          <a:prstGeom prst="rect">
            <a:avLst/>
          </a:prstGeom>
          <a:noFill/>
        </p:spPr>
        <p:txBody>
          <a:bodyPr wrap="square" rtlCol="0">
            <a:spAutoFit/>
          </a:bodyPr>
          <a:lstStyle/>
          <a:p>
            <a:r>
              <a:rPr lang="en-US" sz="1200" b="1" dirty="0">
                <a:solidFill>
                  <a:schemeClr val="bg1"/>
                </a:solidFill>
                <a:latin typeface="Century Gothic" panose="020B0502020202020204" pitchFamily="34" charset="0"/>
              </a:rPr>
              <a:t>Inspired by Style </a:t>
            </a:r>
            <a:r>
              <a:rPr lang="en-US" sz="1200" b="1" dirty="0" err="1">
                <a:solidFill>
                  <a:schemeClr val="bg1"/>
                </a:solidFill>
                <a:latin typeface="Century Gothic" panose="020B0502020202020204" pitchFamily="34" charset="0"/>
              </a:rPr>
              <a:t>Teyvat</a:t>
            </a:r>
            <a:endParaRPr lang="en-US" sz="1200" b="1" dirty="0">
              <a:solidFill>
                <a:schemeClr val="bg1"/>
              </a:solidFill>
              <a:latin typeface="Century Gothic" panose="020B0502020202020204" pitchFamily="34" charset="0"/>
            </a:endParaRPr>
          </a:p>
        </p:txBody>
      </p:sp>
      <p:sp>
        <p:nvSpPr>
          <p:cNvPr id="72" name="TextBox 71">
            <a:extLst>
              <a:ext uri="{FF2B5EF4-FFF2-40B4-BE49-F238E27FC236}">
                <a16:creationId xmlns:a16="http://schemas.microsoft.com/office/drawing/2014/main" id="{6294F652-A28B-4082-9AB3-3AE6DFA70595}"/>
              </a:ext>
            </a:extLst>
          </p:cNvPr>
          <p:cNvSpPr txBox="1"/>
          <p:nvPr/>
        </p:nvSpPr>
        <p:spPr>
          <a:xfrm>
            <a:off x="-5086692" y="2707475"/>
            <a:ext cx="3655960" cy="830997"/>
          </a:xfrm>
          <a:prstGeom prst="rect">
            <a:avLst/>
          </a:prstGeom>
          <a:noFill/>
        </p:spPr>
        <p:txBody>
          <a:bodyPr wrap="square">
            <a:spAutoFit/>
          </a:bodyPr>
          <a:lstStyle/>
          <a:p>
            <a:r>
              <a:rPr kumimoji="0" lang="en-US" sz="4800" b="1" i="0" u="none" strike="noStrike" kern="1200" cap="none" spc="0" normalizeH="0" baseline="0" noProof="0" dirty="0">
                <a:ln>
                  <a:solidFill>
                    <a:schemeClr val="bg1"/>
                  </a:solidFill>
                </a:ln>
                <a:noFill/>
                <a:effectLst/>
                <a:uLnTx/>
                <a:uFillTx/>
                <a:latin typeface="Century Gothic" panose="020B0502020202020204" pitchFamily="34" charset="0"/>
                <a:ea typeface="+mn-ea"/>
                <a:cs typeface="+mn-cs"/>
              </a:rPr>
              <a:t>COLORS</a:t>
            </a:r>
            <a:r>
              <a:rPr kumimoji="0" lang="en-US" sz="4800" b="1" i="0" u="none" strike="noStrike" kern="1200" cap="none" spc="0" normalizeH="0" baseline="0" noProof="0" dirty="0">
                <a:ln>
                  <a:noFill/>
                </a:ln>
                <a:solidFill>
                  <a:schemeClr val="bg1"/>
                </a:solidFill>
                <a:effectLst/>
                <a:uLnTx/>
                <a:uFillTx/>
                <a:latin typeface="Century Gothic" panose="020B0502020202020204" pitchFamily="34" charset="0"/>
                <a:ea typeface="+mn-ea"/>
                <a:cs typeface="+mn-cs"/>
              </a:rPr>
              <a:t> IN </a:t>
            </a:r>
            <a:endParaRPr lang="en-MY" sz="1100" dirty="0">
              <a:solidFill>
                <a:schemeClr val="bg1"/>
              </a:solidFill>
            </a:endParaRPr>
          </a:p>
        </p:txBody>
      </p:sp>
      <p:sp>
        <p:nvSpPr>
          <p:cNvPr id="73" name="TextBox 72">
            <a:extLst>
              <a:ext uri="{FF2B5EF4-FFF2-40B4-BE49-F238E27FC236}">
                <a16:creationId xmlns:a16="http://schemas.microsoft.com/office/drawing/2014/main" id="{DEFE209E-64CC-1809-9AF3-70430AAC7561}"/>
              </a:ext>
            </a:extLst>
          </p:cNvPr>
          <p:cNvSpPr txBox="1"/>
          <p:nvPr/>
        </p:nvSpPr>
        <p:spPr>
          <a:xfrm>
            <a:off x="-5086691" y="3330524"/>
            <a:ext cx="3184310" cy="830997"/>
          </a:xfrm>
          <a:prstGeom prst="rect">
            <a:avLst/>
          </a:prstGeom>
          <a:noFill/>
        </p:spPr>
        <p:txBody>
          <a:bodyPr wrap="square">
            <a:spAutoFit/>
          </a:bodyPr>
          <a:lstStyle/>
          <a:p>
            <a:r>
              <a:rPr kumimoji="0" lang="en-US" sz="4800" b="1" i="0" u="none" strike="noStrike" kern="1200" cap="none" spc="0" normalizeH="0" baseline="0" noProof="0" dirty="0">
                <a:ln>
                  <a:noFill/>
                </a:ln>
                <a:solidFill>
                  <a:schemeClr val="bg1"/>
                </a:solidFill>
                <a:effectLst/>
                <a:uLnTx/>
                <a:uFillTx/>
                <a:latin typeface="Century Gothic" panose="020B0502020202020204" pitchFamily="34" charset="0"/>
                <a:ea typeface="+mn-ea"/>
                <a:cs typeface="+mn-cs"/>
              </a:rPr>
              <a:t>FLIGHT</a:t>
            </a:r>
            <a:endParaRPr lang="en-MY" sz="1100" dirty="0">
              <a:solidFill>
                <a:schemeClr val="bg1"/>
              </a:solidFill>
            </a:endParaRPr>
          </a:p>
        </p:txBody>
      </p:sp>
      <p:pic>
        <p:nvPicPr>
          <p:cNvPr id="89" name="Picture 88">
            <a:extLst>
              <a:ext uri="{FF2B5EF4-FFF2-40B4-BE49-F238E27FC236}">
                <a16:creationId xmlns:a16="http://schemas.microsoft.com/office/drawing/2014/main" id="{5B10124E-0B01-BE84-2AE9-8914A0096819}"/>
              </a:ext>
            </a:extLst>
          </p:cNvPr>
          <p:cNvPicPr>
            <a:picLocks noChangeAspect="1"/>
          </p:cNvPicPr>
          <p:nvPr/>
        </p:nvPicPr>
        <p:blipFill>
          <a:blip r:embed="rId5">
            <a:duotone>
              <a:prstClr val="black"/>
              <a:srgbClr val="7030A0">
                <a:tint val="45000"/>
                <a:satMod val="400000"/>
              </a:srgbClr>
            </a:duotone>
          </a:blip>
          <a:stretch>
            <a:fillRect/>
          </a:stretch>
        </p:blipFill>
        <p:spPr>
          <a:xfrm>
            <a:off x="13996075" y="3252769"/>
            <a:ext cx="452118" cy="801484"/>
          </a:xfrm>
          <a:prstGeom prst="rect">
            <a:avLst/>
          </a:prstGeom>
          <a:noFill/>
        </p:spPr>
      </p:pic>
      <p:grpSp>
        <p:nvGrpSpPr>
          <p:cNvPr id="90" name="Group 89">
            <a:extLst>
              <a:ext uri="{FF2B5EF4-FFF2-40B4-BE49-F238E27FC236}">
                <a16:creationId xmlns:a16="http://schemas.microsoft.com/office/drawing/2014/main" id="{FA3E9735-F646-5D84-DD9C-AEA088EF9504}"/>
              </a:ext>
            </a:extLst>
          </p:cNvPr>
          <p:cNvGrpSpPr/>
          <p:nvPr/>
        </p:nvGrpSpPr>
        <p:grpSpPr>
          <a:xfrm>
            <a:off x="14880477" y="2698477"/>
            <a:ext cx="1644086" cy="2209664"/>
            <a:chOff x="5728041" y="4010797"/>
            <a:chExt cx="1644086" cy="2209664"/>
          </a:xfrm>
        </p:grpSpPr>
        <p:sp>
          <p:nvSpPr>
            <p:cNvPr id="91" name="TextBox 90">
              <a:extLst>
                <a:ext uri="{FF2B5EF4-FFF2-40B4-BE49-F238E27FC236}">
                  <a16:creationId xmlns:a16="http://schemas.microsoft.com/office/drawing/2014/main" id="{0BC485F1-9A06-FAAC-5E53-C2C2CE94BF2B}"/>
                </a:ext>
              </a:extLst>
            </p:cNvPr>
            <p:cNvSpPr txBox="1"/>
            <p:nvPr/>
          </p:nvSpPr>
          <p:spPr>
            <a:xfrm>
              <a:off x="5728041" y="4650801"/>
              <a:ext cx="1509342" cy="1569660"/>
            </a:xfrm>
            <a:prstGeom prst="rect">
              <a:avLst/>
            </a:prstGeom>
            <a:noFill/>
          </p:spPr>
          <p:txBody>
            <a:bodyPr wrap="square" rtlCol="0">
              <a:spAutoFit/>
            </a:bodyPr>
            <a:lstStyle/>
            <a:p>
              <a:pPr marL="171450" indent="-171450">
                <a:buFont typeface="Arial" panose="020B0604020202020204" pitchFamily="34" charset="0"/>
                <a:buChar char="•"/>
              </a:pPr>
              <a:r>
                <a:rPr lang="en-MY" sz="1200" dirty="0">
                  <a:solidFill>
                    <a:schemeClr val="bg1">
                      <a:lumMod val="65000"/>
                    </a:schemeClr>
                  </a:solidFill>
                  <a:latin typeface="Century Gothic" panose="020B0502020202020204" pitchFamily="34" charset="0"/>
                </a:rPr>
                <a:t>Tengok teaser Genshin impact </a:t>
              </a:r>
              <a:r>
                <a:rPr lang="en-MY" sz="1200" dirty="0" err="1">
                  <a:solidFill>
                    <a:schemeClr val="bg1">
                      <a:lumMod val="65000"/>
                    </a:schemeClr>
                  </a:solidFill>
                  <a:latin typeface="Century Gothic" panose="020B0502020202020204" pitchFamily="34" charset="0"/>
                </a:rPr>
                <a:t>Teyvat</a:t>
              </a:r>
              <a:r>
                <a:rPr lang="en-MY" sz="1200" dirty="0">
                  <a:solidFill>
                    <a:schemeClr val="bg1">
                      <a:lumMod val="65000"/>
                    </a:schemeClr>
                  </a:solidFill>
                  <a:latin typeface="Century Gothic" panose="020B0502020202020204" pitchFamily="34" charset="0"/>
                </a:rPr>
                <a:t> style dengan music </a:t>
              </a:r>
              <a:r>
                <a:rPr lang="en-MY" sz="1200" dirty="0" err="1">
                  <a:solidFill>
                    <a:schemeClr val="bg1">
                      <a:lumMod val="65000"/>
                    </a:schemeClr>
                  </a:solidFill>
                  <a:latin typeface="Century Gothic" panose="020B0502020202020204" pitchFamily="34" charset="0"/>
                </a:rPr>
                <a:t>dia</a:t>
              </a:r>
              <a:r>
                <a:rPr lang="en-MY" sz="1200" dirty="0">
                  <a:solidFill>
                    <a:schemeClr val="bg1">
                      <a:lumMod val="65000"/>
                    </a:schemeClr>
                  </a:solidFill>
                  <a:latin typeface="Century Gothic" panose="020B0502020202020204" pitchFamily="34" charset="0"/>
                </a:rPr>
                <a:t> </a:t>
              </a:r>
              <a:r>
                <a:rPr lang="en-MY" sz="1200" dirty="0" err="1">
                  <a:solidFill>
                    <a:schemeClr val="bg1">
                      <a:lumMod val="65000"/>
                    </a:schemeClr>
                  </a:solidFill>
                  <a:latin typeface="Century Gothic" panose="020B0502020202020204" pitchFamily="34" charset="0"/>
                </a:rPr>
                <a:t>terus</a:t>
              </a:r>
              <a:r>
                <a:rPr lang="en-MY" sz="1200" dirty="0">
                  <a:solidFill>
                    <a:schemeClr val="bg1">
                      <a:lumMod val="65000"/>
                    </a:schemeClr>
                  </a:solidFill>
                  <a:latin typeface="Century Gothic" panose="020B0502020202020204" pitchFamily="34" charset="0"/>
                </a:rPr>
                <a:t> inspired untuk buat style macam </a:t>
              </a:r>
              <a:r>
                <a:rPr lang="en-MY" sz="1200" dirty="0" err="1">
                  <a:solidFill>
                    <a:schemeClr val="bg1">
                      <a:lumMod val="65000"/>
                    </a:schemeClr>
                  </a:solidFill>
                  <a:latin typeface="Century Gothic" panose="020B0502020202020204" pitchFamily="34" charset="0"/>
                </a:rPr>
                <a:t>ni</a:t>
              </a:r>
              <a:r>
                <a:rPr lang="en-MY" sz="1200" dirty="0">
                  <a:solidFill>
                    <a:schemeClr val="bg1">
                      <a:lumMod val="65000"/>
                    </a:schemeClr>
                  </a:solidFill>
                  <a:latin typeface="Century Gothic" panose="020B0502020202020204" pitchFamily="34" charset="0"/>
                </a:rPr>
                <a:t>.</a:t>
              </a:r>
              <a:endParaRPr lang="en-MY" sz="1600" dirty="0">
                <a:solidFill>
                  <a:schemeClr val="bg1">
                    <a:lumMod val="65000"/>
                  </a:schemeClr>
                </a:solidFill>
                <a:latin typeface="Century Gothic" panose="020B0502020202020204" pitchFamily="34" charset="0"/>
              </a:endParaRPr>
            </a:p>
          </p:txBody>
        </p:sp>
        <p:sp>
          <p:nvSpPr>
            <p:cNvPr id="92" name="TextBox 91">
              <a:extLst>
                <a:ext uri="{FF2B5EF4-FFF2-40B4-BE49-F238E27FC236}">
                  <a16:creationId xmlns:a16="http://schemas.microsoft.com/office/drawing/2014/main" id="{BD497479-31A6-86B7-9B0E-E0532B649AEE}"/>
                </a:ext>
              </a:extLst>
            </p:cNvPr>
            <p:cNvSpPr txBox="1"/>
            <p:nvPr/>
          </p:nvSpPr>
          <p:spPr>
            <a:xfrm>
              <a:off x="5781510" y="4010797"/>
              <a:ext cx="1590617" cy="584775"/>
            </a:xfrm>
            <a:prstGeom prst="rect">
              <a:avLst/>
            </a:prstGeom>
            <a:noFill/>
          </p:spPr>
          <p:txBody>
            <a:bodyPr wrap="square">
              <a:spAutoFit/>
            </a:bodyPr>
            <a:lstStyle/>
            <a:p>
              <a:r>
                <a:rPr lang="en-US" sz="3200" b="1" dirty="0">
                  <a:blipFill dpi="0" rotWithShape="1">
                    <a:blip r:embed="rId4">
                      <a:extLst>
                        <a:ext uri="{28A0092B-C50C-407E-A947-70E740481C1C}">
                          <a14:useLocalDpi xmlns:a14="http://schemas.microsoft.com/office/drawing/2010/main" val="0"/>
                        </a:ext>
                      </a:extLst>
                    </a:blip>
                    <a:srcRect/>
                    <a:stretch>
                      <a:fillRect/>
                    </a:stretch>
                  </a:blipFill>
                  <a:latin typeface="Century Gothic" panose="020B0502020202020204" pitchFamily="34" charset="0"/>
                </a:rPr>
                <a:t>T</a:t>
              </a:r>
              <a:r>
                <a:rPr kumimoji="0" lang="en-US" sz="3200" b="1" i="0" u="none" strike="noStrike" kern="1200" cap="none" spc="0" normalizeH="0" baseline="0" noProof="0" dirty="0" err="1">
                  <a:ln>
                    <a:noFill/>
                  </a:ln>
                  <a:blipFill dpi="0" rotWithShape="1">
                    <a:blip r:embed="rId4">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ekejut</a:t>
              </a:r>
              <a:endParaRPr lang="en-MY" sz="800" dirty="0"/>
            </a:p>
          </p:txBody>
        </p:sp>
      </p:grpSp>
      <p:pic>
        <p:nvPicPr>
          <p:cNvPr id="93" name="Picture 92">
            <a:extLst>
              <a:ext uri="{FF2B5EF4-FFF2-40B4-BE49-F238E27FC236}">
                <a16:creationId xmlns:a16="http://schemas.microsoft.com/office/drawing/2014/main" id="{A84B6CDA-D18A-C878-7496-413B79722B04}"/>
              </a:ext>
            </a:extLst>
          </p:cNvPr>
          <p:cNvPicPr>
            <a:picLocks noChangeAspect="1"/>
          </p:cNvPicPr>
          <p:nvPr/>
        </p:nvPicPr>
        <p:blipFill rotWithShape="1">
          <a:blip r:embed="rId6">
            <a:extLst>
              <a:ext uri="{28A0092B-C50C-407E-A947-70E740481C1C}">
                <a14:useLocalDpi xmlns:a14="http://schemas.microsoft.com/office/drawing/2010/main" val="0"/>
              </a:ext>
            </a:extLst>
          </a:blip>
          <a:srcRect l="70858" t="13626" r="369" b="11179"/>
          <a:stretch/>
        </p:blipFill>
        <p:spPr>
          <a:xfrm>
            <a:off x="14889422" y="1992360"/>
            <a:ext cx="1576715" cy="3090411"/>
          </a:xfrm>
          <a:prstGeom prst="roundRect">
            <a:avLst>
              <a:gd name="adj" fmla="val 50000"/>
            </a:avLst>
          </a:prstGeom>
        </p:spPr>
      </p:pic>
      <p:grpSp>
        <p:nvGrpSpPr>
          <p:cNvPr id="94" name="Group 93">
            <a:extLst>
              <a:ext uri="{FF2B5EF4-FFF2-40B4-BE49-F238E27FC236}">
                <a16:creationId xmlns:a16="http://schemas.microsoft.com/office/drawing/2014/main" id="{4835BB0F-B747-2640-81D4-92B1FA8D0DD0}"/>
              </a:ext>
            </a:extLst>
          </p:cNvPr>
          <p:cNvGrpSpPr/>
          <p:nvPr/>
        </p:nvGrpSpPr>
        <p:grpSpPr>
          <a:xfrm>
            <a:off x="18698321" y="2549276"/>
            <a:ext cx="1714343" cy="2209664"/>
            <a:chOff x="5728041" y="4010797"/>
            <a:chExt cx="1714343" cy="2209664"/>
          </a:xfrm>
        </p:grpSpPr>
        <p:sp>
          <p:nvSpPr>
            <p:cNvPr id="95" name="TextBox 94">
              <a:extLst>
                <a:ext uri="{FF2B5EF4-FFF2-40B4-BE49-F238E27FC236}">
                  <a16:creationId xmlns:a16="http://schemas.microsoft.com/office/drawing/2014/main" id="{65870990-FC69-DBDE-A8A1-A5ECC6457099}"/>
                </a:ext>
              </a:extLst>
            </p:cNvPr>
            <p:cNvSpPr txBox="1"/>
            <p:nvPr/>
          </p:nvSpPr>
          <p:spPr>
            <a:xfrm>
              <a:off x="5728041" y="4650801"/>
              <a:ext cx="1509342" cy="1569660"/>
            </a:xfrm>
            <a:prstGeom prst="rect">
              <a:avLst/>
            </a:prstGeom>
            <a:noFill/>
          </p:spPr>
          <p:txBody>
            <a:bodyPr wrap="square" rtlCol="0">
              <a:spAutoFit/>
            </a:bodyPr>
            <a:lstStyle/>
            <a:p>
              <a:pPr marL="171450" indent="-171450">
                <a:buFont typeface="Arial" panose="020B0604020202020204" pitchFamily="34" charset="0"/>
                <a:buChar char="•"/>
              </a:pPr>
              <a:r>
                <a:rPr lang="en-MY" sz="1200" dirty="0">
                  <a:solidFill>
                    <a:schemeClr val="bg1">
                      <a:lumMod val="65000"/>
                    </a:schemeClr>
                  </a:solidFill>
                  <a:latin typeface="Century Gothic" panose="020B0502020202020204" pitchFamily="34" charset="0"/>
                </a:rPr>
                <a:t>Tengok teaser Genshin impact </a:t>
              </a:r>
              <a:r>
                <a:rPr lang="en-MY" sz="1200" dirty="0" err="1">
                  <a:solidFill>
                    <a:schemeClr val="bg1">
                      <a:lumMod val="65000"/>
                    </a:schemeClr>
                  </a:solidFill>
                  <a:latin typeface="Century Gothic" panose="020B0502020202020204" pitchFamily="34" charset="0"/>
                </a:rPr>
                <a:t>Teyvat</a:t>
              </a:r>
              <a:r>
                <a:rPr lang="en-MY" sz="1200" dirty="0">
                  <a:solidFill>
                    <a:schemeClr val="bg1">
                      <a:lumMod val="65000"/>
                    </a:schemeClr>
                  </a:solidFill>
                  <a:latin typeface="Century Gothic" panose="020B0502020202020204" pitchFamily="34" charset="0"/>
                </a:rPr>
                <a:t> style dengan music </a:t>
              </a:r>
              <a:r>
                <a:rPr lang="en-MY" sz="1200" dirty="0" err="1">
                  <a:solidFill>
                    <a:schemeClr val="bg1">
                      <a:lumMod val="65000"/>
                    </a:schemeClr>
                  </a:solidFill>
                  <a:latin typeface="Century Gothic" panose="020B0502020202020204" pitchFamily="34" charset="0"/>
                </a:rPr>
                <a:t>dia</a:t>
              </a:r>
              <a:r>
                <a:rPr lang="en-MY" sz="1200" dirty="0">
                  <a:solidFill>
                    <a:schemeClr val="bg1">
                      <a:lumMod val="65000"/>
                    </a:schemeClr>
                  </a:solidFill>
                  <a:latin typeface="Century Gothic" panose="020B0502020202020204" pitchFamily="34" charset="0"/>
                </a:rPr>
                <a:t> </a:t>
              </a:r>
              <a:r>
                <a:rPr lang="en-MY" sz="1200" dirty="0" err="1">
                  <a:solidFill>
                    <a:schemeClr val="bg1">
                      <a:lumMod val="65000"/>
                    </a:schemeClr>
                  </a:solidFill>
                  <a:latin typeface="Century Gothic" panose="020B0502020202020204" pitchFamily="34" charset="0"/>
                </a:rPr>
                <a:t>terus</a:t>
              </a:r>
              <a:r>
                <a:rPr lang="en-MY" sz="1200" dirty="0">
                  <a:solidFill>
                    <a:schemeClr val="bg1">
                      <a:lumMod val="65000"/>
                    </a:schemeClr>
                  </a:solidFill>
                  <a:latin typeface="Century Gothic" panose="020B0502020202020204" pitchFamily="34" charset="0"/>
                </a:rPr>
                <a:t> inspired untuk buat style macam </a:t>
              </a:r>
              <a:r>
                <a:rPr lang="en-MY" sz="1200" dirty="0" err="1">
                  <a:solidFill>
                    <a:schemeClr val="bg1">
                      <a:lumMod val="65000"/>
                    </a:schemeClr>
                  </a:solidFill>
                  <a:latin typeface="Century Gothic" panose="020B0502020202020204" pitchFamily="34" charset="0"/>
                </a:rPr>
                <a:t>ni</a:t>
              </a:r>
              <a:r>
                <a:rPr lang="en-MY" sz="1200" dirty="0">
                  <a:solidFill>
                    <a:schemeClr val="bg1">
                      <a:lumMod val="65000"/>
                    </a:schemeClr>
                  </a:solidFill>
                  <a:latin typeface="Century Gothic" panose="020B0502020202020204" pitchFamily="34" charset="0"/>
                </a:rPr>
                <a:t>.</a:t>
              </a:r>
              <a:endParaRPr lang="en-MY" sz="1600" dirty="0">
                <a:solidFill>
                  <a:schemeClr val="bg1">
                    <a:lumMod val="65000"/>
                  </a:schemeClr>
                </a:solidFill>
                <a:latin typeface="Century Gothic" panose="020B0502020202020204" pitchFamily="34" charset="0"/>
              </a:endParaRPr>
            </a:p>
          </p:txBody>
        </p:sp>
        <p:sp>
          <p:nvSpPr>
            <p:cNvPr id="96" name="TextBox 95">
              <a:extLst>
                <a:ext uri="{FF2B5EF4-FFF2-40B4-BE49-F238E27FC236}">
                  <a16:creationId xmlns:a16="http://schemas.microsoft.com/office/drawing/2014/main" id="{188F4C35-8611-0FCC-45BA-2E2EFC214894}"/>
                </a:ext>
              </a:extLst>
            </p:cNvPr>
            <p:cNvSpPr txBox="1"/>
            <p:nvPr/>
          </p:nvSpPr>
          <p:spPr>
            <a:xfrm>
              <a:off x="5851767" y="4010797"/>
              <a:ext cx="1590617" cy="584775"/>
            </a:xfrm>
            <a:prstGeom prst="rect">
              <a:avLst/>
            </a:prstGeom>
            <a:noFill/>
          </p:spPr>
          <p:txBody>
            <a:bodyPr wrap="square">
              <a:spAutoFit/>
            </a:bodyPr>
            <a:lstStyle/>
            <a:p>
              <a:r>
                <a:rPr lang="en-US" sz="3200" b="1" dirty="0">
                  <a:blipFill dpi="0" rotWithShape="1">
                    <a:blip r:embed="rId4">
                      <a:extLst>
                        <a:ext uri="{28A0092B-C50C-407E-A947-70E740481C1C}">
                          <a14:useLocalDpi xmlns:a14="http://schemas.microsoft.com/office/drawing/2010/main" val="0"/>
                        </a:ext>
                      </a:extLst>
                    </a:blip>
                    <a:srcRect/>
                    <a:stretch>
                      <a:fillRect/>
                    </a:stretch>
                  </a:blipFill>
                  <a:latin typeface="Century Gothic" panose="020B0502020202020204" pitchFamily="34" charset="0"/>
                </a:rPr>
                <a:t>LOKEY</a:t>
              </a:r>
              <a:endParaRPr lang="en-MY" sz="800" dirty="0"/>
            </a:p>
          </p:txBody>
        </p:sp>
      </p:grpSp>
      <p:pic>
        <p:nvPicPr>
          <p:cNvPr id="97" name="Picture 96">
            <a:extLst>
              <a:ext uri="{FF2B5EF4-FFF2-40B4-BE49-F238E27FC236}">
                <a16:creationId xmlns:a16="http://schemas.microsoft.com/office/drawing/2014/main" id="{AC2B740A-9156-241F-3B7D-928DEF1FFDF8}"/>
              </a:ext>
            </a:extLst>
          </p:cNvPr>
          <p:cNvPicPr>
            <a:picLocks noChangeAspect="1"/>
          </p:cNvPicPr>
          <p:nvPr/>
        </p:nvPicPr>
        <p:blipFill rotWithShape="1">
          <a:blip r:embed="rId7">
            <a:extLst>
              <a:ext uri="{28A0092B-C50C-407E-A947-70E740481C1C}">
                <a14:useLocalDpi xmlns:a14="http://schemas.microsoft.com/office/drawing/2010/main" val="0"/>
              </a:ext>
            </a:extLst>
          </a:blip>
          <a:srcRect l="26019" r="35717"/>
          <a:stretch/>
        </p:blipFill>
        <p:spPr>
          <a:xfrm>
            <a:off x="18767136" y="1992360"/>
            <a:ext cx="1576715" cy="3090411"/>
          </a:xfrm>
          <a:prstGeom prst="roundRect">
            <a:avLst>
              <a:gd name="adj" fmla="val 50000"/>
            </a:avLst>
          </a:prstGeom>
        </p:spPr>
      </p:pic>
      <p:grpSp>
        <p:nvGrpSpPr>
          <p:cNvPr id="98" name="Group 97">
            <a:extLst>
              <a:ext uri="{FF2B5EF4-FFF2-40B4-BE49-F238E27FC236}">
                <a16:creationId xmlns:a16="http://schemas.microsoft.com/office/drawing/2014/main" id="{55EB3727-2698-5116-E04D-364060AAF530}"/>
              </a:ext>
            </a:extLst>
          </p:cNvPr>
          <p:cNvGrpSpPr/>
          <p:nvPr/>
        </p:nvGrpSpPr>
        <p:grpSpPr>
          <a:xfrm>
            <a:off x="16754838" y="2548678"/>
            <a:ext cx="1714343" cy="2209664"/>
            <a:chOff x="5728041" y="4010797"/>
            <a:chExt cx="1714343" cy="2209664"/>
          </a:xfrm>
        </p:grpSpPr>
        <p:sp>
          <p:nvSpPr>
            <p:cNvPr id="99" name="TextBox 98">
              <a:extLst>
                <a:ext uri="{FF2B5EF4-FFF2-40B4-BE49-F238E27FC236}">
                  <a16:creationId xmlns:a16="http://schemas.microsoft.com/office/drawing/2014/main" id="{9BF76522-BD88-02AC-57FF-0992432D69D9}"/>
                </a:ext>
              </a:extLst>
            </p:cNvPr>
            <p:cNvSpPr txBox="1"/>
            <p:nvPr/>
          </p:nvSpPr>
          <p:spPr>
            <a:xfrm>
              <a:off x="5728041" y="4650801"/>
              <a:ext cx="1509342" cy="1569660"/>
            </a:xfrm>
            <a:prstGeom prst="rect">
              <a:avLst/>
            </a:prstGeom>
            <a:noFill/>
          </p:spPr>
          <p:txBody>
            <a:bodyPr wrap="square" rtlCol="0">
              <a:spAutoFit/>
            </a:bodyPr>
            <a:lstStyle/>
            <a:p>
              <a:pPr marL="171450" indent="-171450">
                <a:buFont typeface="Arial" panose="020B0604020202020204" pitchFamily="34" charset="0"/>
                <a:buChar char="•"/>
              </a:pPr>
              <a:r>
                <a:rPr lang="en-MY" sz="1200" dirty="0">
                  <a:solidFill>
                    <a:schemeClr val="bg1">
                      <a:lumMod val="65000"/>
                    </a:schemeClr>
                  </a:solidFill>
                  <a:latin typeface="Century Gothic" panose="020B0502020202020204" pitchFamily="34" charset="0"/>
                </a:rPr>
                <a:t>Tengok teaser Genshin impact </a:t>
              </a:r>
              <a:r>
                <a:rPr lang="en-MY" sz="1200" dirty="0" err="1">
                  <a:solidFill>
                    <a:schemeClr val="bg1">
                      <a:lumMod val="65000"/>
                    </a:schemeClr>
                  </a:solidFill>
                  <a:latin typeface="Century Gothic" panose="020B0502020202020204" pitchFamily="34" charset="0"/>
                </a:rPr>
                <a:t>Teyvat</a:t>
              </a:r>
              <a:r>
                <a:rPr lang="en-MY" sz="1200" dirty="0">
                  <a:solidFill>
                    <a:schemeClr val="bg1">
                      <a:lumMod val="65000"/>
                    </a:schemeClr>
                  </a:solidFill>
                  <a:latin typeface="Century Gothic" panose="020B0502020202020204" pitchFamily="34" charset="0"/>
                </a:rPr>
                <a:t> style dengan music </a:t>
              </a:r>
              <a:r>
                <a:rPr lang="en-MY" sz="1200" dirty="0" err="1">
                  <a:solidFill>
                    <a:schemeClr val="bg1">
                      <a:lumMod val="65000"/>
                    </a:schemeClr>
                  </a:solidFill>
                  <a:latin typeface="Century Gothic" panose="020B0502020202020204" pitchFamily="34" charset="0"/>
                </a:rPr>
                <a:t>dia</a:t>
              </a:r>
              <a:r>
                <a:rPr lang="en-MY" sz="1200" dirty="0">
                  <a:solidFill>
                    <a:schemeClr val="bg1">
                      <a:lumMod val="65000"/>
                    </a:schemeClr>
                  </a:solidFill>
                  <a:latin typeface="Century Gothic" panose="020B0502020202020204" pitchFamily="34" charset="0"/>
                </a:rPr>
                <a:t> </a:t>
              </a:r>
              <a:r>
                <a:rPr lang="en-MY" sz="1200" dirty="0" err="1">
                  <a:solidFill>
                    <a:schemeClr val="bg1">
                      <a:lumMod val="65000"/>
                    </a:schemeClr>
                  </a:solidFill>
                  <a:latin typeface="Century Gothic" panose="020B0502020202020204" pitchFamily="34" charset="0"/>
                </a:rPr>
                <a:t>terus</a:t>
              </a:r>
              <a:r>
                <a:rPr lang="en-MY" sz="1200" dirty="0">
                  <a:solidFill>
                    <a:schemeClr val="bg1">
                      <a:lumMod val="65000"/>
                    </a:schemeClr>
                  </a:solidFill>
                  <a:latin typeface="Century Gothic" panose="020B0502020202020204" pitchFamily="34" charset="0"/>
                </a:rPr>
                <a:t> inspired untuk buat style macam </a:t>
              </a:r>
              <a:r>
                <a:rPr lang="en-MY" sz="1200" dirty="0" err="1">
                  <a:solidFill>
                    <a:schemeClr val="bg1">
                      <a:lumMod val="65000"/>
                    </a:schemeClr>
                  </a:solidFill>
                  <a:latin typeface="Century Gothic" panose="020B0502020202020204" pitchFamily="34" charset="0"/>
                </a:rPr>
                <a:t>ni</a:t>
              </a:r>
              <a:r>
                <a:rPr lang="en-MY" sz="1200" dirty="0">
                  <a:solidFill>
                    <a:schemeClr val="bg1">
                      <a:lumMod val="65000"/>
                    </a:schemeClr>
                  </a:solidFill>
                  <a:latin typeface="Century Gothic" panose="020B0502020202020204" pitchFamily="34" charset="0"/>
                </a:rPr>
                <a:t>.</a:t>
              </a:r>
              <a:endParaRPr lang="en-MY" sz="1600" dirty="0">
                <a:solidFill>
                  <a:schemeClr val="bg1">
                    <a:lumMod val="65000"/>
                  </a:schemeClr>
                </a:solidFill>
                <a:latin typeface="Century Gothic" panose="020B0502020202020204" pitchFamily="34" charset="0"/>
              </a:endParaRPr>
            </a:p>
          </p:txBody>
        </p:sp>
        <p:sp>
          <p:nvSpPr>
            <p:cNvPr id="100" name="TextBox 99">
              <a:extLst>
                <a:ext uri="{FF2B5EF4-FFF2-40B4-BE49-F238E27FC236}">
                  <a16:creationId xmlns:a16="http://schemas.microsoft.com/office/drawing/2014/main" id="{04DB347F-A8B5-15D4-6E7A-FCD5090D850B}"/>
                </a:ext>
              </a:extLst>
            </p:cNvPr>
            <p:cNvSpPr txBox="1"/>
            <p:nvPr/>
          </p:nvSpPr>
          <p:spPr>
            <a:xfrm>
              <a:off x="5851767" y="4010797"/>
              <a:ext cx="1590617" cy="584775"/>
            </a:xfrm>
            <a:prstGeom prst="rect">
              <a:avLst/>
            </a:prstGeom>
            <a:noFill/>
          </p:spPr>
          <p:txBody>
            <a:bodyPr wrap="square">
              <a:spAutoFit/>
            </a:bodyPr>
            <a:lstStyle/>
            <a:p>
              <a:r>
                <a:rPr lang="en-US" sz="3200" b="1" dirty="0">
                  <a:blipFill dpi="0" rotWithShape="1">
                    <a:blip r:embed="rId4">
                      <a:extLst>
                        <a:ext uri="{28A0092B-C50C-407E-A947-70E740481C1C}">
                          <a14:useLocalDpi xmlns:a14="http://schemas.microsoft.com/office/drawing/2010/main" val="0"/>
                        </a:ext>
                      </a:extLst>
                    </a:blip>
                    <a:srcRect/>
                    <a:stretch>
                      <a:fillRect/>
                    </a:stretch>
                  </a:blipFill>
                  <a:latin typeface="Century Gothic" panose="020B0502020202020204" pitchFamily="34" charset="0"/>
                </a:rPr>
                <a:t>PENSEL</a:t>
              </a:r>
              <a:endParaRPr lang="en-MY" sz="800" dirty="0"/>
            </a:p>
          </p:txBody>
        </p:sp>
      </p:grpSp>
      <p:pic>
        <p:nvPicPr>
          <p:cNvPr id="101" name="Picture 100">
            <a:extLst>
              <a:ext uri="{FF2B5EF4-FFF2-40B4-BE49-F238E27FC236}">
                <a16:creationId xmlns:a16="http://schemas.microsoft.com/office/drawing/2014/main" id="{FB5082DD-78EC-EBB5-B7C1-F1B91532AE2E}"/>
              </a:ext>
            </a:extLst>
          </p:cNvPr>
          <p:cNvPicPr>
            <a:picLocks noChangeAspect="1"/>
          </p:cNvPicPr>
          <p:nvPr/>
        </p:nvPicPr>
        <p:blipFill rotWithShape="1">
          <a:blip r:embed="rId8">
            <a:extLst>
              <a:ext uri="{28A0092B-C50C-407E-A947-70E740481C1C}">
                <a14:useLocalDpi xmlns:a14="http://schemas.microsoft.com/office/drawing/2010/main" val="0"/>
              </a:ext>
            </a:extLst>
          </a:blip>
          <a:srcRect l="40574" r="21162"/>
          <a:stretch/>
        </p:blipFill>
        <p:spPr>
          <a:xfrm>
            <a:off x="16835545" y="1992360"/>
            <a:ext cx="1576715" cy="3090411"/>
          </a:xfrm>
          <a:prstGeom prst="roundRect">
            <a:avLst>
              <a:gd name="adj" fmla="val 50000"/>
            </a:avLst>
          </a:prstGeom>
        </p:spPr>
      </p:pic>
      <p:sp>
        <p:nvSpPr>
          <p:cNvPr id="102" name="TextBox 101">
            <a:extLst>
              <a:ext uri="{FF2B5EF4-FFF2-40B4-BE49-F238E27FC236}">
                <a16:creationId xmlns:a16="http://schemas.microsoft.com/office/drawing/2014/main" id="{DF463520-BF70-39F4-EC4B-2896A8DC70F1}"/>
              </a:ext>
            </a:extLst>
          </p:cNvPr>
          <p:cNvSpPr txBox="1"/>
          <p:nvPr/>
        </p:nvSpPr>
        <p:spPr>
          <a:xfrm>
            <a:off x="-9529328" y="2344839"/>
            <a:ext cx="4225028" cy="830997"/>
          </a:xfrm>
          <a:prstGeom prst="rect">
            <a:avLst/>
          </a:prstGeom>
          <a:noFill/>
        </p:spPr>
        <p:txBody>
          <a:bodyPr wrap="square">
            <a:spAutoFit/>
          </a:bodyPr>
          <a:lstStyle/>
          <a:p>
            <a:r>
              <a:rPr kumimoji="0" lang="vi-VN" sz="4800" b="1" i="0" u="none" strike="noStrike" kern="1200" cap="none" spc="0" normalizeH="0" baseline="0" noProof="0" dirty="0">
                <a:ln>
                  <a:solidFill>
                    <a:schemeClr val="bg1"/>
                  </a:solidFill>
                </a:ln>
                <a:noFill/>
                <a:effectLst/>
                <a:uLnTx/>
                <a:uFillTx/>
                <a:latin typeface="Bahnschrift" panose="020B0502040204020203" pitchFamily="34" charset="0"/>
              </a:rPr>
              <a:t>LẬP </a:t>
            </a:r>
            <a:r>
              <a:rPr kumimoji="0" lang="vi-VN" sz="4400" b="1" i="0" u="none" strike="noStrike" kern="1200" cap="none" spc="0" normalizeH="0" baseline="0" noProof="0" dirty="0">
                <a:ln>
                  <a:solidFill>
                    <a:schemeClr val="bg1"/>
                  </a:solidFill>
                </a:ln>
                <a:noFill/>
                <a:effectLst/>
                <a:uLnTx/>
                <a:uFillTx/>
                <a:latin typeface="Bahnschrift" panose="020B0502040204020203" pitchFamily="34" charset="0"/>
              </a:rPr>
              <a:t>PHƯƠNG</a:t>
            </a:r>
            <a:r>
              <a:rPr kumimoji="0" lang="en-US" sz="4800" b="1" i="0" u="none" strike="noStrike" kern="1200" cap="none" spc="0" normalizeH="0" baseline="0" noProof="0" dirty="0">
                <a:ln>
                  <a:noFill/>
                </a:ln>
                <a:solidFill>
                  <a:schemeClr val="bg1"/>
                </a:solidFill>
                <a:effectLst/>
                <a:uLnTx/>
                <a:uFillTx/>
                <a:latin typeface="Bahnschrift" panose="020B0502040204020203" pitchFamily="34" charset="0"/>
              </a:rPr>
              <a:t> </a:t>
            </a:r>
            <a:endParaRPr lang="en-MY" sz="1100" dirty="0">
              <a:solidFill>
                <a:schemeClr val="bg1"/>
              </a:solidFill>
              <a:latin typeface="Bahnschrift" panose="020B0502040204020203" pitchFamily="34" charset="0"/>
            </a:endParaRPr>
          </a:p>
        </p:txBody>
      </p:sp>
      <p:sp>
        <p:nvSpPr>
          <p:cNvPr id="103" name="TextBox 102">
            <a:extLst>
              <a:ext uri="{FF2B5EF4-FFF2-40B4-BE49-F238E27FC236}">
                <a16:creationId xmlns:a16="http://schemas.microsoft.com/office/drawing/2014/main" id="{67C9A4DA-1215-D62A-A44D-365B9AD19492}"/>
              </a:ext>
            </a:extLst>
          </p:cNvPr>
          <p:cNvSpPr txBox="1"/>
          <p:nvPr/>
        </p:nvSpPr>
        <p:spPr>
          <a:xfrm>
            <a:off x="-9529328" y="1598675"/>
            <a:ext cx="3404117" cy="769441"/>
          </a:xfrm>
          <a:prstGeom prst="rect">
            <a:avLst/>
          </a:prstGeom>
          <a:noFill/>
        </p:spPr>
        <p:txBody>
          <a:bodyPr wrap="square" rtlCol="0">
            <a:spAutoFit/>
          </a:bodyPr>
          <a:lstStyle/>
          <a:p>
            <a:r>
              <a:rPr lang="vi-VN" sz="4400" b="1" dirty="0">
                <a:solidFill>
                  <a:srgbClr val="FEFEFE"/>
                </a:solidFill>
                <a:latin typeface="Bahnschrift" panose="020B0502040204020203" pitchFamily="34" charset="0"/>
              </a:rPr>
              <a:t>ROBOT KHỐI  </a:t>
            </a:r>
            <a:endParaRPr lang="en-US" sz="4400" b="1" dirty="0">
              <a:solidFill>
                <a:srgbClr val="FEFEFE"/>
              </a:solidFill>
              <a:latin typeface="Bahnschrift" panose="020B0502040204020203" pitchFamily="34" charset="0"/>
            </a:endParaRPr>
          </a:p>
        </p:txBody>
      </p:sp>
      <p:sp>
        <p:nvSpPr>
          <p:cNvPr id="104" name="TextBox 103">
            <a:extLst>
              <a:ext uri="{FF2B5EF4-FFF2-40B4-BE49-F238E27FC236}">
                <a16:creationId xmlns:a16="http://schemas.microsoft.com/office/drawing/2014/main" id="{66453F3A-2162-4495-E095-0D5CBCE70CD1}"/>
              </a:ext>
            </a:extLst>
          </p:cNvPr>
          <p:cNvSpPr txBox="1"/>
          <p:nvPr/>
        </p:nvSpPr>
        <p:spPr>
          <a:xfrm>
            <a:off x="-9529328" y="3152560"/>
            <a:ext cx="3766787" cy="769441"/>
          </a:xfrm>
          <a:prstGeom prst="rect">
            <a:avLst/>
          </a:prstGeom>
          <a:noFill/>
        </p:spPr>
        <p:txBody>
          <a:bodyPr wrap="square">
            <a:spAutoFit/>
          </a:bodyPr>
          <a:lstStyle/>
          <a:p>
            <a:r>
              <a:rPr kumimoji="0" lang="vi-VN" sz="4400" b="1" i="0" u="none" strike="noStrike" kern="1200" cap="none" spc="0" normalizeH="0" baseline="0" noProof="0" dirty="0">
                <a:ln>
                  <a:noFill/>
                </a:ln>
                <a:solidFill>
                  <a:srgbClr val="FEFEFE"/>
                </a:solidFill>
                <a:effectLst/>
                <a:uLnTx/>
                <a:uFillTx/>
                <a:latin typeface="Bahnschrift" panose="020B0502040204020203" pitchFamily="34" charset="0"/>
              </a:rPr>
              <a:t>TỰ CÂN BẰNG</a:t>
            </a:r>
            <a:endParaRPr lang="en-MY" sz="4400" dirty="0">
              <a:solidFill>
                <a:srgbClr val="FEFEFE"/>
              </a:solidFill>
              <a:latin typeface="Bahnschrift" panose="020B0502040204020203" pitchFamily="34" charset="0"/>
            </a:endParaRPr>
          </a:p>
        </p:txBody>
      </p:sp>
      <p:sp>
        <p:nvSpPr>
          <p:cNvPr id="105" name="TextBox 104">
            <a:extLst>
              <a:ext uri="{FF2B5EF4-FFF2-40B4-BE49-F238E27FC236}">
                <a16:creationId xmlns:a16="http://schemas.microsoft.com/office/drawing/2014/main" id="{F0E551CA-0E6E-FD77-5A29-A19B0FFF6231}"/>
              </a:ext>
            </a:extLst>
          </p:cNvPr>
          <p:cNvSpPr txBox="1"/>
          <p:nvPr/>
        </p:nvSpPr>
        <p:spPr>
          <a:xfrm>
            <a:off x="-9529328" y="790955"/>
            <a:ext cx="4225028" cy="830997"/>
          </a:xfrm>
          <a:prstGeom prst="rect">
            <a:avLst/>
          </a:prstGeom>
          <a:noFill/>
        </p:spPr>
        <p:txBody>
          <a:bodyPr wrap="square">
            <a:spAutoFit/>
          </a:bodyPr>
          <a:lstStyle/>
          <a:p>
            <a:r>
              <a:rPr kumimoji="0" lang="vi-VN" sz="4800" b="1" i="0" u="none" strike="noStrike" kern="1200" cap="none" spc="0" normalizeH="0" baseline="0" noProof="0" dirty="0">
                <a:ln>
                  <a:solidFill>
                    <a:schemeClr val="bg1"/>
                  </a:solidFill>
                </a:ln>
                <a:noFill/>
                <a:effectLst/>
                <a:uLnTx/>
                <a:uFillTx/>
                <a:latin typeface="Bahnschrift" panose="020B0502040204020203" pitchFamily="34" charset="0"/>
              </a:rPr>
              <a:t>ĐỀ TÀI:</a:t>
            </a:r>
            <a:endParaRPr lang="en-MY" sz="1100" dirty="0">
              <a:solidFill>
                <a:schemeClr val="bg1"/>
              </a:solidFill>
              <a:latin typeface="Bahnschrift" panose="020B0502040204020203" pitchFamily="34" charset="0"/>
            </a:endParaRPr>
          </a:p>
        </p:txBody>
      </p:sp>
    </p:spTree>
    <p:extLst>
      <p:ext uri="{BB962C8B-B14F-4D97-AF65-F5344CB8AC3E}">
        <p14:creationId xmlns:p14="http://schemas.microsoft.com/office/powerpoint/2010/main" val="30167290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Box 59">
            <a:extLst>
              <a:ext uri="{FF2B5EF4-FFF2-40B4-BE49-F238E27FC236}">
                <a16:creationId xmlns:a16="http://schemas.microsoft.com/office/drawing/2014/main" id="{75D362DD-A254-3DF9-59E0-4A1D2C67538F}"/>
              </a:ext>
            </a:extLst>
          </p:cNvPr>
          <p:cNvSpPr txBox="1"/>
          <p:nvPr/>
        </p:nvSpPr>
        <p:spPr>
          <a:xfrm>
            <a:off x="5521950" y="3519661"/>
            <a:ext cx="2145356" cy="1077218"/>
          </a:xfrm>
          <a:prstGeom prst="rect">
            <a:avLst/>
          </a:prstGeom>
          <a:noFill/>
        </p:spPr>
        <p:txBody>
          <a:bodyPr wrap="square">
            <a:spAutoFit/>
          </a:bodyPr>
          <a:lstStyle/>
          <a:p>
            <a:pPr algn="ctr"/>
            <a:r>
              <a:rPr lang="vi-VN" sz="3200" b="1" dirty="0">
                <a:blipFill dpi="0" rotWithShape="1">
                  <a:blip r:embed="rId2">
                    <a:extLst>
                      <a:ext uri="{28A0092B-C50C-407E-A947-70E740481C1C}">
                        <a14:useLocalDpi xmlns:a14="http://schemas.microsoft.com/office/drawing/2010/main" val="0"/>
                      </a:ext>
                    </a:extLst>
                  </a:blip>
                  <a:srcRect/>
                  <a:stretch>
                    <a:fillRect/>
                  </a:stretch>
                </a:blipFill>
                <a:latin typeface="Bahnschrift" panose="020B0502040204020203" pitchFamily="34" charset="0"/>
              </a:rPr>
              <a:t>Kết quả Đánh giá</a:t>
            </a:r>
            <a:endParaRPr lang="en-MY" sz="800" dirty="0">
              <a:latin typeface="Bahnschrift" panose="020B0502040204020203" pitchFamily="34" charset="0"/>
            </a:endParaRPr>
          </a:p>
        </p:txBody>
      </p:sp>
      <p:pic>
        <p:nvPicPr>
          <p:cNvPr id="13" name="Picture 12">
            <a:extLst>
              <a:ext uri="{FF2B5EF4-FFF2-40B4-BE49-F238E27FC236}">
                <a16:creationId xmlns:a16="http://schemas.microsoft.com/office/drawing/2014/main" id="{3AB84D52-A6D3-019D-F256-95164480A45E}"/>
              </a:ext>
            </a:extLst>
          </p:cNvPr>
          <p:cNvPicPr>
            <a:picLocks noChangeAspect="1"/>
          </p:cNvPicPr>
          <p:nvPr/>
        </p:nvPicPr>
        <p:blipFill rotWithShape="1">
          <a:blip r:embed="rId3">
            <a:extLst>
              <a:ext uri="{28A0092B-C50C-407E-A947-70E740481C1C}">
                <a14:useLocalDpi xmlns:a14="http://schemas.microsoft.com/office/drawing/2010/main" val="0"/>
              </a:ext>
            </a:extLst>
          </a:blip>
          <a:srcRect l="29496" t="57017" r="40993" b="16720"/>
          <a:stretch/>
        </p:blipFill>
        <p:spPr>
          <a:xfrm>
            <a:off x="5802730" y="3260262"/>
            <a:ext cx="1561770" cy="1042416"/>
          </a:xfrm>
          <a:prstGeom prst="roundRect">
            <a:avLst>
              <a:gd name="adj" fmla="val 50000"/>
            </a:avLst>
          </a:prstGeom>
        </p:spPr>
      </p:pic>
      <p:pic>
        <p:nvPicPr>
          <p:cNvPr id="12" name="Picture 11">
            <a:extLst>
              <a:ext uri="{FF2B5EF4-FFF2-40B4-BE49-F238E27FC236}">
                <a16:creationId xmlns:a16="http://schemas.microsoft.com/office/drawing/2014/main" id="{278536A1-9D16-A6B8-B345-3936581AB784}"/>
              </a:ext>
            </a:extLst>
          </p:cNvPr>
          <p:cNvPicPr>
            <a:picLocks noChangeAspect="1"/>
          </p:cNvPicPr>
          <p:nvPr/>
        </p:nvPicPr>
        <p:blipFill rotWithShape="1">
          <a:blip r:embed="rId4">
            <a:extLst>
              <a:ext uri="{28A0092B-C50C-407E-A947-70E740481C1C}">
                <a14:useLocalDpi xmlns:a14="http://schemas.microsoft.com/office/drawing/2010/main" val="0"/>
              </a:ext>
            </a:extLst>
          </a:blip>
          <a:srcRect l="40574" r="21162"/>
          <a:stretch/>
        </p:blipFill>
        <p:spPr>
          <a:xfrm>
            <a:off x="5772656" y="1990943"/>
            <a:ext cx="1576715" cy="3090411"/>
          </a:xfrm>
          <a:prstGeom prst="roundRect">
            <a:avLst>
              <a:gd name="adj" fmla="val 50000"/>
            </a:avLst>
          </a:prstGeom>
        </p:spPr>
      </p:pic>
      <p:pic>
        <p:nvPicPr>
          <p:cNvPr id="5" name="Picture 4">
            <a:extLst>
              <a:ext uri="{FF2B5EF4-FFF2-40B4-BE49-F238E27FC236}">
                <a16:creationId xmlns:a16="http://schemas.microsoft.com/office/drawing/2014/main" id="{2A1E5AA0-6676-4BE1-B165-7644F654528E}"/>
              </a:ext>
            </a:extLst>
          </p:cNvPr>
          <p:cNvPicPr>
            <a:picLocks noChangeAspect="1"/>
          </p:cNvPicPr>
          <p:nvPr/>
        </p:nvPicPr>
        <p:blipFill>
          <a:blip r:embed="rId5">
            <a:extLst>
              <a:ext uri="{BEBA8EAE-BF5A-486C-A8C5-ECC9F3942E4B}">
                <a14:imgProps xmlns:a14="http://schemas.microsoft.com/office/drawing/2010/main">
                  <a14:imgLayer r:embed="rId6">
                    <a14:imgEffect>
                      <a14:artisticBlur/>
                    </a14:imgEffect>
                  </a14:imgLayer>
                </a14:imgProps>
              </a:ext>
              <a:ext uri="{28A0092B-C50C-407E-A947-70E740481C1C}">
                <a14:useLocalDpi xmlns:a14="http://schemas.microsoft.com/office/drawing/2010/main" val="0"/>
              </a:ext>
            </a:extLst>
          </a:blip>
          <a:srcRect/>
          <a:stretch/>
        </p:blipFill>
        <p:spPr>
          <a:xfrm>
            <a:off x="-2109726" y="-958782"/>
            <a:ext cx="14963735" cy="8420270"/>
          </a:xfrm>
          <a:prstGeom prst="roundRect">
            <a:avLst>
              <a:gd name="adj" fmla="val 50000"/>
            </a:avLst>
          </a:prstGeom>
        </p:spPr>
      </p:pic>
      <p:sp>
        <p:nvSpPr>
          <p:cNvPr id="27" name="TextBox 26">
            <a:extLst>
              <a:ext uri="{FF2B5EF4-FFF2-40B4-BE49-F238E27FC236}">
                <a16:creationId xmlns:a16="http://schemas.microsoft.com/office/drawing/2014/main" id="{3C7CF22E-6E14-443B-BE8E-B401DD30E60A}"/>
              </a:ext>
            </a:extLst>
          </p:cNvPr>
          <p:cNvSpPr txBox="1"/>
          <p:nvPr/>
        </p:nvSpPr>
        <p:spPr>
          <a:xfrm>
            <a:off x="766250" y="2444849"/>
            <a:ext cx="4424684" cy="830997"/>
          </a:xfrm>
          <a:prstGeom prst="rect">
            <a:avLst/>
          </a:prstGeom>
          <a:noFill/>
        </p:spPr>
        <p:txBody>
          <a:bodyPr wrap="square">
            <a:spAutoFit/>
          </a:bodyPr>
          <a:lstStyle/>
          <a:p>
            <a:r>
              <a:rPr kumimoji="0" lang="vi-VN" sz="4800" b="1" i="0" u="none" strike="noStrike" kern="1200" cap="none" spc="0" normalizeH="0" baseline="0" noProof="0" dirty="0">
                <a:ln>
                  <a:solidFill>
                    <a:schemeClr val="bg1"/>
                  </a:solidFill>
                </a:ln>
                <a:noFill/>
                <a:effectLst/>
                <a:uLnTx/>
                <a:uFillTx/>
                <a:latin typeface="Bahnschrift" panose="020B0502040204020203" pitchFamily="34" charset="0"/>
              </a:rPr>
              <a:t>LẬP </a:t>
            </a:r>
            <a:r>
              <a:rPr kumimoji="0" lang="vi-VN" sz="4400" b="1" i="0" u="none" strike="noStrike" kern="1200" cap="none" spc="0" normalizeH="0" baseline="0" noProof="0" dirty="0">
                <a:ln>
                  <a:solidFill>
                    <a:schemeClr val="bg1"/>
                  </a:solidFill>
                </a:ln>
                <a:noFill/>
                <a:effectLst/>
                <a:uLnTx/>
                <a:uFillTx/>
                <a:latin typeface="Bahnschrift" panose="020B0502040204020203" pitchFamily="34" charset="0"/>
              </a:rPr>
              <a:t>PHƯƠNG</a:t>
            </a:r>
            <a:r>
              <a:rPr kumimoji="0" lang="en-US" sz="4800" b="1" i="0" u="none" strike="noStrike" kern="1200" cap="none" spc="0" normalizeH="0" baseline="0" noProof="0" dirty="0">
                <a:ln>
                  <a:noFill/>
                </a:ln>
                <a:solidFill>
                  <a:schemeClr val="bg1"/>
                </a:solidFill>
                <a:effectLst/>
                <a:uLnTx/>
                <a:uFillTx/>
                <a:latin typeface="Bahnschrift" panose="020B0502040204020203" pitchFamily="34" charset="0"/>
              </a:rPr>
              <a:t> </a:t>
            </a:r>
            <a:endParaRPr lang="en-MY" sz="1100" dirty="0">
              <a:solidFill>
                <a:schemeClr val="bg1"/>
              </a:solidFill>
              <a:latin typeface="Bahnschrift" panose="020B0502040204020203" pitchFamily="34" charset="0"/>
            </a:endParaRPr>
          </a:p>
        </p:txBody>
      </p:sp>
      <p:sp>
        <p:nvSpPr>
          <p:cNvPr id="20" name="TextBox 19">
            <a:extLst>
              <a:ext uri="{FF2B5EF4-FFF2-40B4-BE49-F238E27FC236}">
                <a16:creationId xmlns:a16="http://schemas.microsoft.com/office/drawing/2014/main" id="{0233DA01-E9E4-0363-8991-69BC44DD9DB9}"/>
              </a:ext>
            </a:extLst>
          </p:cNvPr>
          <p:cNvSpPr txBox="1"/>
          <p:nvPr/>
        </p:nvSpPr>
        <p:spPr>
          <a:xfrm>
            <a:off x="766250" y="1698685"/>
            <a:ext cx="3564981" cy="769441"/>
          </a:xfrm>
          <a:prstGeom prst="rect">
            <a:avLst/>
          </a:prstGeom>
          <a:noFill/>
        </p:spPr>
        <p:txBody>
          <a:bodyPr wrap="square" rtlCol="0">
            <a:spAutoFit/>
          </a:bodyPr>
          <a:lstStyle/>
          <a:p>
            <a:r>
              <a:rPr lang="vi-VN" sz="4400" b="1" dirty="0">
                <a:solidFill>
                  <a:srgbClr val="FEFEFE"/>
                </a:solidFill>
                <a:latin typeface="Bahnschrift" panose="020B0502040204020203" pitchFamily="34" charset="0"/>
              </a:rPr>
              <a:t>ROBOT KHỐI  </a:t>
            </a:r>
            <a:endParaRPr lang="en-US" sz="4400" b="1" dirty="0">
              <a:solidFill>
                <a:srgbClr val="FEFEFE"/>
              </a:solidFill>
              <a:latin typeface="Bahnschrift" panose="020B0502040204020203" pitchFamily="34" charset="0"/>
            </a:endParaRPr>
          </a:p>
        </p:txBody>
      </p:sp>
      <p:sp>
        <p:nvSpPr>
          <p:cNvPr id="21" name="TextBox 20">
            <a:extLst>
              <a:ext uri="{FF2B5EF4-FFF2-40B4-BE49-F238E27FC236}">
                <a16:creationId xmlns:a16="http://schemas.microsoft.com/office/drawing/2014/main" id="{E74716A2-9E96-846D-D0D1-25793208F215}"/>
              </a:ext>
            </a:extLst>
          </p:cNvPr>
          <p:cNvSpPr txBox="1"/>
          <p:nvPr/>
        </p:nvSpPr>
        <p:spPr>
          <a:xfrm>
            <a:off x="766250" y="3252570"/>
            <a:ext cx="3944789" cy="769441"/>
          </a:xfrm>
          <a:prstGeom prst="rect">
            <a:avLst/>
          </a:prstGeom>
          <a:noFill/>
        </p:spPr>
        <p:txBody>
          <a:bodyPr wrap="square">
            <a:spAutoFit/>
          </a:bodyPr>
          <a:lstStyle/>
          <a:p>
            <a:r>
              <a:rPr kumimoji="0" lang="vi-VN" sz="4400" b="1" i="0" u="none" strike="noStrike" kern="1200" cap="none" spc="0" normalizeH="0" baseline="0" noProof="0" dirty="0">
                <a:ln>
                  <a:noFill/>
                </a:ln>
                <a:solidFill>
                  <a:srgbClr val="FEFEFE"/>
                </a:solidFill>
                <a:effectLst/>
                <a:uLnTx/>
                <a:uFillTx/>
                <a:latin typeface="Bahnschrift" panose="020B0502040204020203" pitchFamily="34" charset="0"/>
              </a:rPr>
              <a:t>TỰ CÂN BẰNG</a:t>
            </a:r>
            <a:endParaRPr lang="en-MY" sz="4400" dirty="0">
              <a:solidFill>
                <a:srgbClr val="FEFEFE"/>
              </a:solidFill>
              <a:latin typeface="Bahnschrift" panose="020B0502040204020203" pitchFamily="34" charset="0"/>
            </a:endParaRPr>
          </a:p>
        </p:txBody>
      </p:sp>
      <p:sp>
        <p:nvSpPr>
          <p:cNvPr id="54" name="TextBox 53">
            <a:extLst>
              <a:ext uri="{FF2B5EF4-FFF2-40B4-BE49-F238E27FC236}">
                <a16:creationId xmlns:a16="http://schemas.microsoft.com/office/drawing/2014/main" id="{66FC5631-4760-7F5F-F6DE-10B684F059BB}"/>
              </a:ext>
            </a:extLst>
          </p:cNvPr>
          <p:cNvSpPr txBox="1"/>
          <p:nvPr/>
        </p:nvSpPr>
        <p:spPr>
          <a:xfrm>
            <a:off x="766250" y="889088"/>
            <a:ext cx="4424684" cy="830997"/>
          </a:xfrm>
          <a:prstGeom prst="rect">
            <a:avLst/>
          </a:prstGeom>
          <a:noFill/>
        </p:spPr>
        <p:txBody>
          <a:bodyPr wrap="square">
            <a:spAutoFit/>
          </a:bodyPr>
          <a:lstStyle/>
          <a:p>
            <a:r>
              <a:rPr kumimoji="0" lang="vi-VN" sz="4800" b="1" i="0" u="none" strike="noStrike" kern="1200" cap="none" spc="0" normalizeH="0" baseline="0" noProof="0" dirty="0">
                <a:ln>
                  <a:solidFill>
                    <a:schemeClr val="bg1"/>
                  </a:solidFill>
                </a:ln>
                <a:noFill/>
                <a:effectLst/>
                <a:uLnTx/>
                <a:uFillTx/>
                <a:latin typeface="Bahnschrift" panose="020B0502040204020203" pitchFamily="34" charset="0"/>
              </a:rPr>
              <a:t>ĐỀ TÀI:</a:t>
            </a:r>
            <a:endParaRPr lang="en-MY" sz="1100" dirty="0">
              <a:solidFill>
                <a:schemeClr val="bg1"/>
              </a:solidFill>
              <a:latin typeface="Bahnschrift" panose="020B0502040204020203" pitchFamily="34" charset="0"/>
            </a:endParaRPr>
          </a:p>
        </p:txBody>
      </p:sp>
      <p:sp>
        <p:nvSpPr>
          <p:cNvPr id="55" name="Oval 54">
            <a:extLst>
              <a:ext uri="{FF2B5EF4-FFF2-40B4-BE49-F238E27FC236}">
                <a16:creationId xmlns:a16="http://schemas.microsoft.com/office/drawing/2014/main" id="{DA1F30F8-3E0B-FB94-41F7-B4FD26727A53}"/>
              </a:ext>
            </a:extLst>
          </p:cNvPr>
          <p:cNvSpPr/>
          <p:nvPr/>
        </p:nvSpPr>
        <p:spPr>
          <a:xfrm>
            <a:off x="4848294" y="-4221130"/>
            <a:ext cx="14687411" cy="15471777"/>
          </a:xfrm>
          <a:prstGeom prst="ellipse">
            <a:avLst/>
          </a:prstGeom>
          <a:solidFill>
            <a:schemeClr val="tx1">
              <a:lumMod val="85000"/>
              <a:lumOff val="1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pic>
        <p:nvPicPr>
          <p:cNvPr id="56" name="Picture 55">
            <a:extLst>
              <a:ext uri="{FF2B5EF4-FFF2-40B4-BE49-F238E27FC236}">
                <a16:creationId xmlns:a16="http://schemas.microsoft.com/office/drawing/2014/main" id="{E97028C6-BEE0-494F-A7FB-F6CD176F6B16}"/>
              </a:ext>
            </a:extLst>
          </p:cNvPr>
          <p:cNvPicPr>
            <a:picLocks noChangeAspect="1"/>
          </p:cNvPicPr>
          <p:nvPr/>
        </p:nvPicPr>
        <p:blipFill>
          <a:blip r:embed="rId7">
            <a:duotone>
              <a:prstClr val="black"/>
              <a:srgbClr val="7030A0">
                <a:tint val="45000"/>
                <a:satMod val="400000"/>
              </a:srgbClr>
            </a:duotone>
          </a:blip>
          <a:stretch>
            <a:fillRect/>
          </a:stretch>
        </p:blipFill>
        <p:spPr>
          <a:xfrm>
            <a:off x="5055282" y="3251353"/>
            <a:ext cx="452118" cy="801484"/>
          </a:xfrm>
          <a:prstGeom prst="rect">
            <a:avLst/>
          </a:prstGeom>
          <a:noFill/>
        </p:spPr>
      </p:pic>
      <p:sp>
        <p:nvSpPr>
          <p:cNvPr id="31" name="TextBox 30">
            <a:extLst>
              <a:ext uri="{FF2B5EF4-FFF2-40B4-BE49-F238E27FC236}">
                <a16:creationId xmlns:a16="http://schemas.microsoft.com/office/drawing/2014/main" id="{F97FAB05-85CF-428B-849F-BAFC66B5D40A}"/>
              </a:ext>
            </a:extLst>
          </p:cNvPr>
          <p:cNvSpPr txBox="1"/>
          <p:nvPr/>
        </p:nvSpPr>
        <p:spPr>
          <a:xfrm>
            <a:off x="766250" y="4241111"/>
            <a:ext cx="2365274" cy="461665"/>
          </a:xfrm>
          <a:prstGeom prst="rect">
            <a:avLst/>
          </a:prstGeom>
          <a:noFill/>
        </p:spPr>
        <p:txBody>
          <a:bodyPr wrap="square" rtlCol="0">
            <a:spAutoFit/>
          </a:bodyPr>
          <a:lstStyle/>
          <a:p>
            <a:r>
              <a:rPr lang="en-MY" sz="2400" b="1" dirty="0">
                <a:solidFill>
                  <a:srgbClr val="060F16"/>
                </a:solidFill>
                <a:latin typeface="Century Gothic" panose="020B0502020202020204" pitchFamily="34" charset="0"/>
              </a:rPr>
              <a:t>WELCOME</a:t>
            </a:r>
          </a:p>
        </p:txBody>
      </p:sp>
      <p:pic>
        <p:nvPicPr>
          <p:cNvPr id="38" name="Picture 37">
            <a:extLst>
              <a:ext uri="{FF2B5EF4-FFF2-40B4-BE49-F238E27FC236}">
                <a16:creationId xmlns:a16="http://schemas.microsoft.com/office/drawing/2014/main" id="{6E1A42A3-E3CA-4557-8FAF-9EBA48619630}"/>
              </a:ext>
            </a:extLst>
          </p:cNvPr>
          <p:cNvPicPr>
            <a:picLocks noChangeAspect="1"/>
          </p:cNvPicPr>
          <p:nvPr/>
        </p:nvPicPr>
        <p:blipFill rotWithShape="1">
          <a:blip r:embed="rId8">
            <a:extLst>
              <a:ext uri="{28A0092B-C50C-407E-A947-70E740481C1C}">
                <a14:useLocalDpi xmlns:a14="http://schemas.microsoft.com/office/drawing/2010/main" val="0"/>
              </a:ext>
            </a:extLst>
          </a:blip>
          <a:srcRect l="70858" t="13626" r="369" b="11179"/>
          <a:stretch/>
        </p:blipFill>
        <p:spPr>
          <a:xfrm>
            <a:off x="5780880" y="2017462"/>
            <a:ext cx="1576715" cy="3090411"/>
          </a:xfrm>
          <a:prstGeom prst="roundRect">
            <a:avLst>
              <a:gd name="adj" fmla="val 50000"/>
            </a:avLst>
          </a:prstGeom>
        </p:spPr>
      </p:pic>
      <p:pic>
        <p:nvPicPr>
          <p:cNvPr id="23" name="Picture 22">
            <a:extLst>
              <a:ext uri="{FF2B5EF4-FFF2-40B4-BE49-F238E27FC236}">
                <a16:creationId xmlns:a16="http://schemas.microsoft.com/office/drawing/2014/main" id="{D131EC4A-C30A-4127-B9D2-B781D849E55C}"/>
              </a:ext>
            </a:extLst>
          </p:cNvPr>
          <p:cNvPicPr>
            <a:picLocks noChangeAspect="1"/>
          </p:cNvPicPr>
          <p:nvPr/>
        </p:nvPicPr>
        <p:blipFill rotWithShape="1">
          <a:blip r:embed="rId3">
            <a:extLst>
              <a:ext uri="{28A0092B-C50C-407E-A947-70E740481C1C}">
                <a14:useLocalDpi xmlns:a14="http://schemas.microsoft.com/office/drawing/2010/main" val="0"/>
              </a:ext>
            </a:extLst>
          </a:blip>
          <a:srcRect l="26019" r="35717"/>
          <a:stretch/>
        </p:blipFill>
        <p:spPr>
          <a:xfrm>
            <a:off x="10411940" y="2017462"/>
            <a:ext cx="1576715" cy="3090411"/>
          </a:xfrm>
          <a:prstGeom prst="roundRect">
            <a:avLst>
              <a:gd name="adj" fmla="val 50000"/>
            </a:avLst>
          </a:prstGeom>
        </p:spPr>
      </p:pic>
      <p:pic>
        <p:nvPicPr>
          <p:cNvPr id="18" name="Picture 17">
            <a:extLst>
              <a:ext uri="{FF2B5EF4-FFF2-40B4-BE49-F238E27FC236}">
                <a16:creationId xmlns:a16="http://schemas.microsoft.com/office/drawing/2014/main" id="{0272CDB8-FF82-4C46-A52F-04D290D864AE}"/>
              </a:ext>
            </a:extLst>
          </p:cNvPr>
          <p:cNvPicPr>
            <a:picLocks noChangeAspect="1"/>
          </p:cNvPicPr>
          <p:nvPr/>
        </p:nvPicPr>
        <p:blipFill rotWithShape="1">
          <a:blip r:embed="rId4">
            <a:extLst>
              <a:ext uri="{28A0092B-C50C-407E-A947-70E740481C1C}">
                <a14:useLocalDpi xmlns:a14="http://schemas.microsoft.com/office/drawing/2010/main" val="0"/>
              </a:ext>
            </a:extLst>
          </a:blip>
          <a:srcRect l="40574" r="21162"/>
          <a:stretch/>
        </p:blipFill>
        <p:spPr>
          <a:xfrm>
            <a:off x="8068981" y="2017462"/>
            <a:ext cx="1576715" cy="3090411"/>
          </a:xfrm>
          <a:prstGeom prst="roundRect">
            <a:avLst>
              <a:gd name="adj" fmla="val 50000"/>
            </a:avLst>
          </a:prstGeom>
        </p:spPr>
      </p:pic>
      <p:grpSp>
        <p:nvGrpSpPr>
          <p:cNvPr id="39" name="Group 38">
            <a:extLst>
              <a:ext uri="{FF2B5EF4-FFF2-40B4-BE49-F238E27FC236}">
                <a16:creationId xmlns:a16="http://schemas.microsoft.com/office/drawing/2014/main" id="{A35B98E6-AAE7-4119-B0B4-D9B54A590EE0}"/>
              </a:ext>
            </a:extLst>
          </p:cNvPr>
          <p:cNvGrpSpPr/>
          <p:nvPr/>
        </p:nvGrpSpPr>
        <p:grpSpPr>
          <a:xfrm rot="14757566">
            <a:off x="-6629162" y="3425843"/>
            <a:ext cx="8211469" cy="7641093"/>
            <a:chOff x="-7359647" y="3481383"/>
            <a:chExt cx="8211469" cy="7641093"/>
          </a:xfrm>
          <a:solidFill>
            <a:schemeClr val="bg1"/>
          </a:solidFill>
        </p:grpSpPr>
        <p:sp>
          <p:nvSpPr>
            <p:cNvPr id="41" name="Freeform: Shape 40">
              <a:extLst>
                <a:ext uri="{FF2B5EF4-FFF2-40B4-BE49-F238E27FC236}">
                  <a16:creationId xmlns:a16="http://schemas.microsoft.com/office/drawing/2014/main" id="{18582D4E-C601-475F-BD22-603D7BEBD33E}"/>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42" name="Freeform: Shape 41">
              <a:extLst>
                <a:ext uri="{FF2B5EF4-FFF2-40B4-BE49-F238E27FC236}">
                  <a16:creationId xmlns:a16="http://schemas.microsoft.com/office/drawing/2014/main" id="{419547D5-BAE5-4EB5-8BCA-89F65EACAF6E}"/>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grpSp>
        <p:nvGrpSpPr>
          <p:cNvPr id="40" name="Group 39">
            <a:extLst>
              <a:ext uri="{FF2B5EF4-FFF2-40B4-BE49-F238E27FC236}">
                <a16:creationId xmlns:a16="http://schemas.microsoft.com/office/drawing/2014/main" id="{BF678BD9-FFB5-4EB3-B165-3ED55E67136D}"/>
              </a:ext>
            </a:extLst>
          </p:cNvPr>
          <p:cNvGrpSpPr/>
          <p:nvPr/>
        </p:nvGrpSpPr>
        <p:grpSpPr>
          <a:xfrm rot="14757566">
            <a:off x="8230662" y="-8288437"/>
            <a:ext cx="8211469" cy="7641093"/>
            <a:chOff x="-7359647" y="3481383"/>
            <a:chExt cx="8211469" cy="7641093"/>
          </a:xfrm>
        </p:grpSpPr>
        <p:sp>
          <p:nvSpPr>
            <p:cNvPr id="43" name="Freeform: Shape 42">
              <a:extLst>
                <a:ext uri="{FF2B5EF4-FFF2-40B4-BE49-F238E27FC236}">
                  <a16:creationId xmlns:a16="http://schemas.microsoft.com/office/drawing/2014/main" id="{37689ACE-1133-4F15-AC23-27FDC89E68CF}"/>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2">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44" name="Freeform: Shape 43">
              <a:extLst>
                <a:ext uri="{FF2B5EF4-FFF2-40B4-BE49-F238E27FC236}">
                  <a16:creationId xmlns:a16="http://schemas.microsoft.com/office/drawing/2014/main" id="{6575DA55-C2D9-4889-A2EF-D11388D571F3}"/>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2">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8" name="TextBox 7">
            <a:extLst>
              <a:ext uri="{FF2B5EF4-FFF2-40B4-BE49-F238E27FC236}">
                <a16:creationId xmlns:a16="http://schemas.microsoft.com/office/drawing/2014/main" id="{AB4439BA-0CB5-6D00-FCFE-2DB64DBC116D}"/>
              </a:ext>
            </a:extLst>
          </p:cNvPr>
          <p:cNvSpPr txBox="1"/>
          <p:nvPr/>
        </p:nvSpPr>
        <p:spPr>
          <a:xfrm>
            <a:off x="-11253" y="267286"/>
            <a:ext cx="1755937" cy="369332"/>
          </a:xfrm>
          <a:prstGeom prst="rect">
            <a:avLst/>
          </a:prstGeom>
          <a:noFill/>
        </p:spPr>
        <p:txBody>
          <a:bodyPr wrap="square">
            <a:spAutoFit/>
          </a:bodyPr>
          <a:lstStyle/>
          <a:p>
            <a:r>
              <a:rPr kumimoji="0" lang="vi-VN" b="1" i="0" u="none" strike="noStrike" kern="1200" cap="none" spc="0" normalizeH="0" baseline="0" noProof="0" dirty="0">
                <a:ln>
                  <a:noFill/>
                </a:ln>
                <a:solidFill>
                  <a:srgbClr val="FEFEFE"/>
                </a:solidFill>
                <a:effectLst/>
                <a:uLnTx/>
                <a:uFillTx/>
                <a:latin typeface="Bahnschrift" panose="020B0502040204020203" pitchFamily="34" charset="0"/>
              </a:rPr>
              <a:t>- Nhóm 4 -</a:t>
            </a:r>
            <a:endParaRPr lang="en-MY" dirty="0">
              <a:solidFill>
                <a:srgbClr val="FEFEFE"/>
              </a:solidFill>
              <a:latin typeface="Bahnschrift" panose="020B0502040204020203" pitchFamily="34" charset="0"/>
            </a:endParaRPr>
          </a:p>
        </p:txBody>
      </p:sp>
      <p:sp>
        <p:nvSpPr>
          <p:cNvPr id="9" name="TextBox 8">
            <a:extLst>
              <a:ext uri="{FF2B5EF4-FFF2-40B4-BE49-F238E27FC236}">
                <a16:creationId xmlns:a16="http://schemas.microsoft.com/office/drawing/2014/main" id="{FD483CAA-1614-B03C-C8BF-BEC4AF5E528E}"/>
              </a:ext>
            </a:extLst>
          </p:cNvPr>
          <p:cNvSpPr txBox="1"/>
          <p:nvPr/>
        </p:nvSpPr>
        <p:spPr>
          <a:xfrm>
            <a:off x="1328598" y="267286"/>
            <a:ext cx="1627880" cy="369332"/>
          </a:xfrm>
          <a:prstGeom prst="rect">
            <a:avLst/>
          </a:prstGeom>
          <a:noFill/>
        </p:spPr>
        <p:txBody>
          <a:bodyPr wrap="square">
            <a:spAutoFit/>
          </a:bodyPr>
          <a:lstStyle/>
          <a:p>
            <a:r>
              <a:rPr kumimoji="0" lang="vi-VN" b="1" i="0" u="none" strike="noStrike" kern="1200" cap="none" spc="0" normalizeH="0" baseline="0" noProof="0" dirty="0">
                <a:ln>
                  <a:noFill/>
                </a:ln>
                <a:solidFill>
                  <a:srgbClr val="FEFEFE"/>
                </a:solidFill>
                <a:effectLst/>
                <a:uLnTx/>
                <a:uFillTx/>
                <a:latin typeface="Bahnschrift" panose="020B0502040204020203" pitchFamily="34" charset="0"/>
              </a:rPr>
              <a:t>Các cơ cấu  </a:t>
            </a:r>
            <a:endParaRPr lang="en-MY" b="1" dirty="0">
              <a:solidFill>
                <a:srgbClr val="FEFEFE"/>
              </a:solidFill>
              <a:latin typeface="Bahnschrift" panose="020B0502040204020203" pitchFamily="34" charset="0"/>
            </a:endParaRPr>
          </a:p>
        </p:txBody>
      </p:sp>
      <p:sp>
        <p:nvSpPr>
          <p:cNvPr id="10" name="TextBox 9">
            <a:extLst>
              <a:ext uri="{FF2B5EF4-FFF2-40B4-BE49-F238E27FC236}">
                <a16:creationId xmlns:a16="http://schemas.microsoft.com/office/drawing/2014/main" id="{DA44384F-42EF-B16B-9138-509BF83B4844}"/>
              </a:ext>
            </a:extLst>
          </p:cNvPr>
          <p:cNvSpPr txBox="1"/>
          <p:nvPr/>
        </p:nvSpPr>
        <p:spPr>
          <a:xfrm>
            <a:off x="2492131" y="267286"/>
            <a:ext cx="1498877" cy="369332"/>
          </a:xfrm>
          <a:prstGeom prst="rect">
            <a:avLst/>
          </a:prstGeom>
          <a:noFill/>
        </p:spPr>
        <p:txBody>
          <a:bodyPr wrap="square">
            <a:spAutoFit/>
          </a:bodyPr>
          <a:lstStyle/>
          <a:p>
            <a:r>
              <a:rPr lang="vi-VN" b="1" dirty="0">
                <a:solidFill>
                  <a:srgbClr val="FEFEFE"/>
                </a:solidFill>
                <a:latin typeface="Bahnschrift" panose="020B0502040204020203" pitchFamily="34" charset="0"/>
              </a:rPr>
              <a:t>c</a:t>
            </a:r>
            <a:r>
              <a:rPr kumimoji="0" lang="vi-VN" b="1" i="0" u="none" strike="noStrike" kern="1200" cap="none" spc="0" normalizeH="0" baseline="0" noProof="0" dirty="0">
                <a:ln>
                  <a:noFill/>
                </a:ln>
                <a:solidFill>
                  <a:srgbClr val="FEFEFE"/>
                </a:solidFill>
                <a:effectLst/>
                <a:uLnTx/>
                <a:uFillTx/>
                <a:latin typeface="Bahnschrift" panose="020B0502040204020203" pitchFamily="34" charset="0"/>
              </a:rPr>
              <a:t>hấp hành </a:t>
            </a:r>
            <a:r>
              <a:rPr kumimoji="0" lang="en-US" b="1" i="0" u="none" strike="noStrike" kern="1200" cap="none" spc="0" normalizeH="0" baseline="0" noProof="0" dirty="0">
                <a:ln>
                  <a:noFill/>
                </a:ln>
                <a:solidFill>
                  <a:srgbClr val="FEFEFE"/>
                </a:solidFill>
                <a:effectLst/>
                <a:uLnTx/>
                <a:uFillTx/>
                <a:latin typeface="Bahnschrift" panose="020B0502040204020203" pitchFamily="34" charset="0"/>
              </a:rPr>
              <a:t> </a:t>
            </a:r>
            <a:endParaRPr lang="en-MY" b="1" dirty="0">
              <a:solidFill>
                <a:srgbClr val="FEFEFE"/>
              </a:solidFill>
              <a:latin typeface="Bahnschrift" panose="020B0502040204020203" pitchFamily="34" charset="0"/>
            </a:endParaRPr>
          </a:p>
        </p:txBody>
      </p:sp>
      <p:sp>
        <p:nvSpPr>
          <p:cNvPr id="11" name="TextBox 10">
            <a:extLst>
              <a:ext uri="{FF2B5EF4-FFF2-40B4-BE49-F238E27FC236}">
                <a16:creationId xmlns:a16="http://schemas.microsoft.com/office/drawing/2014/main" id="{A75CC6D2-21C3-55EE-9198-D7A61B3DAA52}"/>
              </a:ext>
            </a:extLst>
          </p:cNvPr>
          <p:cNvSpPr txBox="1"/>
          <p:nvPr/>
        </p:nvSpPr>
        <p:spPr>
          <a:xfrm>
            <a:off x="3608503" y="267286"/>
            <a:ext cx="1913447" cy="369332"/>
          </a:xfrm>
          <a:prstGeom prst="rect">
            <a:avLst/>
          </a:prstGeom>
          <a:noFill/>
        </p:spPr>
        <p:txBody>
          <a:bodyPr wrap="square">
            <a:spAutoFit/>
          </a:bodyPr>
          <a:lstStyle/>
          <a:p>
            <a:r>
              <a:rPr lang="vi-VN" b="1" dirty="0">
                <a:solidFill>
                  <a:srgbClr val="FEFEFE"/>
                </a:solidFill>
                <a:latin typeface="Bahnschrift" panose="020B0502040204020203" pitchFamily="34" charset="0"/>
              </a:rPr>
              <a:t>t</a:t>
            </a:r>
            <a:r>
              <a:rPr kumimoji="0" lang="vi-VN" b="1" i="0" u="none" strike="noStrike" kern="1200" cap="none" spc="0" normalizeH="0" baseline="0" noProof="0" dirty="0">
                <a:ln>
                  <a:noFill/>
                </a:ln>
                <a:solidFill>
                  <a:srgbClr val="FEFEFE"/>
                </a:solidFill>
                <a:effectLst/>
                <a:uLnTx/>
                <a:uFillTx/>
                <a:latin typeface="Bahnschrift" panose="020B0502040204020203" pitchFamily="34" charset="0"/>
              </a:rPr>
              <a:t>rong Robot   -</a:t>
            </a:r>
            <a:endParaRPr lang="en-MY" b="1" dirty="0">
              <a:solidFill>
                <a:srgbClr val="FEFEFE"/>
              </a:solidFill>
              <a:latin typeface="Bahnschrift" panose="020B0502040204020203" pitchFamily="34" charset="0"/>
            </a:endParaRPr>
          </a:p>
        </p:txBody>
      </p:sp>
      <p:sp>
        <p:nvSpPr>
          <p:cNvPr id="57" name="TextBox 56">
            <a:extLst>
              <a:ext uri="{FF2B5EF4-FFF2-40B4-BE49-F238E27FC236}">
                <a16:creationId xmlns:a16="http://schemas.microsoft.com/office/drawing/2014/main" id="{D3B97741-197B-1747-667E-F59B0085DFEC}"/>
              </a:ext>
            </a:extLst>
          </p:cNvPr>
          <p:cNvSpPr txBox="1"/>
          <p:nvPr/>
        </p:nvSpPr>
        <p:spPr>
          <a:xfrm>
            <a:off x="-10928230" y="1421913"/>
            <a:ext cx="5492497" cy="1323439"/>
          </a:xfrm>
          <a:prstGeom prst="rect">
            <a:avLst/>
          </a:prstGeom>
          <a:noFill/>
        </p:spPr>
        <p:txBody>
          <a:bodyPr wrap="square" rtlCol="0">
            <a:spAutoFit/>
          </a:bodyPr>
          <a:lstStyle/>
          <a:p>
            <a:r>
              <a:rPr lang="vi-VN" sz="8000" b="1" dirty="0">
                <a:solidFill>
                  <a:schemeClr val="bg1"/>
                </a:solidFill>
                <a:latin typeface="Bahnschrift" panose="020B0502040204020203" pitchFamily="34" charset="0"/>
              </a:rPr>
              <a:t>NỘI DUNG </a:t>
            </a:r>
            <a:endParaRPr lang="en-US" sz="8800" b="1" dirty="0">
              <a:solidFill>
                <a:schemeClr val="bg1"/>
              </a:solidFill>
              <a:latin typeface="Bahnschrift" panose="020B0502040204020203" pitchFamily="34" charset="0"/>
            </a:endParaRPr>
          </a:p>
        </p:txBody>
      </p:sp>
      <p:sp>
        <p:nvSpPr>
          <p:cNvPr id="58" name="TextBox 57">
            <a:extLst>
              <a:ext uri="{FF2B5EF4-FFF2-40B4-BE49-F238E27FC236}">
                <a16:creationId xmlns:a16="http://schemas.microsoft.com/office/drawing/2014/main" id="{BC56BFE0-C479-268E-7F4D-45114B7715C8}"/>
              </a:ext>
            </a:extLst>
          </p:cNvPr>
          <p:cNvSpPr txBox="1"/>
          <p:nvPr/>
        </p:nvSpPr>
        <p:spPr>
          <a:xfrm>
            <a:off x="-7666860" y="2697951"/>
            <a:ext cx="4334349" cy="1323439"/>
          </a:xfrm>
          <a:prstGeom prst="rect">
            <a:avLst/>
          </a:prstGeom>
          <a:noFill/>
        </p:spPr>
        <p:txBody>
          <a:bodyPr wrap="square">
            <a:spAutoFit/>
          </a:bodyPr>
          <a:lstStyle/>
          <a:p>
            <a:r>
              <a:rPr kumimoji="0" lang="vi-VN" sz="8000" b="1" i="0" u="none" strike="noStrike" kern="1200" cap="none" spc="0" normalizeH="0" baseline="0" noProof="0" dirty="0">
                <a:ln>
                  <a:solidFill>
                    <a:schemeClr val="bg1"/>
                  </a:solidFill>
                </a:ln>
                <a:noFill/>
                <a:effectLst/>
                <a:uLnTx/>
                <a:uFillTx/>
                <a:latin typeface="Bahnschrift" panose="020B0502040204020203" pitchFamily="34" charset="0"/>
              </a:rPr>
              <a:t>THUYẾT  </a:t>
            </a:r>
            <a:endParaRPr lang="en-MY" sz="8000" dirty="0">
              <a:solidFill>
                <a:schemeClr val="bg1"/>
              </a:solidFill>
              <a:latin typeface="Bahnschrift" panose="020B0502040204020203" pitchFamily="34" charset="0"/>
            </a:endParaRPr>
          </a:p>
        </p:txBody>
      </p:sp>
      <p:sp>
        <p:nvSpPr>
          <p:cNvPr id="59" name="TextBox 58">
            <a:extLst>
              <a:ext uri="{FF2B5EF4-FFF2-40B4-BE49-F238E27FC236}">
                <a16:creationId xmlns:a16="http://schemas.microsoft.com/office/drawing/2014/main" id="{CEC628F5-D9BB-A0D2-3C62-0B46B8D32A1D}"/>
              </a:ext>
            </a:extLst>
          </p:cNvPr>
          <p:cNvSpPr txBox="1"/>
          <p:nvPr/>
        </p:nvSpPr>
        <p:spPr>
          <a:xfrm>
            <a:off x="-5284869" y="4045092"/>
            <a:ext cx="4334349" cy="1569660"/>
          </a:xfrm>
          <a:prstGeom prst="rect">
            <a:avLst/>
          </a:prstGeom>
          <a:noFill/>
        </p:spPr>
        <p:txBody>
          <a:bodyPr wrap="square">
            <a:spAutoFit/>
          </a:bodyPr>
          <a:lstStyle/>
          <a:p>
            <a:r>
              <a:rPr kumimoji="0" lang="vi-VN" sz="8000" b="1" i="0" u="none" strike="noStrike" kern="1200" cap="none" spc="0" normalizeH="0" baseline="0" noProof="0" dirty="0">
                <a:ln>
                  <a:solidFill>
                    <a:schemeClr val="bg1"/>
                  </a:solidFill>
                </a:ln>
                <a:noFill/>
                <a:effectLst/>
                <a:uLnTx/>
                <a:uFillTx/>
                <a:latin typeface="Bahnschrift" panose="020B0502040204020203" pitchFamily="34" charset="0"/>
              </a:rPr>
              <a:t>TRÌNH</a:t>
            </a:r>
            <a:r>
              <a:rPr kumimoji="0" lang="vi-VN" sz="9600" b="1" i="0" u="none" strike="noStrike" kern="1200" cap="none" spc="0" normalizeH="0" baseline="0" noProof="0" dirty="0">
                <a:ln>
                  <a:solidFill>
                    <a:schemeClr val="bg1"/>
                  </a:solidFill>
                </a:ln>
                <a:noFill/>
                <a:effectLst/>
                <a:uLnTx/>
                <a:uFillTx/>
                <a:latin typeface="Bahnschrift" panose="020B0502040204020203" pitchFamily="34" charset="0"/>
              </a:rPr>
              <a:t> </a:t>
            </a:r>
            <a:endParaRPr lang="en-MY" sz="2800" dirty="0">
              <a:solidFill>
                <a:schemeClr val="bg1"/>
              </a:solidFill>
              <a:latin typeface="Bahnschrift" panose="020B0502040204020203" pitchFamily="34" charset="0"/>
            </a:endParaRPr>
          </a:p>
        </p:txBody>
      </p:sp>
    </p:spTree>
    <p:extLst>
      <p:ext uri="{BB962C8B-B14F-4D97-AF65-F5344CB8AC3E}">
        <p14:creationId xmlns:p14="http://schemas.microsoft.com/office/powerpoint/2010/main" val="16201850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Box 104">
            <a:extLst>
              <a:ext uri="{FF2B5EF4-FFF2-40B4-BE49-F238E27FC236}">
                <a16:creationId xmlns:a16="http://schemas.microsoft.com/office/drawing/2014/main" id="{4A59FB14-58AE-CBF5-1CB6-D67975622E94}"/>
              </a:ext>
            </a:extLst>
          </p:cNvPr>
          <p:cNvSpPr txBox="1"/>
          <p:nvPr/>
        </p:nvSpPr>
        <p:spPr>
          <a:xfrm>
            <a:off x="14327141" y="2625175"/>
            <a:ext cx="4225028" cy="830997"/>
          </a:xfrm>
          <a:prstGeom prst="rect">
            <a:avLst/>
          </a:prstGeom>
          <a:noFill/>
        </p:spPr>
        <p:txBody>
          <a:bodyPr wrap="square">
            <a:spAutoFit/>
          </a:bodyPr>
          <a:lstStyle/>
          <a:p>
            <a:r>
              <a:rPr kumimoji="0" lang="vi-VN" sz="4800" b="1" i="0" u="none" strike="noStrike" kern="1200" cap="none" spc="0" normalizeH="0" baseline="0" noProof="0" dirty="0">
                <a:ln>
                  <a:solidFill>
                    <a:schemeClr val="bg1"/>
                  </a:solidFill>
                </a:ln>
                <a:noFill/>
                <a:effectLst/>
                <a:uLnTx/>
                <a:uFillTx/>
                <a:latin typeface="Bahnschrift" panose="020B0502040204020203" pitchFamily="34" charset="0"/>
              </a:rPr>
              <a:t>LẬP </a:t>
            </a:r>
            <a:r>
              <a:rPr kumimoji="0" lang="vi-VN" sz="4400" b="1" i="0" u="none" strike="noStrike" kern="1200" cap="none" spc="0" normalizeH="0" baseline="0" noProof="0" dirty="0">
                <a:ln>
                  <a:solidFill>
                    <a:schemeClr val="bg1"/>
                  </a:solidFill>
                </a:ln>
                <a:noFill/>
                <a:effectLst/>
                <a:uLnTx/>
                <a:uFillTx/>
                <a:latin typeface="Bahnschrift" panose="020B0502040204020203" pitchFamily="34" charset="0"/>
              </a:rPr>
              <a:t>PHƯƠNG</a:t>
            </a:r>
            <a:r>
              <a:rPr kumimoji="0" lang="en-US" sz="4800" b="1" i="0" u="none" strike="noStrike" kern="1200" cap="none" spc="0" normalizeH="0" baseline="0" noProof="0" dirty="0">
                <a:ln>
                  <a:noFill/>
                </a:ln>
                <a:solidFill>
                  <a:schemeClr val="bg1"/>
                </a:solidFill>
                <a:effectLst/>
                <a:uLnTx/>
                <a:uFillTx/>
                <a:latin typeface="Bahnschrift" panose="020B0502040204020203" pitchFamily="34" charset="0"/>
              </a:rPr>
              <a:t> </a:t>
            </a:r>
            <a:endParaRPr lang="en-MY" sz="1100" dirty="0">
              <a:solidFill>
                <a:schemeClr val="bg1"/>
              </a:solidFill>
              <a:latin typeface="Bahnschrift" panose="020B0502040204020203" pitchFamily="34" charset="0"/>
            </a:endParaRPr>
          </a:p>
        </p:txBody>
      </p:sp>
      <p:sp>
        <p:nvSpPr>
          <p:cNvPr id="106" name="TextBox 105">
            <a:extLst>
              <a:ext uri="{FF2B5EF4-FFF2-40B4-BE49-F238E27FC236}">
                <a16:creationId xmlns:a16="http://schemas.microsoft.com/office/drawing/2014/main" id="{CF936396-4365-E8D8-327C-757E34B57319}"/>
              </a:ext>
            </a:extLst>
          </p:cNvPr>
          <p:cNvSpPr txBox="1"/>
          <p:nvPr/>
        </p:nvSpPr>
        <p:spPr>
          <a:xfrm>
            <a:off x="14327141" y="1879011"/>
            <a:ext cx="3404117" cy="769441"/>
          </a:xfrm>
          <a:prstGeom prst="rect">
            <a:avLst/>
          </a:prstGeom>
          <a:noFill/>
        </p:spPr>
        <p:txBody>
          <a:bodyPr wrap="square" rtlCol="0">
            <a:spAutoFit/>
          </a:bodyPr>
          <a:lstStyle/>
          <a:p>
            <a:r>
              <a:rPr lang="vi-VN" sz="4400" b="1" dirty="0">
                <a:solidFill>
                  <a:srgbClr val="FEFEFE"/>
                </a:solidFill>
                <a:latin typeface="Bahnschrift" panose="020B0502040204020203" pitchFamily="34" charset="0"/>
              </a:rPr>
              <a:t>ROBOT KHỐI  </a:t>
            </a:r>
            <a:endParaRPr lang="en-US" sz="4400" b="1" dirty="0">
              <a:solidFill>
                <a:srgbClr val="FEFEFE"/>
              </a:solidFill>
              <a:latin typeface="Bahnschrift" panose="020B0502040204020203" pitchFamily="34" charset="0"/>
            </a:endParaRPr>
          </a:p>
        </p:txBody>
      </p:sp>
      <p:sp>
        <p:nvSpPr>
          <p:cNvPr id="107" name="TextBox 106">
            <a:extLst>
              <a:ext uri="{FF2B5EF4-FFF2-40B4-BE49-F238E27FC236}">
                <a16:creationId xmlns:a16="http://schemas.microsoft.com/office/drawing/2014/main" id="{823B7FAB-AE39-5683-FA4B-F1AB0DF4CAB2}"/>
              </a:ext>
            </a:extLst>
          </p:cNvPr>
          <p:cNvSpPr txBox="1"/>
          <p:nvPr/>
        </p:nvSpPr>
        <p:spPr>
          <a:xfrm>
            <a:off x="14327141" y="3432896"/>
            <a:ext cx="3766787" cy="769441"/>
          </a:xfrm>
          <a:prstGeom prst="rect">
            <a:avLst/>
          </a:prstGeom>
          <a:noFill/>
        </p:spPr>
        <p:txBody>
          <a:bodyPr wrap="square">
            <a:spAutoFit/>
          </a:bodyPr>
          <a:lstStyle/>
          <a:p>
            <a:r>
              <a:rPr kumimoji="0" lang="vi-VN" sz="4400" b="1" i="0" u="none" strike="noStrike" kern="1200" cap="none" spc="0" normalizeH="0" baseline="0" noProof="0" dirty="0">
                <a:ln>
                  <a:noFill/>
                </a:ln>
                <a:solidFill>
                  <a:srgbClr val="FEFEFE"/>
                </a:solidFill>
                <a:effectLst/>
                <a:uLnTx/>
                <a:uFillTx/>
                <a:latin typeface="Bahnschrift" panose="020B0502040204020203" pitchFamily="34" charset="0"/>
              </a:rPr>
              <a:t>TỰ CÂN BẰNG</a:t>
            </a:r>
            <a:endParaRPr lang="en-MY" sz="4400" dirty="0">
              <a:solidFill>
                <a:srgbClr val="FEFEFE"/>
              </a:solidFill>
              <a:latin typeface="Bahnschrift" panose="020B0502040204020203" pitchFamily="34" charset="0"/>
            </a:endParaRPr>
          </a:p>
        </p:txBody>
      </p:sp>
      <p:sp>
        <p:nvSpPr>
          <p:cNvPr id="108" name="TextBox 107">
            <a:extLst>
              <a:ext uri="{FF2B5EF4-FFF2-40B4-BE49-F238E27FC236}">
                <a16:creationId xmlns:a16="http://schemas.microsoft.com/office/drawing/2014/main" id="{012B34D2-1090-E1E4-5D8D-361D3FF22C7C}"/>
              </a:ext>
            </a:extLst>
          </p:cNvPr>
          <p:cNvSpPr txBox="1"/>
          <p:nvPr/>
        </p:nvSpPr>
        <p:spPr>
          <a:xfrm>
            <a:off x="14327141" y="1071291"/>
            <a:ext cx="4225028" cy="830997"/>
          </a:xfrm>
          <a:prstGeom prst="rect">
            <a:avLst/>
          </a:prstGeom>
          <a:noFill/>
        </p:spPr>
        <p:txBody>
          <a:bodyPr wrap="square">
            <a:spAutoFit/>
          </a:bodyPr>
          <a:lstStyle/>
          <a:p>
            <a:r>
              <a:rPr kumimoji="0" lang="vi-VN" sz="4800" b="1" i="0" u="none" strike="noStrike" kern="1200" cap="none" spc="0" normalizeH="0" baseline="0" noProof="0" dirty="0">
                <a:ln>
                  <a:solidFill>
                    <a:schemeClr val="bg1"/>
                  </a:solidFill>
                </a:ln>
                <a:noFill/>
                <a:effectLst/>
                <a:uLnTx/>
                <a:uFillTx/>
                <a:latin typeface="Bahnschrift" panose="020B0502040204020203" pitchFamily="34" charset="0"/>
              </a:rPr>
              <a:t>ĐỀ TÀI:</a:t>
            </a:r>
            <a:endParaRPr lang="en-MY" sz="1100" dirty="0">
              <a:solidFill>
                <a:schemeClr val="bg1"/>
              </a:solidFill>
              <a:latin typeface="Bahnschrift" panose="020B0502040204020203" pitchFamily="34" charset="0"/>
            </a:endParaRPr>
          </a:p>
        </p:txBody>
      </p:sp>
      <p:pic>
        <p:nvPicPr>
          <p:cNvPr id="43" name="Picture 42">
            <a:extLst>
              <a:ext uri="{FF2B5EF4-FFF2-40B4-BE49-F238E27FC236}">
                <a16:creationId xmlns:a16="http://schemas.microsoft.com/office/drawing/2014/main" id="{5137C686-454A-4433-B85A-55BA9C4F0379}"/>
              </a:ext>
            </a:extLst>
          </p:cNvPr>
          <p:cNvPicPr>
            <a:picLocks noChangeAspect="1"/>
          </p:cNvPicPr>
          <p:nvPr/>
        </p:nvPicPr>
        <p:blipFill>
          <a:blip r:embed="rId2">
            <a:extLst>
              <a:ext uri="{BEBA8EAE-BF5A-486C-A8C5-ECC9F3942E4B}">
                <a14:imgProps xmlns:a14="http://schemas.microsoft.com/office/drawing/2010/main">
                  <a14:imgLayer r:embed="rId3">
                    <a14:imgEffect>
                      <a14:artisticBlur/>
                    </a14:imgEffect>
                  </a14:imgLayer>
                </a14:imgProps>
              </a:ext>
              <a:ext uri="{28A0092B-C50C-407E-A947-70E740481C1C}">
                <a14:useLocalDpi xmlns:a14="http://schemas.microsoft.com/office/drawing/2010/main" val="0"/>
              </a:ext>
            </a:extLst>
          </a:blip>
          <a:srcRect/>
          <a:stretch/>
        </p:blipFill>
        <p:spPr>
          <a:xfrm>
            <a:off x="-3235378" y="-958782"/>
            <a:ext cx="14963735" cy="8420270"/>
          </a:xfrm>
          <a:prstGeom prst="roundRect">
            <a:avLst>
              <a:gd name="adj" fmla="val 50000"/>
            </a:avLst>
          </a:prstGeom>
        </p:spPr>
      </p:pic>
      <p:sp>
        <p:nvSpPr>
          <p:cNvPr id="68" name="TextBox 67">
            <a:extLst>
              <a:ext uri="{FF2B5EF4-FFF2-40B4-BE49-F238E27FC236}">
                <a16:creationId xmlns:a16="http://schemas.microsoft.com/office/drawing/2014/main" id="{72EBECFB-947F-469A-9920-5A2A9419E44B}"/>
              </a:ext>
            </a:extLst>
          </p:cNvPr>
          <p:cNvSpPr txBox="1"/>
          <p:nvPr/>
        </p:nvSpPr>
        <p:spPr>
          <a:xfrm>
            <a:off x="10403821" y="3216388"/>
            <a:ext cx="4146121"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solidFill>
                    <a:prstClr val="white"/>
                  </a:solidFill>
                </a:ln>
                <a:noFill/>
                <a:effectLst/>
                <a:uLnTx/>
                <a:uFillTx/>
                <a:latin typeface="Century Gothic" panose="020B0502020202020204" pitchFamily="34" charset="0"/>
                <a:ea typeface="+mn-ea"/>
                <a:cs typeface="+mn-cs"/>
              </a:rPr>
              <a:t>IN TEXT </a:t>
            </a:r>
            <a:endParaRPr kumimoji="0" lang="en-MY"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 name="TextBox 43">
            <a:extLst>
              <a:ext uri="{FF2B5EF4-FFF2-40B4-BE49-F238E27FC236}">
                <a16:creationId xmlns:a16="http://schemas.microsoft.com/office/drawing/2014/main" id="{90D1C26E-2862-47CB-98DD-B4C80A4889EE}"/>
              </a:ext>
            </a:extLst>
          </p:cNvPr>
          <p:cNvSpPr txBox="1"/>
          <p:nvPr/>
        </p:nvSpPr>
        <p:spPr>
          <a:xfrm>
            <a:off x="-12179" y="1628417"/>
            <a:ext cx="5492497" cy="1323439"/>
          </a:xfrm>
          <a:prstGeom prst="rect">
            <a:avLst/>
          </a:prstGeom>
          <a:noFill/>
        </p:spPr>
        <p:txBody>
          <a:bodyPr wrap="square" rtlCol="0">
            <a:spAutoFit/>
          </a:bodyPr>
          <a:lstStyle/>
          <a:p>
            <a:r>
              <a:rPr lang="vi-VN" sz="8000" b="1" dirty="0">
                <a:solidFill>
                  <a:schemeClr val="bg1"/>
                </a:solidFill>
                <a:latin typeface="Bahnschrift" panose="020B0502040204020203" pitchFamily="34" charset="0"/>
              </a:rPr>
              <a:t>NỘI DUNG </a:t>
            </a:r>
            <a:endParaRPr lang="en-US" sz="8800" b="1" dirty="0">
              <a:solidFill>
                <a:schemeClr val="bg1"/>
              </a:solidFill>
              <a:latin typeface="Bahnschrift" panose="020B0502040204020203" pitchFamily="34" charset="0"/>
            </a:endParaRPr>
          </a:p>
        </p:txBody>
      </p:sp>
      <p:sp>
        <p:nvSpPr>
          <p:cNvPr id="48" name="TextBox 47">
            <a:extLst>
              <a:ext uri="{FF2B5EF4-FFF2-40B4-BE49-F238E27FC236}">
                <a16:creationId xmlns:a16="http://schemas.microsoft.com/office/drawing/2014/main" id="{B3A597C8-1DD3-4A13-8728-3F70F0BBC674}"/>
              </a:ext>
            </a:extLst>
          </p:cNvPr>
          <p:cNvSpPr txBox="1"/>
          <p:nvPr/>
        </p:nvSpPr>
        <p:spPr>
          <a:xfrm>
            <a:off x="1061912" y="2988678"/>
            <a:ext cx="4334349" cy="1323439"/>
          </a:xfrm>
          <a:prstGeom prst="rect">
            <a:avLst/>
          </a:prstGeom>
          <a:noFill/>
        </p:spPr>
        <p:txBody>
          <a:bodyPr wrap="square">
            <a:spAutoFit/>
          </a:bodyPr>
          <a:lstStyle/>
          <a:p>
            <a:r>
              <a:rPr kumimoji="0" lang="vi-VN" sz="8000" b="1" i="0" u="none" strike="noStrike" kern="1200" cap="none" spc="0" normalizeH="0" baseline="0" noProof="0" dirty="0">
                <a:ln>
                  <a:solidFill>
                    <a:schemeClr val="bg1"/>
                  </a:solidFill>
                </a:ln>
                <a:noFill/>
                <a:effectLst/>
                <a:uLnTx/>
                <a:uFillTx/>
                <a:latin typeface="Bahnschrift" panose="020B0502040204020203" pitchFamily="34" charset="0"/>
              </a:rPr>
              <a:t>THUYẾT  </a:t>
            </a:r>
            <a:endParaRPr lang="en-MY" sz="8000" dirty="0">
              <a:solidFill>
                <a:schemeClr val="bg1"/>
              </a:solidFill>
              <a:latin typeface="Bahnschrift" panose="020B0502040204020203" pitchFamily="34" charset="0"/>
            </a:endParaRPr>
          </a:p>
        </p:txBody>
      </p:sp>
      <p:sp>
        <p:nvSpPr>
          <p:cNvPr id="24" name="Oval 23">
            <a:extLst>
              <a:ext uri="{FF2B5EF4-FFF2-40B4-BE49-F238E27FC236}">
                <a16:creationId xmlns:a16="http://schemas.microsoft.com/office/drawing/2014/main" id="{DB6F3B1A-9E08-44A2-95F2-9F2E21010EAF}"/>
              </a:ext>
            </a:extLst>
          </p:cNvPr>
          <p:cNvSpPr/>
          <p:nvPr/>
        </p:nvSpPr>
        <p:spPr>
          <a:xfrm>
            <a:off x="4848294" y="-4221130"/>
            <a:ext cx="14687411" cy="15471777"/>
          </a:xfrm>
          <a:prstGeom prst="ellipse">
            <a:avLst/>
          </a:prstGeom>
          <a:solidFill>
            <a:schemeClr val="tx1">
              <a:lumMod val="85000"/>
              <a:lumOff val="1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pic>
        <p:nvPicPr>
          <p:cNvPr id="25" name="Picture 24">
            <a:extLst>
              <a:ext uri="{FF2B5EF4-FFF2-40B4-BE49-F238E27FC236}">
                <a16:creationId xmlns:a16="http://schemas.microsoft.com/office/drawing/2014/main" id="{885ED121-AF43-4016-82BF-BD7E88583A42}"/>
              </a:ext>
            </a:extLst>
          </p:cNvPr>
          <p:cNvPicPr>
            <a:picLocks noChangeAspect="1"/>
          </p:cNvPicPr>
          <p:nvPr/>
        </p:nvPicPr>
        <p:blipFill>
          <a:blip r:embed="rId4">
            <a:duotone>
              <a:prstClr val="black"/>
              <a:srgbClr val="7030A0">
                <a:tint val="45000"/>
                <a:satMod val="400000"/>
              </a:srgbClr>
            </a:duotone>
          </a:blip>
          <a:stretch>
            <a:fillRect/>
          </a:stretch>
        </p:blipFill>
        <p:spPr>
          <a:xfrm>
            <a:off x="5055282" y="3251353"/>
            <a:ext cx="452118" cy="801484"/>
          </a:xfrm>
          <a:prstGeom prst="rect">
            <a:avLst/>
          </a:prstGeom>
          <a:noFill/>
        </p:spPr>
      </p:pic>
      <p:grpSp>
        <p:nvGrpSpPr>
          <p:cNvPr id="50" name="Group 49">
            <a:extLst>
              <a:ext uri="{FF2B5EF4-FFF2-40B4-BE49-F238E27FC236}">
                <a16:creationId xmlns:a16="http://schemas.microsoft.com/office/drawing/2014/main" id="{71BF65C6-5737-45A0-8A53-93A29641CEC4}"/>
              </a:ext>
            </a:extLst>
          </p:cNvPr>
          <p:cNvGrpSpPr/>
          <p:nvPr/>
        </p:nvGrpSpPr>
        <p:grpSpPr>
          <a:xfrm rot="18544867">
            <a:off x="10289573" y="-5341958"/>
            <a:ext cx="8211469" cy="7641093"/>
            <a:chOff x="-7359647" y="3481383"/>
            <a:chExt cx="8211469" cy="7641093"/>
          </a:xfrm>
        </p:grpSpPr>
        <p:sp>
          <p:nvSpPr>
            <p:cNvPr id="51" name="Freeform: Shape 50">
              <a:extLst>
                <a:ext uri="{FF2B5EF4-FFF2-40B4-BE49-F238E27FC236}">
                  <a16:creationId xmlns:a16="http://schemas.microsoft.com/office/drawing/2014/main" id="{256E6AA9-1338-45EF-ABFA-33E3839DD164}"/>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5">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52" name="Freeform: Shape 51">
              <a:extLst>
                <a:ext uri="{FF2B5EF4-FFF2-40B4-BE49-F238E27FC236}">
                  <a16:creationId xmlns:a16="http://schemas.microsoft.com/office/drawing/2014/main" id="{8BB38904-6437-4101-AEA2-1B0DB5E77AB8}"/>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5">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grpSp>
        <p:nvGrpSpPr>
          <p:cNvPr id="31" name="Group 30">
            <a:extLst>
              <a:ext uri="{FF2B5EF4-FFF2-40B4-BE49-F238E27FC236}">
                <a16:creationId xmlns:a16="http://schemas.microsoft.com/office/drawing/2014/main" id="{83B4C473-F172-47FE-98F0-3788E9BC7AF3}"/>
              </a:ext>
            </a:extLst>
          </p:cNvPr>
          <p:cNvGrpSpPr/>
          <p:nvPr/>
        </p:nvGrpSpPr>
        <p:grpSpPr>
          <a:xfrm rot="5867752">
            <a:off x="-6712773" y="3297531"/>
            <a:ext cx="8211469" cy="7641093"/>
            <a:chOff x="-7359647" y="3481383"/>
            <a:chExt cx="8211469" cy="7641093"/>
          </a:xfrm>
          <a:solidFill>
            <a:schemeClr val="bg1"/>
          </a:solidFill>
        </p:grpSpPr>
        <p:sp>
          <p:nvSpPr>
            <p:cNvPr id="32" name="Freeform: Shape 31">
              <a:extLst>
                <a:ext uri="{FF2B5EF4-FFF2-40B4-BE49-F238E27FC236}">
                  <a16:creationId xmlns:a16="http://schemas.microsoft.com/office/drawing/2014/main" id="{69C37CB8-9352-4B58-AB2A-E3CDE12BC481}"/>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33" name="Freeform: Shape 32">
              <a:extLst>
                <a:ext uri="{FF2B5EF4-FFF2-40B4-BE49-F238E27FC236}">
                  <a16:creationId xmlns:a16="http://schemas.microsoft.com/office/drawing/2014/main" id="{AD863925-5855-40DB-B3F4-E4AF39F89C13}"/>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60" name="TextBox 59">
            <a:extLst>
              <a:ext uri="{FF2B5EF4-FFF2-40B4-BE49-F238E27FC236}">
                <a16:creationId xmlns:a16="http://schemas.microsoft.com/office/drawing/2014/main" id="{B4026C2C-91C9-4BF5-BC6F-F6B300B5FC82}"/>
              </a:ext>
            </a:extLst>
          </p:cNvPr>
          <p:cNvSpPr txBox="1"/>
          <p:nvPr/>
        </p:nvSpPr>
        <p:spPr>
          <a:xfrm>
            <a:off x="-7362214" y="2204760"/>
            <a:ext cx="3178871" cy="830997"/>
          </a:xfrm>
          <a:prstGeom prst="rect">
            <a:avLst/>
          </a:prstGeom>
          <a:noFill/>
        </p:spPr>
        <p:txBody>
          <a:bodyPr wrap="square" rtlCol="0">
            <a:spAutoFit/>
          </a:bodyPr>
          <a:lstStyle/>
          <a:p>
            <a:r>
              <a:rPr lang="en-US" sz="4800" b="1" dirty="0">
                <a:solidFill>
                  <a:schemeClr val="bg1"/>
                </a:solidFill>
                <a:latin typeface="Century Gothic" panose="020B0502020202020204" pitchFamily="34" charset="0"/>
              </a:rPr>
              <a:t>FLEETING</a:t>
            </a:r>
            <a:endParaRPr lang="en-US" sz="5400" b="1" dirty="0">
              <a:solidFill>
                <a:schemeClr val="bg1"/>
              </a:solidFill>
              <a:latin typeface="Century Gothic" panose="020B0502020202020204" pitchFamily="34" charset="0"/>
            </a:endParaRPr>
          </a:p>
        </p:txBody>
      </p:sp>
      <p:sp>
        <p:nvSpPr>
          <p:cNvPr id="61" name="TextBox 60">
            <a:extLst>
              <a:ext uri="{FF2B5EF4-FFF2-40B4-BE49-F238E27FC236}">
                <a16:creationId xmlns:a16="http://schemas.microsoft.com/office/drawing/2014/main" id="{96AE650D-B0CA-41F7-B1D7-00FB618CE236}"/>
              </a:ext>
            </a:extLst>
          </p:cNvPr>
          <p:cNvSpPr txBox="1"/>
          <p:nvPr/>
        </p:nvSpPr>
        <p:spPr>
          <a:xfrm>
            <a:off x="-5338637" y="2054178"/>
            <a:ext cx="1931939" cy="276999"/>
          </a:xfrm>
          <a:prstGeom prst="rect">
            <a:avLst/>
          </a:prstGeom>
          <a:noFill/>
        </p:spPr>
        <p:txBody>
          <a:bodyPr wrap="square" rtlCol="0">
            <a:spAutoFit/>
          </a:bodyPr>
          <a:lstStyle/>
          <a:p>
            <a:r>
              <a:rPr lang="en-US" sz="1200" b="1" dirty="0">
                <a:solidFill>
                  <a:schemeClr val="bg1"/>
                </a:solidFill>
                <a:latin typeface="Century Gothic" panose="020B0502020202020204" pitchFamily="34" charset="0"/>
              </a:rPr>
              <a:t>Inspired by Style </a:t>
            </a:r>
            <a:r>
              <a:rPr lang="en-US" sz="1200" b="1" dirty="0" err="1">
                <a:solidFill>
                  <a:schemeClr val="bg1"/>
                </a:solidFill>
                <a:latin typeface="Century Gothic" panose="020B0502020202020204" pitchFamily="34" charset="0"/>
              </a:rPr>
              <a:t>Teyvat</a:t>
            </a:r>
            <a:endParaRPr lang="en-US" sz="1200" b="1" dirty="0">
              <a:solidFill>
                <a:schemeClr val="bg1"/>
              </a:solidFill>
              <a:latin typeface="Century Gothic" panose="020B0502020202020204" pitchFamily="34" charset="0"/>
            </a:endParaRPr>
          </a:p>
        </p:txBody>
      </p:sp>
      <p:sp>
        <p:nvSpPr>
          <p:cNvPr id="62" name="TextBox 61">
            <a:extLst>
              <a:ext uri="{FF2B5EF4-FFF2-40B4-BE49-F238E27FC236}">
                <a16:creationId xmlns:a16="http://schemas.microsoft.com/office/drawing/2014/main" id="{9938C6D8-0FA5-48BA-AC41-A77D134BAB2F}"/>
              </a:ext>
            </a:extLst>
          </p:cNvPr>
          <p:cNvSpPr txBox="1"/>
          <p:nvPr/>
        </p:nvSpPr>
        <p:spPr>
          <a:xfrm>
            <a:off x="-12706693" y="4239234"/>
            <a:ext cx="1063112" cy="307777"/>
          </a:xfrm>
          <a:prstGeom prst="rect">
            <a:avLst/>
          </a:prstGeom>
          <a:noFill/>
        </p:spPr>
        <p:txBody>
          <a:bodyPr wrap="square" rtlCol="0">
            <a:spAutoFit/>
          </a:bodyPr>
          <a:lstStyle/>
          <a:p>
            <a:r>
              <a:rPr lang="en-MY" sz="1400" b="1" dirty="0">
                <a:solidFill>
                  <a:srgbClr val="060F16"/>
                </a:solidFill>
                <a:latin typeface="Century Gothic" panose="020B0502020202020204" pitchFamily="34" charset="0"/>
              </a:rPr>
              <a:t>WELCOME</a:t>
            </a:r>
            <a:endParaRPr lang="en-MY" b="1" dirty="0">
              <a:solidFill>
                <a:srgbClr val="060F16"/>
              </a:solidFill>
              <a:latin typeface="Century Gothic" panose="020B0502020202020204" pitchFamily="34" charset="0"/>
            </a:endParaRPr>
          </a:p>
        </p:txBody>
      </p:sp>
      <p:sp>
        <p:nvSpPr>
          <p:cNvPr id="63" name="TextBox 62">
            <a:extLst>
              <a:ext uri="{FF2B5EF4-FFF2-40B4-BE49-F238E27FC236}">
                <a16:creationId xmlns:a16="http://schemas.microsoft.com/office/drawing/2014/main" id="{B74FADCF-9F69-484E-8482-39A8C9023DF7}"/>
              </a:ext>
            </a:extLst>
          </p:cNvPr>
          <p:cNvSpPr txBox="1"/>
          <p:nvPr/>
        </p:nvSpPr>
        <p:spPr>
          <a:xfrm>
            <a:off x="-12706693" y="4496507"/>
            <a:ext cx="3440463" cy="646331"/>
          </a:xfrm>
          <a:prstGeom prst="rect">
            <a:avLst/>
          </a:prstGeom>
          <a:noFill/>
        </p:spPr>
        <p:txBody>
          <a:bodyPr wrap="square" rtlCol="0">
            <a:spAutoFit/>
          </a:bodyPr>
          <a:lstStyle/>
          <a:p>
            <a:pPr algn="just"/>
            <a:r>
              <a:rPr lang="en-MY" sz="1200" dirty="0">
                <a:solidFill>
                  <a:srgbClr val="060F16"/>
                </a:solidFill>
                <a:latin typeface="Century Gothic" panose="020B0502020202020204" pitchFamily="34" charset="0"/>
              </a:rPr>
              <a:t>Tengok teaser Genshin impact </a:t>
            </a:r>
            <a:r>
              <a:rPr lang="en-MY" sz="1200" dirty="0" err="1">
                <a:solidFill>
                  <a:srgbClr val="060F16"/>
                </a:solidFill>
                <a:latin typeface="Century Gothic" panose="020B0502020202020204" pitchFamily="34" charset="0"/>
              </a:rPr>
              <a:t>Teyvat</a:t>
            </a:r>
            <a:r>
              <a:rPr lang="en-MY" sz="1200" dirty="0">
                <a:solidFill>
                  <a:srgbClr val="060F16"/>
                </a:solidFill>
                <a:latin typeface="Century Gothic" panose="020B0502020202020204" pitchFamily="34" charset="0"/>
              </a:rPr>
              <a:t> style dengan music </a:t>
            </a:r>
            <a:r>
              <a:rPr lang="en-MY" sz="1200" dirty="0" err="1">
                <a:solidFill>
                  <a:srgbClr val="060F16"/>
                </a:solidFill>
                <a:latin typeface="Century Gothic" panose="020B0502020202020204" pitchFamily="34" charset="0"/>
              </a:rPr>
              <a:t>dia</a:t>
            </a:r>
            <a:r>
              <a:rPr lang="en-MY" sz="1200" dirty="0">
                <a:solidFill>
                  <a:srgbClr val="060F16"/>
                </a:solidFill>
                <a:latin typeface="Century Gothic" panose="020B0502020202020204" pitchFamily="34" charset="0"/>
              </a:rPr>
              <a:t> </a:t>
            </a:r>
            <a:r>
              <a:rPr lang="en-MY" sz="1200" dirty="0" err="1">
                <a:solidFill>
                  <a:srgbClr val="060F16"/>
                </a:solidFill>
                <a:latin typeface="Century Gothic" panose="020B0502020202020204" pitchFamily="34" charset="0"/>
              </a:rPr>
              <a:t>terus</a:t>
            </a:r>
            <a:r>
              <a:rPr lang="en-MY" sz="1200" dirty="0">
                <a:solidFill>
                  <a:srgbClr val="060F16"/>
                </a:solidFill>
                <a:latin typeface="Century Gothic" panose="020B0502020202020204" pitchFamily="34" charset="0"/>
              </a:rPr>
              <a:t> inspired untuk buat style macam </a:t>
            </a:r>
            <a:r>
              <a:rPr lang="en-MY" sz="1200" dirty="0" err="1">
                <a:solidFill>
                  <a:srgbClr val="060F16"/>
                </a:solidFill>
                <a:latin typeface="Century Gothic" panose="020B0502020202020204" pitchFamily="34" charset="0"/>
              </a:rPr>
              <a:t>ni</a:t>
            </a:r>
            <a:r>
              <a:rPr lang="en-MY" sz="1200" dirty="0">
                <a:solidFill>
                  <a:srgbClr val="060F16"/>
                </a:solidFill>
                <a:latin typeface="Century Gothic" panose="020B0502020202020204" pitchFamily="34" charset="0"/>
              </a:rPr>
              <a:t>.</a:t>
            </a:r>
            <a:endParaRPr lang="en-MY" sz="1600" dirty="0">
              <a:solidFill>
                <a:srgbClr val="060F16"/>
              </a:solidFill>
              <a:latin typeface="Century Gothic" panose="020B0502020202020204" pitchFamily="34" charset="0"/>
            </a:endParaRPr>
          </a:p>
        </p:txBody>
      </p:sp>
      <p:sp>
        <p:nvSpPr>
          <p:cNvPr id="64" name="TextBox 63">
            <a:extLst>
              <a:ext uri="{FF2B5EF4-FFF2-40B4-BE49-F238E27FC236}">
                <a16:creationId xmlns:a16="http://schemas.microsoft.com/office/drawing/2014/main" id="{6C1BD7E1-F387-4F25-B760-4171477B2153}"/>
              </a:ext>
            </a:extLst>
          </p:cNvPr>
          <p:cNvSpPr txBox="1"/>
          <p:nvPr/>
        </p:nvSpPr>
        <p:spPr>
          <a:xfrm>
            <a:off x="-9655461" y="2785188"/>
            <a:ext cx="3655960" cy="830997"/>
          </a:xfrm>
          <a:prstGeom prst="rect">
            <a:avLst/>
          </a:prstGeom>
          <a:noFill/>
        </p:spPr>
        <p:txBody>
          <a:bodyPr wrap="square">
            <a:spAutoFit/>
          </a:bodyPr>
          <a:lstStyle/>
          <a:p>
            <a:r>
              <a:rPr kumimoji="0" lang="en-US" sz="4800" b="1" i="0" u="none" strike="noStrike" kern="1200" cap="none" spc="0" normalizeH="0" baseline="0" noProof="0" dirty="0">
                <a:ln>
                  <a:solidFill>
                    <a:schemeClr val="bg1"/>
                  </a:solidFill>
                </a:ln>
                <a:noFill/>
                <a:effectLst/>
                <a:uLnTx/>
                <a:uFillTx/>
                <a:latin typeface="Century Gothic" panose="020B0502020202020204" pitchFamily="34" charset="0"/>
                <a:ea typeface="+mn-ea"/>
                <a:cs typeface="+mn-cs"/>
              </a:rPr>
              <a:t>COLORS</a:t>
            </a:r>
            <a:r>
              <a:rPr kumimoji="0" lang="en-US" sz="4800" b="1" i="0" u="none" strike="noStrike" kern="1200" cap="none" spc="0" normalizeH="0" baseline="0" noProof="0" dirty="0">
                <a:ln>
                  <a:noFill/>
                </a:ln>
                <a:solidFill>
                  <a:schemeClr val="bg1"/>
                </a:solidFill>
                <a:effectLst/>
                <a:uLnTx/>
                <a:uFillTx/>
                <a:latin typeface="Century Gothic" panose="020B0502020202020204" pitchFamily="34" charset="0"/>
                <a:ea typeface="+mn-ea"/>
                <a:cs typeface="+mn-cs"/>
              </a:rPr>
              <a:t> IN </a:t>
            </a:r>
            <a:endParaRPr lang="en-MY" sz="1100" dirty="0">
              <a:solidFill>
                <a:schemeClr val="bg1"/>
              </a:solidFill>
            </a:endParaRPr>
          </a:p>
        </p:txBody>
      </p:sp>
      <p:sp>
        <p:nvSpPr>
          <p:cNvPr id="65" name="TextBox 64">
            <a:extLst>
              <a:ext uri="{FF2B5EF4-FFF2-40B4-BE49-F238E27FC236}">
                <a16:creationId xmlns:a16="http://schemas.microsoft.com/office/drawing/2014/main" id="{FE605AEC-C040-4001-8FB6-992C63CEDBBB}"/>
              </a:ext>
            </a:extLst>
          </p:cNvPr>
          <p:cNvSpPr txBox="1"/>
          <p:nvPr/>
        </p:nvSpPr>
        <p:spPr>
          <a:xfrm>
            <a:off x="-11008319" y="3408237"/>
            <a:ext cx="3184310" cy="830997"/>
          </a:xfrm>
          <a:prstGeom prst="rect">
            <a:avLst/>
          </a:prstGeom>
          <a:noFill/>
        </p:spPr>
        <p:txBody>
          <a:bodyPr wrap="square">
            <a:spAutoFit/>
          </a:bodyPr>
          <a:lstStyle/>
          <a:p>
            <a:r>
              <a:rPr kumimoji="0" lang="en-US" sz="4800" b="1" i="0" u="none" strike="noStrike" kern="1200" cap="none" spc="0" normalizeH="0" baseline="0" noProof="0" dirty="0">
                <a:ln>
                  <a:noFill/>
                </a:ln>
                <a:solidFill>
                  <a:schemeClr val="bg1"/>
                </a:solidFill>
                <a:effectLst/>
                <a:uLnTx/>
                <a:uFillTx/>
                <a:latin typeface="Century Gothic" panose="020B0502020202020204" pitchFamily="34" charset="0"/>
                <a:ea typeface="+mn-ea"/>
                <a:cs typeface="+mn-cs"/>
              </a:rPr>
              <a:t>FLIGHT</a:t>
            </a:r>
            <a:endParaRPr lang="en-MY" sz="1100" dirty="0">
              <a:solidFill>
                <a:schemeClr val="bg1"/>
              </a:solidFill>
            </a:endParaRPr>
          </a:p>
        </p:txBody>
      </p:sp>
      <p:sp>
        <p:nvSpPr>
          <p:cNvPr id="3" name="TextBox 2">
            <a:extLst>
              <a:ext uri="{FF2B5EF4-FFF2-40B4-BE49-F238E27FC236}">
                <a16:creationId xmlns:a16="http://schemas.microsoft.com/office/drawing/2014/main" id="{5A557600-AFF3-831E-B3D3-AF2A50739700}"/>
              </a:ext>
            </a:extLst>
          </p:cNvPr>
          <p:cNvSpPr txBox="1"/>
          <p:nvPr/>
        </p:nvSpPr>
        <p:spPr>
          <a:xfrm>
            <a:off x="185571" y="104422"/>
            <a:ext cx="1755937" cy="369332"/>
          </a:xfrm>
          <a:prstGeom prst="rect">
            <a:avLst/>
          </a:prstGeom>
          <a:noFill/>
        </p:spPr>
        <p:txBody>
          <a:bodyPr wrap="square">
            <a:spAutoFit/>
          </a:bodyPr>
          <a:lstStyle/>
          <a:p>
            <a:r>
              <a:rPr kumimoji="0" lang="vi-VN" b="1" i="0" u="none" strike="noStrike" kern="1200" cap="none" spc="0" normalizeH="0" baseline="0" noProof="0" dirty="0">
                <a:ln>
                  <a:noFill/>
                </a:ln>
                <a:solidFill>
                  <a:srgbClr val="FEFEFE"/>
                </a:solidFill>
                <a:effectLst/>
                <a:uLnTx/>
                <a:uFillTx/>
                <a:latin typeface="Bahnschrift" panose="020B0502040204020203" pitchFamily="34" charset="0"/>
              </a:rPr>
              <a:t>- Nhóm 4 -</a:t>
            </a:r>
            <a:endParaRPr lang="en-MY" dirty="0">
              <a:solidFill>
                <a:srgbClr val="FEFEFE"/>
              </a:solidFill>
              <a:latin typeface="Bahnschrift" panose="020B0502040204020203" pitchFamily="34" charset="0"/>
            </a:endParaRPr>
          </a:p>
        </p:txBody>
      </p:sp>
      <p:sp>
        <p:nvSpPr>
          <p:cNvPr id="4" name="TextBox 3">
            <a:extLst>
              <a:ext uri="{FF2B5EF4-FFF2-40B4-BE49-F238E27FC236}">
                <a16:creationId xmlns:a16="http://schemas.microsoft.com/office/drawing/2014/main" id="{B653BB4E-41F7-DE00-1764-61383B707340}"/>
              </a:ext>
            </a:extLst>
          </p:cNvPr>
          <p:cNvSpPr txBox="1"/>
          <p:nvPr/>
        </p:nvSpPr>
        <p:spPr>
          <a:xfrm>
            <a:off x="1525422" y="104422"/>
            <a:ext cx="1627880" cy="369332"/>
          </a:xfrm>
          <a:prstGeom prst="rect">
            <a:avLst/>
          </a:prstGeom>
          <a:noFill/>
        </p:spPr>
        <p:txBody>
          <a:bodyPr wrap="square">
            <a:spAutoFit/>
          </a:bodyPr>
          <a:lstStyle/>
          <a:p>
            <a:r>
              <a:rPr kumimoji="0" lang="vi-VN" b="1" i="0" u="none" strike="noStrike" kern="1200" cap="none" spc="0" normalizeH="0" baseline="0" noProof="0" dirty="0">
                <a:ln>
                  <a:noFill/>
                </a:ln>
                <a:solidFill>
                  <a:srgbClr val="FEFEFE"/>
                </a:solidFill>
                <a:effectLst/>
                <a:uLnTx/>
                <a:uFillTx/>
                <a:latin typeface="Bahnschrift" panose="020B0502040204020203" pitchFamily="34" charset="0"/>
              </a:rPr>
              <a:t>Các cơ cấu  </a:t>
            </a:r>
            <a:endParaRPr lang="en-MY" b="1" dirty="0">
              <a:solidFill>
                <a:srgbClr val="FEFEFE"/>
              </a:solidFill>
              <a:latin typeface="Bahnschrift" panose="020B0502040204020203" pitchFamily="34" charset="0"/>
            </a:endParaRPr>
          </a:p>
        </p:txBody>
      </p:sp>
      <p:sp>
        <p:nvSpPr>
          <p:cNvPr id="5" name="TextBox 4">
            <a:extLst>
              <a:ext uri="{FF2B5EF4-FFF2-40B4-BE49-F238E27FC236}">
                <a16:creationId xmlns:a16="http://schemas.microsoft.com/office/drawing/2014/main" id="{BF014EC2-A666-00DB-1CC7-43117D9C98C1}"/>
              </a:ext>
            </a:extLst>
          </p:cNvPr>
          <p:cNvSpPr txBox="1"/>
          <p:nvPr/>
        </p:nvSpPr>
        <p:spPr>
          <a:xfrm>
            <a:off x="2688955" y="104422"/>
            <a:ext cx="1498877" cy="369332"/>
          </a:xfrm>
          <a:prstGeom prst="rect">
            <a:avLst/>
          </a:prstGeom>
          <a:noFill/>
        </p:spPr>
        <p:txBody>
          <a:bodyPr wrap="square">
            <a:spAutoFit/>
          </a:bodyPr>
          <a:lstStyle/>
          <a:p>
            <a:r>
              <a:rPr lang="vi-VN" b="1" dirty="0">
                <a:solidFill>
                  <a:srgbClr val="FEFEFE"/>
                </a:solidFill>
                <a:latin typeface="Bahnschrift" panose="020B0502040204020203" pitchFamily="34" charset="0"/>
              </a:rPr>
              <a:t>c</a:t>
            </a:r>
            <a:r>
              <a:rPr kumimoji="0" lang="vi-VN" b="1" i="0" u="none" strike="noStrike" kern="1200" cap="none" spc="0" normalizeH="0" baseline="0" noProof="0" dirty="0">
                <a:ln>
                  <a:noFill/>
                </a:ln>
                <a:solidFill>
                  <a:srgbClr val="FEFEFE"/>
                </a:solidFill>
                <a:effectLst/>
                <a:uLnTx/>
                <a:uFillTx/>
                <a:latin typeface="Bahnschrift" panose="020B0502040204020203" pitchFamily="34" charset="0"/>
              </a:rPr>
              <a:t>hấp hành </a:t>
            </a:r>
            <a:r>
              <a:rPr kumimoji="0" lang="en-US" b="1" i="0" u="none" strike="noStrike" kern="1200" cap="none" spc="0" normalizeH="0" baseline="0" noProof="0" dirty="0">
                <a:ln>
                  <a:noFill/>
                </a:ln>
                <a:solidFill>
                  <a:srgbClr val="FEFEFE"/>
                </a:solidFill>
                <a:effectLst/>
                <a:uLnTx/>
                <a:uFillTx/>
                <a:latin typeface="Bahnschrift" panose="020B0502040204020203" pitchFamily="34" charset="0"/>
              </a:rPr>
              <a:t> </a:t>
            </a:r>
            <a:endParaRPr lang="en-MY" b="1" dirty="0">
              <a:solidFill>
                <a:srgbClr val="FEFEFE"/>
              </a:solidFill>
              <a:latin typeface="Bahnschrift" panose="020B0502040204020203" pitchFamily="34" charset="0"/>
            </a:endParaRPr>
          </a:p>
        </p:txBody>
      </p:sp>
      <p:sp>
        <p:nvSpPr>
          <p:cNvPr id="6" name="TextBox 5">
            <a:extLst>
              <a:ext uri="{FF2B5EF4-FFF2-40B4-BE49-F238E27FC236}">
                <a16:creationId xmlns:a16="http://schemas.microsoft.com/office/drawing/2014/main" id="{10A79821-5714-A119-6A84-51CF34E09B0A}"/>
              </a:ext>
            </a:extLst>
          </p:cNvPr>
          <p:cNvSpPr txBox="1"/>
          <p:nvPr/>
        </p:nvSpPr>
        <p:spPr>
          <a:xfrm>
            <a:off x="3805327" y="104422"/>
            <a:ext cx="2214342" cy="369332"/>
          </a:xfrm>
          <a:prstGeom prst="rect">
            <a:avLst/>
          </a:prstGeom>
          <a:noFill/>
        </p:spPr>
        <p:txBody>
          <a:bodyPr wrap="square">
            <a:spAutoFit/>
          </a:bodyPr>
          <a:lstStyle/>
          <a:p>
            <a:r>
              <a:rPr lang="vi-VN" b="1" dirty="0">
                <a:solidFill>
                  <a:srgbClr val="FEFEFE"/>
                </a:solidFill>
                <a:latin typeface="Bahnschrift" panose="020B0502040204020203" pitchFamily="34" charset="0"/>
              </a:rPr>
              <a:t>t</a:t>
            </a:r>
            <a:r>
              <a:rPr kumimoji="0" lang="vi-VN" b="1" i="0" u="none" strike="noStrike" kern="1200" cap="none" spc="0" normalizeH="0" baseline="0" noProof="0" dirty="0">
                <a:ln>
                  <a:noFill/>
                </a:ln>
                <a:solidFill>
                  <a:srgbClr val="FEFEFE"/>
                </a:solidFill>
                <a:effectLst/>
                <a:uLnTx/>
                <a:uFillTx/>
                <a:latin typeface="Bahnschrift" panose="020B0502040204020203" pitchFamily="34" charset="0"/>
              </a:rPr>
              <a:t>rong Robot   -</a:t>
            </a:r>
            <a:endParaRPr lang="en-MY" b="1" dirty="0">
              <a:solidFill>
                <a:srgbClr val="FEFEFE"/>
              </a:solidFill>
              <a:latin typeface="Bahnschrift" panose="020B0502040204020203" pitchFamily="34" charset="0"/>
            </a:endParaRPr>
          </a:p>
        </p:txBody>
      </p:sp>
      <p:grpSp>
        <p:nvGrpSpPr>
          <p:cNvPr id="40" name="Group 39">
            <a:extLst>
              <a:ext uri="{FF2B5EF4-FFF2-40B4-BE49-F238E27FC236}">
                <a16:creationId xmlns:a16="http://schemas.microsoft.com/office/drawing/2014/main" id="{97F4C248-D326-D6C5-47A7-21A06A40D8ED}"/>
              </a:ext>
            </a:extLst>
          </p:cNvPr>
          <p:cNvGrpSpPr/>
          <p:nvPr/>
        </p:nvGrpSpPr>
        <p:grpSpPr>
          <a:xfrm>
            <a:off x="5537638" y="1107065"/>
            <a:ext cx="2187162" cy="2640249"/>
            <a:chOff x="5423776" y="4012030"/>
            <a:chExt cx="2187162" cy="1870830"/>
          </a:xfrm>
        </p:grpSpPr>
        <p:sp>
          <p:nvSpPr>
            <p:cNvPr id="41" name="TextBox 40">
              <a:extLst>
                <a:ext uri="{FF2B5EF4-FFF2-40B4-BE49-F238E27FC236}">
                  <a16:creationId xmlns:a16="http://schemas.microsoft.com/office/drawing/2014/main" id="{1B6CC7DE-0DF4-E9B6-B0C3-E30FAE72FCBD}"/>
                </a:ext>
              </a:extLst>
            </p:cNvPr>
            <p:cNvSpPr txBox="1"/>
            <p:nvPr/>
          </p:nvSpPr>
          <p:spPr>
            <a:xfrm>
              <a:off x="5642732" y="4792437"/>
              <a:ext cx="1968206" cy="1090423"/>
            </a:xfrm>
            <a:prstGeom prst="rect">
              <a:avLst/>
            </a:prstGeom>
            <a:noFill/>
          </p:spPr>
          <p:txBody>
            <a:bodyPr wrap="square" rtlCol="0">
              <a:spAutoFit/>
            </a:bodyPr>
            <a:lstStyle/>
            <a:p>
              <a:pPr indent="-171450">
                <a:spcBef>
                  <a:spcPts val="600"/>
                </a:spcBef>
                <a:spcAft>
                  <a:spcPts val="600"/>
                </a:spcAft>
                <a:buFont typeface="Arial" panose="020B0604020202020204" pitchFamily="34" charset="0"/>
                <a:buChar char="•"/>
              </a:pPr>
              <a:r>
                <a:rPr lang="vi-VN" sz="1600" dirty="0">
                  <a:solidFill>
                    <a:schemeClr val="bg1">
                      <a:lumMod val="65000"/>
                    </a:schemeClr>
                  </a:solidFill>
                  <a:latin typeface="Bahnschrift" panose="020B0502040204020203" pitchFamily="34" charset="0"/>
                </a:rPr>
                <a:t>Giới thiệu chung</a:t>
              </a:r>
            </a:p>
            <a:p>
              <a:pPr indent="-171450">
                <a:spcBef>
                  <a:spcPts val="600"/>
                </a:spcBef>
                <a:spcAft>
                  <a:spcPts val="600"/>
                </a:spcAft>
                <a:buFont typeface="Arial" panose="020B0604020202020204" pitchFamily="34" charset="0"/>
                <a:buChar char="•"/>
              </a:pPr>
              <a:r>
                <a:rPr lang="vi-VN" sz="1600" dirty="0">
                  <a:solidFill>
                    <a:schemeClr val="bg1">
                      <a:lumMod val="65000"/>
                    </a:schemeClr>
                  </a:solidFill>
                  <a:latin typeface="Bahnschrift" panose="020B0502040204020203" pitchFamily="34" charset="0"/>
                </a:rPr>
                <a:t>Mục tiêu </a:t>
              </a:r>
            </a:p>
            <a:p>
              <a:pPr indent="-171450">
                <a:spcBef>
                  <a:spcPts val="600"/>
                </a:spcBef>
                <a:spcAft>
                  <a:spcPts val="600"/>
                </a:spcAft>
                <a:buFont typeface="Arial" panose="020B0604020202020204" pitchFamily="34" charset="0"/>
                <a:buChar char="•"/>
              </a:pPr>
              <a:r>
                <a:rPr lang="vi-VN" sz="1600" dirty="0">
                  <a:solidFill>
                    <a:schemeClr val="bg1">
                      <a:lumMod val="65000"/>
                    </a:schemeClr>
                  </a:solidFill>
                  <a:latin typeface="Bahnschrift" panose="020B0502040204020203" pitchFamily="34" charset="0"/>
                </a:rPr>
                <a:t>Nguyên lý</a:t>
              </a:r>
            </a:p>
            <a:p>
              <a:pPr indent="-171450">
                <a:spcBef>
                  <a:spcPts val="600"/>
                </a:spcBef>
                <a:spcAft>
                  <a:spcPts val="600"/>
                </a:spcAft>
                <a:buFont typeface="Arial" panose="020B0604020202020204" pitchFamily="34" charset="0"/>
                <a:buChar char="•"/>
              </a:pPr>
              <a:r>
                <a:rPr lang="vi-VN" sz="1600" dirty="0">
                  <a:solidFill>
                    <a:schemeClr val="bg1">
                      <a:lumMod val="65000"/>
                    </a:schemeClr>
                  </a:solidFill>
                  <a:latin typeface="Bahnschrift" panose="020B0502040204020203" pitchFamily="34" charset="0"/>
                </a:rPr>
                <a:t>Tiến trình</a:t>
              </a:r>
            </a:p>
          </p:txBody>
        </p:sp>
        <p:sp>
          <p:nvSpPr>
            <p:cNvPr id="42" name="TextBox 41">
              <a:extLst>
                <a:ext uri="{FF2B5EF4-FFF2-40B4-BE49-F238E27FC236}">
                  <a16:creationId xmlns:a16="http://schemas.microsoft.com/office/drawing/2014/main" id="{6B79D85E-C886-9516-67C8-EB88B6706BF0}"/>
                </a:ext>
              </a:extLst>
            </p:cNvPr>
            <p:cNvSpPr txBox="1"/>
            <p:nvPr/>
          </p:nvSpPr>
          <p:spPr>
            <a:xfrm>
              <a:off x="5423776" y="4012030"/>
              <a:ext cx="2026670" cy="763296"/>
            </a:xfrm>
            <a:prstGeom prst="rect">
              <a:avLst/>
            </a:prstGeom>
            <a:noFill/>
          </p:spPr>
          <p:txBody>
            <a:bodyPr wrap="square">
              <a:spAutoFit/>
            </a:bodyPr>
            <a:lstStyle/>
            <a:p>
              <a:pPr algn="ctr"/>
              <a:r>
                <a:rPr lang="vi-VN" sz="3200" b="1" dirty="0">
                  <a:blipFill dpi="0" rotWithShape="1">
                    <a:blip r:embed="rId5">
                      <a:extLst>
                        <a:ext uri="{28A0092B-C50C-407E-A947-70E740481C1C}">
                          <a14:useLocalDpi xmlns:a14="http://schemas.microsoft.com/office/drawing/2010/main" val="0"/>
                        </a:ext>
                      </a:extLst>
                    </a:blip>
                    <a:srcRect/>
                    <a:stretch>
                      <a:fillRect/>
                    </a:stretch>
                  </a:blipFill>
                  <a:latin typeface="Bahnschrift" panose="020B0502040204020203" pitchFamily="34" charset="0"/>
                </a:rPr>
                <a:t>Mục tiêu nhiệm vụ</a:t>
              </a:r>
              <a:endParaRPr lang="en-MY" sz="800" dirty="0">
                <a:latin typeface="Bahnschrift" panose="020B0502040204020203" pitchFamily="34" charset="0"/>
              </a:endParaRPr>
            </a:p>
          </p:txBody>
        </p:sp>
      </p:grpSp>
      <p:pic>
        <p:nvPicPr>
          <p:cNvPr id="45" name="Picture 44">
            <a:extLst>
              <a:ext uri="{FF2B5EF4-FFF2-40B4-BE49-F238E27FC236}">
                <a16:creationId xmlns:a16="http://schemas.microsoft.com/office/drawing/2014/main" id="{E7E1F4A6-A8EF-A35A-1F8B-CDD853CB5CF6}"/>
              </a:ext>
            </a:extLst>
          </p:cNvPr>
          <p:cNvPicPr>
            <a:picLocks noChangeAspect="1"/>
          </p:cNvPicPr>
          <p:nvPr/>
        </p:nvPicPr>
        <p:blipFill rotWithShape="1">
          <a:blip r:embed="rId6">
            <a:extLst>
              <a:ext uri="{28A0092B-C50C-407E-A947-70E740481C1C}">
                <a14:useLocalDpi xmlns:a14="http://schemas.microsoft.com/office/drawing/2010/main" val="0"/>
              </a:ext>
            </a:extLst>
          </a:blip>
          <a:srcRect l="70858" t="27167" r="369" b="47562"/>
          <a:stretch/>
        </p:blipFill>
        <p:spPr>
          <a:xfrm>
            <a:off x="5765533" y="104423"/>
            <a:ext cx="1576715" cy="1038578"/>
          </a:xfrm>
          <a:prstGeom prst="roundRect">
            <a:avLst>
              <a:gd name="adj" fmla="val 50000"/>
            </a:avLst>
          </a:prstGeom>
        </p:spPr>
      </p:pic>
      <p:pic>
        <p:nvPicPr>
          <p:cNvPr id="59" name="Picture 58">
            <a:extLst>
              <a:ext uri="{FF2B5EF4-FFF2-40B4-BE49-F238E27FC236}">
                <a16:creationId xmlns:a16="http://schemas.microsoft.com/office/drawing/2014/main" id="{028F6ED1-1DA6-247B-9491-36828DEBCB4D}"/>
              </a:ext>
            </a:extLst>
          </p:cNvPr>
          <p:cNvPicPr>
            <a:picLocks noChangeAspect="1"/>
          </p:cNvPicPr>
          <p:nvPr/>
        </p:nvPicPr>
        <p:blipFill rotWithShape="1">
          <a:blip r:embed="rId7">
            <a:extLst>
              <a:ext uri="{28A0092B-C50C-407E-A947-70E740481C1C}">
                <a14:useLocalDpi xmlns:a14="http://schemas.microsoft.com/office/drawing/2010/main" val="0"/>
              </a:ext>
            </a:extLst>
          </a:blip>
          <a:srcRect l="29496" t="57017" r="40993" b="16720"/>
          <a:stretch/>
        </p:blipFill>
        <p:spPr>
          <a:xfrm>
            <a:off x="10259519" y="2033325"/>
            <a:ext cx="1561770" cy="1042416"/>
          </a:xfrm>
          <a:prstGeom prst="roundRect">
            <a:avLst>
              <a:gd name="adj" fmla="val 50000"/>
            </a:avLst>
          </a:prstGeom>
        </p:spPr>
      </p:pic>
      <p:pic>
        <p:nvPicPr>
          <p:cNvPr id="71" name="Picture 70">
            <a:extLst>
              <a:ext uri="{FF2B5EF4-FFF2-40B4-BE49-F238E27FC236}">
                <a16:creationId xmlns:a16="http://schemas.microsoft.com/office/drawing/2014/main" id="{F12E96DB-BB00-7F65-0291-1D6C9D7682F3}"/>
              </a:ext>
            </a:extLst>
          </p:cNvPr>
          <p:cNvPicPr>
            <a:picLocks noChangeAspect="1"/>
          </p:cNvPicPr>
          <p:nvPr/>
        </p:nvPicPr>
        <p:blipFill rotWithShape="1">
          <a:blip r:embed="rId8">
            <a:extLst>
              <a:ext uri="{28A0092B-C50C-407E-A947-70E740481C1C}">
                <a14:useLocalDpi xmlns:a14="http://schemas.microsoft.com/office/drawing/2010/main" val="0"/>
              </a:ext>
            </a:extLst>
          </a:blip>
          <a:srcRect l="50794" t="1281" r="10942" b="65115"/>
          <a:stretch/>
        </p:blipFill>
        <p:spPr>
          <a:xfrm>
            <a:off x="7964683" y="1080935"/>
            <a:ext cx="1576715" cy="1038503"/>
          </a:xfrm>
          <a:prstGeom prst="roundRect">
            <a:avLst>
              <a:gd name="adj" fmla="val 50000"/>
            </a:avLst>
          </a:prstGeom>
        </p:spPr>
      </p:pic>
      <p:pic>
        <p:nvPicPr>
          <p:cNvPr id="87" name="Picture 86">
            <a:extLst>
              <a:ext uri="{FF2B5EF4-FFF2-40B4-BE49-F238E27FC236}">
                <a16:creationId xmlns:a16="http://schemas.microsoft.com/office/drawing/2014/main" id="{C4ED72B1-852E-4213-DDBC-05DCC97E7FC9}"/>
              </a:ext>
            </a:extLst>
          </p:cNvPr>
          <p:cNvPicPr>
            <a:picLocks noChangeAspect="1"/>
          </p:cNvPicPr>
          <p:nvPr/>
        </p:nvPicPr>
        <p:blipFill rotWithShape="1">
          <a:blip r:embed="rId7">
            <a:extLst>
              <a:ext uri="{28A0092B-C50C-407E-A947-70E740481C1C}">
                <a14:useLocalDpi xmlns:a14="http://schemas.microsoft.com/office/drawing/2010/main" val="0"/>
              </a:ext>
            </a:extLst>
          </a:blip>
          <a:srcRect l="64282" t="46841" r="6207" b="26896"/>
          <a:stretch/>
        </p:blipFill>
        <p:spPr>
          <a:xfrm>
            <a:off x="5804089" y="4405349"/>
            <a:ext cx="1561770" cy="1042416"/>
          </a:xfrm>
          <a:prstGeom prst="roundRect">
            <a:avLst>
              <a:gd name="adj" fmla="val 50000"/>
            </a:avLst>
          </a:prstGeom>
        </p:spPr>
      </p:pic>
      <p:sp>
        <p:nvSpPr>
          <p:cNvPr id="94" name="TextBox 93">
            <a:extLst>
              <a:ext uri="{FF2B5EF4-FFF2-40B4-BE49-F238E27FC236}">
                <a16:creationId xmlns:a16="http://schemas.microsoft.com/office/drawing/2014/main" id="{6C7BB279-0352-B875-535B-11CA7E37F59F}"/>
              </a:ext>
            </a:extLst>
          </p:cNvPr>
          <p:cNvSpPr txBox="1"/>
          <p:nvPr/>
        </p:nvSpPr>
        <p:spPr>
          <a:xfrm>
            <a:off x="5468243" y="5629924"/>
            <a:ext cx="2145356" cy="1077218"/>
          </a:xfrm>
          <a:prstGeom prst="rect">
            <a:avLst/>
          </a:prstGeom>
          <a:noFill/>
        </p:spPr>
        <p:txBody>
          <a:bodyPr wrap="square">
            <a:spAutoFit/>
          </a:bodyPr>
          <a:lstStyle/>
          <a:p>
            <a:pPr algn="ctr"/>
            <a:r>
              <a:rPr lang="vi-VN" sz="3200" b="1" dirty="0">
                <a:blipFill dpi="0" rotWithShape="1">
                  <a:blip r:embed="rId5">
                    <a:extLst>
                      <a:ext uri="{28A0092B-C50C-407E-A947-70E740481C1C}">
                        <a14:useLocalDpi xmlns:a14="http://schemas.microsoft.com/office/drawing/2010/main" val="0"/>
                      </a:ext>
                    </a:extLst>
                  </a:blip>
                  <a:srcRect/>
                  <a:stretch>
                    <a:fillRect/>
                  </a:stretch>
                </a:blipFill>
                <a:latin typeface="Bahnschrift" panose="020B0502040204020203" pitchFamily="34" charset="0"/>
              </a:rPr>
              <a:t>Kết quả Đánh giá</a:t>
            </a:r>
            <a:endParaRPr lang="en-MY" sz="800" dirty="0">
              <a:latin typeface="Bahnschrift" panose="020B0502040204020203" pitchFamily="34" charset="0"/>
            </a:endParaRPr>
          </a:p>
        </p:txBody>
      </p:sp>
      <p:grpSp>
        <p:nvGrpSpPr>
          <p:cNvPr id="96" name="Group 95">
            <a:extLst>
              <a:ext uri="{FF2B5EF4-FFF2-40B4-BE49-F238E27FC236}">
                <a16:creationId xmlns:a16="http://schemas.microsoft.com/office/drawing/2014/main" id="{C80ED146-2F7D-A52F-42A7-455C55BD2CB5}"/>
              </a:ext>
            </a:extLst>
          </p:cNvPr>
          <p:cNvGrpSpPr/>
          <p:nvPr/>
        </p:nvGrpSpPr>
        <p:grpSpPr>
          <a:xfrm>
            <a:off x="10006425" y="3289510"/>
            <a:ext cx="2112515" cy="3182800"/>
            <a:chOff x="5616034" y="3999329"/>
            <a:chExt cx="1832235" cy="3182800"/>
          </a:xfrm>
        </p:grpSpPr>
        <p:sp>
          <p:nvSpPr>
            <p:cNvPr id="97" name="TextBox 96">
              <a:extLst>
                <a:ext uri="{FF2B5EF4-FFF2-40B4-BE49-F238E27FC236}">
                  <a16:creationId xmlns:a16="http://schemas.microsoft.com/office/drawing/2014/main" id="{2978B646-C63D-CB0D-142F-64DFAC4FDF05}"/>
                </a:ext>
              </a:extLst>
            </p:cNvPr>
            <p:cNvSpPr txBox="1"/>
            <p:nvPr/>
          </p:nvSpPr>
          <p:spPr>
            <a:xfrm>
              <a:off x="5616034" y="5150804"/>
              <a:ext cx="1715241" cy="2031325"/>
            </a:xfrm>
            <a:prstGeom prst="rect">
              <a:avLst/>
            </a:prstGeom>
            <a:noFill/>
          </p:spPr>
          <p:txBody>
            <a:bodyPr wrap="square" rtlCol="0">
              <a:spAutoFit/>
            </a:bodyPr>
            <a:lstStyle/>
            <a:p>
              <a:pPr marL="171450" indent="-171450">
                <a:spcBef>
                  <a:spcPts val="600"/>
                </a:spcBef>
                <a:spcAft>
                  <a:spcPts val="600"/>
                </a:spcAft>
                <a:buFont typeface="Arial" panose="020B0604020202020204" pitchFamily="34" charset="0"/>
                <a:buChar char="•"/>
              </a:pPr>
              <a:r>
                <a:rPr lang="vi-VN" sz="1600" dirty="0">
                  <a:solidFill>
                    <a:schemeClr val="bg1">
                      <a:lumMod val="65000"/>
                    </a:schemeClr>
                  </a:solidFill>
                  <a:latin typeface="Bahnschrift" panose="020B0502040204020203" pitchFamily="34" charset="0"/>
                </a:rPr>
                <a:t>Lưu đồ hoạt động</a:t>
              </a:r>
            </a:p>
            <a:p>
              <a:pPr marL="171450" indent="-171450">
                <a:spcBef>
                  <a:spcPts val="600"/>
                </a:spcBef>
                <a:spcAft>
                  <a:spcPts val="600"/>
                </a:spcAft>
                <a:buFont typeface="Arial" panose="020B0604020202020204" pitchFamily="34" charset="0"/>
                <a:buChar char="•"/>
              </a:pPr>
              <a:r>
                <a:rPr lang="vi-VN" sz="1600" dirty="0">
                  <a:solidFill>
                    <a:schemeClr val="bg1">
                      <a:lumMod val="65000"/>
                    </a:schemeClr>
                  </a:solidFill>
                  <a:latin typeface="Bahnschrift" panose="020B0502040204020203" pitchFamily="34" charset="0"/>
                </a:rPr>
                <a:t>Các thành phần hệ thống</a:t>
              </a:r>
            </a:p>
            <a:p>
              <a:pPr marL="171450" indent="-171450">
                <a:spcBef>
                  <a:spcPts val="600"/>
                </a:spcBef>
                <a:spcAft>
                  <a:spcPts val="600"/>
                </a:spcAft>
                <a:buFont typeface="Arial" panose="020B0604020202020204" pitchFamily="34" charset="0"/>
                <a:buChar char="•"/>
              </a:pPr>
              <a:r>
                <a:rPr lang="vi-VN" sz="1600" dirty="0">
                  <a:solidFill>
                    <a:schemeClr val="bg1">
                      <a:lumMod val="65000"/>
                    </a:schemeClr>
                  </a:solidFill>
                  <a:latin typeface="Bahnschrift" panose="020B0502040204020203" pitchFamily="34" charset="0"/>
                </a:rPr>
                <a:t>Thiết kế mạch</a:t>
              </a:r>
            </a:p>
            <a:p>
              <a:pPr marL="171450" indent="-171450">
                <a:spcBef>
                  <a:spcPts val="600"/>
                </a:spcBef>
                <a:spcAft>
                  <a:spcPts val="600"/>
                </a:spcAft>
                <a:buFont typeface="Arial" panose="020B0604020202020204" pitchFamily="34" charset="0"/>
                <a:buChar char="•"/>
              </a:pPr>
              <a:r>
                <a:rPr lang="vi-VN" sz="1600" dirty="0">
                  <a:solidFill>
                    <a:schemeClr val="bg1">
                      <a:lumMod val="65000"/>
                    </a:schemeClr>
                  </a:solidFill>
                  <a:latin typeface="Bahnschrift" panose="020B0502040204020203" pitchFamily="34" charset="0"/>
                </a:rPr>
                <a:t>Chương trình điều khiển</a:t>
              </a:r>
            </a:p>
          </p:txBody>
        </p:sp>
        <p:sp>
          <p:nvSpPr>
            <p:cNvPr id="98" name="TextBox 97">
              <a:extLst>
                <a:ext uri="{FF2B5EF4-FFF2-40B4-BE49-F238E27FC236}">
                  <a16:creationId xmlns:a16="http://schemas.microsoft.com/office/drawing/2014/main" id="{A34D6A60-22D7-20E6-CD97-D1B4B3099E27}"/>
                </a:ext>
              </a:extLst>
            </p:cNvPr>
            <p:cNvSpPr txBox="1"/>
            <p:nvPr/>
          </p:nvSpPr>
          <p:spPr>
            <a:xfrm>
              <a:off x="5616034" y="3999329"/>
              <a:ext cx="1832235" cy="1077218"/>
            </a:xfrm>
            <a:prstGeom prst="rect">
              <a:avLst/>
            </a:prstGeom>
            <a:noFill/>
          </p:spPr>
          <p:txBody>
            <a:bodyPr wrap="square">
              <a:spAutoFit/>
            </a:bodyPr>
            <a:lstStyle/>
            <a:p>
              <a:pPr algn="ctr"/>
              <a:r>
                <a:rPr lang="vi-VN" sz="3200" b="1" dirty="0">
                  <a:blipFill dpi="0" rotWithShape="1">
                    <a:blip r:embed="rId5">
                      <a:extLst>
                        <a:ext uri="{28A0092B-C50C-407E-A947-70E740481C1C}">
                          <a14:useLocalDpi xmlns:a14="http://schemas.microsoft.com/office/drawing/2010/main" val="0"/>
                        </a:ext>
                      </a:extLst>
                    </a:blip>
                    <a:srcRect/>
                    <a:stretch>
                      <a:fillRect/>
                    </a:stretch>
                  </a:blipFill>
                  <a:latin typeface="Bahnschrift" panose="020B0502040204020203" pitchFamily="34" charset="0"/>
                </a:rPr>
                <a:t>Hệ thống điều khiển</a:t>
              </a:r>
              <a:endParaRPr lang="en-MY" sz="800" dirty="0">
                <a:latin typeface="Bahnschrift" panose="020B0502040204020203" pitchFamily="34" charset="0"/>
              </a:endParaRPr>
            </a:p>
          </p:txBody>
        </p:sp>
      </p:grpSp>
      <p:grpSp>
        <p:nvGrpSpPr>
          <p:cNvPr id="100" name="Group 99">
            <a:extLst>
              <a:ext uri="{FF2B5EF4-FFF2-40B4-BE49-F238E27FC236}">
                <a16:creationId xmlns:a16="http://schemas.microsoft.com/office/drawing/2014/main" id="{DAA03515-7611-B154-ACA4-CE4514552D46}"/>
              </a:ext>
            </a:extLst>
          </p:cNvPr>
          <p:cNvGrpSpPr/>
          <p:nvPr/>
        </p:nvGrpSpPr>
        <p:grpSpPr>
          <a:xfrm>
            <a:off x="7594235" y="2351840"/>
            <a:ext cx="2223469" cy="3164666"/>
            <a:chOff x="5484399" y="3721716"/>
            <a:chExt cx="2223469" cy="3164666"/>
          </a:xfrm>
        </p:grpSpPr>
        <p:sp>
          <p:nvSpPr>
            <p:cNvPr id="101" name="TextBox 100">
              <a:extLst>
                <a:ext uri="{FF2B5EF4-FFF2-40B4-BE49-F238E27FC236}">
                  <a16:creationId xmlns:a16="http://schemas.microsoft.com/office/drawing/2014/main" id="{B14D826D-CB24-D21A-9AC1-98D78D5527FC}"/>
                </a:ext>
              </a:extLst>
            </p:cNvPr>
            <p:cNvSpPr txBox="1"/>
            <p:nvPr/>
          </p:nvSpPr>
          <p:spPr>
            <a:xfrm>
              <a:off x="5783086" y="4778113"/>
              <a:ext cx="1800630" cy="2108269"/>
            </a:xfrm>
            <a:prstGeom prst="rect">
              <a:avLst/>
            </a:prstGeom>
            <a:noFill/>
          </p:spPr>
          <p:txBody>
            <a:bodyPr wrap="square" rtlCol="0">
              <a:spAutoFit/>
            </a:bodyPr>
            <a:lstStyle/>
            <a:p>
              <a:pPr marL="171450" indent="-171450">
                <a:spcBef>
                  <a:spcPts val="600"/>
                </a:spcBef>
                <a:spcAft>
                  <a:spcPts val="600"/>
                </a:spcAft>
                <a:buFont typeface="Arial" panose="020B0604020202020204" pitchFamily="34" charset="0"/>
                <a:buChar char="•"/>
              </a:pPr>
              <a:r>
                <a:rPr lang="vi-VN" sz="1600" dirty="0">
                  <a:solidFill>
                    <a:schemeClr val="bg1">
                      <a:lumMod val="65000"/>
                    </a:schemeClr>
                  </a:solidFill>
                  <a:latin typeface="Bahnschrift" panose="020B0502040204020203" pitchFamily="34" charset="0"/>
                </a:rPr>
                <a:t>Cấu tạo </a:t>
              </a:r>
            </a:p>
            <a:p>
              <a:pPr marL="171450" indent="-171450">
                <a:spcBef>
                  <a:spcPts val="600"/>
                </a:spcBef>
                <a:spcAft>
                  <a:spcPts val="600"/>
                </a:spcAft>
                <a:buFont typeface="Arial" panose="020B0604020202020204" pitchFamily="34" charset="0"/>
                <a:buChar char="•"/>
              </a:pPr>
              <a:r>
                <a:rPr lang="vi-VN" sz="1600" dirty="0">
                  <a:solidFill>
                    <a:schemeClr val="bg1">
                      <a:lumMod val="65000"/>
                    </a:schemeClr>
                  </a:solidFill>
                  <a:latin typeface="Bahnschrift" panose="020B0502040204020203" pitchFamily="34" charset="0"/>
                </a:rPr>
                <a:t>Các cơ cấu chấp hành </a:t>
              </a:r>
            </a:p>
            <a:p>
              <a:pPr marL="171450" indent="-171450">
                <a:spcBef>
                  <a:spcPts val="600"/>
                </a:spcBef>
                <a:spcAft>
                  <a:spcPts val="600"/>
                </a:spcAft>
                <a:buFont typeface="Arial" panose="020B0604020202020204" pitchFamily="34" charset="0"/>
                <a:buChar char="•"/>
              </a:pPr>
              <a:r>
                <a:rPr lang="vi-VN" sz="1600" dirty="0">
                  <a:solidFill>
                    <a:schemeClr val="bg1">
                      <a:lumMod val="65000"/>
                    </a:schemeClr>
                  </a:solidFill>
                  <a:latin typeface="Bahnschrift" panose="020B0502040204020203" pitchFamily="34" charset="0"/>
                </a:rPr>
                <a:t>Thiết kế khung</a:t>
              </a:r>
            </a:p>
            <a:p>
              <a:pPr marL="171450" indent="-171450">
                <a:spcBef>
                  <a:spcPts val="600"/>
                </a:spcBef>
                <a:spcAft>
                  <a:spcPts val="600"/>
                </a:spcAft>
                <a:buFont typeface="Arial" panose="020B0604020202020204" pitchFamily="34" charset="0"/>
                <a:buChar char="•"/>
              </a:pPr>
              <a:r>
                <a:rPr lang="vi-VN" sz="1600" dirty="0">
                  <a:solidFill>
                    <a:schemeClr val="bg1">
                      <a:lumMod val="65000"/>
                    </a:schemeClr>
                  </a:solidFill>
                  <a:latin typeface="Bahnschrift" panose="020B0502040204020203" pitchFamily="34" charset="0"/>
                </a:rPr>
                <a:t>Lắp ráp</a:t>
              </a:r>
            </a:p>
            <a:p>
              <a:endParaRPr lang="en-MY" sz="1600" dirty="0">
                <a:solidFill>
                  <a:schemeClr val="bg1">
                    <a:lumMod val="65000"/>
                  </a:schemeClr>
                </a:solidFill>
                <a:latin typeface="Bahnschrift" panose="020B0502040204020203" pitchFamily="34" charset="0"/>
              </a:endParaRPr>
            </a:p>
          </p:txBody>
        </p:sp>
        <p:sp>
          <p:nvSpPr>
            <p:cNvPr id="102" name="TextBox 101">
              <a:extLst>
                <a:ext uri="{FF2B5EF4-FFF2-40B4-BE49-F238E27FC236}">
                  <a16:creationId xmlns:a16="http://schemas.microsoft.com/office/drawing/2014/main" id="{ABA4AA7A-8EE6-6E75-69E1-1A3A6AEE3E62}"/>
                </a:ext>
              </a:extLst>
            </p:cNvPr>
            <p:cNvSpPr txBox="1"/>
            <p:nvPr/>
          </p:nvSpPr>
          <p:spPr>
            <a:xfrm>
              <a:off x="5484399" y="3721716"/>
              <a:ext cx="2223469" cy="1077218"/>
            </a:xfrm>
            <a:prstGeom prst="rect">
              <a:avLst/>
            </a:prstGeom>
            <a:noFill/>
          </p:spPr>
          <p:txBody>
            <a:bodyPr wrap="square">
              <a:spAutoFit/>
            </a:bodyPr>
            <a:lstStyle/>
            <a:p>
              <a:pPr algn="ctr"/>
              <a:r>
                <a:rPr lang="vi-VN" sz="3200" b="1" dirty="0">
                  <a:blipFill dpi="0" rotWithShape="1">
                    <a:blip r:embed="rId5">
                      <a:extLst>
                        <a:ext uri="{28A0092B-C50C-407E-A947-70E740481C1C}">
                          <a14:useLocalDpi xmlns:a14="http://schemas.microsoft.com/office/drawing/2010/main" val="0"/>
                        </a:ext>
                      </a:extLst>
                    </a:blip>
                    <a:srcRect/>
                    <a:stretch>
                      <a:fillRect/>
                    </a:stretch>
                  </a:blipFill>
                  <a:latin typeface="Bahnschrift" panose="020B0502040204020203" pitchFamily="34" charset="0"/>
                </a:rPr>
                <a:t>Thiết kế</a:t>
              </a:r>
            </a:p>
            <a:p>
              <a:pPr algn="ctr"/>
              <a:r>
                <a:rPr lang="vi-VN" sz="3200" b="1" dirty="0">
                  <a:blipFill dpi="0" rotWithShape="1">
                    <a:blip r:embed="rId5">
                      <a:extLst>
                        <a:ext uri="{28A0092B-C50C-407E-A947-70E740481C1C}">
                          <a14:useLocalDpi xmlns:a14="http://schemas.microsoft.com/office/drawing/2010/main" val="0"/>
                        </a:ext>
                      </a:extLst>
                    </a:blip>
                    <a:srcRect/>
                    <a:stretch>
                      <a:fillRect/>
                    </a:stretch>
                  </a:blipFill>
                  <a:latin typeface="Bahnschrift" panose="020B0502040204020203" pitchFamily="34" charset="0"/>
                </a:rPr>
                <a:t>chế tạo</a:t>
              </a:r>
              <a:endParaRPr lang="en-MY" sz="800" dirty="0">
                <a:latin typeface="Bahnschrift" panose="020B0502040204020203" pitchFamily="34" charset="0"/>
              </a:endParaRPr>
            </a:p>
          </p:txBody>
        </p:sp>
      </p:grpSp>
      <p:sp>
        <p:nvSpPr>
          <p:cNvPr id="104" name="TextBox 103">
            <a:extLst>
              <a:ext uri="{FF2B5EF4-FFF2-40B4-BE49-F238E27FC236}">
                <a16:creationId xmlns:a16="http://schemas.microsoft.com/office/drawing/2014/main" id="{F9BB6124-1424-AEDE-C2AA-52333074BCD5}"/>
              </a:ext>
            </a:extLst>
          </p:cNvPr>
          <p:cNvSpPr txBox="1"/>
          <p:nvPr/>
        </p:nvSpPr>
        <p:spPr>
          <a:xfrm>
            <a:off x="1714261" y="4029961"/>
            <a:ext cx="4334349" cy="1569660"/>
          </a:xfrm>
          <a:prstGeom prst="rect">
            <a:avLst/>
          </a:prstGeom>
          <a:noFill/>
        </p:spPr>
        <p:txBody>
          <a:bodyPr wrap="square">
            <a:spAutoFit/>
          </a:bodyPr>
          <a:lstStyle/>
          <a:p>
            <a:r>
              <a:rPr kumimoji="0" lang="vi-VN" sz="8000" b="1" i="0" u="none" strike="noStrike" kern="1200" cap="none" spc="0" normalizeH="0" baseline="0" noProof="0" dirty="0">
                <a:ln>
                  <a:solidFill>
                    <a:schemeClr val="bg1"/>
                  </a:solidFill>
                </a:ln>
                <a:noFill/>
                <a:effectLst/>
                <a:uLnTx/>
                <a:uFillTx/>
                <a:latin typeface="Bahnschrift" panose="020B0502040204020203" pitchFamily="34" charset="0"/>
              </a:rPr>
              <a:t>TRÌNH</a:t>
            </a:r>
            <a:r>
              <a:rPr kumimoji="0" lang="vi-VN" sz="9600" b="1" i="0" u="none" strike="noStrike" kern="1200" cap="none" spc="0" normalizeH="0" baseline="0" noProof="0" dirty="0">
                <a:ln>
                  <a:solidFill>
                    <a:schemeClr val="bg1"/>
                  </a:solidFill>
                </a:ln>
                <a:noFill/>
                <a:effectLst/>
                <a:uLnTx/>
                <a:uFillTx/>
                <a:latin typeface="Bahnschrift" panose="020B0502040204020203" pitchFamily="34" charset="0"/>
              </a:rPr>
              <a:t> </a:t>
            </a:r>
            <a:endParaRPr lang="en-MY" sz="2800" dirty="0">
              <a:solidFill>
                <a:schemeClr val="bg1"/>
              </a:solidFill>
              <a:latin typeface="Bahnschrift" panose="020B0502040204020203" pitchFamily="34" charset="0"/>
            </a:endParaRPr>
          </a:p>
        </p:txBody>
      </p:sp>
      <p:sp>
        <p:nvSpPr>
          <p:cNvPr id="109" name="TextBox 108">
            <a:extLst>
              <a:ext uri="{FF2B5EF4-FFF2-40B4-BE49-F238E27FC236}">
                <a16:creationId xmlns:a16="http://schemas.microsoft.com/office/drawing/2014/main" id="{E6EFEE09-FE6D-293B-AAA0-3D4219F703A9}"/>
              </a:ext>
            </a:extLst>
          </p:cNvPr>
          <p:cNvSpPr txBox="1"/>
          <p:nvPr/>
        </p:nvSpPr>
        <p:spPr>
          <a:xfrm>
            <a:off x="-11731507" y="1015104"/>
            <a:ext cx="5492497" cy="1200329"/>
          </a:xfrm>
          <a:prstGeom prst="rect">
            <a:avLst/>
          </a:prstGeom>
          <a:noFill/>
        </p:spPr>
        <p:txBody>
          <a:bodyPr wrap="square" rtlCol="0">
            <a:spAutoFit/>
          </a:bodyPr>
          <a:lstStyle/>
          <a:p>
            <a:r>
              <a:rPr lang="vi-VN" sz="7200" b="1" dirty="0">
                <a:solidFill>
                  <a:schemeClr val="bg1"/>
                </a:solidFill>
                <a:latin typeface="Bahnschrift" panose="020B0502040204020203" pitchFamily="34" charset="0"/>
              </a:rPr>
              <a:t>MỤC TIÊU</a:t>
            </a:r>
            <a:endParaRPr lang="en-US" sz="8000" b="1" dirty="0">
              <a:solidFill>
                <a:schemeClr val="bg1"/>
              </a:solidFill>
              <a:latin typeface="Bahnschrift" panose="020B0502040204020203" pitchFamily="34" charset="0"/>
            </a:endParaRPr>
          </a:p>
        </p:txBody>
      </p:sp>
      <p:sp>
        <p:nvSpPr>
          <p:cNvPr id="111" name="TextBox 110">
            <a:extLst>
              <a:ext uri="{FF2B5EF4-FFF2-40B4-BE49-F238E27FC236}">
                <a16:creationId xmlns:a16="http://schemas.microsoft.com/office/drawing/2014/main" id="{D18800BB-288A-A52C-0BC3-66BCB9CFA0A2}"/>
              </a:ext>
            </a:extLst>
          </p:cNvPr>
          <p:cNvSpPr txBox="1"/>
          <p:nvPr/>
        </p:nvSpPr>
        <p:spPr>
          <a:xfrm>
            <a:off x="-9170009" y="3180605"/>
            <a:ext cx="4334349" cy="1200329"/>
          </a:xfrm>
          <a:prstGeom prst="rect">
            <a:avLst/>
          </a:prstGeom>
          <a:noFill/>
        </p:spPr>
        <p:txBody>
          <a:bodyPr wrap="square">
            <a:spAutoFit/>
          </a:bodyPr>
          <a:lstStyle/>
          <a:p>
            <a:r>
              <a:rPr kumimoji="0" lang="vi-VN" sz="7200" b="1" i="0" u="none" strike="noStrike" kern="1200" cap="none" spc="0" normalizeH="0" baseline="0" noProof="0" dirty="0">
                <a:ln>
                  <a:solidFill>
                    <a:schemeClr val="bg1"/>
                  </a:solidFill>
                </a:ln>
                <a:noFill/>
                <a:effectLst/>
                <a:uLnTx/>
                <a:uFillTx/>
                <a:latin typeface="Bahnschrift" panose="020B0502040204020203" pitchFamily="34" charset="0"/>
              </a:rPr>
              <a:t>VỤ</a:t>
            </a:r>
            <a:endParaRPr lang="en-MY" sz="2800" dirty="0">
              <a:solidFill>
                <a:schemeClr val="bg1"/>
              </a:solidFill>
              <a:latin typeface="Bahnschrift" panose="020B0502040204020203" pitchFamily="34" charset="0"/>
            </a:endParaRPr>
          </a:p>
        </p:txBody>
      </p:sp>
      <p:sp>
        <p:nvSpPr>
          <p:cNvPr id="112" name="TextBox 111">
            <a:extLst>
              <a:ext uri="{FF2B5EF4-FFF2-40B4-BE49-F238E27FC236}">
                <a16:creationId xmlns:a16="http://schemas.microsoft.com/office/drawing/2014/main" id="{3B3D817C-C8BB-5865-A4F3-8A54F663951E}"/>
              </a:ext>
            </a:extLst>
          </p:cNvPr>
          <p:cNvSpPr txBox="1"/>
          <p:nvPr/>
        </p:nvSpPr>
        <p:spPr>
          <a:xfrm>
            <a:off x="-14372910" y="2054178"/>
            <a:ext cx="5057310" cy="1200329"/>
          </a:xfrm>
          <a:prstGeom prst="rect">
            <a:avLst/>
          </a:prstGeom>
          <a:noFill/>
        </p:spPr>
        <p:txBody>
          <a:bodyPr wrap="square">
            <a:spAutoFit/>
          </a:bodyPr>
          <a:lstStyle/>
          <a:p>
            <a:r>
              <a:rPr kumimoji="0" lang="vi-VN" sz="7200" b="1" i="0" u="none" strike="noStrike" kern="1200" cap="none" spc="0" normalizeH="0" baseline="0" noProof="0" dirty="0">
                <a:ln>
                  <a:solidFill>
                    <a:schemeClr val="bg1"/>
                  </a:solidFill>
                </a:ln>
                <a:noFill/>
                <a:effectLst/>
                <a:uLnTx/>
                <a:uFillTx/>
                <a:latin typeface="Bahnschrift" panose="020B0502040204020203" pitchFamily="34" charset="0"/>
              </a:rPr>
              <a:t>NHIỆM VỤ</a:t>
            </a:r>
            <a:endParaRPr lang="en-MY" sz="8000" dirty="0">
              <a:solidFill>
                <a:schemeClr val="bg1"/>
              </a:solidFill>
              <a:latin typeface="Bahnschrift" panose="020B0502040204020203" pitchFamily="34" charset="0"/>
            </a:endParaRPr>
          </a:p>
        </p:txBody>
      </p:sp>
      <p:sp>
        <p:nvSpPr>
          <p:cNvPr id="113" name="TextBox 112">
            <a:extLst>
              <a:ext uri="{FF2B5EF4-FFF2-40B4-BE49-F238E27FC236}">
                <a16:creationId xmlns:a16="http://schemas.microsoft.com/office/drawing/2014/main" id="{7E35488A-BC7E-ACEE-FF59-02E43F96505F}"/>
              </a:ext>
            </a:extLst>
          </p:cNvPr>
          <p:cNvSpPr txBox="1"/>
          <p:nvPr/>
        </p:nvSpPr>
        <p:spPr>
          <a:xfrm>
            <a:off x="-13816665" y="3312134"/>
            <a:ext cx="4179058" cy="2308324"/>
          </a:xfrm>
          <a:prstGeom prst="rect">
            <a:avLst/>
          </a:prstGeom>
          <a:noFill/>
        </p:spPr>
        <p:txBody>
          <a:bodyPr wrap="square">
            <a:spAutoFit/>
          </a:bodyPr>
          <a:lstStyle/>
          <a:p>
            <a:pPr algn="r"/>
            <a:r>
              <a:rPr kumimoji="0" lang="vi-VN" sz="7200" b="1" i="0" u="none" strike="noStrike" kern="1200" cap="none" spc="0" normalizeH="0" baseline="0" noProof="0" dirty="0">
                <a:ln>
                  <a:solidFill>
                    <a:schemeClr val="bg1"/>
                  </a:solidFill>
                </a:ln>
                <a:noFill/>
                <a:effectLst/>
                <a:uLnTx/>
                <a:uFillTx/>
                <a:latin typeface="Bahnschrift" panose="020B0502040204020203" pitchFamily="34" charset="0"/>
              </a:rPr>
              <a:t>CỦA </a:t>
            </a:r>
            <a:r>
              <a:rPr kumimoji="0" lang="vi-VN" sz="7200" b="1" i="0" u="none" strike="noStrike" kern="1200" cap="none" spc="0" normalizeH="0" baseline="0" noProof="0" dirty="0">
                <a:ln>
                  <a:solidFill>
                    <a:schemeClr val="bg1"/>
                  </a:solidFill>
                </a:ln>
                <a:solidFill>
                  <a:schemeClr val="bg1"/>
                </a:solidFill>
                <a:effectLst/>
                <a:uLnTx/>
                <a:uFillTx/>
                <a:latin typeface="Bahnschrift" panose="020B0502040204020203" pitchFamily="34" charset="0"/>
              </a:rPr>
              <a:t>ĐỀ TÀI</a:t>
            </a:r>
            <a:endParaRPr lang="en-MY" sz="2800" dirty="0">
              <a:solidFill>
                <a:schemeClr val="bg1"/>
              </a:solidFill>
              <a:latin typeface="Bahnschrift" panose="020B0502040204020203" pitchFamily="34" charset="0"/>
            </a:endParaRPr>
          </a:p>
        </p:txBody>
      </p:sp>
    </p:spTree>
    <p:extLst>
      <p:ext uri="{BB962C8B-B14F-4D97-AF65-F5344CB8AC3E}">
        <p14:creationId xmlns:p14="http://schemas.microsoft.com/office/powerpoint/2010/main" val="1513459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AB84D52-A6D3-019D-F256-95164480A45E}"/>
              </a:ext>
            </a:extLst>
          </p:cNvPr>
          <p:cNvPicPr>
            <a:picLocks noChangeAspect="1"/>
          </p:cNvPicPr>
          <p:nvPr/>
        </p:nvPicPr>
        <p:blipFill rotWithShape="1">
          <a:blip r:embed="rId2">
            <a:extLst>
              <a:ext uri="{28A0092B-C50C-407E-A947-70E740481C1C}">
                <a14:useLocalDpi xmlns:a14="http://schemas.microsoft.com/office/drawing/2010/main" val="0"/>
              </a:ext>
            </a:extLst>
          </a:blip>
          <a:srcRect l="29496" t="57017" r="40993" b="16720"/>
          <a:stretch/>
        </p:blipFill>
        <p:spPr>
          <a:xfrm>
            <a:off x="5802730" y="3260262"/>
            <a:ext cx="1561770" cy="1042416"/>
          </a:xfrm>
          <a:prstGeom prst="roundRect">
            <a:avLst>
              <a:gd name="adj" fmla="val 50000"/>
            </a:avLst>
          </a:prstGeom>
        </p:spPr>
      </p:pic>
      <p:pic>
        <p:nvPicPr>
          <p:cNvPr id="5" name="Picture 4">
            <a:extLst>
              <a:ext uri="{FF2B5EF4-FFF2-40B4-BE49-F238E27FC236}">
                <a16:creationId xmlns:a16="http://schemas.microsoft.com/office/drawing/2014/main" id="{2A1E5AA0-6676-4BE1-B165-7644F654528E}"/>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Layer>
                </a14:imgProps>
              </a:ext>
              <a:ext uri="{28A0092B-C50C-407E-A947-70E740481C1C}">
                <a14:useLocalDpi xmlns:a14="http://schemas.microsoft.com/office/drawing/2010/main" val="0"/>
              </a:ext>
            </a:extLst>
          </a:blip>
          <a:srcRect/>
          <a:stretch/>
        </p:blipFill>
        <p:spPr>
          <a:xfrm>
            <a:off x="-2109726" y="-958782"/>
            <a:ext cx="14963735" cy="8420270"/>
          </a:xfrm>
          <a:prstGeom prst="roundRect">
            <a:avLst>
              <a:gd name="adj" fmla="val 50000"/>
            </a:avLst>
          </a:prstGeom>
        </p:spPr>
      </p:pic>
      <p:sp>
        <p:nvSpPr>
          <p:cNvPr id="55" name="Oval 54">
            <a:extLst>
              <a:ext uri="{FF2B5EF4-FFF2-40B4-BE49-F238E27FC236}">
                <a16:creationId xmlns:a16="http://schemas.microsoft.com/office/drawing/2014/main" id="{DA1F30F8-3E0B-FB94-41F7-B4FD26727A53}"/>
              </a:ext>
            </a:extLst>
          </p:cNvPr>
          <p:cNvSpPr/>
          <p:nvPr/>
        </p:nvSpPr>
        <p:spPr>
          <a:xfrm>
            <a:off x="4848294" y="-4221130"/>
            <a:ext cx="14687411" cy="15471777"/>
          </a:xfrm>
          <a:prstGeom prst="ellipse">
            <a:avLst/>
          </a:prstGeom>
          <a:solidFill>
            <a:schemeClr val="tx1">
              <a:lumMod val="85000"/>
              <a:lumOff val="1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pic>
        <p:nvPicPr>
          <p:cNvPr id="38" name="Picture 37">
            <a:extLst>
              <a:ext uri="{FF2B5EF4-FFF2-40B4-BE49-F238E27FC236}">
                <a16:creationId xmlns:a16="http://schemas.microsoft.com/office/drawing/2014/main" id="{6E1A42A3-E3CA-4557-8FAF-9EBA48619630}"/>
              </a:ext>
            </a:extLst>
          </p:cNvPr>
          <p:cNvPicPr>
            <a:picLocks noChangeAspect="1"/>
          </p:cNvPicPr>
          <p:nvPr/>
        </p:nvPicPr>
        <p:blipFill rotWithShape="1">
          <a:blip r:embed="rId5">
            <a:extLst>
              <a:ext uri="{28A0092B-C50C-407E-A947-70E740481C1C}">
                <a14:useLocalDpi xmlns:a14="http://schemas.microsoft.com/office/drawing/2010/main" val="0"/>
              </a:ext>
            </a:extLst>
          </a:blip>
          <a:srcRect l="70858" t="13626" r="369" b="11179"/>
          <a:stretch/>
        </p:blipFill>
        <p:spPr>
          <a:xfrm>
            <a:off x="5780880" y="2017462"/>
            <a:ext cx="1576715" cy="3090411"/>
          </a:xfrm>
          <a:prstGeom prst="roundRect">
            <a:avLst>
              <a:gd name="adj" fmla="val 50000"/>
            </a:avLst>
          </a:prstGeom>
        </p:spPr>
      </p:pic>
      <p:sp>
        <p:nvSpPr>
          <p:cNvPr id="60" name="TextBox 59">
            <a:extLst>
              <a:ext uri="{FF2B5EF4-FFF2-40B4-BE49-F238E27FC236}">
                <a16:creationId xmlns:a16="http://schemas.microsoft.com/office/drawing/2014/main" id="{75D362DD-A254-3DF9-59E0-4A1D2C67538F}"/>
              </a:ext>
            </a:extLst>
          </p:cNvPr>
          <p:cNvSpPr txBox="1"/>
          <p:nvPr/>
        </p:nvSpPr>
        <p:spPr>
          <a:xfrm>
            <a:off x="5521950" y="3519661"/>
            <a:ext cx="2145356" cy="215444"/>
          </a:xfrm>
          <a:prstGeom prst="rect">
            <a:avLst/>
          </a:prstGeom>
          <a:noFill/>
        </p:spPr>
        <p:txBody>
          <a:bodyPr wrap="square">
            <a:spAutoFit/>
          </a:bodyPr>
          <a:lstStyle/>
          <a:p>
            <a:pPr algn="ctr"/>
            <a:endParaRPr lang="en-MY" sz="800" dirty="0">
              <a:latin typeface="Bahnschrift" panose="020B0502040204020203" pitchFamily="34" charset="0"/>
            </a:endParaRPr>
          </a:p>
        </p:txBody>
      </p:sp>
      <p:pic>
        <p:nvPicPr>
          <p:cNvPr id="12" name="Picture 11">
            <a:extLst>
              <a:ext uri="{FF2B5EF4-FFF2-40B4-BE49-F238E27FC236}">
                <a16:creationId xmlns:a16="http://schemas.microsoft.com/office/drawing/2014/main" id="{278536A1-9D16-A6B8-B345-3936581AB784}"/>
              </a:ext>
            </a:extLst>
          </p:cNvPr>
          <p:cNvPicPr>
            <a:picLocks noChangeAspect="1"/>
          </p:cNvPicPr>
          <p:nvPr/>
        </p:nvPicPr>
        <p:blipFill rotWithShape="1">
          <a:blip r:embed="rId6">
            <a:extLst>
              <a:ext uri="{28A0092B-C50C-407E-A947-70E740481C1C}">
                <a14:useLocalDpi xmlns:a14="http://schemas.microsoft.com/office/drawing/2010/main" val="0"/>
              </a:ext>
            </a:extLst>
          </a:blip>
          <a:srcRect l="40574" r="21162"/>
          <a:stretch/>
        </p:blipFill>
        <p:spPr>
          <a:xfrm>
            <a:off x="-3686441" y="5573865"/>
            <a:ext cx="1576715" cy="3090411"/>
          </a:xfrm>
          <a:prstGeom prst="roundRect">
            <a:avLst>
              <a:gd name="adj" fmla="val 50000"/>
            </a:avLst>
          </a:prstGeom>
        </p:spPr>
      </p:pic>
      <p:sp>
        <p:nvSpPr>
          <p:cNvPr id="3" name="TextBox 2">
            <a:extLst>
              <a:ext uri="{FF2B5EF4-FFF2-40B4-BE49-F238E27FC236}">
                <a16:creationId xmlns:a16="http://schemas.microsoft.com/office/drawing/2014/main" id="{345F40F8-A812-CD6A-BA3A-FA22F3713C9D}"/>
              </a:ext>
            </a:extLst>
          </p:cNvPr>
          <p:cNvSpPr txBox="1"/>
          <p:nvPr/>
        </p:nvSpPr>
        <p:spPr>
          <a:xfrm>
            <a:off x="362225" y="1482743"/>
            <a:ext cx="5492497" cy="1200329"/>
          </a:xfrm>
          <a:prstGeom prst="rect">
            <a:avLst/>
          </a:prstGeom>
          <a:noFill/>
        </p:spPr>
        <p:txBody>
          <a:bodyPr wrap="square" rtlCol="0">
            <a:spAutoFit/>
          </a:bodyPr>
          <a:lstStyle/>
          <a:p>
            <a:r>
              <a:rPr lang="vi-VN" sz="7200" b="1" dirty="0">
                <a:solidFill>
                  <a:schemeClr val="bg1"/>
                </a:solidFill>
                <a:latin typeface="Bahnschrift" panose="020B0502040204020203" pitchFamily="34" charset="0"/>
              </a:rPr>
              <a:t>MỤC TIÊU</a:t>
            </a:r>
            <a:endParaRPr lang="en-US" sz="8000" b="1" dirty="0">
              <a:solidFill>
                <a:schemeClr val="bg1"/>
              </a:solidFill>
              <a:latin typeface="Bahnschrift" panose="020B0502040204020203" pitchFamily="34" charset="0"/>
            </a:endParaRPr>
          </a:p>
        </p:txBody>
      </p:sp>
      <p:sp>
        <p:nvSpPr>
          <p:cNvPr id="4" name="TextBox 3">
            <a:extLst>
              <a:ext uri="{FF2B5EF4-FFF2-40B4-BE49-F238E27FC236}">
                <a16:creationId xmlns:a16="http://schemas.microsoft.com/office/drawing/2014/main" id="{CBA4BFAF-B24A-6782-C8C1-4F5DE7A43FAD}"/>
              </a:ext>
            </a:extLst>
          </p:cNvPr>
          <p:cNvSpPr txBox="1"/>
          <p:nvPr/>
        </p:nvSpPr>
        <p:spPr>
          <a:xfrm>
            <a:off x="142398" y="2748038"/>
            <a:ext cx="5057310" cy="1200329"/>
          </a:xfrm>
          <a:prstGeom prst="rect">
            <a:avLst/>
          </a:prstGeom>
          <a:noFill/>
        </p:spPr>
        <p:txBody>
          <a:bodyPr wrap="square">
            <a:spAutoFit/>
          </a:bodyPr>
          <a:lstStyle/>
          <a:p>
            <a:r>
              <a:rPr kumimoji="0" lang="vi-VN" sz="7200" b="1" i="0" u="none" strike="noStrike" kern="1200" cap="none" spc="0" normalizeH="0" baseline="0" noProof="0" dirty="0">
                <a:ln>
                  <a:solidFill>
                    <a:schemeClr val="bg1"/>
                  </a:solidFill>
                </a:ln>
                <a:noFill/>
                <a:effectLst/>
                <a:uLnTx/>
                <a:uFillTx/>
                <a:latin typeface="Bahnschrift" panose="020B0502040204020203" pitchFamily="34" charset="0"/>
              </a:rPr>
              <a:t>NHIỆM VỤ</a:t>
            </a:r>
            <a:endParaRPr lang="en-MY" sz="8000" dirty="0">
              <a:solidFill>
                <a:schemeClr val="bg1"/>
              </a:solidFill>
              <a:latin typeface="Bahnschrift" panose="020B0502040204020203" pitchFamily="34" charset="0"/>
            </a:endParaRPr>
          </a:p>
        </p:txBody>
      </p:sp>
      <p:sp>
        <p:nvSpPr>
          <p:cNvPr id="6" name="TextBox 5">
            <a:extLst>
              <a:ext uri="{FF2B5EF4-FFF2-40B4-BE49-F238E27FC236}">
                <a16:creationId xmlns:a16="http://schemas.microsoft.com/office/drawing/2014/main" id="{C39F2037-1302-C47A-D0D2-C3EAC50865EC}"/>
              </a:ext>
            </a:extLst>
          </p:cNvPr>
          <p:cNvSpPr txBox="1"/>
          <p:nvPr/>
        </p:nvSpPr>
        <p:spPr>
          <a:xfrm>
            <a:off x="313543" y="4013332"/>
            <a:ext cx="4179058" cy="646331"/>
          </a:xfrm>
          <a:prstGeom prst="rect">
            <a:avLst/>
          </a:prstGeom>
          <a:noFill/>
        </p:spPr>
        <p:txBody>
          <a:bodyPr wrap="square">
            <a:spAutoFit/>
          </a:bodyPr>
          <a:lstStyle/>
          <a:p>
            <a:pPr algn="r"/>
            <a:r>
              <a:rPr kumimoji="0" lang="vi-VN" sz="3600" b="1" i="0" u="none" strike="noStrike" kern="1200" cap="none" spc="0" normalizeH="0" baseline="0" noProof="0" dirty="0">
                <a:ln>
                  <a:solidFill>
                    <a:schemeClr val="bg1"/>
                  </a:solidFill>
                </a:ln>
                <a:noFill/>
                <a:effectLst/>
                <a:uLnTx/>
                <a:uFillTx/>
                <a:latin typeface="Bahnschrift" panose="020B0502040204020203" pitchFamily="34" charset="0"/>
              </a:rPr>
              <a:t>- </a:t>
            </a:r>
            <a:r>
              <a:rPr kumimoji="0" lang="vi-VN" sz="3600" b="1" i="0" u="none" strike="noStrike" kern="1200" cap="none" spc="0" normalizeH="0" baseline="0" noProof="0" dirty="0">
                <a:ln>
                  <a:solidFill>
                    <a:schemeClr val="bg1"/>
                  </a:solidFill>
                </a:ln>
                <a:solidFill>
                  <a:schemeClr val="bg1"/>
                </a:solidFill>
                <a:effectLst/>
                <a:uLnTx/>
                <a:uFillTx/>
                <a:latin typeface="Bahnschrift" panose="020B0502040204020203" pitchFamily="34" charset="0"/>
              </a:rPr>
              <a:t>ĐỀ TÀI</a:t>
            </a:r>
            <a:endParaRPr lang="en-MY" sz="1100" dirty="0">
              <a:solidFill>
                <a:schemeClr val="bg1"/>
              </a:solidFill>
              <a:latin typeface="Bahnschrift" panose="020B0502040204020203" pitchFamily="34" charset="0"/>
            </a:endParaRPr>
          </a:p>
        </p:txBody>
      </p:sp>
      <p:pic>
        <p:nvPicPr>
          <p:cNvPr id="56" name="Picture 55">
            <a:extLst>
              <a:ext uri="{FF2B5EF4-FFF2-40B4-BE49-F238E27FC236}">
                <a16:creationId xmlns:a16="http://schemas.microsoft.com/office/drawing/2014/main" id="{E97028C6-BEE0-494F-A7FB-F6CD176F6B16}"/>
              </a:ext>
            </a:extLst>
          </p:cNvPr>
          <p:cNvPicPr>
            <a:picLocks noChangeAspect="1"/>
          </p:cNvPicPr>
          <p:nvPr/>
        </p:nvPicPr>
        <p:blipFill>
          <a:blip r:embed="rId7">
            <a:duotone>
              <a:prstClr val="black"/>
              <a:srgbClr val="7030A0">
                <a:tint val="45000"/>
                <a:satMod val="400000"/>
              </a:srgbClr>
            </a:duotone>
          </a:blip>
          <a:stretch>
            <a:fillRect/>
          </a:stretch>
        </p:blipFill>
        <p:spPr>
          <a:xfrm>
            <a:off x="5055282" y="3251353"/>
            <a:ext cx="452118" cy="801484"/>
          </a:xfrm>
          <a:prstGeom prst="rect">
            <a:avLst/>
          </a:prstGeom>
          <a:noFill/>
        </p:spPr>
      </p:pic>
      <p:pic>
        <p:nvPicPr>
          <p:cNvPr id="23" name="Picture 22">
            <a:extLst>
              <a:ext uri="{FF2B5EF4-FFF2-40B4-BE49-F238E27FC236}">
                <a16:creationId xmlns:a16="http://schemas.microsoft.com/office/drawing/2014/main" id="{D131EC4A-C30A-4127-B9D2-B781D849E55C}"/>
              </a:ext>
            </a:extLst>
          </p:cNvPr>
          <p:cNvPicPr>
            <a:picLocks noChangeAspect="1"/>
          </p:cNvPicPr>
          <p:nvPr/>
        </p:nvPicPr>
        <p:blipFill rotWithShape="1">
          <a:blip r:embed="rId2">
            <a:extLst>
              <a:ext uri="{28A0092B-C50C-407E-A947-70E740481C1C}">
                <a14:useLocalDpi xmlns:a14="http://schemas.microsoft.com/office/drawing/2010/main" val="0"/>
              </a:ext>
            </a:extLst>
          </a:blip>
          <a:srcRect l="26019" r="35717"/>
          <a:stretch/>
        </p:blipFill>
        <p:spPr>
          <a:xfrm>
            <a:off x="10411940" y="2017462"/>
            <a:ext cx="1576715" cy="3090411"/>
          </a:xfrm>
          <a:prstGeom prst="roundRect">
            <a:avLst>
              <a:gd name="adj" fmla="val 50000"/>
            </a:avLst>
          </a:prstGeom>
        </p:spPr>
      </p:pic>
      <p:pic>
        <p:nvPicPr>
          <p:cNvPr id="18" name="Picture 17">
            <a:extLst>
              <a:ext uri="{FF2B5EF4-FFF2-40B4-BE49-F238E27FC236}">
                <a16:creationId xmlns:a16="http://schemas.microsoft.com/office/drawing/2014/main" id="{0272CDB8-FF82-4C46-A52F-04D290D864AE}"/>
              </a:ext>
            </a:extLst>
          </p:cNvPr>
          <p:cNvPicPr>
            <a:picLocks noChangeAspect="1"/>
          </p:cNvPicPr>
          <p:nvPr/>
        </p:nvPicPr>
        <p:blipFill rotWithShape="1">
          <a:blip r:embed="rId6">
            <a:extLst>
              <a:ext uri="{28A0092B-C50C-407E-A947-70E740481C1C}">
                <a14:useLocalDpi xmlns:a14="http://schemas.microsoft.com/office/drawing/2010/main" val="0"/>
              </a:ext>
            </a:extLst>
          </a:blip>
          <a:srcRect l="40574" r="21162"/>
          <a:stretch/>
        </p:blipFill>
        <p:spPr>
          <a:xfrm>
            <a:off x="8068981" y="2017462"/>
            <a:ext cx="1576715" cy="3090411"/>
          </a:xfrm>
          <a:prstGeom prst="roundRect">
            <a:avLst>
              <a:gd name="adj" fmla="val 50000"/>
            </a:avLst>
          </a:prstGeom>
        </p:spPr>
      </p:pic>
      <p:grpSp>
        <p:nvGrpSpPr>
          <p:cNvPr id="40" name="Group 39">
            <a:extLst>
              <a:ext uri="{FF2B5EF4-FFF2-40B4-BE49-F238E27FC236}">
                <a16:creationId xmlns:a16="http://schemas.microsoft.com/office/drawing/2014/main" id="{BF678BD9-FFB5-4EB3-B165-3ED55E67136D}"/>
              </a:ext>
            </a:extLst>
          </p:cNvPr>
          <p:cNvGrpSpPr/>
          <p:nvPr/>
        </p:nvGrpSpPr>
        <p:grpSpPr>
          <a:xfrm rot="14757566">
            <a:off x="8230662" y="-7130197"/>
            <a:ext cx="8211469" cy="7641093"/>
            <a:chOff x="-7359647" y="3481383"/>
            <a:chExt cx="8211469" cy="7641093"/>
          </a:xfrm>
        </p:grpSpPr>
        <p:sp>
          <p:nvSpPr>
            <p:cNvPr id="43" name="Freeform: Shape 42">
              <a:extLst>
                <a:ext uri="{FF2B5EF4-FFF2-40B4-BE49-F238E27FC236}">
                  <a16:creationId xmlns:a16="http://schemas.microsoft.com/office/drawing/2014/main" id="{37689ACE-1133-4F15-AC23-27FDC89E68CF}"/>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8">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44" name="Freeform: Shape 43">
              <a:extLst>
                <a:ext uri="{FF2B5EF4-FFF2-40B4-BE49-F238E27FC236}">
                  <a16:creationId xmlns:a16="http://schemas.microsoft.com/office/drawing/2014/main" id="{6575DA55-C2D9-4889-A2EF-D11388D571F3}"/>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8">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8" name="TextBox 7">
            <a:extLst>
              <a:ext uri="{FF2B5EF4-FFF2-40B4-BE49-F238E27FC236}">
                <a16:creationId xmlns:a16="http://schemas.microsoft.com/office/drawing/2014/main" id="{AB4439BA-0CB5-6D00-FCFE-2DB64DBC116D}"/>
              </a:ext>
            </a:extLst>
          </p:cNvPr>
          <p:cNvSpPr txBox="1"/>
          <p:nvPr/>
        </p:nvSpPr>
        <p:spPr>
          <a:xfrm>
            <a:off x="185571" y="104422"/>
            <a:ext cx="1755937" cy="369332"/>
          </a:xfrm>
          <a:prstGeom prst="rect">
            <a:avLst/>
          </a:prstGeom>
          <a:noFill/>
        </p:spPr>
        <p:txBody>
          <a:bodyPr wrap="square">
            <a:spAutoFit/>
          </a:bodyPr>
          <a:lstStyle/>
          <a:p>
            <a:r>
              <a:rPr kumimoji="0" lang="vi-VN" b="1" i="0" u="none" strike="noStrike" kern="1200" cap="none" spc="0" normalizeH="0" baseline="0" noProof="0" dirty="0">
                <a:ln>
                  <a:noFill/>
                </a:ln>
                <a:solidFill>
                  <a:srgbClr val="FEFEFE"/>
                </a:solidFill>
                <a:effectLst/>
                <a:uLnTx/>
                <a:uFillTx/>
                <a:latin typeface="Bahnschrift" panose="020B0502040204020203" pitchFamily="34" charset="0"/>
              </a:rPr>
              <a:t>- Nhóm 4 -</a:t>
            </a:r>
            <a:endParaRPr lang="en-MY" dirty="0">
              <a:solidFill>
                <a:srgbClr val="FEFEFE"/>
              </a:solidFill>
              <a:latin typeface="Bahnschrift" panose="020B0502040204020203" pitchFamily="34" charset="0"/>
            </a:endParaRPr>
          </a:p>
        </p:txBody>
      </p:sp>
      <p:sp>
        <p:nvSpPr>
          <p:cNvPr id="9" name="TextBox 8">
            <a:extLst>
              <a:ext uri="{FF2B5EF4-FFF2-40B4-BE49-F238E27FC236}">
                <a16:creationId xmlns:a16="http://schemas.microsoft.com/office/drawing/2014/main" id="{FD483CAA-1614-B03C-C8BF-BEC4AF5E528E}"/>
              </a:ext>
            </a:extLst>
          </p:cNvPr>
          <p:cNvSpPr txBox="1"/>
          <p:nvPr/>
        </p:nvSpPr>
        <p:spPr>
          <a:xfrm>
            <a:off x="1525422" y="104422"/>
            <a:ext cx="1627880" cy="369332"/>
          </a:xfrm>
          <a:prstGeom prst="rect">
            <a:avLst/>
          </a:prstGeom>
          <a:noFill/>
        </p:spPr>
        <p:txBody>
          <a:bodyPr wrap="square">
            <a:spAutoFit/>
          </a:bodyPr>
          <a:lstStyle/>
          <a:p>
            <a:r>
              <a:rPr kumimoji="0" lang="vi-VN" b="1" i="0" u="none" strike="noStrike" kern="1200" cap="none" spc="0" normalizeH="0" baseline="0" noProof="0" dirty="0">
                <a:ln>
                  <a:noFill/>
                </a:ln>
                <a:solidFill>
                  <a:srgbClr val="FEFEFE"/>
                </a:solidFill>
                <a:effectLst/>
                <a:uLnTx/>
                <a:uFillTx/>
                <a:latin typeface="Bahnschrift" panose="020B0502040204020203" pitchFamily="34" charset="0"/>
              </a:rPr>
              <a:t>Các cơ cấu  </a:t>
            </a:r>
            <a:endParaRPr lang="en-MY" b="1" dirty="0">
              <a:solidFill>
                <a:srgbClr val="FEFEFE"/>
              </a:solidFill>
              <a:latin typeface="Bahnschrift" panose="020B0502040204020203" pitchFamily="34" charset="0"/>
            </a:endParaRPr>
          </a:p>
        </p:txBody>
      </p:sp>
      <p:sp>
        <p:nvSpPr>
          <p:cNvPr id="10" name="TextBox 9">
            <a:extLst>
              <a:ext uri="{FF2B5EF4-FFF2-40B4-BE49-F238E27FC236}">
                <a16:creationId xmlns:a16="http://schemas.microsoft.com/office/drawing/2014/main" id="{DA44384F-42EF-B16B-9138-509BF83B4844}"/>
              </a:ext>
            </a:extLst>
          </p:cNvPr>
          <p:cNvSpPr txBox="1"/>
          <p:nvPr/>
        </p:nvSpPr>
        <p:spPr>
          <a:xfrm>
            <a:off x="2688955" y="104422"/>
            <a:ext cx="1498877" cy="369332"/>
          </a:xfrm>
          <a:prstGeom prst="rect">
            <a:avLst/>
          </a:prstGeom>
          <a:noFill/>
        </p:spPr>
        <p:txBody>
          <a:bodyPr wrap="square">
            <a:spAutoFit/>
          </a:bodyPr>
          <a:lstStyle/>
          <a:p>
            <a:r>
              <a:rPr lang="vi-VN" b="1" dirty="0">
                <a:solidFill>
                  <a:srgbClr val="FEFEFE"/>
                </a:solidFill>
                <a:latin typeface="Bahnschrift" panose="020B0502040204020203" pitchFamily="34" charset="0"/>
              </a:rPr>
              <a:t>c</a:t>
            </a:r>
            <a:r>
              <a:rPr kumimoji="0" lang="vi-VN" b="1" i="0" u="none" strike="noStrike" kern="1200" cap="none" spc="0" normalizeH="0" baseline="0" noProof="0" dirty="0">
                <a:ln>
                  <a:noFill/>
                </a:ln>
                <a:solidFill>
                  <a:srgbClr val="FEFEFE"/>
                </a:solidFill>
                <a:effectLst/>
                <a:uLnTx/>
                <a:uFillTx/>
                <a:latin typeface="Bahnschrift" panose="020B0502040204020203" pitchFamily="34" charset="0"/>
              </a:rPr>
              <a:t>hấp hành </a:t>
            </a:r>
            <a:r>
              <a:rPr kumimoji="0" lang="en-US" b="1" i="0" u="none" strike="noStrike" kern="1200" cap="none" spc="0" normalizeH="0" baseline="0" noProof="0" dirty="0">
                <a:ln>
                  <a:noFill/>
                </a:ln>
                <a:solidFill>
                  <a:srgbClr val="FEFEFE"/>
                </a:solidFill>
                <a:effectLst/>
                <a:uLnTx/>
                <a:uFillTx/>
                <a:latin typeface="Bahnschrift" panose="020B0502040204020203" pitchFamily="34" charset="0"/>
              </a:rPr>
              <a:t> </a:t>
            </a:r>
            <a:endParaRPr lang="en-MY" b="1" dirty="0">
              <a:solidFill>
                <a:srgbClr val="FEFEFE"/>
              </a:solidFill>
              <a:latin typeface="Bahnschrift" panose="020B0502040204020203" pitchFamily="34" charset="0"/>
            </a:endParaRPr>
          </a:p>
        </p:txBody>
      </p:sp>
      <p:sp>
        <p:nvSpPr>
          <p:cNvPr id="11" name="TextBox 10">
            <a:extLst>
              <a:ext uri="{FF2B5EF4-FFF2-40B4-BE49-F238E27FC236}">
                <a16:creationId xmlns:a16="http://schemas.microsoft.com/office/drawing/2014/main" id="{A75CC6D2-21C3-55EE-9198-D7A61B3DAA52}"/>
              </a:ext>
            </a:extLst>
          </p:cNvPr>
          <p:cNvSpPr txBox="1"/>
          <p:nvPr/>
        </p:nvSpPr>
        <p:spPr>
          <a:xfrm>
            <a:off x="3805327" y="104422"/>
            <a:ext cx="1913447" cy="369332"/>
          </a:xfrm>
          <a:prstGeom prst="rect">
            <a:avLst/>
          </a:prstGeom>
          <a:noFill/>
        </p:spPr>
        <p:txBody>
          <a:bodyPr wrap="square">
            <a:spAutoFit/>
          </a:bodyPr>
          <a:lstStyle/>
          <a:p>
            <a:r>
              <a:rPr lang="vi-VN" b="1" dirty="0">
                <a:solidFill>
                  <a:srgbClr val="FEFEFE"/>
                </a:solidFill>
                <a:latin typeface="Bahnschrift" panose="020B0502040204020203" pitchFamily="34" charset="0"/>
              </a:rPr>
              <a:t>t</a:t>
            </a:r>
            <a:r>
              <a:rPr kumimoji="0" lang="vi-VN" b="1" i="0" u="none" strike="noStrike" kern="1200" cap="none" spc="0" normalizeH="0" baseline="0" noProof="0" dirty="0">
                <a:ln>
                  <a:noFill/>
                </a:ln>
                <a:solidFill>
                  <a:srgbClr val="FEFEFE"/>
                </a:solidFill>
                <a:effectLst/>
                <a:uLnTx/>
                <a:uFillTx/>
                <a:latin typeface="Bahnschrift" panose="020B0502040204020203" pitchFamily="34" charset="0"/>
              </a:rPr>
              <a:t>rong Robot   -</a:t>
            </a:r>
            <a:endParaRPr lang="en-MY" b="1" dirty="0">
              <a:solidFill>
                <a:srgbClr val="FEFEFE"/>
              </a:solidFill>
              <a:latin typeface="Bahnschrift" panose="020B0502040204020203" pitchFamily="34" charset="0"/>
            </a:endParaRPr>
          </a:p>
        </p:txBody>
      </p:sp>
      <p:grpSp>
        <p:nvGrpSpPr>
          <p:cNvPr id="7" name="Group 6">
            <a:extLst>
              <a:ext uri="{FF2B5EF4-FFF2-40B4-BE49-F238E27FC236}">
                <a16:creationId xmlns:a16="http://schemas.microsoft.com/office/drawing/2014/main" id="{D76E4976-4193-C24D-2212-262F6918115D}"/>
              </a:ext>
            </a:extLst>
          </p:cNvPr>
          <p:cNvGrpSpPr/>
          <p:nvPr/>
        </p:nvGrpSpPr>
        <p:grpSpPr>
          <a:xfrm rot="8156591">
            <a:off x="-6242087" y="4123527"/>
            <a:ext cx="8211469" cy="7641093"/>
            <a:chOff x="-7359647" y="3481383"/>
            <a:chExt cx="8211469" cy="7641093"/>
          </a:xfrm>
          <a:solidFill>
            <a:schemeClr val="bg1"/>
          </a:solidFill>
        </p:grpSpPr>
        <p:sp>
          <p:nvSpPr>
            <p:cNvPr id="14" name="Freeform: Shape 13">
              <a:extLst>
                <a:ext uri="{FF2B5EF4-FFF2-40B4-BE49-F238E27FC236}">
                  <a16:creationId xmlns:a16="http://schemas.microsoft.com/office/drawing/2014/main" id="{C81BE661-F949-4042-CA95-88C7919DEB12}"/>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15" name="Freeform: Shape 14">
              <a:extLst>
                <a:ext uri="{FF2B5EF4-FFF2-40B4-BE49-F238E27FC236}">
                  <a16:creationId xmlns:a16="http://schemas.microsoft.com/office/drawing/2014/main" id="{2388339A-569B-7564-F33A-8D2AACE00BA7}"/>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16" name="TextBox 15">
            <a:extLst>
              <a:ext uri="{FF2B5EF4-FFF2-40B4-BE49-F238E27FC236}">
                <a16:creationId xmlns:a16="http://schemas.microsoft.com/office/drawing/2014/main" id="{D2A67E21-5E4F-4346-3CF2-638DE2782254}"/>
              </a:ext>
            </a:extLst>
          </p:cNvPr>
          <p:cNvSpPr txBox="1"/>
          <p:nvPr/>
        </p:nvSpPr>
        <p:spPr>
          <a:xfrm>
            <a:off x="-13020704" y="1131636"/>
            <a:ext cx="5492497" cy="1323439"/>
          </a:xfrm>
          <a:prstGeom prst="rect">
            <a:avLst/>
          </a:prstGeom>
          <a:noFill/>
        </p:spPr>
        <p:txBody>
          <a:bodyPr wrap="square" rtlCol="0">
            <a:spAutoFit/>
          </a:bodyPr>
          <a:lstStyle/>
          <a:p>
            <a:r>
              <a:rPr lang="vi-VN" sz="8000" b="1" dirty="0">
                <a:solidFill>
                  <a:schemeClr val="bg1"/>
                </a:solidFill>
                <a:latin typeface="Bahnschrift" panose="020B0502040204020203" pitchFamily="34" charset="0"/>
              </a:rPr>
              <a:t>NỘI DUNG </a:t>
            </a:r>
            <a:endParaRPr lang="en-US" sz="8800" b="1" dirty="0">
              <a:solidFill>
                <a:schemeClr val="bg1"/>
              </a:solidFill>
              <a:latin typeface="Bahnschrift" panose="020B0502040204020203" pitchFamily="34" charset="0"/>
            </a:endParaRPr>
          </a:p>
        </p:txBody>
      </p:sp>
      <p:sp>
        <p:nvSpPr>
          <p:cNvPr id="17" name="TextBox 16">
            <a:extLst>
              <a:ext uri="{FF2B5EF4-FFF2-40B4-BE49-F238E27FC236}">
                <a16:creationId xmlns:a16="http://schemas.microsoft.com/office/drawing/2014/main" id="{B478FCE2-5229-BBB6-864F-3A6C884DB017}"/>
              </a:ext>
            </a:extLst>
          </p:cNvPr>
          <p:cNvSpPr txBox="1"/>
          <p:nvPr/>
        </p:nvSpPr>
        <p:spPr>
          <a:xfrm>
            <a:off x="-8818043" y="2693822"/>
            <a:ext cx="4334349" cy="1323439"/>
          </a:xfrm>
          <a:prstGeom prst="rect">
            <a:avLst/>
          </a:prstGeom>
          <a:noFill/>
        </p:spPr>
        <p:txBody>
          <a:bodyPr wrap="square">
            <a:spAutoFit/>
          </a:bodyPr>
          <a:lstStyle/>
          <a:p>
            <a:r>
              <a:rPr kumimoji="0" lang="vi-VN" sz="8000" b="1" i="0" u="none" strike="noStrike" kern="1200" cap="none" spc="0" normalizeH="0" baseline="0" noProof="0" dirty="0">
                <a:ln>
                  <a:solidFill>
                    <a:schemeClr val="bg1"/>
                  </a:solidFill>
                </a:ln>
                <a:noFill/>
                <a:effectLst/>
                <a:uLnTx/>
                <a:uFillTx/>
                <a:latin typeface="Bahnschrift" panose="020B0502040204020203" pitchFamily="34" charset="0"/>
              </a:rPr>
              <a:t>THUYẾT  </a:t>
            </a:r>
            <a:endParaRPr lang="en-MY" sz="8000" dirty="0">
              <a:solidFill>
                <a:schemeClr val="bg1"/>
              </a:solidFill>
              <a:latin typeface="Bahnschrift" panose="020B0502040204020203" pitchFamily="34" charset="0"/>
            </a:endParaRPr>
          </a:p>
        </p:txBody>
      </p:sp>
      <p:sp>
        <p:nvSpPr>
          <p:cNvPr id="19" name="TextBox 18">
            <a:extLst>
              <a:ext uri="{FF2B5EF4-FFF2-40B4-BE49-F238E27FC236}">
                <a16:creationId xmlns:a16="http://schemas.microsoft.com/office/drawing/2014/main" id="{851A1CB4-CD14-CCC4-B967-C255EDDA3B2C}"/>
              </a:ext>
            </a:extLst>
          </p:cNvPr>
          <p:cNvSpPr txBox="1"/>
          <p:nvPr/>
        </p:nvSpPr>
        <p:spPr>
          <a:xfrm>
            <a:off x="-8165694" y="3735105"/>
            <a:ext cx="4334349" cy="1569660"/>
          </a:xfrm>
          <a:prstGeom prst="rect">
            <a:avLst/>
          </a:prstGeom>
          <a:noFill/>
        </p:spPr>
        <p:txBody>
          <a:bodyPr wrap="square">
            <a:spAutoFit/>
          </a:bodyPr>
          <a:lstStyle/>
          <a:p>
            <a:r>
              <a:rPr kumimoji="0" lang="vi-VN" sz="8000" b="1" i="0" u="none" strike="noStrike" kern="1200" cap="none" spc="0" normalizeH="0" baseline="0" noProof="0" dirty="0">
                <a:ln>
                  <a:solidFill>
                    <a:schemeClr val="bg1"/>
                  </a:solidFill>
                </a:ln>
                <a:noFill/>
                <a:effectLst/>
                <a:uLnTx/>
                <a:uFillTx/>
                <a:latin typeface="Bahnschrift" panose="020B0502040204020203" pitchFamily="34" charset="0"/>
              </a:rPr>
              <a:t>TRÌNH</a:t>
            </a:r>
            <a:r>
              <a:rPr kumimoji="0" lang="vi-VN" sz="9600" b="1" i="0" u="none" strike="noStrike" kern="1200" cap="none" spc="0" normalizeH="0" baseline="0" noProof="0" dirty="0">
                <a:ln>
                  <a:solidFill>
                    <a:schemeClr val="bg1"/>
                  </a:solidFill>
                </a:ln>
                <a:noFill/>
                <a:effectLst/>
                <a:uLnTx/>
                <a:uFillTx/>
                <a:latin typeface="Bahnschrift" panose="020B0502040204020203" pitchFamily="34" charset="0"/>
              </a:rPr>
              <a:t> </a:t>
            </a:r>
            <a:endParaRPr lang="en-MY" sz="2800" dirty="0">
              <a:solidFill>
                <a:schemeClr val="bg1"/>
              </a:solidFill>
              <a:latin typeface="Bahnschrift" panose="020B0502040204020203" pitchFamily="34" charset="0"/>
            </a:endParaRPr>
          </a:p>
        </p:txBody>
      </p:sp>
      <p:sp>
        <p:nvSpPr>
          <p:cNvPr id="22" name="TextBox 21">
            <a:extLst>
              <a:ext uri="{FF2B5EF4-FFF2-40B4-BE49-F238E27FC236}">
                <a16:creationId xmlns:a16="http://schemas.microsoft.com/office/drawing/2014/main" id="{F6B2056B-288B-750C-7A2C-5B41DEA33CE9}"/>
              </a:ext>
            </a:extLst>
          </p:cNvPr>
          <p:cNvSpPr txBox="1"/>
          <p:nvPr/>
        </p:nvSpPr>
        <p:spPr>
          <a:xfrm>
            <a:off x="-6394680" y="1241122"/>
            <a:ext cx="3178871" cy="2554545"/>
          </a:xfrm>
          <a:prstGeom prst="rect">
            <a:avLst/>
          </a:prstGeom>
          <a:noFill/>
        </p:spPr>
        <p:txBody>
          <a:bodyPr wrap="square" rtlCol="0">
            <a:spAutoFit/>
          </a:bodyPr>
          <a:lstStyle/>
          <a:p>
            <a:r>
              <a:rPr lang="vi-VN" sz="8000" b="1" dirty="0">
                <a:solidFill>
                  <a:schemeClr val="bg1"/>
                </a:solidFill>
                <a:latin typeface="Bahnschrift" panose="020B0502040204020203" pitchFamily="34" charset="0"/>
              </a:rPr>
              <a:t>GIỚI THIỆU</a:t>
            </a:r>
            <a:endParaRPr lang="en-US" sz="8800" b="1" dirty="0">
              <a:solidFill>
                <a:schemeClr val="bg1"/>
              </a:solidFill>
              <a:latin typeface="Bahnschrift" panose="020B0502040204020203" pitchFamily="34" charset="0"/>
            </a:endParaRPr>
          </a:p>
        </p:txBody>
      </p:sp>
      <p:sp>
        <p:nvSpPr>
          <p:cNvPr id="24" name="TextBox 23">
            <a:extLst>
              <a:ext uri="{FF2B5EF4-FFF2-40B4-BE49-F238E27FC236}">
                <a16:creationId xmlns:a16="http://schemas.microsoft.com/office/drawing/2014/main" id="{3A576185-1E50-5067-FA87-532DE694BD6D}"/>
              </a:ext>
            </a:extLst>
          </p:cNvPr>
          <p:cNvSpPr txBox="1"/>
          <p:nvPr/>
        </p:nvSpPr>
        <p:spPr>
          <a:xfrm>
            <a:off x="-8196609" y="3640958"/>
            <a:ext cx="4198647" cy="1323439"/>
          </a:xfrm>
          <a:prstGeom prst="rect">
            <a:avLst/>
          </a:prstGeom>
          <a:noFill/>
        </p:spPr>
        <p:txBody>
          <a:bodyPr wrap="square">
            <a:spAutoFit/>
          </a:bodyPr>
          <a:lstStyle/>
          <a:p>
            <a:r>
              <a:rPr kumimoji="0" lang="vi-VN" sz="8000" b="1" i="0" u="none" strike="noStrike" kern="1200" cap="none" spc="0" normalizeH="0" baseline="0" noProof="0" dirty="0">
                <a:ln>
                  <a:solidFill>
                    <a:schemeClr val="bg1"/>
                  </a:solidFill>
                </a:ln>
                <a:noFill/>
                <a:effectLst/>
                <a:uLnTx/>
                <a:uFillTx/>
                <a:latin typeface="Bahnschrift" panose="020B0502040204020203" pitchFamily="34" charset="0"/>
              </a:rPr>
              <a:t>CHUNG</a:t>
            </a:r>
            <a:endParaRPr lang="en-MY" sz="2000" dirty="0">
              <a:solidFill>
                <a:schemeClr val="bg1"/>
              </a:solidFill>
              <a:latin typeface="Bahnschrift" panose="020B0502040204020203" pitchFamily="34" charset="0"/>
            </a:endParaRPr>
          </a:p>
        </p:txBody>
      </p:sp>
    </p:spTree>
    <p:extLst>
      <p:ext uri="{BB962C8B-B14F-4D97-AF65-F5344CB8AC3E}">
        <p14:creationId xmlns:p14="http://schemas.microsoft.com/office/powerpoint/2010/main" val="16938146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after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82AEB0E7-F447-4AD0-995C-D4CFE3BDB603}"/>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Layer>
                </a14:imgProps>
              </a:ext>
              <a:ext uri="{28A0092B-C50C-407E-A947-70E740481C1C}">
                <a14:useLocalDpi xmlns:a14="http://schemas.microsoft.com/office/drawing/2010/main" val="0"/>
              </a:ext>
            </a:extLst>
          </a:blip>
          <a:srcRect/>
          <a:stretch/>
        </p:blipFill>
        <p:spPr>
          <a:xfrm>
            <a:off x="-4892010" y="-958782"/>
            <a:ext cx="19827209" cy="8420270"/>
          </a:xfrm>
          <a:prstGeom prst="roundRect">
            <a:avLst>
              <a:gd name="adj" fmla="val 50000"/>
            </a:avLst>
          </a:prstGeom>
        </p:spPr>
      </p:pic>
      <p:sp>
        <p:nvSpPr>
          <p:cNvPr id="63" name="TextBox 62">
            <a:extLst>
              <a:ext uri="{FF2B5EF4-FFF2-40B4-BE49-F238E27FC236}">
                <a16:creationId xmlns:a16="http://schemas.microsoft.com/office/drawing/2014/main" id="{D08FAB6C-5D9F-4F8D-9460-396ED5FE6FD9}"/>
              </a:ext>
            </a:extLst>
          </p:cNvPr>
          <p:cNvSpPr txBox="1"/>
          <p:nvPr/>
        </p:nvSpPr>
        <p:spPr>
          <a:xfrm>
            <a:off x="17005127" y="3429000"/>
            <a:ext cx="4146121"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solidFill>
                    <a:prstClr val="white"/>
                  </a:solidFill>
                </a:ln>
                <a:noFill/>
                <a:effectLst/>
                <a:uLnTx/>
                <a:uFillTx/>
                <a:latin typeface="Century Gothic" panose="020B0502020202020204" pitchFamily="34" charset="0"/>
                <a:ea typeface="+mn-ea"/>
                <a:cs typeface="+mn-cs"/>
              </a:rPr>
              <a:t>IN TEXT </a:t>
            </a:r>
            <a:endParaRPr kumimoji="0" lang="en-MY"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Oval 23">
            <a:extLst>
              <a:ext uri="{FF2B5EF4-FFF2-40B4-BE49-F238E27FC236}">
                <a16:creationId xmlns:a16="http://schemas.microsoft.com/office/drawing/2014/main" id="{DB6F3B1A-9E08-44A2-95F2-9F2E21010EAF}"/>
              </a:ext>
            </a:extLst>
          </p:cNvPr>
          <p:cNvSpPr/>
          <p:nvPr/>
        </p:nvSpPr>
        <p:spPr>
          <a:xfrm>
            <a:off x="12806835" y="-4083794"/>
            <a:ext cx="14687411" cy="15471777"/>
          </a:xfrm>
          <a:prstGeom prst="ellipse">
            <a:avLst/>
          </a:prstGeom>
          <a:solidFill>
            <a:schemeClr val="tx1">
              <a:lumMod val="85000"/>
              <a:lumOff val="1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pic>
        <p:nvPicPr>
          <p:cNvPr id="25" name="Picture 24">
            <a:extLst>
              <a:ext uri="{FF2B5EF4-FFF2-40B4-BE49-F238E27FC236}">
                <a16:creationId xmlns:a16="http://schemas.microsoft.com/office/drawing/2014/main" id="{885ED121-AF43-4016-82BF-BD7E88583A42}"/>
              </a:ext>
            </a:extLst>
          </p:cNvPr>
          <p:cNvPicPr>
            <a:picLocks noChangeAspect="1"/>
          </p:cNvPicPr>
          <p:nvPr/>
        </p:nvPicPr>
        <p:blipFill>
          <a:blip r:embed="rId5">
            <a:duotone>
              <a:prstClr val="black"/>
              <a:srgbClr val="7030A0">
                <a:tint val="45000"/>
                <a:satMod val="400000"/>
              </a:srgbClr>
            </a:duotone>
          </a:blip>
          <a:stretch>
            <a:fillRect/>
          </a:stretch>
        </p:blipFill>
        <p:spPr>
          <a:xfrm>
            <a:off x="12966204" y="3251353"/>
            <a:ext cx="452118" cy="801484"/>
          </a:xfrm>
          <a:prstGeom prst="rect">
            <a:avLst/>
          </a:prstGeom>
          <a:noFill/>
        </p:spPr>
      </p:pic>
      <p:grpSp>
        <p:nvGrpSpPr>
          <p:cNvPr id="3" name="Group 2">
            <a:extLst>
              <a:ext uri="{FF2B5EF4-FFF2-40B4-BE49-F238E27FC236}">
                <a16:creationId xmlns:a16="http://schemas.microsoft.com/office/drawing/2014/main" id="{36FBA578-6479-4EC7-B348-91A55A2C4402}"/>
              </a:ext>
            </a:extLst>
          </p:cNvPr>
          <p:cNvGrpSpPr/>
          <p:nvPr/>
        </p:nvGrpSpPr>
        <p:grpSpPr>
          <a:xfrm>
            <a:off x="9177680" y="-6918647"/>
            <a:ext cx="8211469" cy="7641093"/>
            <a:chOff x="-7359647" y="3481383"/>
            <a:chExt cx="8211469" cy="7641093"/>
          </a:xfrm>
          <a:solidFill>
            <a:srgbClr val="FEFEFE"/>
          </a:solidFill>
        </p:grpSpPr>
        <p:sp>
          <p:nvSpPr>
            <p:cNvPr id="40" name="Freeform: Shape 39">
              <a:extLst>
                <a:ext uri="{FF2B5EF4-FFF2-40B4-BE49-F238E27FC236}">
                  <a16:creationId xmlns:a16="http://schemas.microsoft.com/office/drawing/2014/main" id="{BA3C308C-EE1A-411E-BA2E-15B400E6EB90}"/>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20" name="Freeform: Shape 19">
              <a:extLst>
                <a:ext uri="{FF2B5EF4-FFF2-40B4-BE49-F238E27FC236}">
                  <a16:creationId xmlns:a16="http://schemas.microsoft.com/office/drawing/2014/main" id="{94DAB6AB-D604-4B8C-9024-5AC1623CB503}"/>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57" name="TextBox 56">
            <a:extLst>
              <a:ext uri="{FF2B5EF4-FFF2-40B4-BE49-F238E27FC236}">
                <a16:creationId xmlns:a16="http://schemas.microsoft.com/office/drawing/2014/main" id="{158D3565-4AD6-4EAA-9DDC-7B94E8AB73A7}"/>
              </a:ext>
            </a:extLst>
          </p:cNvPr>
          <p:cNvSpPr txBox="1"/>
          <p:nvPr/>
        </p:nvSpPr>
        <p:spPr>
          <a:xfrm>
            <a:off x="8717026" y="1520090"/>
            <a:ext cx="3178871" cy="2554545"/>
          </a:xfrm>
          <a:prstGeom prst="rect">
            <a:avLst/>
          </a:prstGeom>
          <a:noFill/>
        </p:spPr>
        <p:txBody>
          <a:bodyPr wrap="square" rtlCol="0">
            <a:spAutoFit/>
          </a:bodyPr>
          <a:lstStyle/>
          <a:p>
            <a:r>
              <a:rPr lang="vi-VN" sz="8000" b="1" dirty="0">
                <a:solidFill>
                  <a:schemeClr val="bg1"/>
                </a:solidFill>
                <a:latin typeface="Bahnschrift" panose="020B0502040204020203" pitchFamily="34" charset="0"/>
              </a:rPr>
              <a:t>GIỚI THIỆU</a:t>
            </a:r>
            <a:endParaRPr lang="en-US" sz="8800" b="1" dirty="0">
              <a:solidFill>
                <a:schemeClr val="bg1"/>
              </a:solidFill>
              <a:latin typeface="Bahnschrift" panose="020B0502040204020203" pitchFamily="34" charset="0"/>
            </a:endParaRPr>
          </a:p>
        </p:txBody>
      </p:sp>
      <p:sp>
        <p:nvSpPr>
          <p:cNvPr id="58" name="TextBox 57">
            <a:extLst>
              <a:ext uri="{FF2B5EF4-FFF2-40B4-BE49-F238E27FC236}">
                <a16:creationId xmlns:a16="http://schemas.microsoft.com/office/drawing/2014/main" id="{1770D3D4-E369-414F-96E8-10048564DCA2}"/>
              </a:ext>
            </a:extLst>
          </p:cNvPr>
          <p:cNvSpPr txBox="1"/>
          <p:nvPr/>
        </p:nvSpPr>
        <p:spPr>
          <a:xfrm>
            <a:off x="8717026" y="4014472"/>
            <a:ext cx="4198647" cy="1323439"/>
          </a:xfrm>
          <a:prstGeom prst="rect">
            <a:avLst/>
          </a:prstGeom>
          <a:noFill/>
        </p:spPr>
        <p:txBody>
          <a:bodyPr wrap="square">
            <a:spAutoFit/>
          </a:bodyPr>
          <a:lstStyle/>
          <a:p>
            <a:r>
              <a:rPr kumimoji="0" lang="vi-VN" sz="8000" b="1" i="0" u="none" strike="noStrike" kern="1200" cap="none" spc="0" normalizeH="0" baseline="0" noProof="0" dirty="0">
                <a:ln>
                  <a:solidFill>
                    <a:schemeClr val="bg1"/>
                  </a:solidFill>
                </a:ln>
                <a:noFill/>
                <a:effectLst/>
                <a:uLnTx/>
                <a:uFillTx/>
                <a:latin typeface="Bahnschrift" panose="020B0502040204020203" pitchFamily="34" charset="0"/>
              </a:rPr>
              <a:t>CHUNG</a:t>
            </a:r>
            <a:endParaRPr lang="en-MY" sz="2000" dirty="0">
              <a:solidFill>
                <a:schemeClr val="bg1"/>
              </a:solidFill>
              <a:latin typeface="Bahnschrift" panose="020B0502040204020203" pitchFamily="34" charset="0"/>
            </a:endParaRPr>
          </a:p>
        </p:txBody>
      </p:sp>
      <p:sp>
        <p:nvSpPr>
          <p:cNvPr id="41" name="TextBox 40">
            <a:extLst>
              <a:ext uri="{FF2B5EF4-FFF2-40B4-BE49-F238E27FC236}">
                <a16:creationId xmlns:a16="http://schemas.microsoft.com/office/drawing/2014/main" id="{BFF269F3-DBAC-41CD-B738-E18398D4CEB4}"/>
              </a:ext>
            </a:extLst>
          </p:cNvPr>
          <p:cNvSpPr txBox="1"/>
          <p:nvPr/>
        </p:nvSpPr>
        <p:spPr>
          <a:xfrm>
            <a:off x="590531" y="-1769086"/>
            <a:ext cx="1153039" cy="461665"/>
          </a:xfrm>
          <a:prstGeom prst="rect">
            <a:avLst/>
          </a:prstGeom>
          <a:noFill/>
        </p:spPr>
        <p:txBody>
          <a:bodyPr wrap="square">
            <a:spAutoFit/>
          </a:bodyPr>
          <a:lstStyle/>
          <a:p>
            <a:r>
              <a:rPr kumimoji="0" lang="en-US" sz="2400"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hmppt</a:t>
            </a:r>
            <a:endParaRPr lang="en-MY" sz="600" dirty="0">
              <a:blipFill dpi="0" rotWithShape="1">
                <a:blip r:embed="rId6">
                  <a:extLst>
                    <a:ext uri="{28A0092B-C50C-407E-A947-70E740481C1C}">
                      <a14:useLocalDpi xmlns:a14="http://schemas.microsoft.com/office/drawing/2010/main" val="0"/>
                    </a:ext>
                  </a:extLst>
                </a:blip>
                <a:srcRect/>
                <a:stretch>
                  <a:fillRect/>
                </a:stretch>
              </a:blipFill>
            </a:endParaRPr>
          </a:p>
        </p:txBody>
      </p:sp>
      <p:pic>
        <p:nvPicPr>
          <p:cNvPr id="42" name="Picture 41">
            <a:extLst>
              <a:ext uri="{FF2B5EF4-FFF2-40B4-BE49-F238E27FC236}">
                <a16:creationId xmlns:a16="http://schemas.microsoft.com/office/drawing/2014/main" id="{D1EBC933-5788-40D9-90C4-5F000DA3071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3740" y="-1474327"/>
            <a:ext cx="335075" cy="333811"/>
          </a:xfrm>
          <a:prstGeom prst="rect">
            <a:avLst/>
          </a:prstGeom>
        </p:spPr>
      </p:pic>
      <p:sp>
        <p:nvSpPr>
          <p:cNvPr id="43" name="TextBox 42">
            <a:extLst>
              <a:ext uri="{FF2B5EF4-FFF2-40B4-BE49-F238E27FC236}">
                <a16:creationId xmlns:a16="http://schemas.microsoft.com/office/drawing/2014/main" id="{A99B1357-7433-40E9-B435-74DC10CD1EF2}"/>
              </a:ext>
            </a:extLst>
          </p:cNvPr>
          <p:cNvSpPr txBox="1"/>
          <p:nvPr/>
        </p:nvSpPr>
        <p:spPr>
          <a:xfrm>
            <a:off x="1809826" y="-1950037"/>
            <a:ext cx="759572" cy="307777"/>
          </a:xfrm>
          <a:prstGeom prst="rect">
            <a:avLst/>
          </a:prstGeom>
          <a:noFill/>
        </p:spPr>
        <p:txBody>
          <a:bodyPr wrap="square">
            <a:spAutoFit/>
          </a:bodyPr>
          <a:lstStyle/>
          <a:p>
            <a:r>
              <a:rPr kumimoji="0" lang="en-US" sz="1400"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Home</a:t>
            </a:r>
            <a:endParaRPr lang="en-MY" sz="200" b="1" dirty="0">
              <a:blipFill dpi="0" rotWithShape="1">
                <a:blip r:embed="rId6">
                  <a:extLst>
                    <a:ext uri="{28A0092B-C50C-407E-A947-70E740481C1C}">
                      <a14:useLocalDpi xmlns:a14="http://schemas.microsoft.com/office/drawing/2010/main" val="0"/>
                    </a:ext>
                  </a:extLst>
                </a:blip>
                <a:srcRect/>
                <a:stretch>
                  <a:fillRect/>
                </a:stretch>
              </a:blipFill>
            </a:endParaRPr>
          </a:p>
        </p:txBody>
      </p:sp>
      <p:sp>
        <p:nvSpPr>
          <p:cNvPr id="44" name="TextBox 43">
            <a:extLst>
              <a:ext uri="{FF2B5EF4-FFF2-40B4-BE49-F238E27FC236}">
                <a16:creationId xmlns:a16="http://schemas.microsoft.com/office/drawing/2014/main" id="{D5990390-3198-41BF-B3A5-256ACEAC613F}"/>
              </a:ext>
            </a:extLst>
          </p:cNvPr>
          <p:cNvSpPr txBox="1"/>
          <p:nvPr/>
        </p:nvSpPr>
        <p:spPr>
          <a:xfrm>
            <a:off x="2486381" y="-2233955"/>
            <a:ext cx="771449" cy="307777"/>
          </a:xfrm>
          <a:prstGeom prst="rect">
            <a:avLst/>
          </a:prstGeom>
          <a:noFill/>
        </p:spPr>
        <p:txBody>
          <a:bodyPr wrap="square">
            <a:spAutoFit/>
          </a:bodyPr>
          <a:lstStyle/>
          <a:p>
            <a:r>
              <a:rPr kumimoji="0" lang="en-US" sz="1400"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Menus </a:t>
            </a:r>
            <a:endParaRPr lang="en-MY" sz="200" b="1" dirty="0">
              <a:blipFill dpi="0" rotWithShape="1">
                <a:blip r:embed="rId6">
                  <a:extLst>
                    <a:ext uri="{28A0092B-C50C-407E-A947-70E740481C1C}">
                      <a14:useLocalDpi xmlns:a14="http://schemas.microsoft.com/office/drawing/2010/main" val="0"/>
                    </a:ext>
                  </a:extLst>
                </a:blip>
                <a:srcRect/>
                <a:stretch>
                  <a:fillRect/>
                </a:stretch>
              </a:blipFill>
            </a:endParaRPr>
          </a:p>
        </p:txBody>
      </p:sp>
      <p:sp>
        <p:nvSpPr>
          <p:cNvPr id="45" name="TextBox 44">
            <a:extLst>
              <a:ext uri="{FF2B5EF4-FFF2-40B4-BE49-F238E27FC236}">
                <a16:creationId xmlns:a16="http://schemas.microsoft.com/office/drawing/2014/main" id="{A91C2A00-9853-4908-8DAC-89209C080D01}"/>
              </a:ext>
            </a:extLst>
          </p:cNvPr>
          <p:cNvSpPr txBox="1"/>
          <p:nvPr/>
        </p:nvSpPr>
        <p:spPr>
          <a:xfrm>
            <a:off x="3229191" y="-2529835"/>
            <a:ext cx="771450" cy="307777"/>
          </a:xfrm>
          <a:prstGeom prst="rect">
            <a:avLst/>
          </a:prstGeom>
          <a:noFill/>
        </p:spPr>
        <p:txBody>
          <a:bodyPr wrap="square">
            <a:spAutoFit/>
          </a:bodyPr>
          <a:lstStyle/>
          <a:p>
            <a:r>
              <a:rPr kumimoji="0" lang="en-US" sz="1400"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Points </a:t>
            </a:r>
            <a:endParaRPr lang="en-MY" sz="200" b="1" dirty="0">
              <a:blipFill dpi="0" rotWithShape="1">
                <a:blip r:embed="rId6">
                  <a:extLst>
                    <a:ext uri="{28A0092B-C50C-407E-A947-70E740481C1C}">
                      <a14:useLocalDpi xmlns:a14="http://schemas.microsoft.com/office/drawing/2010/main" val="0"/>
                    </a:ext>
                  </a:extLst>
                </a:blip>
                <a:srcRect/>
                <a:stretch>
                  <a:fillRect/>
                </a:stretch>
              </a:blipFill>
            </a:endParaRPr>
          </a:p>
        </p:txBody>
      </p:sp>
      <p:sp>
        <p:nvSpPr>
          <p:cNvPr id="4" name="Oval 3">
            <a:extLst>
              <a:ext uri="{FF2B5EF4-FFF2-40B4-BE49-F238E27FC236}">
                <a16:creationId xmlns:a16="http://schemas.microsoft.com/office/drawing/2014/main" id="{04FDCF98-172A-AD35-AC78-76C4B36E3EF2}"/>
              </a:ext>
            </a:extLst>
          </p:cNvPr>
          <p:cNvSpPr/>
          <p:nvPr/>
        </p:nvSpPr>
        <p:spPr>
          <a:xfrm>
            <a:off x="-6094111" y="-4760492"/>
            <a:ext cx="14687411" cy="15471777"/>
          </a:xfrm>
          <a:prstGeom prst="ellipse">
            <a:avLst/>
          </a:prstGeom>
          <a:solidFill>
            <a:schemeClr val="bg1"/>
          </a:solidFill>
          <a:ln>
            <a:solidFill>
              <a:schemeClr val="bg1"/>
            </a:solidFill>
          </a:ln>
          <a:effectLst>
            <a:glow rad="63500">
              <a:schemeClr val="accent3">
                <a:satMod val="175000"/>
                <a:alpha val="40000"/>
              </a:schemeClr>
            </a:glow>
            <a:outerShdw blurRad="50800" dist="38100" dir="10800000" algn="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grpSp>
        <p:nvGrpSpPr>
          <p:cNvPr id="31" name="Group 30">
            <a:extLst>
              <a:ext uri="{FF2B5EF4-FFF2-40B4-BE49-F238E27FC236}">
                <a16:creationId xmlns:a16="http://schemas.microsoft.com/office/drawing/2014/main" id="{A32C31A9-97E1-404A-96BB-4D7A32F02E15}"/>
              </a:ext>
            </a:extLst>
          </p:cNvPr>
          <p:cNvGrpSpPr/>
          <p:nvPr/>
        </p:nvGrpSpPr>
        <p:grpSpPr>
          <a:xfrm rot="3334020">
            <a:off x="-6375292" y="3171041"/>
            <a:ext cx="8211469" cy="8236257"/>
            <a:chOff x="-7359647" y="3481383"/>
            <a:chExt cx="8211469" cy="7641093"/>
          </a:xfrm>
        </p:grpSpPr>
        <p:sp>
          <p:nvSpPr>
            <p:cNvPr id="32" name="Freeform: Shape 31">
              <a:extLst>
                <a:ext uri="{FF2B5EF4-FFF2-40B4-BE49-F238E27FC236}">
                  <a16:creationId xmlns:a16="http://schemas.microsoft.com/office/drawing/2014/main" id="{7205819D-1C20-4A99-9D49-41E53AB19272}"/>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6">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33" name="Freeform: Shape 32">
              <a:extLst>
                <a:ext uri="{FF2B5EF4-FFF2-40B4-BE49-F238E27FC236}">
                  <a16:creationId xmlns:a16="http://schemas.microsoft.com/office/drawing/2014/main" id="{B44AE08C-96C5-4E3A-AB2B-3D6B7B8F7536}"/>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6">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5" name="Oval 4">
            <a:extLst>
              <a:ext uri="{FF2B5EF4-FFF2-40B4-BE49-F238E27FC236}">
                <a16:creationId xmlns:a16="http://schemas.microsoft.com/office/drawing/2014/main" id="{1180A0F9-F476-C582-6AA0-183EA3B50024}"/>
              </a:ext>
            </a:extLst>
          </p:cNvPr>
          <p:cNvSpPr/>
          <p:nvPr/>
        </p:nvSpPr>
        <p:spPr>
          <a:xfrm>
            <a:off x="-32138467" y="1752302"/>
            <a:ext cx="8586276" cy="8773387"/>
          </a:xfrm>
          <a:prstGeom prst="ellipse">
            <a:avLst/>
          </a:prstGeom>
          <a:solidFill>
            <a:schemeClr val="bg1"/>
          </a:solidFill>
          <a:ln>
            <a:solidFill>
              <a:schemeClr val="bg1"/>
            </a:solidFill>
          </a:ln>
          <a:effectLst>
            <a:glow rad="63500">
              <a:schemeClr val="accent3">
                <a:satMod val="175000"/>
                <a:alpha val="40000"/>
              </a:schemeClr>
            </a:glow>
            <a:outerShdw blurRad="50800" dist="38100" dir="10800000" algn="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6" name="TextBox 5">
            <a:extLst>
              <a:ext uri="{FF2B5EF4-FFF2-40B4-BE49-F238E27FC236}">
                <a16:creationId xmlns:a16="http://schemas.microsoft.com/office/drawing/2014/main" id="{6C41383E-7354-42B6-72A0-93FB67A78B8B}"/>
              </a:ext>
            </a:extLst>
          </p:cNvPr>
          <p:cNvSpPr txBox="1"/>
          <p:nvPr/>
        </p:nvSpPr>
        <p:spPr>
          <a:xfrm>
            <a:off x="21755566" y="3514292"/>
            <a:ext cx="2145356" cy="215444"/>
          </a:xfrm>
          <a:prstGeom prst="rect">
            <a:avLst/>
          </a:prstGeom>
          <a:noFill/>
        </p:spPr>
        <p:txBody>
          <a:bodyPr wrap="square">
            <a:spAutoFit/>
          </a:bodyPr>
          <a:lstStyle/>
          <a:p>
            <a:pPr algn="ctr"/>
            <a:endParaRPr lang="en-MY" sz="800" dirty="0">
              <a:latin typeface="Bahnschrift" panose="020B0502040204020203" pitchFamily="34" charset="0"/>
            </a:endParaRPr>
          </a:p>
        </p:txBody>
      </p:sp>
      <p:pic>
        <p:nvPicPr>
          <p:cNvPr id="7" name="Picture 6">
            <a:extLst>
              <a:ext uri="{FF2B5EF4-FFF2-40B4-BE49-F238E27FC236}">
                <a16:creationId xmlns:a16="http://schemas.microsoft.com/office/drawing/2014/main" id="{CC34E0A9-45EE-D26E-09E4-2FC0AD0154C1}"/>
              </a:ext>
            </a:extLst>
          </p:cNvPr>
          <p:cNvPicPr>
            <a:picLocks noChangeAspect="1"/>
          </p:cNvPicPr>
          <p:nvPr/>
        </p:nvPicPr>
        <p:blipFill rotWithShape="1">
          <a:blip r:embed="rId8">
            <a:extLst>
              <a:ext uri="{28A0092B-C50C-407E-A947-70E740481C1C}">
                <a14:useLocalDpi xmlns:a14="http://schemas.microsoft.com/office/drawing/2010/main" val="0"/>
              </a:ext>
            </a:extLst>
          </a:blip>
          <a:srcRect l="29496" t="57017" r="40993" b="16720"/>
          <a:stretch/>
        </p:blipFill>
        <p:spPr>
          <a:xfrm>
            <a:off x="22036346" y="3254893"/>
            <a:ext cx="1561770" cy="1042416"/>
          </a:xfrm>
          <a:prstGeom prst="roundRect">
            <a:avLst>
              <a:gd name="adj" fmla="val 50000"/>
            </a:avLst>
          </a:prstGeom>
        </p:spPr>
      </p:pic>
      <p:pic>
        <p:nvPicPr>
          <p:cNvPr id="9" name="Picture 8">
            <a:extLst>
              <a:ext uri="{FF2B5EF4-FFF2-40B4-BE49-F238E27FC236}">
                <a16:creationId xmlns:a16="http://schemas.microsoft.com/office/drawing/2014/main" id="{372A8B69-94C9-7A3E-8DCC-E1CDE356A8CD}"/>
              </a:ext>
            </a:extLst>
          </p:cNvPr>
          <p:cNvPicPr>
            <a:picLocks noChangeAspect="1"/>
          </p:cNvPicPr>
          <p:nvPr/>
        </p:nvPicPr>
        <p:blipFill>
          <a:blip r:embed="rId5">
            <a:duotone>
              <a:prstClr val="black"/>
              <a:srgbClr val="7030A0">
                <a:tint val="45000"/>
                <a:satMod val="400000"/>
              </a:srgbClr>
            </a:duotone>
          </a:blip>
          <a:stretch>
            <a:fillRect/>
          </a:stretch>
        </p:blipFill>
        <p:spPr>
          <a:xfrm>
            <a:off x="21288898" y="3245984"/>
            <a:ext cx="452118" cy="801484"/>
          </a:xfrm>
          <a:prstGeom prst="rect">
            <a:avLst/>
          </a:prstGeom>
          <a:noFill/>
        </p:spPr>
      </p:pic>
      <p:grpSp>
        <p:nvGrpSpPr>
          <p:cNvPr id="10" name="Group 9">
            <a:extLst>
              <a:ext uri="{FF2B5EF4-FFF2-40B4-BE49-F238E27FC236}">
                <a16:creationId xmlns:a16="http://schemas.microsoft.com/office/drawing/2014/main" id="{667DEAC0-D3FC-B03F-B588-94DB2ECE879E}"/>
              </a:ext>
            </a:extLst>
          </p:cNvPr>
          <p:cNvGrpSpPr/>
          <p:nvPr/>
        </p:nvGrpSpPr>
        <p:grpSpPr>
          <a:xfrm>
            <a:off x="22005551" y="2691692"/>
            <a:ext cx="1644086" cy="2209664"/>
            <a:chOff x="5728041" y="4010797"/>
            <a:chExt cx="1644086" cy="2209664"/>
          </a:xfrm>
        </p:grpSpPr>
        <p:sp>
          <p:nvSpPr>
            <p:cNvPr id="11" name="TextBox 10">
              <a:extLst>
                <a:ext uri="{FF2B5EF4-FFF2-40B4-BE49-F238E27FC236}">
                  <a16:creationId xmlns:a16="http://schemas.microsoft.com/office/drawing/2014/main" id="{0D64DB53-7D89-1BB6-AFFC-BCEA9B7DACD2}"/>
                </a:ext>
              </a:extLst>
            </p:cNvPr>
            <p:cNvSpPr txBox="1"/>
            <p:nvPr/>
          </p:nvSpPr>
          <p:spPr>
            <a:xfrm>
              <a:off x="5728041" y="4650801"/>
              <a:ext cx="1509342" cy="1569660"/>
            </a:xfrm>
            <a:prstGeom prst="rect">
              <a:avLst/>
            </a:prstGeom>
            <a:noFill/>
          </p:spPr>
          <p:txBody>
            <a:bodyPr wrap="square" rtlCol="0">
              <a:spAutoFit/>
            </a:bodyPr>
            <a:lstStyle/>
            <a:p>
              <a:pPr marL="171450" indent="-171450">
                <a:buFont typeface="Arial" panose="020B0604020202020204" pitchFamily="34" charset="0"/>
                <a:buChar char="•"/>
              </a:pPr>
              <a:r>
                <a:rPr lang="en-MY" sz="1200" dirty="0">
                  <a:solidFill>
                    <a:schemeClr val="bg1">
                      <a:lumMod val="65000"/>
                    </a:schemeClr>
                  </a:solidFill>
                  <a:latin typeface="Century Gothic" panose="020B0502020202020204" pitchFamily="34" charset="0"/>
                </a:rPr>
                <a:t>Tengok teaser Genshin impact </a:t>
              </a:r>
              <a:r>
                <a:rPr lang="en-MY" sz="1200" dirty="0" err="1">
                  <a:solidFill>
                    <a:schemeClr val="bg1">
                      <a:lumMod val="65000"/>
                    </a:schemeClr>
                  </a:solidFill>
                  <a:latin typeface="Century Gothic" panose="020B0502020202020204" pitchFamily="34" charset="0"/>
                </a:rPr>
                <a:t>Teyvat</a:t>
              </a:r>
              <a:r>
                <a:rPr lang="en-MY" sz="1200" dirty="0">
                  <a:solidFill>
                    <a:schemeClr val="bg1">
                      <a:lumMod val="65000"/>
                    </a:schemeClr>
                  </a:solidFill>
                  <a:latin typeface="Century Gothic" panose="020B0502020202020204" pitchFamily="34" charset="0"/>
                </a:rPr>
                <a:t> style dengan music </a:t>
              </a:r>
              <a:r>
                <a:rPr lang="en-MY" sz="1200" dirty="0" err="1">
                  <a:solidFill>
                    <a:schemeClr val="bg1">
                      <a:lumMod val="65000"/>
                    </a:schemeClr>
                  </a:solidFill>
                  <a:latin typeface="Century Gothic" panose="020B0502020202020204" pitchFamily="34" charset="0"/>
                </a:rPr>
                <a:t>dia</a:t>
              </a:r>
              <a:r>
                <a:rPr lang="en-MY" sz="1200" dirty="0">
                  <a:solidFill>
                    <a:schemeClr val="bg1">
                      <a:lumMod val="65000"/>
                    </a:schemeClr>
                  </a:solidFill>
                  <a:latin typeface="Century Gothic" panose="020B0502020202020204" pitchFamily="34" charset="0"/>
                </a:rPr>
                <a:t> </a:t>
              </a:r>
              <a:r>
                <a:rPr lang="en-MY" sz="1200" dirty="0" err="1">
                  <a:solidFill>
                    <a:schemeClr val="bg1">
                      <a:lumMod val="65000"/>
                    </a:schemeClr>
                  </a:solidFill>
                  <a:latin typeface="Century Gothic" panose="020B0502020202020204" pitchFamily="34" charset="0"/>
                </a:rPr>
                <a:t>terus</a:t>
              </a:r>
              <a:r>
                <a:rPr lang="en-MY" sz="1200" dirty="0">
                  <a:solidFill>
                    <a:schemeClr val="bg1">
                      <a:lumMod val="65000"/>
                    </a:schemeClr>
                  </a:solidFill>
                  <a:latin typeface="Century Gothic" panose="020B0502020202020204" pitchFamily="34" charset="0"/>
                </a:rPr>
                <a:t> inspired untuk buat style macam </a:t>
              </a:r>
              <a:r>
                <a:rPr lang="en-MY" sz="1200" dirty="0" err="1">
                  <a:solidFill>
                    <a:schemeClr val="bg1">
                      <a:lumMod val="65000"/>
                    </a:schemeClr>
                  </a:solidFill>
                  <a:latin typeface="Century Gothic" panose="020B0502020202020204" pitchFamily="34" charset="0"/>
                </a:rPr>
                <a:t>ni</a:t>
              </a:r>
              <a:r>
                <a:rPr lang="en-MY" sz="1200" dirty="0">
                  <a:solidFill>
                    <a:schemeClr val="bg1">
                      <a:lumMod val="65000"/>
                    </a:schemeClr>
                  </a:solidFill>
                  <a:latin typeface="Century Gothic" panose="020B0502020202020204" pitchFamily="34" charset="0"/>
                </a:rPr>
                <a:t>.</a:t>
              </a:r>
              <a:endParaRPr lang="en-MY" sz="1600" dirty="0">
                <a:solidFill>
                  <a:schemeClr val="bg1">
                    <a:lumMod val="65000"/>
                  </a:schemeClr>
                </a:solidFill>
                <a:latin typeface="Century Gothic" panose="020B0502020202020204" pitchFamily="34" charset="0"/>
              </a:endParaRPr>
            </a:p>
          </p:txBody>
        </p:sp>
        <p:sp>
          <p:nvSpPr>
            <p:cNvPr id="12" name="TextBox 11">
              <a:extLst>
                <a:ext uri="{FF2B5EF4-FFF2-40B4-BE49-F238E27FC236}">
                  <a16:creationId xmlns:a16="http://schemas.microsoft.com/office/drawing/2014/main" id="{23FC5E26-072E-C8EA-0554-76D8AFD7E877}"/>
                </a:ext>
              </a:extLst>
            </p:cNvPr>
            <p:cNvSpPr txBox="1"/>
            <p:nvPr/>
          </p:nvSpPr>
          <p:spPr>
            <a:xfrm>
              <a:off x="5781510" y="4010797"/>
              <a:ext cx="1590617" cy="584775"/>
            </a:xfrm>
            <a:prstGeom prst="rect">
              <a:avLst/>
            </a:prstGeom>
            <a:noFill/>
          </p:spPr>
          <p:txBody>
            <a:bodyPr wrap="square">
              <a:spAutoFit/>
            </a:bodyPr>
            <a:lstStyle/>
            <a:p>
              <a:r>
                <a:rPr lang="en-US" sz="3200" b="1" dirty="0">
                  <a:blipFill dpi="0" rotWithShape="1">
                    <a:blip r:embed="rId6">
                      <a:extLst>
                        <a:ext uri="{28A0092B-C50C-407E-A947-70E740481C1C}">
                          <a14:useLocalDpi xmlns:a14="http://schemas.microsoft.com/office/drawing/2010/main" val="0"/>
                        </a:ext>
                      </a:extLst>
                    </a:blip>
                    <a:srcRect/>
                    <a:stretch>
                      <a:fillRect/>
                    </a:stretch>
                  </a:blipFill>
                  <a:latin typeface="Century Gothic" panose="020B0502020202020204" pitchFamily="34" charset="0"/>
                </a:rPr>
                <a:t>T</a:t>
              </a:r>
              <a:r>
                <a:rPr kumimoji="0" lang="en-US" sz="3200" b="1" i="0" u="none" strike="noStrike" kern="1200" cap="none" spc="0" normalizeH="0" baseline="0" noProof="0" dirty="0" err="1">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ekejut</a:t>
              </a:r>
              <a:endParaRPr lang="en-MY" sz="800" dirty="0"/>
            </a:p>
          </p:txBody>
        </p:sp>
      </p:grpSp>
      <p:pic>
        <p:nvPicPr>
          <p:cNvPr id="13" name="Picture 12">
            <a:extLst>
              <a:ext uri="{FF2B5EF4-FFF2-40B4-BE49-F238E27FC236}">
                <a16:creationId xmlns:a16="http://schemas.microsoft.com/office/drawing/2014/main" id="{F8BDB051-5B83-BEC4-9825-D4FDBB22A80D}"/>
              </a:ext>
            </a:extLst>
          </p:cNvPr>
          <p:cNvPicPr>
            <a:picLocks noChangeAspect="1"/>
          </p:cNvPicPr>
          <p:nvPr/>
        </p:nvPicPr>
        <p:blipFill rotWithShape="1">
          <a:blip r:embed="rId9">
            <a:extLst>
              <a:ext uri="{28A0092B-C50C-407E-A947-70E740481C1C}">
                <a14:useLocalDpi xmlns:a14="http://schemas.microsoft.com/office/drawing/2010/main" val="0"/>
              </a:ext>
            </a:extLst>
          </a:blip>
          <a:srcRect l="70858" t="13626" r="369" b="11179"/>
          <a:stretch/>
        </p:blipFill>
        <p:spPr>
          <a:xfrm>
            <a:off x="22012485" y="2036328"/>
            <a:ext cx="1576715" cy="3090411"/>
          </a:xfrm>
          <a:prstGeom prst="roundRect">
            <a:avLst>
              <a:gd name="adj" fmla="val 50000"/>
            </a:avLst>
          </a:prstGeom>
        </p:spPr>
      </p:pic>
      <p:grpSp>
        <p:nvGrpSpPr>
          <p:cNvPr id="14" name="Group 13">
            <a:extLst>
              <a:ext uri="{FF2B5EF4-FFF2-40B4-BE49-F238E27FC236}">
                <a16:creationId xmlns:a16="http://schemas.microsoft.com/office/drawing/2014/main" id="{3FA47903-F159-02E7-C187-48B5DA624A57}"/>
              </a:ext>
            </a:extLst>
          </p:cNvPr>
          <p:cNvGrpSpPr/>
          <p:nvPr/>
        </p:nvGrpSpPr>
        <p:grpSpPr>
          <a:xfrm>
            <a:off x="26645556" y="2478983"/>
            <a:ext cx="1714343" cy="2209664"/>
            <a:chOff x="5728041" y="4010797"/>
            <a:chExt cx="1714343" cy="2209664"/>
          </a:xfrm>
        </p:grpSpPr>
        <p:sp>
          <p:nvSpPr>
            <p:cNvPr id="15" name="TextBox 14">
              <a:extLst>
                <a:ext uri="{FF2B5EF4-FFF2-40B4-BE49-F238E27FC236}">
                  <a16:creationId xmlns:a16="http://schemas.microsoft.com/office/drawing/2014/main" id="{443A7B81-A8CB-F07F-15D0-6F32897F861D}"/>
                </a:ext>
              </a:extLst>
            </p:cNvPr>
            <p:cNvSpPr txBox="1"/>
            <p:nvPr/>
          </p:nvSpPr>
          <p:spPr>
            <a:xfrm>
              <a:off x="5728041" y="4650801"/>
              <a:ext cx="1509342" cy="1569660"/>
            </a:xfrm>
            <a:prstGeom prst="rect">
              <a:avLst/>
            </a:prstGeom>
            <a:noFill/>
          </p:spPr>
          <p:txBody>
            <a:bodyPr wrap="square" rtlCol="0">
              <a:spAutoFit/>
            </a:bodyPr>
            <a:lstStyle/>
            <a:p>
              <a:pPr marL="171450" indent="-171450">
                <a:buFont typeface="Arial" panose="020B0604020202020204" pitchFamily="34" charset="0"/>
                <a:buChar char="•"/>
              </a:pPr>
              <a:r>
                <a:rPr lang="en-MY" sz="1200" dirty="0">
                  <a:solidFill>
                    <a:schemeClr val="bg1">
                      <a:lumMod val="65000"/>
                    </a:schemeClr>
                  </a:solidFill>
                  <a:latin typeface="Century Gothic" panose="020B0502020202020204" pitchFamily="34" charset="0"/>
                </a:rPr>
                <a:t>Tengok teaser Genshin impact </a:t>
              </a:r>
              <a:r>
                <a:rPr lang="en-MY" sz="1200" dirty="0" err="1">
                  <a:solidFill>
                    <a:schemeClr val="bg1">
                      <a:lumMod val="65000"/>
                    </a:schemeClr>
                  </a:solidFill>
                  <a:latin typeface="Century Gothic" panose="020B0502020202020204" pitchFamily="34" charset="0"/>
                </a:rPr>
                <a:t>Teyvat</a:t>
              </a:r>
              <a:r>
                <a:rPr lang="en-MY" sz="1200" dirty="0">
                  <a:solidFill>
                    <a:schemeClr val="bg1">
                      <a:lumMod val="65000"/>
                    </a:schemeClr>
                  </a:solidFill>
                  <a:latin typeface="Century Gothic" panose="020B0502020202020204" pitchFamily="34" charset="0"/>
                </a:rPr>
                <a:t> style dengan music </a:t>
              </a:r>
              <a:r>
                <a:rPr lang="en-MY" sz="1200" dirty="0" err="1">
                  <a:solidFill>
                    <a:schemeClr val="bg1">
                      <a:lumMod val="65000"/>
                    </a:schemeClr>
                  </a:solidFill>
                  <a:latin typeface="Century Gothic" panose="020B0502020202020204" pitchFamily="34" charset="0"/>
                </a:rPr>
                <a:t>dia</a:t>
              </a:r>
              <a:r>
                <a:rPr lang="en-MY" sz="1200" dirty="0">
                  <a:solidFill>
                    <a:schemeClr val="bg1">
                      <a:lumMod val="65000"/>
                    </a:schemeClr>
                  </a:solidFill>
                  <a:latin typeface="Century Gothic" panose="020B0502020202020204" pitchFamily="34" charset="0"/>
                </a:rPr>
                <a:t> </a:t>
              </a:r>
              <a:r>
                <a:rPr lang="en-MY" sz="1200" dirty="0" err="1">
                  <a:solidFill>
                    <a:schemeClr val="bg1">
                      <a:lumMod val="65000"/>
                    </a:schemeClr>
                  </a:solidFill>
                  <a:latin typeface="Century Gothic" panose="020B0502020202020204" pitchFamily="34" charset="0"/>
                </a:rPr>
                <a:t>terus</a:t>
              </a:r>
              <a:r>
                <a:rPr lang="en-MY" sz="1200" dirty="0">
                  <a:solidFill>
                    <a:schemeClr val="bg1">
                      <a:lumMod val="65000"/>
                    </a:schemeClr>
                  </a:solidFill>
                  <a:latin typeface="Century Gothic" panose="020B0502020202020204" pitchFamily="34" charset="0"/>
                </a:rPr>
                <a:t> inspired untuk buat style macam </a:t>
              </a:r>
              <a:r>
                <a:rPr lang="en-MY" sz="1200" dirty="0" err="1">
                  <a:solidFill>
                    <a:schemeClr val="bg1">
                      <a:lumMod val="65000"/>
                    </a:schemeClr>
                  </a:solidFill>
                  <a:latin typeface="Century Gothic" panose="020B0502020202020204" pitchFamily="34" charset="0"/>
                </a:rPr>
                <a:t>ni</a:t>
              </a:r>
              <a:r>
                <a:rPr lang="en-MY" sz="1200" dirty="0">
                  <a:solidFill>
                    <a:schemeClr val="bg1">
                      <a:lumMod val="65000"/>
                    </a:schemeClr>
                  </a:solidFill>
                  <a:latin typeface="Century Gothic" panose="020B0502020202020204" pitchFamily="34" charset="0"/>
                </a:rPr>
                <a:t>.</a:t>
              </a:r>
              <a:endParaRPr lang="en-MY" sz="1600" dirty="0">
                <a:solidFill>
                  <a:schemeClr val="bg1">
                    <a:lumMod val="65000"/>
                  </a:schemeClr>
                </a:solidFill>
                <a:latin typeface="Century Gothic" panose="020B0502020202020204" pitchFamily="34" charset="0"/>
              </a:endParaRPr>
            </a:p>
          </p:txBody>
        </p:sp>
        <p:sp>
          <p:nvSpPr>
            <p:cNvPr id="16" name="TextBox 15">
              <a:extLst>
                <a:ext uri="{FF2B5EF4-FFF2-40B4-BE49-F238E27FC236}">
                  <a16:creationId xmlns:a16="http://schemas.microsoft.com/office/drawing/2014/main" id="{C3804899-E799-FBA6-DED3-53161F91A034}"/>
                </a:ext>
              </a:extLst>
            </p:cNvPr>
            <p:cNvSpPr txBox="1"/>
            <p:nvPr/>
          </p:nvSpPr>
          <p:spPr>
            <a:xfrm>
              <a:off x="5851767" y="4010797"/>
              <a:ext cx="1590617" cy="584775"/>
            </a:xfrm>
            <a:prstGeom prst="rect">
              <a:avLst/>
            </a:prstGeom>
            <a:noFill/>
          </p:spPr>
          <p:txBody>
            <a:bodyPr wrap="square">
              <a:spAutoFit/>
            </a:bodyPr>
            <a:lstStyle/>
            <a:p>
              <a:r>
                <a:rPr lang="en-US" sz="3200" b="1" dirty="0">
                  <a:blipFill dpi="0" rotWithShape="1">
                    <a:blip r:embed="rId6">
                      <a:extLst>
                        <a:ext uri="{28A0092B-C50C-407E-A947-70E740481C1C}">
                          <a14:useLocalDpi xmlns:a14="http://schemas.microsoft.com/office/drawing/2010/main" val="0"/>
                        </a:ext>
                      </a:extLst>
                    </a:blip>
                    <a:srcRect/>
                    <a:stretch>
                      <a:fillRect/>
                    </a:stretch>
                  </a:blipFill>
                  <a:latin typeface="Century Gothic" panose="020B0502020202020204" pitchFamily="34" charset="0"/>
                </a:rPr>
                <a:t>LOKEY</a:t>
              </a:r>
              <a:endParaRPr lang="en-MY" sz="800" dirty="0"/>
            </a:p>
          </p:txBody>
        </p:sp>
      </p:grpSp>
      <p:pic>
        <p:nvPicPr>
          <p:cNvPr id="17" name="Picture 16">
            <a:extLst>
              <a:ext uri="{FF2B5EF4-FFF2-40B4-BE49-F238E27FC236}">
                <a16:creationId xmlns:a16="http://schemas.microsoft.com/office/drawing/2014/main" id="{4717CAE0-359F-2094-F188-12E5350CE05B}"/>
              </a:ext>
            </a:extLst>
          </p:cNvPr>
          <p:cNvPicPr>
            <a:picLocks noChangeAspect="1"/>
          </p:cNvPicPr>
          <p:nvPr/>
        </p:nvPicPr>
        <p:blipFill rotWithShape="1">
          <a:blip r:embed="rId8">
            <a:extLst>
              <a:ext uri="{28A0092B-C50C-407E-A947-70E740481C1C}">
                <a14:useLocalDpi xmlns:a14="http://schemas.microsoft.com/office/drawing/2010/main" val="0"/>
              </a:ext>
            </a:extLst>
          </a:blip>
          <a:srcRect l="26019" r="35717"/>
          <a:stretch/>
        </p:blipFill>
        <p:spPr>
          <a:xfrm>
            <a:off x="26645556" y="2012093"/>
            <a:ext cx="1576715" cy="3090411"/>
          </a:xfrm>
          <a:prstGeom prst="roundRect">
            <a:avLst>
              <a:gd name="adj" fmla="val 50000"/>
            </a:avLst>
          </a:prstGeom>
        </p:spPr>
      </p:pic>
      <p:grpSp>
        <p:nvGrpSpPr>
          <p:cNvPr id="19" name="Group 18">
            <a:extLst>
              <a:ext uri="{FF2B5EF4-FFF2-40B4-BE49-F238E27FC236}">
                <a16:creationId xmlns:a16="http://schemas.microsoft.com/office/drawing/2014/main" id="{120BF1F1-B9F5-5E94-0600-E732645A1FE0}"/>
              </a:ext>
            </a:extLst>
          </p:cNvPr>
          <p:cNvGrpSpPr/>
          <p:nvPr/>
        </p:nvGrpSpPr>
        <p:grpSpPr>
          <a:xfrm>
            <a:off x="24369970" y="2614889"/>
            <a:ext cx="1714343" cy="2209664"/>
            <a:chOff x="5728041" y="4010797"/>
            <a:chExt cx="1714343" cy="2209664"/>
          </a:xfrm>
        </p:grpSpPr>
        <p:sp>
          <p:nvSpPr>
            <p:cNvPr id="21" name="TextBox 20">
              <a:extLst>
                <a:ext uri="{FF2B5EF4-FFF2-40B4-BE49-F238E27FC236}">
                  <a16:creationId xmlns:a16="http://schemas.microsoft.com/office/drawing/2014/main" id="{E3C2ACED-059D-54EA-96BC-143CFB2F490F}"/>
                </a:ext>
              </a:extLst>
            </p:cNvPr>
            <p:cNvSpPr txBox="1"/>
            <p:nvPr/>
          </p:nvSpPr>
          <p:spPr>
            <a:xfrm>
              <a:off x="5728041" y="4650801"/>
              <a:ext cx="1509342" cy="1569660"/>
            </a:xfrm>
            <a:prstGeom prst="rect">
              <a:avLst/>
            </a:prstGeom>
            <a:noFill/>
          </p:spPr>
          <p:txBody>
            <a:bodyPr wrap="square" rtlCol="0">
              <a:spAutoFit/>
            </a:bodyPr>
            <a:lstStyle/>
            <a:p>
              <a:pPr marL="171450" indent="-171450">
                <a:buFont typeface="Arial" panose="020B0604020202020204" pitchFamily="34" charset="0"/>
                <a:buChar char="•"/>
              </a:pPr>
              <a:r>
                <a:rPr lang="en-MY" sz="1200" dirty="0">
                  <a:solidFill>
                    <a:schemeClr val="bg1">
                      <a:lumMod val="65000"/>
                    </a:schemeClr>
                  </a:solidFill>
                  <a:latin typeface="Century Gothic" panose="020B0502020202020204" pitchFamily="34" charset="0"/>
                </a:rPr>
                <a:t>Tengok teaser Genshin impact </a:t>
              </a:r>
              <a:r>
                <a:rPr lang="en-MY" sz="1200" dirty="0" err="1">
                  <a:solidFill>
                    <a:schemeClr val="bg1">
                      <a:lumMod val="65000"/>
                    </a:schemeClr>
                  </a:solidFill>
                  <a:latin typeface="Century Gothic" panose="020B0502020202020204" pitchFamily="34" charset="0"/>
                </a:rPr>
                <a:t>Teyvat</a:t>
              </a:r>
              <a:r>
                <a:rPr lang="en-MY" sz="1200" dirty="0">
                  <a:solidFill>
                    <a:schemeClr val="bg1">
                      <a:lumMod val="65000"/>
                    </a:schemeClr>
                  </a:solidFill>
                  <a:latin typeface="Century Gothic" panose="020B0502020202020204" pitchFamily="34" charset="0"/>
                </a:rPr>
                <a:t> style dengan music </a:t>
              </a:r>
              <a:r>
                <a:rPr lang="en-MY" sz="1200" dirty="0" err="1">
                  <a:solidFill>
                    <a:schemeClr val="bg1">
                      <a:lumMod val="65000"/>
                    </a:schemeClr>
                  </a:solidFill>
                  <a:latin typeface="Century Gothic" panose="020B0502020202020204" pitchFamily="34" charset="0"/>
                </a:rPr>
                <a:t>dia</a:t>
              </a:r>
              <a:r>
                <a:rPr lang="en-MY" sz="1200" dirty="0">
                  <a:solidFill>
                    <a:schemeClr val="bg1">
                      <a:lumMod val="65000"/>
                    </a:schemeClr>
                  </a:solidFill>
                  <a:latin typeface="Century Gothic" panose="020B0502020202020204" pitchFamily="34" charset="0"/>
                </a:rPr>
                <a:t> </a:t>
              </a:r>
              <a:r>
                <a:rPr lang="en-MY" sz="1200" dirty="0" err="1">
                  <a:solidFill>
                    <a:schemeClr val="bg1">
                      <a:lumMod val="65000"/>
                    </a:schemeClr>
                  </a:solidFill>
                  <a:latin typeface="Century Gothic" panose="020B0502020202020204" pitchFamily="34" charset="0"/>
                </a:rPr>
                <a:t>terus</a:t>
              </a:r>
              <a:r>
                <a:rPr lang="en-MY" sz="1200" dirty="0">
                  <a:solidFill>
                    <a:schemeClr val="bg1">
                      <a:lumMod val="65000"/>
                    </a:schemeClr>
                  </a:solidFill>
                  <a:latin typeface="Century Gothic" panose="020B0502020202020204" pitchFamily="34" charset="0"/>
                </a:rPr>
                <a:t> inspired untuk buat style macam </a:t>
              </a:r>
              <a:r>
                <a:rPr lang="en-MY" sz="1200" dirty="0" err="1">
                  <a:solidFill>
                    <a:schemeClr val="bg1">
                      <a:lumMod val="65000"/>
                    </a:schemeClr>
                  </a:solidFill>
                  <a:latin typeface="Century Gothic" panose="020B0502020202020204" pitchFamily="34" charset="0"/>
                </a:rPr>
                <a:t>ni</a:t>
              </a:r>
              <a:r>
                <a:rPr lang="en-MY" sz="1200" dirty="0">
                  <a:solidFill>
                    <a:schemeClr val="bg1">
                      <a:lumMod val="65000"/>
                    </a:schemeClr>
                  </a:solidFill>
                  <a:latin typeface="Century Gothic" panose="020B0502020202020204" pitchFamily="34" charset="0"/>
                </a:rPr>
                <a:t>.</a:t>
              </a:r>
              <a:endParaRPr lang="en-MY" sz="1600" dirty="0">
                <a:solidFill>
                  <a:schemeClr val="bg1">
                    <a:lumMod val="65000"/>
                  </a:schemeClr>
                </a:solidFill>
                <a:latin typeface="Century Gothic" panose="020B0502020202020204" pitchFamily="34" charset="0"/>
              </a:endParaRPr>
            </a:p>
          </p:txBody>
        </p:sp>
        <p:sp>
          <p:nvSpPr>
            <p:cNvPr id="22" name="TextBox 21">
              <a:extLst>
                <a:ext uri="{FF2B5EF4-FFF2-40B4-BE49-F238E27FC236}">
                  <a16:creationId xmlns:a16="http://schemas.microsoft.com/office/drawing/2014/main" id="{375FC035-642E-FD18-0240-2F4D6A4D6C46}"/>
                </a:ext>
              </a:extLst>
            </p:cNvPr>
            <p:cNvSpPr txBox="1"/>
            <p:nvPr/>
          </p:nvSpPr>
          <p:spPr>
            <a:xfrm>
              <a:off x="5851767" y="4010797"/>
              <a:ext cx="1590617" cy="584775"/>
            </a:xfrm>
            <a:prstGeom prst="rect">
              <a:avLst/>
            </a:prstGeom>
            <a:noFill/>
          </p:spPr>
          <p:txBody>
            <a:bodyPr wrap="square">
              <a:spAutoFit/>
            </a:bodyPr>
            <a:lstStyle/>
            <a:p>
              <a:r>
                <a:rPr lang="en-US" sz="3200" b="1" dirty="0">
                  <a:blipFill dpi="0" rotWithShape="1">
                    <a:blip r:embed="rId6">
                      <a:extLst>
                        <a:ext uri="{28A0092B-C50C-407E-A947-70E740481C1C}">
                          <a14:useLocalDpi xmlns:a14="http://schemas.microsoft.com/office/drawing/2010/main" val="0"/>
                        </a:ext>
                      </a:extLst>
                    </a:blip>
                    <a:srcRect/>
                    <a:stretch>
                      <a:fillRect/>
                    </a:stretch>
                  </a:blipFill>
                  <a:latin typeface="Century Gothic" panose="020B0502020202020204" pitchFamily="34" charset="0"/>
                </a:rPr>
                <a:t>PENSEL</a:t>
              </a:r>
              <a:endParaRPr lang="en-MY" sz="800" dirty="0"/>
            </a:p>
          </p:txBody>
        </p:sp>
      </p:grpSp>
      <p:pic>
        <p:nvPicPr>
          <p:cNvPr id="27" name="Picture 26">
            <a:extLst>
              <a:ext uri="{FF2B5EF4-FFF2-40B4-BE49-F238E27FC236}">
                <a16:creationId xmlns:a16="http://schemas.microsoft.com/office/drawing/2014/main" id="{E663BBE1-87BD-AA0D-E775-9B79BE9B1AE2}"/>
              </a:ext>
            </a:extLst>
          </p:cNvPr>
          <p:cNvPicPr>
            <a:picLocks noChangeAspect="1"/>
          </p:cNvPicPr>
          <p:nvPr/>
        </p:nvPicPr>
        <p:blipFill rotWithShape="1">
          <a:blip r:embed="rId10">
            <a:extLst>
              <a:ext uri="{28A0092B-C50C-407E-A947-70E740481C1C}">
                <a14:useLocalDpi xmlns:a14="http://schemas.microsoft.com/office/drawing/2010/main" val="0"/>
              </a:ext>
            </a:extLst>
          </a:blip>
          <a:srcRect l="40574" r="21162"/>
          <a:stretch/>
        </p:blipFill>
        <p:spPr>
          <a:xfrm>
            <a:off x="24302597" y="2012093"/>
            <a:ext cx="1576715" cy="3090411"/>
          </a:xfrm>
          <a:prstGeom prst="roundRect">
            <a:avLst>
              <a:gd name="adj" fmla="val 50000"/>
            </a:avLst>
          </a:prstGeom>
        </p:spPr>
      </p:pic>
      <p:sp>
        <p:nvSpPr>
          <p:cNvPr id="52" name="TextBox 51">
            <a:extLst>
              <a:ext uri="{FF2B5EF4-FFF2-40B4-BE49-F238E27FC236}">
                <a16:creationId xmlns:a16="http://schemas.microsoft.com/office/drawing/2014/main" id="{EF5B8908-3B9C-4D10-9B5A-94013BA5B151}"/>
              </a:ext>
            </a:extLst>
          </p:cNvPr>
          <p:cNvSpPr txBox="1"/>
          <p:nvPr/>
        </p:nvSpPr>
        <p:spPr>
          <a:xfrm>
            <a:off x="-651459" y="600064"/>
            <a:ext cx="8891361" cy="6043899"/>
          </a:xfrm>
          <a:prstGeom prst="rect">
            <a:avLst/>
          </a:prstGeom>
          <a:noFill/>
        </p:spPr>
        <p:txBody>
          <a:bodyPr wrap="square" rtlCol="0">
            <a:spAutoFit/>
          </a:bodyPr>
          <a:lstStyle/>
          <a:p>
            <a:pPr marL="0" lvl="2" indent="-457200" algn="r">
              <a:lnSpc>
                <a:spcPts val="5000"/>
              </a:lnSpc>
              <a:spcBef>
                <a:spcPts val="3000"/>
              </a:spcBef>
              <a:spcAft>
                <a:spcPts val="3000"/>
              </a:spcAft>
              <a:buFont typeface="Wingdings" panose="05000000000000000000" pitchFamily="2" charset="2"/>
              <a:buChar char="§"/>
            </a:pPr>
            <a:r>
              <a:rPr lang="vi-VN" sz="3200" dirty="0">
                <a:solidFill>
                  <a:schemeClr val="tx1">
                    <a:lumMod val="65000"/>
                    <a:lumOff val="35000"/>
                  </a:schemeClr>
                </a:solidFill>
                <a:latin typeface="Bahnschrift SemiBold Condensed" panose="020B0502040204020203" pitchFamily="34" charset="0"/>
              </a:rPr>
              <a:t>Lấy ý tưởng từ Cubli - được tạo ra lần đầu tiên </a:t>
            </a:r>
            <a:br>
              <a:rPr lang="vi-VN" sz="3200" dirty="0">
                <a:solidFill>
                  <a:schemeClr val="tx1">
                    <a:lumMod val="65000"/>
                    <a:lumOff val="35000"/>
                  </a:schemeClr>
                </a:solidFill>
                <a:latin typeface="Bahnschrift SemiBold Condensed" panose="020B0502040204020203" pitchFamily="34" charset="0"/>
              </a:rPr>
            </a:br>
            <a:r>
              <a:rPr lang="vi-VN" sz="3200" dirty="0">
                <a:solidFill>
                  <a:schemeClr val="tx1">
                    <a:lumMod val="65000"/>
                    <a:lumOff val="35000"/>
                  </a:schemeClr>
                </a:solidFill>
                <a:latin typeface="Bahnschrift SemiBold Condensed" panose="020B0502040204020203" pitchFamily="34" charset="0"/>
              </a:rPr>
              <a:t>bởi Michael Muehlebach và Raffaello D’Andrea.</a:t>
            </a:r>
          </a:p>
          <a:p>
            <a:pPr indent="-457200" algn="r">
              <a:lnSpc>
                <a:spcPts val="5000"/>
              </a:lnSpc>
              <a:spcBef>
                <a:spcPts val="3000"/>
              </a:spcBef>
              <a:spcAft>
                <a:spcPts val="3000"/>
              </a:spcAft>
              <a:buFont typeface="Wingdings" panose="05000000000000000000" pitchFamily="2" charset="2"/>
              <a:buChar char="§"/>
            </a:pPr>
            <a:r>
              <a:rPr lang="vi-VN" sz="3200" dirty="0">
                <a:solidFill>
                  <a:schemeClr val="tx1">
                    <a:lumMod val="65000"/>
                    <a:lumOff val="35000"/>
                  </a:schemeClr>
                </a:solidFill>
                <a:latin typeface="Bahnschrift SemiBold Condensed" panose="020B0502040204020203" pitchFamily="34" charset="0"/>
              </a:rPr>
              <a:t>Là một khối lập phương có kích thước 16x16x16cm.</a:t>
            </a:r>
            <a:br>
              <a:rPr lang="vi-VN" sz="3200" dirty="0">
                <a:solidFill>
                  <a:schemeClr val="tx1">
                    <a:lumMod val="65000"/>
                    <a:lumOff val="35000"/>
                  </a:schemeClr>
                </a:solidFill>
                <a:latin typeface="Bahnschrift SemiBold Condensed" panose="020B0502040204020203" pitchFamily="34" charset="0"/>
              </a:rPr>
            </a:br>
            <a:r>
              <a:rPr lang="vi-VN" sz="3200" dirty="0">
                <a:solidFill>
                  <a:schemeClr val="tx1">
                    <a:lumMod val="65000"/>
                    <a:lumOff val="35000"/>
                  </a:schemeClr>
                </a:solidFill>
                <a:latin typeface="Bahnschrift SemiBold Condensed" panose="020B0502040204020203" pitchFamily="34" charset="0"/>
              </a:rPr>
              <a:t>Hoạt động như con lắc ngược trong không gian ba chiều.</a:t>
            </a:r>
          </a:p>
          <a:p>
            <a:pPr marL="2286000" lvl="7" indent="-457200" algn="ctr">
              <a:lnSpc>
                <a:spcPts val="5000"/>
              </a:lnSpc>
              <a:spcBef>
                <a:spcPts val="3000"/>
              </a:spcBef>
              <a:spcAft>
                <a:spcPts val="3000"/>
              </a:spcAft>
              <a:buFont typeface="Wingdings" panose="05000000000000000000" pitchFamily="2" charset="2"/>
              <a:buChar char="§"/>
            </a:pPr>
            <a:r>
              <a:rPr lang="vi-VN" sz="3200" dirty="0">
                <a:solidFill>
                  <a:schemeClr val="tx1">
                    <a:lumMod val="65000"/>
                    <a:lumOff val="35000"/>
                  </a:schemeClr>
                </a:solidFill>
                <a:latin typeface="Bahnschrift SemiBold Condensed" panose="020B0502040204020203" pitchFamily="34" charset="0"/>
              </a:rPr>
              <a:t>Robot hoạt động bằng cách xoay bánh đà</a:t>
            </a:r>
            <a:br>
              <a:rPr lang="vi-VN" sz="3200" dirty="0">
                <a:solidFill>
                  <a:schemeClr val="tx1">
                    <a:lumMod val="65000"/>
                    <a:lumOff val="35000"/>
                  </a:schemeClr>
                </a:solidFill>
                <a:latin typeface="Bahnschrift SemiBold Condensed" panose="020B0502040204020203" pitchFamily="34" charset="0"/>
              </a:rPr>
            </a:br>
            <a:r>
              <a:rPr lang="vi-VN" sz="3200" dirty="0">
                <a:solidFill>
                  <a:schemeClr val="tx1">
                    <a:lumMod val="65000"/>
                    <a:lumOff val="35000"/>
                  </a:schemeClr>
                </a:solidFill>
                <a:latin typeface="Bahnschrift SemiBold Condensed" panose="020B0502040204020203" pitchFamily="34" charset="0"/>
              </a:rPr>
              <a:t> để tạo ra mômen lực giữ nó cân bằng </a:t>
            </a:r>
            <a:br>
              <a:rPr lang="vi-VN" sz="3200" dirty="0">
                <a:solidFill>
                  <a:schemeClr val="tx1">
                    <a:lumMod val="65000"/>
                    <a:lumOff val="35000"/>
                  </a:schemeClr>
                </a:solidFill>
                <a:latin typeface="Bahnschrift SemiBold Condensed" panose="020B0502040204020203" pitchFamily="34" charset="0"/>
              </a:rPr>
            </a:br>
            <a:r>
              <a:rPr lang="vi-VN" sz="3200" dirty="0">
                <a:solidFill>
                  <a:schemeClr val="tx1">
                    <a:lumMod val="65000"/>
                    <a:lumOff val="35000"/>
                  </a:schemeClr>
                </a:solidFill>
                <a:latin typeface="Bahnschrift SemiBold Condensed" panose="020B0502040204020203" pitchFamily="34" charset="0"/>
              </a:rPr>
              <a:t>từ trạng thái không ổn định trước đó.</a:t>
            </a:r>
            <a:endParaRPr lang="en-MY" sz="3200" dirty="0">
              <a:solidFill>
                <a:schemeClr val="tx1">
                  <a:lumMod val="65000"/>
                  <a:lumOff val="35000"/>
                </a:schemeClr>
              </a:solidFill>
              <a:latin typeface="Bahnschrift SemiBold Condensed" panose="020B0502040204020203" pitchFamily="34" charset="0"/>
            </a:endParaRPr>
          </a:p>
        </p:txBody>
      </p:sp>
      <p:sp>
        <p:nvSpPr>
          <p:cNvPr id="54" name="TextBox 53">
            <a:extLst>
              <a:ext uri="{FF2B5EF4-FFF2-40B4-BE49-F238E27FC236}">
                <a16:creationId xmlns:a16="http://schemas.microsoft.com/office/drawing/2014/main" id="{B5D7A114-C3BB-824C-53CC-7F30DDB828DD}"/>
              </a:ext>
            </a:extLst>
          </p:cNvPr>
          <p:cNvSpPr txBox="1"/>
          <p:nvPr/>
        </p:nvSpPr>
        <p:spPr>
          <a:xfrm>
            <a:off x="185571" y="104422"/>
            <a:ext cx="1755937" cy="369332"/>
          </a:xfrm>
          <a:prstGeom prst="rect">
            <a:avLst/>
          </a:prstGeom>
          <a:noFill/>
        </p:spPr>
        <p:txBody>
          <a:bodyPr wrap="square">
            <a:spAutoFit/>
          </a:bodyPr>
          <a:lstStyle/>
          <a:p>
            <a:r>
              <a:rPr kumimoji="0" lang="vi-VN"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 Nhóm 4 -</a:t>
            </a:r>
            <a:endParaRPr lang="en-MY"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55" name="TextBox 54">
            <a:extLst>
              <a:ext uri="{FF2B5EF4-FFF2-40B4-BE49-F238E27FC236}">
                <a16:creationId xmlns:a16="http://schemas.microsoft.com/office/drawing/2014/main" id="{87DB5155-79F8-86F0-CF82-15E1C070D5F6}"/>
              </a:ext>
            </a:extLst>
          </p:cNvPr>
          <p:cNvSpPr txBox="1"/>
          <p:nvPr/>
        </p:nvSpPr>
        <p:spPr>
          <a:xfrm>
            <a:off x="1525422" y="104422"/>
            <a:ext cx="1627880" cy="369332"/>
          </a:xfrm>
          <a:prstGeom prst="rect">
            <a:avLst/>
          </a:prstGeom>
          <a:noFill/>
        </p:spPr>
        <p:txBody>
          <a:bodyPr wrap="square">
            <a:spAutoFit/>
          </a:bodyPr>
          <a:lstStyle/>
          <a:p>
            <a:r>
              <a:rPr kumimoji="0" lang="vi-VN"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Các cơ cấu  </a:t>
            </a:r>
            <a:endParaRPr lang="en-MY" b="1"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56" name="TextBox 55">
            <a:extLst>
              <a:ext uri="{FF2B5EF4-FFF2-40B4-BE49-F238E27FC236}">
                <a16:creationId xmlns:a16="http://schemas.microsoft.com/office/drawing/2014/main" id="{6C0BF2B7-D9EA-F36F-3758-B08DDF253F62}"/>
              </a:ext>
            </a:extLst>
          </p:cNvPr>
          <p:cNvSpPr txBox="1"/>
          <p:nvPr/>
        </p:nvSpPr>
        <p:spPr>
          <a:xfrm>
            <a:off x="2688955" y="104422"/>
            <a:ext cx="1498877" cy="369332"/>
          </a:xfrm>
          <a:prstGeom prst="rect">
            <a:avLst/>
          </a:prstGeom>
          <a:noFill/>
        </p:spPr>
        <p:txBody>
          <a:bodyPr wrap="square">
            <a:spAutoFit/>
          </a:bodyPr>
          <a:lstStyle/>
          <a:p>
            <a:r>
              <a:rPr lang="vi-VN" b="1"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rPr>
              <a:t>c</a:t>
            </a:r>
            <a:r>
              <a:rPr kumimoji="0" lang="vi-VN"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hấp hành </a:t>
            </a:r>
            <a:r>
              <a:rPr kumimoji="0" lang="en-US"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 </a:t>
            </a:r>
            <a:endParaRPr lang="en-MY" b="1"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61" name="TextBox 60">
            <a:extLst>
              <a:ext uri="{FF2B5EF4-FFF2-40B4-BE49-F238E27FC236}">
                <a16:creationId xmlns:a16="http://schemas.microsoft.com/office/drawing/2014/main" id="{539AC2F8-C81B-0153-C410-946E35F4D93C}"/>
              </a:ext>
            </a:extLst>
          </p:cNvPr>
          <p:cNvSpPr txBox="1"/>
          <p:nvPr/>
        </p:nvSpPr>
        <p:spPr>
          <a:xfrm>
            <a:off x="3805327" y="104422"/>
            <a:ext cx="1796570" cy="369332"/>
          </a:xfrm>
          <a:prstGeom prst="rect">
            <a:avLst/>
          </a:prstGeom>
          <a:noFill/>
        </p:spPr>
        <p:txBody>
          <a:bodyPr wrap="square">
            <a:spAutoFit/>
          </a:bodyPr>
          <a:lstStyle/>
          <a:p>
            <a:r>
              <a:rPr lang="vi-VN" b="1"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rPr>
              <a:t>t</a:t>
            </a:r>
            <a:r>
              <a:rPr kumimoji="0" lang="vi-VN"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rong Robot   -</a:t>
            </a:r>
            <a:endParaRPr lang="en-MY" b="1"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62" name="TextBox 61">
            <a:extLst>
              <a:ext uri="{FF2B5EF4-FFF2-40B4-BE49-F238E27FC236}">
                <a16:creationId xmlns:a16="http://schemas.microsoft.com/office/drawing/2014/main" id="{397EDDC4-D68C-3A81-A4ED-19DA7BD65D3C}"/>
              </a:ext>
            </a:extLst>
          </p:cNvPr>
          <p:cNvSpPr txBox="1"/>
          <p:nvPr/>
        </p:nvSpPr>
        <p:spPr>
          <a:xfrm>
            <a:off x="17671977" y="1289073"/>
            <a:ext cx="5492497" cy="1200329"/>
          </a:xfrm>
          <a:prstGeom prst="rect">
            <a:avLst/>
          </a:prstGeom>
          <a:noFill/>
        </p:spPr>
        <p:txBody>
          <a:bodyPr wrap="square" rtlCol="0">
            <a:spAutoFit/>
          </a:bodyPr>
          <a:lstStyle/>
          <a:p>
            <a:r>
              <a:rPr lang="vi-VN" sz="7200" b="1" dirty="0">
                <a:solidFill>
                  <a:schemeClr val="bg1"/>
                </a:solidFill>
                <a:latin typeface="Bahnschrift" panose="020B0502040204020203" pitchFamily="34" charset="0"/>
              </a:rPr>
              <a:t>MỤC TIÊU</a:t>
            </a:r>
            <a:endParaRPr lang="en-US" sz="8000" b="1" dirty="0">
              <a:solidFill>
                <a:schemeClr val="bg1"/>
              </a:solidFill>
              <a:latin typeface="Bahnschrift" panose="020B0502040204020203" pitchFamily="34" charset="0"/>
            </a:endParaRPr>
          </a:p>
        </p:txBody>
      </p:sp>
      <p:sp>
        <p:nvSpPr>
          <p:cNvPr id="66" name="TextBox 65">
            <a:extLst>
              <a:ext uri="{FF2B5EF4-FFF2-40B4-BE49-F238E27FC236}">
                <a16:creationId xmlns:a16="http://schemas.microsoft.com/office/drawing/2014/main" id="{4D2E6CB9-2394-F1B4-EA51-15A6D0143055}"/>
              </a:ext>
            </a:extLst>
          </p:cNvPr>
          <p:cNvSpPr txBox="1"/>
          <p:nvPr/>
        </p:nvSpPr>
        <p:spPr>
          <a:xfrm>
            <a:off x="13886541" y="2666815"/>
            <a:ext cx="5057310" cy="1200329"/>
          </a:xfrm>
          <a:prstGeom prst="rect">
            <a:avLst/>
          </a:prstGeom>
          <a:noFill/>
        </p:spPr>
        <p:txBody>
          <a:bodyPr wrap="square">
            <a:spAutoFit/>
          </a:bodyPr>
          <a:lstStyle/>
          <a:p>
            <a:r>
              <a:rPr kumimoji="0" lang="vi-VN" sz="7200" b="1" i="0" u="none" strike="noStrike" kern="1200" cap="none" spc="0" normalizeH="0" baseline="0" noProof="0" dirty="0">
                <a:ln>
                  <a:solidFill>
                    <a:schemeClr val="bg1"/>
                  </a:solidFill>
                </a:ln>
                <a:noFill/>
                <a:effectLst/>
                <a:uLnTx/>
                <a:uFillTx/>
                <a:latin typeface="Bahnschrift" panose="020B0502040204020203" pitchFamily="34" charset="0"/>
              </a:rPr>
              <a:t>NHIỆM VỤ</a:t>
            </a:r>
            <a:endParaRPr lang="en-MY" sz="8000" dirty="0">
              <a:solidFill>
                <a:schemeClr val="bg1"/>
              </a:solidFill>
              <a:latin typeface="Bahnschrift" panose="020B0502040204020203" pitchFamily="34" charset="0"/>
            </a:endParaRPr>
          </a:p>
        </p:txBody>
      </p:sp>
      <p:sp>
        <p:nvSpPr>
          <p:cNvPr id="67" name="TextBox 66">
            <a:extLst>
              <a:ext uri="{FF2B5EF4-FFF2-40B4-BE49-F238E27FC236}">
                <a16:creationId xmlns:a16="http://schemas.microsoft.com/office/drawing/2014/main" id="{4884241B-6A02-826C-FDE9-8AAA9DE35367}"/>
              </a:ext>
            </a:extLst>
          </p:cNvPr>
          <p:cNvSpPr txBox="1"/>
          <p:nvPr/>
        </p:nvSpPr>
        <p:spPr>
          <a:xfrm>
            <a:off x="14442786" y="3924771"/>
            <a:ext cx="4179058" cy="2308324"/>
          </a:xfrm>
          <a:prstGeom prst="rect">
            <a:avLst/>
          </a:prstGeom>
          <a:noFill/>
        </p:spPr>
        <p:txBody>
          <a:bodyPr wrap="square">
            <a:spAutoFit/>
          </a:bodyPr>
          <a:lstStyle/>
          <a:p>
            <a:pPr algn="r"/>
            <a:r>
              <a:rPr kumimoji="0" lang="vi-VN" sz="7200" b="1" i="0" u="none" strike="noStrike" kern="1200" cap="none" spc="0" normalizeH="0" baseline="0" noProof="0" dirty="0">
                <a:ln>
                  <a:solidFill>
                    <a:schemeClr val="bg1"/>
                  </a:solidFill>
                </a:ln>
                <a:noFill/>
                <a:effectLst/>
                <a:uLnTx/>
                <a:uFillTx/>
                <a:latin typeface="Bahnschrift" panose="020B0502040204020203" pitchFamily="34" charset="0"/>
              </a:rPr>
              <a:t>CỦA </a:t>
            </a:r>
            <a:r>
              <a:rPr kumimoji="0" lang="vi-VN" sz="7200" b="1" i="0" u="none" strike="noStrike" kern="1200" cap="none" spc="0" normalizeH="0" baseline="0" noProof="0" dirty="0">
                <a:ln>
                  <a:solidFill>
                    <a:schemeClr val="bg1"/>
                  </a:solidFill>
                </a:ln>
                <a:solidFill>
                  <a:schemeClr val="bg1"/>
                </a:solidFill>
                <a:effectLst/>
                <a:uLnTx/>
                <a:uFillTx/>
                <a:latin typeface="Bahnschrift" panose="020B0502040204020203" pitchFamily="34" charset="0"/>
              </a:rPr>
              <a:t>ĐỀ TÀI</a:t>
            </a:r>
            <a:endParaRPr lang="en-MY" sz="2800" dirty="0">
              <a:solidFill>
                <a:schemeClr val="bg1"/>
              </a:solidFill>
              <a:latin typeface="Bahnschrift" panose="020B0502040204020203" pitchFamily="34" charset="0"/>
            </a:endParaRPr>
          </a:p>
        </p:txBody>
      </p:sp>
    </p:spTree>
    <p:extLst>
      <p:ext uri="{BB962C8B-B14F-4D97-AF65-F5344CB8AC3E}">
        <p14:creationId xmlns:p14="http://schemas.microsoft.com/office/powerpoint/2010/main" val="10733487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
                                            <p:txEl>
                                              <p:pRg st="0" end="0"/>
                                            </p:txEl>
                                          </p:spTgt>
                                        </p:tgtEl>
                                        <p:attrNameLst>
                                          <p:attrName>style.visibility</p:attrName>
                                        </p:attrNameLst>
                                      </p:cBhvr>
                                      <p:to>
                                        <p:strVal val="visible"/>
                                      </p:to>
                                    </p:set>
                                    <p:animEffect transition="in" filter="fade">
                                      <p:cBhvr>
                                        <p:cTn id="7" dur="500"/>
                                        <p:tgtEl>
                                          <p:spTgt spid="52">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2">
                                            <p:txEl>
                                              <p:pRg st="1" end="1"/>
                                            </p:txEl>
                                          </p:spTgt>
                                        </p:tgtEl>
                                        <p:attrNameLst>
                                          <p:attrName>style.visibility</p:attrName>
                                        </p:attrNameLst>
                                      </p:cBhvr>
                                      <p:to>
                                        <p:strVal val="visible"/>
                                      </p:to>
                                    </p:set>
                                    <p:animEffect transition="in" filter="fade">
                                      <p:cBhvr>
                                        <p:cTn id="11" dur="500"/>
                                        <p:tgtEl>
                                          <p:spTgt spid="52">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2">
                                            <p:txEl>
                                              <p:pRg st="2" end="2"/>
                                            </p:txEl>
                                          </p:spTgt>
                                        </p:tgtEl>
                                        <p:attrNameLst>
                                          <p:attrName>style.visibility</p:attrName>
                                        </p:attrNameLst>
                                      </p:cBhvr>
                                      <p:to>
                                        <p:strVal val="visible"/>
                                      </p:to>
                                    </p:set>
                                    <p:animEffect transition="in" filter="fade">
                                      <p:cBhvr>
                                        <p:cTn id="15" dur="500"/>
                                        <p:tgtEl>
                                          <p:spTgt spid="5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56E81D-2715-1899-FF00-ED9606EB8C0D}"/>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Layer>
                </a14:imgProps>
              </a:ext>
              <a:ext uri="{28A0092B-C50C-407E-A947-70E740481C1C}">
                <a14:useLocalDpi xmlns:a14="http://schemas.microsoft.com/office/drawing/2010/main" val="0"/>
              </a:ext>
            </a:extLst>
          </a:blip>
          <a:srcRect/>
          <a:stretch/>
        </p:blipFill>
        <p:spPr>
          <a:xfrm>
            <a:off x="-4892010" y="-958782"/>
            <a:ext cx="19827209" cy="8420270"/>
          </a:xfrm>
          <a:prstGeom prst="roundRect">
            <a:avLst>
              <a:gd name="adj" fmla="val 50000"/>
            </a:avLst>
          </a:prstGeom>
        </p:spPr>
      </p:pic>
      <p:sp>
        <p:nvSpPr>
          <p:cNvPr id="51" name="TextBox 50">
            <a:extLst>
              <a:ext uri="{FF2B5EF4-FFF2-40B4-BE49-F238E27FC236}">
                <a16:creationId xmlns:a16="http://schemas.microsoft.com/office/drawing/2014/main" id="{20FAFAA7-71CB-40E5-AB97-37562B197BDD}"/>
              </a:ext>
            </a:extLst>
          </p:cNvPr>
          <p:cNvSpPr txBox="1"/>
          <p:nvPr/>
        </p:nvSpPr>
        <p:spPr>
          <a:xfrm>
            <a:off x="2118076" y="6657945"/>
            <a:ext cx="3098925" cy="400110"/>
          </a:xfrm>
          <a:prstGeom prst="rect">
            <a:avLst/>
          </a:prstGeom>
          <a:noFill/>
        </p:spPr>
        <p:txBody>
          <a:bodyPr wrap="none" rtlCol="0">
            <a:spAutoFit/>
          </a:bodyPr>
          <a:lstStyle/>
          <a:p>
            <a:r>
              <a:rPr lang="en-US" sz="2000" b="1" dirty="0">
                <a:blipFill dpi="0" rotWithShape="1">
                  <a:blip r:embed="rId5">
                    <a:extLst>
                      <a:ext uri="{28A0092B-C50C-407E-A947-70E740481C1C}">
                        <a14:useLocalDpi xmlns:a14="http://schemas.microsoft.com/office/drawing/2010/main" val="0"/>
                      </a:ext>
                    </a:extLst>
                  </a:blip>
                  <a:srcRect/>
                  <a:stretch>
                    <a:fillRect/>
                  </a:stretch>
                </a:blipFill>
                <a:latin typeface="Century Gothic" panose="020B0502020202020204" pitchFamily="34" charset="0"/>
              </a:rPr>
              <a:t>Inspired by Style </a:t>
            </a:r>
            <a:r>
              <a:rPr lang="en-US" sz="2000" b="1" dirty="0" err="1">
                <a:blipFill dpi="0" rotWithShape="1">
                  <a:blip r:embed="rId5">
                    <a:extLst>
                      <a:ext uri="{28A0092B-C50C-407E-A947-70E740481C1C}">
                        <a14:useLocalDpi xmlns:a14="http://schemas.microsoft.com/office/drawing/2010/main" val="0"/>
                      </a:ext>
                    </a:extLst>
                  </a:blip>
                  <a:srcRect/>
                  <a:stretch>
                    <a:fillRect/>
                  </a:stretch>
                </a:blipFill>
                <a:latin typeface="Century Gothic" panose="020B0502020202020204" pitchFamily="34" charset="0"/>
              </a:rPr>
              <a:t>Teyvat</a:t>
            </a:r>
            <a:endParaRPr lang="en-US" sz="2000" b="1" dirty="0">
              <a:blipFill dpi="0" rotWithShape="1">
                <a:blip r:embed="rId5">
                  <a:extLst>
                    <a:ext uri="{28A0092B-C50C-407E-A947-70E740481C1C}">
                      <a14:useLocalDpi xmlns:a14="http://schemas.microsoft.com/office/drawing/2010/main" val="0"/>
                    </a:ext>
                  </a:extLst>
                </a:blip>
                <a:srcRect/>
                <a:stretch>
                  <a:fillRect/>
                </a:stretch>
              </a:blipFill>
              <a:latin typeface="Century Gothic" panose="020B0502020202020204" pitchFamily="34" charset="0"/>
            </a:endParaRPr>
          </a:p>
        </p:txBody>
      </p:sp>
      <p:sp>
        <p:nvSpPr>
          <p:cNvPr id="52" name="TextBox 51">
            <a:extLst>
              <a:ext uri="{FF2B5EF4-FFF2-40B4-BE49-F238E27FC236}">
                <a16:creationId xmlns:a16="http://schemas.microsoft.com/office/drawing/2014/main" id="{38090ACE-DE4C-4A8C-B2CE-B85C4C48571D}"/>
              </a:ext>
            </a:extLst>
          </p:cNvPr>
          <p:cNvSpPr txBox="1"/>
          <p:nvPr/>
        </p:nvSpPr>
        <p:spPr>
          <a:xfrm>
            <a:off x="2117878" y="20759677"/>
            <a:ext cx="1063112" cy="307777"/>
          </a:xfrm>
          <a:prstGeom prst="rect">
            <a:avLst/>
          </a:prstGeom>
          <a:noFill/>
        </p:spPr>
        <p:txBody>
          <a:bodyPr wrap="none" rtlCol="0">
            <a:spAutoFit/>
          </a:bodyPr>
          <a:lstStyle/>
          <a:p>
            <a:r>
              <a:rPr lang="en-MY" sz="1400" b="1" dirty="0">
                <a:solidFill>
                  <a:schemeClr val="bg1">
                    <a:lumMod val="65000"/>
                  </a:schemeClr>
                </a:solidFill>
                <a:latin typeface="Century Gothic" panose="020B0502020202020204" pitchFamily="34" charset="0"/>
              </a:rPr>
              <a:t>WELCOME</a:t>
            </a:r>
            <a:endParaRPr lang="en-MY" b="1" dirty="0">
              <a:solidFill>
                <a:schemeClr val="bg1">
                  <a:lumMod val="65000"/>
                </a:schemeClr>
              </a:solidFill>
              <a:latin typeface="Century Gothic" panose="020B0502020202020204" pitchFamily="34" charset="0"/>
            </a:endParaRPr>
          </a:p>
        </p:txBody>
      </p:sp>
      <p:sp>
        <p:nvSpPr>
          <p:cNvPr id="53" name="TextBox 52">
            <a:extLst>
              <a:ext uri="{FF2B5EF4-FFF2-40B4-BE49-F238E27FC236}">
                <a16:creationId xmlns:a16="http://schemas.microsoft.com/office/drawing/2014/main" id="{23400CBE-37B4-4A08-B8C0-07E8B2B8EEB4}"/>
              </a:ext>
            </a:extLst>
          </p:cNvPr>
          <p:cNvSpPr txBox="1"/>
          <p:nvPr/>
        </p:nvSpPr>
        <p:spPr>
          <a:xfrm>
            <a:off x="2117878" y="21063130"/>
            <a:ext cx="3440463" cy="646331"/>
          </a:xfrm>
          <a:prstGeom prst="rect">
            <a:avLst/>
          </a:prstGeom>
          <a:noFill/>
        </p:spPr>
        <p:txBody>
          <a:bodyPr wrap="square" rtlCol="0">
            <a:spAutoFit/>
          </a:bodyPr>
          <a:lstStyle/>
          <a:p>
            <a:pPr algn="just"/>
            <a:r>
              <a:rPr lang="en-MY" sz="1200" dirty="0">
                <a:solidFill>
                  <a:schemeClr val="bg1">
                    <a:lumMod val="65000"/>
                  </a:schemeClr>
                </a:solidFill>
                <a:latin typeface="Century Gothic" panose="020B0502020202020204" pitchFamily="34" charset="0"/>
              </a:rPr>
              <a:t>Tengok teaser Genshin impact </a:t>
            </a:r>
            <a:r>
              <a:rPr lang="en-MY" sz="1200" dirty="0" err="1">
                <a:solidFill>
                  <a:schemeClr val="bg1">
                    <a:lumMod val="65000"/>
                  </a:schemeClr>
                </a:solidFill>
                <a:latin typeface="Century Gothic" panose="020B0502020202020204" pitchFamily="34" charset="0"/>
              </a:rPr>
              <a:t>Teyvat</a:t>
            </a:r>
            <a:r>
              <a:rPr lang="en-MY" sz="1200" dirty="0">
                <a:solidFill>
                  <a:schemeClr val="bg1">
                    <a:lumMod val="65000"/>
                  </a:schemeClr>
                </a:solidFill>
                <a:latin typeface="Century Gothic" panose="020B0502020202020204" pitchFamily="34" charset="0"/>
              </a:rPr>
              <a:t> style dengan music </a:t>
            </a:r>
            <a:r>
              <a:rPr lang="en-MY" sz="1200" dirty="0" err="1">
                <a:solidFill>
                  <a:schemeClr val="bg1">
                    <a:lumMod val="65000"/>
                  </a:schemeClr>
                </a:solidFill>
                <a:latin typeface="Century Gothic" panose="020B0502020202020204" pitchFamily="34" charset="0"/>
              </a:rPr>
              <a:t>dia</a:t>
            </a:r>
            <a:r>
              <a:rPr lang="en-MY" sz="1200" dirty="0">
                <a:solidFill>
                  <a:schemeClr val="bg1">
                    <a:lumMod val="65000"/>
                  </a:schemeClr>
                </a:solidFill>
                <a:latin typeface="Century Gothic" panose="020B0502020202020204" pitchFamily="34" charset="0"/>
              </a:rPr>
              <a:t> </a:t>
            </a:r>
            <a:r>
              <a:rPr lang="en-MY" sz="1200" dirty="0" err="1">
                <a:solidFill>
                  <a:schemeClr val="bg1">
                    <a:lumMod val="65000"/>
                  </a:schemeClr>
                </a:solidFill>
                <a:latin typeface="Century Gothic" panose="020B0502020202020204" pitchFamily="34" charset="0"/>
              </a:rPr>
              <a:t>terus</a:t>
            </a:r>
            <a:r>
              <a:rPr lang="en-MY" sz="1200" dirty="0">
                <a:solidFill>
                  <a:schemeClr val="bg1">
                    <a:lumMod val="65000"/>
                  </a:schemeClr>
                </a:solidFill>
                <a:latin typeface="Century Gothic" panose="020B0502020202020204" pitchFamily="34" charset="0"/>
              </a:rPr>
              <a:t> inspired untuk buat style macam </a:t>
            </a:r>
            <a:r>
              <a:rPr lang="en-MY" sz="1200" dirty="0" err="1">
                <a:solidFill>
                  <a:schemeClr val="bg1">
                    <a:lumMod val="65000"/>
                  </a:schemeClr>
                </a:solidFill>
                <a:latin typeface="Century Gothic" panose="020B0502020202020204" pitchFamily="34" charset="0"/>
              </a:rPr>
              <a:t>ni</a:t>
            </a:r>
            <a:r>
              <a:rPr lang="en-MY" sz="1200" dirty="0">
                <a:solidFill>
                  <a:schemeClr val="bg1">
                    <a:lumMod val="65000"/>
                  </a:schemeClr>
                </a:solidFill>
                <a:latin typeface="Century Gothic" panose="020B0502020202020204" pitchFamily="34" charset="0"/>
              </a:rPr>
              <a:t>.</a:t>
            </a:r>
            <a:endParaRPr lang="en-MY" sz="1600" dirty="0">
              <a:solidFill>
                <a:schemeClr val="bg1">
                  <a:lumMod val="65000"/>
                </a:schemeClr>
              </a:solidFill>
              <a:latin typeface="Century Gothic" panose="020B0502020202020204" pitchFamily="34" charset="0"/>
            </a:endParaRPr>
          </a:p>
        </p:txBody>
      </p:sp>
      <p:sp>
        <p:nvSpPr>
          <p:cNvPr id="55" name="TextBox 54">
            <a:extLst>
              <a:ext uri="{FF2B5EF4-FFF2-40B4-BE49-F238E27FC236}">
                <a16:creationId xmlns:a16="http://schemas.microsoft.com/office/drawing/2014/main" id="{F88036FB-25E1-46C6-B329-83F4F1D5567C}"/>
              </a:ext>
            </a:extLst>
          </p:cNvPr>
          <p:cNvSpPr txBox="1"/>
          <p:nvPr/>
        </p:nvSpPr>
        <p:spPr>
          <a:xfrm>
            <a:off x="2051311" y="16857488"/>
            <a:ext cx="3184310" cy="1200329"/>
          </a:xfrm>
          <a:prstGeom prst="rect">
            <a:avLst/>
          </a:prstGeom>
          <a:noFill/>
        </p:spPr>
        <p:txBody>
          <a:bodyPr wrap="square">
            <a:spAutoFit/>
          </a:bodyPr>
          <a:lstStyle/>
          <a:p>
            <a:r>
              <a:rPr kumimoji="0" lang="en-US" sz="7200"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FLIGHT</a:t>
            </a:r>
            <a:endParaRPr lang="en-MY" dirty="0"/>
          </a:p>
        </p:txBody>
      </p:sp>
      <p:sp>
        <p:nvSpPr>
          <p:cNvPr id="48" name="Oval 47">
            <a:extLst>
              <a:ext uri="{FF2B5EF4-FFF2-40B4-BE49-F238E27FC236}">
                <a16:creationId xmlns:a16="http://schemas.microsoft.com/office/drawing/2014/main" id="{59EF8E22-CF24-41E7-AB87-4757FEF90251}"/>
              </a:ext>
            </a:extLst>
          </p:cNvPr>
          <p:cNvSpPr/>
          <p:nvPr/>
        </p:nvSpPr>
        <p:spPr>
          <a:xfrm>
            <a:off x="12576391" y="2254828"/>
            <a:ext cx="2604129" cy="27432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49" name="Picture 48">
            <a:extLst>
              <a:ext uri="{FF2B5EF4-FFF2-40B4-BE49-F238E27FC236}">
                <a16:creationId xmlns:a16="http://schemas.microsoft.com/office/drawing/2014/main" id="{F9315F22-632F-46A7-897E-3F1AD1CF3B46}"/>
              </a:ext>
            </a:extLst>
          </p:cNvPr>
          <p:cNvPicPr>
            <a:picLocks noChangeAspect="1"/>
          </p:cNvPicPr>
          <p:nvPr/>
        </p:nvPicPr>
        <p:blipFill>
          <a:blip r:embed="rId7">
            <a:duotone>
              <a:prstClr val="black"/>
              <a:srgbClr val="7030A0">
                <a:tint val="45000"/>
                <a:satMod val="400000"/>
              </a:srgbClr>
            </a:duotone>
          </a:blip>
          <a:stretch>
            <a:fillRect/>
          </a:stretch>
        </p:blipFill>
        <p:spPr>
          <a:xfrm>
            <a:off x="13056016" y="3251353"/>
            <a:ext cx="452118" cy="801484"/>
          </a:xfrm>
          <a:prstGeom prst="rect">
            <a:avLst/>
          </a:prstGeom>
          <a:noFill/>
        </p:spPr>
      </p:pic>
      <p:sp>
        <p:nvSpPr>
          <p:cNvPr id="46" name="Oval 45">
            <a:extLst>
              <a:ext uri="{FF2B5EF4-FFF2-40B4-BE49-F238E27FC236}">
                <a16:creationId xmlns:a16="http://schemas.microsoft.com/office/drawing/2014/main" id="{BE9CCE2F-2FF1-4FD6-8BA2-99169B88081E}"/>
              </a:ext>
            </a:extLst>
          </p:cNvPr>
          <p:cNvSpPr/>
          <p:nvPr/>
        </p:nvSpPr>
        <p:spPr>
          <a:xfrm>
            <a:off x="4484879" y="-3055518"/>
            <a:ext cx="10235095" cy="107816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7" name="Oval 46">
            <a:extLst>
              <a:ext uri="{FF2B5EF4-FFF2-40B4-BE49-F238E27FC236}">
                <a16:creationId xmlns:a16="http://schemas.microsoft.com/office/drawing/2014/main" id="{4306EF44-F0F9-4446-82E6-A16C21F8C522}"/>
              </a:ext>
            </a:extLst>
          </p:cNvPr>
          <p:cNvSpPr/>
          <p:nvPr/>
        </p:nvSpPr>
        <p:spPr>
          <a:xfrm>
            <a:off x="-2810528" y="-924716"/>
            <a:ext cx="10235095" cy="107816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7" name="TextBox 26">
            <a:extLst>
              <a:ext uri="{FF2B5EF4-FFF2-40B4-BE49-F238E27FC236}">
                <a16:creationId xmlns:a16="http://schemas.microsoft.com/office/drawing/2014/main" id="{3C7CF22E-6E14-443B-BE8E-B401DD30E60A}"/>
              </a:ext>
            </a:extLst>
          </p:cNvPr>
          <p:cNvSpPr txBox="1"/>
          <p:nvPr/>
        </p:nvSpPr>
        <p:spPr>
          <a:xfrm>
            <a:off x="2836265" y="2274838"/>
            <a:ext cx="6519471" cy="2308324"/>
          </a:xfrm>
          <a:prstGeom prst="rect">
            <a:avLst/>
          </a:prstGeom>
          <a:noFill/>
        </p:spPr>
        <p:txBody>
          <a:bodyPr wrap="square">
            <a:spAutoFit/>
          </a:bodyPr>
          <a:lstStyle/>
          <a:p>
            <a:pPr algn="ctr"/>
            <a:r>
              <a:rPr kumimoji="0" lang="vi-VN" sz="7200"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NGUYÊN LÝ HOẠT ĐỘNG</a:t>
            </a:r>
            <a:endParaRPr lang="en-MY"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grpSp>
        <p:nvGrpSpPr>
          <p:cNvPr id="60" name="Group 59">
            <a:extLst>
              <a:ext uri="{FF2B5EF4-FFF2-40B4-BE49-F238E27FC236}">
                <a16:creationId xmlns:a16="http://schemas.microsoft.com/office/drawing/2014/main" id="{C2B52133-15F3-4364-B692-0A54D79E2DE1}"/>
              </a:ext>
            </a:extLst>
          </p:cNvPr>
          <p:cNvGrpSpPr/>
          <p:nvPr/>
        </p:nvGrpSpPr>
        <p:grpSpPr>
          <a:xfrm rot="10117570">
            <a:off x="-6248789" y="3143227"/>
            <a:ext cx="8211469" cy="7922438"/>
            <a:chOff x="-7359647" y="3481383"/>
            <a:chExt cx="8211469" cy="7641093"/>
          </a:xfrm>
        </p:grpSpPr>
        <p:sp>
          <p:nvSpPr>
            <p:cNvPr id="61" name="Freeform: Shape 60">
              <a:extLst>
                <a:ext uri="{FF2B5EF4-FFF2-40B4-BE49-F238E27FC236}">
                  <a16:creationId xmlns:a16="http://schemas.microsoft.com/office/drawing/2014/main" id="{9F6E0C86-60EE-4697-8DE7-9563EA73BD26}"/>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6">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62" name="Freeform: Shape 61">
              <a:extLst>
                <a:ext uri="{FF2B5EF4-FFF2-40B4-BE49-F238E27FC236}">
                  <a16:creationId xmlns:a16="http://schemas.microsoft.com/office/drawing/2014/main" id="{9E0F3BC8-6C13-49EE-982B-2061343971E7}"/>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6">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grpSp>
        <p:nvGrpSpPr>
          <p:cNvPr id="23" name="Group 22">
            <a:extLst>
              <a:ext uri="{FF2B5EF4-FFF2-40B4-BE49-F238E27FC236}">
                <a16:creationId xmlns:a16="http://schemas.microsoft.com/office/drawing/2014/main" id="{898F7909-32AE-4772-9458-13B8761B9E26}"/>
              </a:ext>
            </a:extLst>
          </p:cNvPr>
          <p:cNvGrpSpPr/>
          <p:nvPr/>
        </p:nvGrpSpPr>
        <p:grpSpPr>
          <a:xfrm rot="10117570">
            <a:off x="8950281" y="-6028526"/>
            <a:ext cx="8211469" cy="7922438"/>
            <a:chOff x="-7359647" y="3481383"/>
            <a:chExt cx="8211469" cy="7641093"/>
          </a:xfrm>
        </p:grpSpPr>
        <p:sp>
          <p:nvSpPr>
            <p:cNvPr id="24" name="Freeform: Shape 23">
              <a:extLst>
                <a:ext uri="{FF2B5EF4-FFF2-40B4-BE49-F238E27FC236}">
                  <a16:creationId xmlns:a16="http://schemas.microsoft.com/office/drawing/2014/main" id="{B731EAF9-E34A-430A-99C4-4FA00AD7AF17}"/>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6">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25" name="Freeform: Shape 24">
              <a:extLst>
                <a:ext uri="{FF2B5EF4-FFF2-40B4-BE49-F238E27FC236}">
                  <a16:creationId xmlns:a16="http://schemas.microsoft.com/office/drawing/2014/main" id="{E047BD17-C130-41C3-A030-8BC9CCE081ED}"/>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6">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3" name="TextBox 2">
            <a:extLst>
              <a:ext uri="{FF2B5EF4-FFF2-40B4-BE49-F238E27FC236}">
                <a16:creationId xmlns:a16="http://schemas.microsoft.com/office/drawing/2014/main" id="{8237E77D-303C-F8F9-E82F-9BB74955B708}"/>
              </a:ext>
            </a:extLst>
          </p:cNvPr>
          <p:cNvSpPr txBox="1"/>
          <p:nvPr/>
        </p:nvSpPr>
        <p:spPr>
          <a:xfrm>
            <a:off x="188228" y="-1512237"/>
            <a:ext cx="1755937" cy="369332"/>
          </a:xfrm>
          <a:prstGeom prst="rect">
            <a:avLst/>
          </a:prstGeom>
          <a:noFill/>
        </p:spPr>
        <p:txBody>
          <a:bodyPr wrap="square">
            <a:spAutoFit/>
          </a:bodyPr>
          <a:lstStyle/>
          <a:p>
            <a:r>
              <a:rPr kumimoji="0" lang="vi-VN"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 Nhóm 4 -</a:t>
            </a:r>
            <a:endParaRPr lang="en-MY"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4" name="TextBox 3">
            <a:extLst>
              <a:ext uri="{FF2B5EF4-FFF2-40B4-BE49-F238E27FC236}">
                <a16:creationId xmlns:a16="http://schemas.microsoft.com/office/drawing/2014/main" id="{7AD329F3-B9CA-4B9E-C6D2-5090F4150244}"/>
              </a:ext>
            </a:extLst>
          </p:cNvPr>
          <p:cNvSpPr txBox="1"/>
          <p:nvPr/>
        </p:nvSpPr>
        <p:spPr>
          <a:xfrm>
            <a:off x="1532361" y="-2251864"/>
            <a:ext cx="1627880" cy="369332"/>
          </a:xfrm>
          <a:prstGeom prst="rect">
            <a:avLst/>
          </a:prstGeom>
          <a:noFill/>
        </p:spPr>
        <p:txBody>
          <a:bodyPr wrap="square">
            <a:spAutoFit/>
          </a:bodyPr>
          <a:lstStyle/>
          <a:p>
            <a:r>
              <a:rPr kumimoji="0" lang="vi-VN"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Các cơ cấu  </a:t>
            </a:r>
            <a:endParaRPr lang="en-MY" b="1"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5" name="TextBox 4">
            <a:extLst>
              <a:ext uri="{FF2B5EF4-FFF2-40B4-BE49-F238E27FC236}">
                <a16:creationId xmlns:a16="http://schemas.microsoft.com/office/drawing/2014/main" id="{99864588-2CFB-021F-5A6E-EB36C021834E}"/>
              </a:ext>
            </a:extLst>
          </p:cNvPr>
          <p:cNvSpPr txBox="1"/>
          <p:nvPr/>
        </p:nvSpPr>
        <p:spPr>
          <a:xfrm>
            <a:off x="2693028" y="-3104647"/>
            <a:ext cx="1498877" cy="369332"/>
          </a:xfrm>
          <a:prstGeom prst="rect">
            <a:avLst/>
          </a:prstGeom>
          <a:noFill/>
        </p:spPr>
        <p:txBody>
          <a:bodyPr wrap="square">
            <a:spAutoFit/>
          </a:bodyPr>
          <a:lstStyle/>
          <a:p>
            <a:r>
              <a:rPr lang="vi-VN" b="1"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rPr>
              <a:t>c</a:t>
            </a:r>
            <a:r>
              <a:rPr kumimoji="0" lang="vi-VN"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hấp hành </a:t>
            </a:r>
            <a:r>
              <a:rPr kumimoji="0" lang="en-US"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 </a:t>
            </a:r>
            <a:endParaRPr lang="en-MY" b="1"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6" name="TextBox 5">
            <a:extLst>
              <a:ext uri="{FF2B5EF4-FFF2-40B4-BE49-F238E27FC236}">
                <a16:creationId xmlns:a16="http://schemas.microsoft.com/office/drawing/2014/main" id="{78670D40-6B49-662A-1209-CEA1FF137E9C}"/>
              </a:ext>
            </a:extLst>
          </p:cNvPr>
          <p:cNvSpPr txBox="1"/>
          <p:nvPr/>
        </p:nvSpPr>
        <p:spPr>
          <a:xfrm>
            <a:off x="3838109" y="-3898007"/>
            <a:ext cx="2474201" cy="369332"/>
          </a:xfrm>
          <a:prstGeom prst="rect">
            <a:avLst/>
          </a:prstGeom>
          <a:noFill/>
        </p:spPr>
        <p:txBody>
          <a:bodyPr wrap="square">
            <a:spAutoFit/>
          </a:bodyPr>
          <a:lstStyle/>
          <a:p>
            <a:r>
              <a:rPr lang="vi-VN" b="1"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rPr>
              <a:t>t</a:t>
            </a:r>
            <a:r>
              <a:rPr kumimoji="0" lang="vi-VN"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rong Robot   -</a:t>
            </a:r>
            <a:endParaRPr lang="en-MY" b="1"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Tree>
    <p:extLst>
      <p:ext uri="{BB962C8B-B14F-4D97-AF65-F5344CB8AC3E}">
        <p14:creationId xmlns:p14="http://schemas.microsoft.com/office/powerpoint/2010/main" val="2537977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66586EC-7EA8-4BB9-3D34-5E4427D8C117}"/>
              </a:ext>
            </a:extLst>
          </p:cNvPr>
          <p:cNvPicPr>
            <a:picLocks noChangeAspect="1"/>
          </p:cNvPicPr>
          <p:nvPr/>
        </p:nvPicPr>
        <p:blipFill rotWithShape="1">
          <a:blip r:embed="rId6">
            <a:extLst>
              <a:ext uri="{BEBA8EAE-BF5A-486C-A8C5-ECC9F3942E4B}">
                <a14:imgProps xmlns:a14="http://schemas.microsoft.com/office/drawing/2010/main">
                  <a14:imgLayer r:embed="rId7">
                    <a14:imgEffect>
                      <a14:sharpenSoften amount="-50000"/>
                    </a14:imgEffect>
                  </a14:imgLayer>
                </a14:imgProps>
              </a:ext>
            </a:extLst>
          </a:blip>
          <a:srcRect l="4818" t="13929" r="11068" b="15870"/>
          <a:stretch/>
        </p:blipFill>
        <p:spPr>
          <a:xfrm rot="10800000">
            <a:off x="0" y="1"/>
            <a:ext cx="12192000" cy="6857999"/>
          </a:xfrm>
          <a:prstGeom prst="rect">
            <a:avLst/>
          </a:prstGeom>
        </p:spPr>
      </p:pic>
      <p:sp>
        <p:nvSpPr>
          <p:cNvPr id="28" name="Oval 27">
            <a:extLst>
              <a:ext uri="{FF2B5EF4-FFF2-40B4-BE49-F238E27FC236}">
                <a16:creationId xmlns:a16="http://schemas.microsoft.com/office/drawing/2014/main" id="{43CD6500-3FB0-46B1-9CEA-A4A02E57AED6}"/>
              </a:ext>
            </a:extLst>
          </p:cNvPr>
          <p:cNvSpPr/>
          <p:nvPr/>
        </p:nvSpPr>
        <p:spPr>
          <a:xfrm>
            <a:off x="-3813860" y="5703505"/>
            <a:ext cx="3999050" cy="4212615"/>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6" name="Oval 25">
            <a:extLst>
              <a:ext uri="{FF2B5EF4-FFF2-40B4-BE49-F238E27FC236}">
                <a16:creationId xmlns:a16="http://schemas.microsoft.com/office/drawing/2014/main" id="{46F581F2-0444-4F66-9338-87E6201D7CB9}"/>
              </a:ext>
            </a:extLst>
          </p:cNvPr>
          <p:cNvSpPr/>
          <p:nvPr/>
        </p:nvSpPr>
        <p:spPr>
          <a:xfrm>
            <a:off x="11532016" y="-3055518"/>
            <a:ext cx="3187958" cy="3358208"/>
          </a:xfrm>
          <a:prstGeom prst="ellipse">
            <a:avLst/>
          </a:prstGeom>
          <a:solidFill>
            <a:srgbClr val="7653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TextBox 10">
            <a:extLst>
              <a:ext uri="{FF2B5EF4-FFF2-40B4-BE49-F238E27FC236}">
                <a16:creationId xmlns:a16="http://schemas.microsoft.com/office/drawing/2014/main" id="{F36271F8-21A0-70C7-E301-4EE1CBE5A0BF}"/>
              </a:ext>
            </a:extLst>
          </p:cNvPr>
          <p:cNvSpPr txBox="1"/>
          <p:nvPr/>
        </p:nvSpPr>
        <p:spPr>
          <a:xfrm>
            <a:off x="5158242" y="-2912112"/>
            <a:ext cx="1875516" cy="646331"/>
          </a:xfrm>
          <a:prstGeom prst="rect">
            <a:avLst/>
          </a:prstGeom>
          <a:noFill/>
        </p:spPr>
        <p:txBody>
          <a:bodyPr wrap="square">
            <a:spAutoFit/>
          </a:bodyPr>
          <a:lstStyle/>
          <a:p>
            <a:pPr algn="ctr"/>
            <a:r>
              <a:rPr kumimoji="0" lang="vi-VN" b="1" i="0" u="none" strike="noStrike" kern="1200" cap="none" spc="0" normalizeH="0" baseline="0" noProof="0" dirty="0">
                <a:ln>
                  <a:noFill/>
                </a:ln>
                <a:blipFill dpi="0" rotWithShape="1">
                  <a:blip r:embed="rId8">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NGUYÊN LÝ HOẠT ĐỘNG</a:t>
            </a:r>
            <a:endParaRPr lang="en-MY" sz="400" dirty="0">
              <a:blipFill dpi="0" rotWithShape="1">
                <a:blip r:embed="rId8">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pic>
        <p:nvPicPr>
          <p:cNvPr id="12" name="IdenticalAnyKodiakbear-mobile">
            <a:hlinkClick r:id="" action="ppaction://media"/>
            <a:extLst>
              <a:ext uri="{FF2B5EF4-FFF2-40B4-BE49-F238E27FC236}">
                <a16:creationId xmlns:a16="http://schemas.microsoft.com/office/drawing/2014/main" id="{57EB6AB3-598B-8634-1618-41D607B42C1E}"/>
              </a:ext>
            </a:extLst>
          </p:cNvPr>
          <p:cNvPicPr>
            <a:picLocks noChangeAspect="1"/>
          </p:cNvPicPr>
          <p:nvPr>
            <a:videoFile r:link="rId2"/>
            <p:extLst>
              <p:ext uri="{DAA4B4D4-6D71-4841-9C94-3DE7FCFB9230}">
                <p14:media xmlns:p14="http://schemas.microsoft.com/office/powerpoint/2010/main" r:embed="rId1"/>
              </p:ext>
            </p:extLst>
          </p:nvPr>
        </p:nvPicPr>
        <p:blipFill>
          <a:blip r:embed="rId9"/>
          <a:stretch>
            <a:fillRect/>
          </a:stretch>
        </p:blipFill>
        <p:spPr>
          <a:xfrm>
            <a:off x="1235889" y="3172423"/>
            <a:ext cx="4651513" cy="3566160"/>
          </a:xfrm>
          <a:prstGeom prst="rect">
            <a:avLst/>
          </a:prstGeom>
        </p:spPr>
      </p:pic>
      <p:pic>
        <p:nvPicPr>
          <p:cNvPr id="13" name="Dj7S">
            <a:hlinkClick r:id="" action="ppaction://media"/>
            <a:extLst>
              <a:ext uri="{FF2B5EF4-FFF2-40B4-BE49-F238E27FC236}">
                <a16:creationId xmlns:a16="http://schemas.microsoft.com/office/drawing/2014/main" id="{5E1545F6-7C6C-B82A-CFE4-3A36AC574227}"/>
              </a:ext>
            </a:extLst>
          </p:cNvPr>
          <p:cNvPicPr>
            <a:picLocks noChangeAspect="1"/>
          </p:cNvPicPr>
          <p:nvPr>
            <a:videoFile r:link="rId4"/>
            <p:extLst>
              <p:ext uri="{DAA4B4D4-6D71-4841-9C94-3DE7FCFB9230}">
                <p14:media xmlns:p14="http://schemas.microsoft.com/office/powerpoint/2010/main" r:embed="rId3"/>
              </p:ext>
            </p:extLst>
          </p:nvPr>
        </p:nvPicPr>
        <p:blipFill>
          <a:blip r:embed="rId10"/>
          <a:stretch>
            <a:fillRect/>
          </a:stretch>
        </p:blipFill>
        <p:spPr>
          <a:xfrm>
            <a:off x="6453031" y="3187266"/>
            <a:ext cx="4754880" cy="3566160"/>
          </a:xfrm>
          <a:prstGeom prst="rect">
            <a:avLst/>
          </a:prstGeom>
        </p:spPr>
      </p:pic>
      <p:pic>
        <p:nvPicPr>
          <p:cNvPr id="19" name="Picture 18">
            <a:extLst>
              <a:ext uri="{FF2B5EF4-FFF2-40B4-BE49-F238E27FC236}">
                <a16:creationId xmlns:a16="http://schemas.microsoft.com/office/drawing/2014/main" id="{DD839007-4F6E-6DCD-8925-AB3D477DD756}"/>
              </a:ext>
            </a:extLst>
          </p:cNvPr>
          <p:cNvPicPr>
            <a:picLocks noChangeAspect="1"/>
          </p:cNvPicPr>
          <p:nvPr/>
        </p:nvPicPr>
        <p:blipFill rotWithShape="1">
          <a:blip r:embed="rId11">
            <a:extLst>
              <a:ext uri="{28A0092B-C50C-407E-A947-70E740481C1C}">
                <a14:useLocalDpi xmlns:a14="http://schemas.microsoft.com/office/drawing/2010/main" val="0"/>
              </a:ext>
            </a:extLst>
          </a:blip>
          <a:srcRect l="11896" t="11185" r="2109" b="50"/>
          <a:stretch/>
        </p:blipFill>
        <p:spPr>
          <a:xfrm>
            <a:off x="6453031" y="302690"/>
            <a:ext cx="4736341" cy="2743200"/>
          </a:xfrm>
          <a:prstGeom prst="rect">
            <a:avLst/>
          </a:prstGeom>
        </p:spPr>
      </p:pic>
      <p:sp>
        <p:nvSpPr>
          <p:cNvPr id="2" name="TextBox 1">
            <a:extLst>
              <a:ext uri="{FF2B5EF4-FFF2-40B4-BE49-F238E27FC236}">
                <a16:creationId xmlns:a16="http://schemas.microsoft.com/office/drawing/2014/main" id="{D41EC56F-7C1D-A056-2212-82157DB3E9D1}"/>
              </a:ext>
            </a:extLst>
          </p:cNvPr>
          <p:cNvSpPr txBox="1"/>
          <p:nvPr/>
        </p:nvSpPr>
        <p:spPr>
          <a:xfrm>
            <a:off x="1758984" y="302690"/>
            <a:ext cx="4128418" cy="1940211"/>
          </a:xfrm>
          <a:prstGeom prst="rect">
            <a:avLst/>
          </a:prstGeom>
          <a:noFill/>
        </p:spPr>
        <p:txBody>
          <a:bodyPr wrap="square" rtlCol="0">
            <a:spAutoFit/>
          </a:bodyPr>
          <a:lstStyle/>
          <a:p>
            <a:pPr marL="0" lvl="2" indent="-457200" algn="r">
              <a:lnSpc>
                <a:spcPts val="5000"/>
              </a:lnSpc>
              <a:spcBef>
                <a:spcPts val="3000"/>
              </a:spcBef>
              <a:spcAft>
                <a:spcPts val="3000"/>
              </a:spcAft>
              <a:buFont typeface="Wingdings" panose="05000000000000000000" pitchFamily="2" charset="2"/>
              <a:buChar char="§"/>
            </a:pPr>
            <a:r>
              <a:rPr lang="vi-VN" sz="3200" dirty="0">
                <a:latin typeface="Bahnschrift SemiBold Condensed" panose="020B0502040204020203" pitchFamily="34" charset="0"/>
              </a:rPr>
              <a:t>Dựa trên tác dụng của lực quán tính và nguyên lý bảo toàn mômen động lượng.</a:t>
            </a:r>
          </a:p>
        </p:txBody>
      </p:sp>
    </p:spTree>
    <p:extLst>
      <p:ext uri="{BB962C8B-B14F-4D97-AF65-F5344CB8AC3E}">
        <p14:creationId xmlns:p14="http://schemas.microsoft.com/office/powerpoint/2010/main" val="19836385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7467" fill="hold"/>
                                        <p:tgtEl>
                                          <p:spTgt spid="12"/>
                                        </p:tgtEl>
                                      </p:cBhvr>
                                    </p:cmd>
                                  </p:childTnLst>
                                </p:cTn>
                              </p:par>
                            </p:childTnLst>
                          </p:cTn>
                        </p:par>
                      </p:childTnLst>
                    </p:cTn>
                  </p:par>
                  <p:par>
                    <p:cTn id="13" fill="hold">
                      <p:stCondLst>
                        <p:cond delay="indefinite"/>
                      </p:stCondLst>
                      <p:childTnLst>
                        <p:par>
                          <p:cTn id="14" fill="hold">
                            <p:stCondLst>
                              <p:cond delay="0"/>
                            </p:stCondLst>
                            <p:childTnLst>
                              <p:par>
                                <p:cTn id="15" presetID="1" presetClass="mediacall" presetSubtype="0" fill="hold" nodeType="clickEffect">
                                  <p:stCondLst>
                                    <p:cond delay="0"/>
                                  </p:stCondLst>
                                  <p:childTnLst>
                                    <p:cmd type="call" cmd="playFrom(0.0)">
                                      <p:cBhvr>
                                        <p:cTn id="16" dur="1504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hold" display="0">
                  <p:stCondLst>
                    <p:cond delay="indefinite"/>
                  </p:stCondLst>
                </p:cTn>
                <p:tgtEl>
                  <p:spTgt spid="12"/>
                </p:tgtEl>
              </p:cMediaNode>
            </p:video>
            <p:seq concurrent="1" nextAc="seek">
              <p:cTn id="18" restart="whenNotActive" fill="hold" evtFilter="cancelBubble" nodeType="interactiveSeq">
                <p:stCondLst>
                  <p:cond evt="onClick" delay="0">
                    <p:tgtEl>
                      <p:spTgt spid="12"/>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12"/>
                                        </p:tgtEl>
                                      </p:cBhvr>
                                    </p:cmd>
                                  </p:childTnLst>
                                </p:cTn>
                              </p:par>
                            </p:childTnLst>
                          </p:cTn>
                        </p:par>
                      </p:childTnLst>
                    </p:cTn>
                  </p:par>
                </p:childTnLst>
              </p:cTn>
              <p:nextCondLst>
                <p:cond evt="onClick" delay="0">
                  <p:tgtEl>
                    <p:spTgt spid="12"/>
                  </p:tgtEl>
                </p:cond>
              </p:nextCondLst>
            </p:seq>
            <p:video>
              <p:cMediaNode vol="80000">
                <p:cTn id="23" fill="hold" display="0">
                  <p:stCondLst>
                    <p:cond delay="indefinite"/>
                  </p:stCondLst>
                </p:cTn>
                <p:tgtEl>
                  <p:spTgt spid="13"/>
                </p:tgtEl>
              </p:cMediaNode>
            </p:video>
            <p:seq concurrent="1" nextAc="seek">
              <p:cTn id="24" restart="whenNotActive" fill="hold" evtFilter="cancelBubble" nodeType="interactiveSeq">
                <p:stCondLst>
                  <p:cond evt="onClick" delay="0">
                    <p:tgtEl>
                      <p:spTgt spid="13"/>
                    </p:tgtEl>
                  </p:cond>
                </p:stCondLst>
                <p:endSync evt="end" delay="0">
                  <p:rtn val="all"/>
                </p:endSync>
                <p:childTnLst>
                  <p:par>
                    <p:cTn id="25" fill="hold">
                      <p:stCondLst>
                        <p:cond delay="0"/>
                      </p:stCondLst>
                      <p:childTnLst>
                        <p:par>
                          <p:cTn id="26" fill="hold">
                            <p:stCondLst>
                              <p:cond delay="0"/>
                            </p:stCondLst>
                            <p:childTnLst>
                              <p:par>
                                <p:cTn id="27" presetID="2" presetClass="mediacall" presetSubtype="0" fill="hold" nodeType="clickEffect">
                                  <p:stCondLst>
                                    <p:cond delay="0"/>
                                  </p:stCondLst>
                                  <p:childTnLst>
                                    <p:cmd type="call" cmd="togglePause">
                                      <p:cBhvr>
                                        <p:cTn id="28" dur="1" fill="hold"/>
                                        <p:tgtEl>
                                          <p:spTgt spid="13"/>
                                        </p:tgtEl>
                                      </p:cBhvr>
                                    </p:cmd>
                                  </p:childTnLst>
                                </p:cTn>
                              </p:par>
                            </p:childTnLst>
                          </p:cTn>
                        </p:par>
                      </p:childTnLst>
                    </p:cTn>
                  </p:par>
                </p:childTnLst>
              </p:cTn>
              <p:nextCondLst>
                <p:cond evt="onClick" delay="0">
                  <p:tgtEl>
                    <p:spTgt spid="13"/>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8B9359-5B8D-42D8-8D71-381018F24C77}"/>
              </a:ext>
            </a:extLst>
          </p:cNvPr>
          <p:cNvPicPr>
            <a:picLocks noChangeAspect="1"/>
          </p:cNvPicPr>
          <p:nvPr/>
        </p:nvPicPr>
        <p:blipFill rotWithShape="1">
          <a:blip r:embed="rId2"/>
          <a:srcRect l="4818" t="13929" r="11068" b="15870"/>
          <a:stretch/>
        </p:blipFill>
        <p:spPr>
          <a:xfrm>
            <a:off x="0" y="1"/>
            <a:ext cx="12192000" cy="6857999"/>
          </a:xfrm>
          <a:prstGeom prst="rect">
            <a:avLst/>
          </a:prstGeom>
        </p:spPr>
      </p:pic>
      <p:pic>
        <p:nvPicPr>
          <p:cNvPr id="5" name="Picture 4">
            <a:extLst>
              <a:ext uri="{FF2B5EF4-FFF2-40B4-BE49-F238E27FC236}">
                <a16:creationId xmlns:a16="http://schemas.microsoft.com/office/drawing/2014/main" id="{59EC0469-F0EB-4FA6-A663-0F1171475995}"/>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radius="100"/>
                    </a14:imgEffect>
                    <a14:imgEffect>
                      <a14:brightnessContrast contrast="40000"/>
                    </a14:imgEffect>
                  </a14:imgLayer>
                </a14:imgProps>
              </a:ext>
            </a:extLst>
          </a:blip>
          <a:srcRect l="6667" t="147778" r="68854" b="-119884"/>
          <a:stretch/>
        </p:blipFill>
        <p:spPr>
          <a:xfrm>
            <a:off x="812800" y="10134600"/>
            <a:ext cx="2984500" cy="4944934"/>
          </a:xfrm>
          <a:prstGeom prst="roundRect">
            <a:avLst>
              <a:gd name="adj" fmla="val 10284"/>
            </a:avLst>
          </a:prstGeom>
          <a:noFill/>
          <a:ln>
            <a:noFill/>
          </a:ln>
          <a:effectLst>
            <a:outerShdw blurRad="635000" dist="215900" dir="7200000" algn="ctr" rotWithShape="0">
              <a:schemeClr val="tx1">
                <a:lumMod val="50000"/>
                <a:lumOff val="50000"/>
                <a:alpha val="43000"/>
              </a:schemeClr>
            </a:outerShdw>
          </a:effectLst>
        </p:spPr>
      </p:pic>
      <p:grpSp>
        <p:nvGrpSpPr>
          <p:cNvPr id="13" name="Group 12">
            <a:extLst>
              <a:ext uri="{FF2B5EF4-FFF2-40B4-BE49-F238E27FC236}">
                <a16:creationId xmlns:a16="http://schemas.microsoft.com/office/drawing/2014/main" id="{E2ED9B0F-37B7-403E-8DA5-4C5F549FC7CB}"/>
              </a:ext>
            </a:extLst>
          </p:cNvPr>
          <p:cNvGrpSpPr/>
          <p:nvPr/>
        </p:nvGrpSpPr>
        <p:grpSpPr>
          <a:xfrm>
            <a:off x="1588770" y="17205616"/>
            <a:ext cx="1432560" cy="441960"/>
            <a:chOff x="1588770" y="5753100"/>
            <a:chExt cx="1432560" cy="441960"/>
          </a:xfrm>
          <a:effectLst>
            <a:outerShdw blurRad="165100" dist="76200" dir="7200000" algn="t" rotWithShape="0">
              <a:prstClr val="black">
                <a:alpha val="40000"/>
              </a:prstClr>
            </a:outerShdw>
          </a:effectLst>
        </p:grpSpPr>
        <p:sp>
          <p:nvSpPr>
            <p:cNvPr id="6" name="Rectangle: Rounded Corners 5">
              <a:extLst>
                <a:ext uri="{FF2B5EF4-FFF2-40B4-BE49-F238E27FC236}">
                  <a16:creationId xmlns:a16="http://schemas.microsoft.com/office/drawing/2014/main" id="{7A9D66CD-933F-47F2-88AE-8A6390E5BD43}"/>
                </a:ext>
              </a:extLst>
            </p:cNvPr>
            <p:cNvSpPr/>
            <p:nvPr/>
          </p:nvSpPr>
          <p:spPr>
            <a:xfrm>
              <a:off x="1588770" y="5753100"/>
              <a:ext cx="1432560" cy="44196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b="1" dirty="0">
                <a:solidFill>
                  <a:srgbClr val="7030A0"/>
                </a:solidFill>
                <a:latin typeface="Century Gothic" panose="020B0502020202020204" pitchFamily="34" charset="0"/>
              </a:endParaRPr>
            </a:p>
          </p:txBody>
        </p:sp>
        <p:sp>
          <p:nvSpPr>
            <p:cNvPr id="12" name="TextBox 11">
              <a:extLst>
                <a:ext uri="{FF2B5EF4-FFF2-40B4-BE49-F238E27FC236}">
                  <a16:creationId xmlns:a16="http://schemas.microsoft.com/office/drawing/2014/main" id="{F43E55E4-DB0F-4412-9DAE-8E90604C281D}"/>
                </a:ext>
              </a:extLst>
            </p:cNvPr>
            <p:cNvSpPr txBox="1"/>
            <p:nvPr/>
          </p:nvSpPr>
          <p:spPr>
            <a:xfrm>
              <a:off x="1978025" y="5789414"/>
              <a:ext cx="749300" cy="369332"/>
            </a:xfrm>
            <a:prstGeom prst="rect">
              <a:avLst/>
            </a:prstGeom>
            <a:noFill/>
          </p:spPr>
          <p:txBody>
            <a:bodyPr wrap="square">
              <a:spAutoFit/>
            </a:bodyPr>
            <a:lstStyle/>
            <a:p>
              <a:r>
                <a:rPr lang="en-MY" b="1" dirty="0">
                  <a:solidFill>
                    <a:srgbClr val="7030A0"/>
                  </a:solidFill>
                  <a:latin typeface="Century Gothic" panose="020B0502020202020204" pitchFamily="34" charset="0"/>
                </a:rPr>
                <a:t>Start</a:t>
              </a:r>
              <a:endParaRPr lang="en-MY" dirty="0"/>
            </a:p>
          </p:txBody>
        </p:sp>
      </p:grpSp>
      <p:pic>
        <p:nvPicPr>
          <p:cNvPr id="20" name="Picture 19">
            <a:extLst>
              <a:ext uri="{FF2B5EF4-FFF2-40B4-BE49-F238E27FC236}">
                <a16:creationId xmlns:a16="http://schemas.microsoft.com/office/drawing/2014/main" id="{D0FED786-578C-4F32-AB04-E8F9DEE89828}"/>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radius="100"/>
                    </a14:imgEffect>
                    <a14:imgEffect>
                      <a14:brightnessContrast contrast="40000"/>
                    </a14:imgEffect>
                  </a14:imgLayer>
                </a14:imgProps>
              </a:ext>
            </a:extLst>
          </a:blip>
          <a:srcRect l="69999" t="168437" r="5523" b="-136968"/>
          <a:stretch/>
        </p:blipFill>
        <p:spPr>
          <a:xfrm>
            <a:off x="8534400" y="11551316"/>
            <a:ext cx="2984500" cy="4699713"/>
          </a:xfrm>
          <a:prstGeom prst="roundRect">
            <a:avLst>
              <a:gd name="adj" fmla="val 10284"/>
            </a:avLst>
          </a:prstGeom>
          <a:noFill/>
          <a:ln>
            <a:noFill/>
          </a:ln>
          <a:effectLst>
            <a:outerShdw blurRad="635000" dist="215900" dir="7200000" algn="ctr" rotWithShape="0">
              <a:schemeClr val="tx1">
                <a:lumMod val="50000"/>
                <a:lumOff val="50000"/>
                <a:alpha val="43000"/>
              </a:schemeClr>
            </a:outerShdw>
          </a:effectLst>
        </p:spPr>
      </p:pic>
      <p:sp>
        <p:nvSpPr>
          <p:cNvPr id="32" name="Rectangle: Rounded Corners 31">
            <a:extLst>
              <a:ext uri="{FF2B5EF4-FFF2-40B4-BE49-F238E27FC236}">
                <a16:creationId xmlns:a16="http://schemas.microsoft.com/office/drawing/2014/main" id="{2339F55E-8271-44A8-9A4D-C147BF3DAAF7}"/>
              </a:ext>
            </a:extLst>
          </p:cNvPr>
          <p:cNvSpPr/>
          <p:nvPr/>
        </p:nvSpPr>
        <p:spPr>
          <a:xfrm>
            <a:off x="8779677" y="8752917"/>
            <a:ext cx="435761" cy="85940"/>
          </a:xfrm>
          <a:prstGeom prst="roundRect">
            <a:avLst>
              <a:gd name="adj" fmla="val 50000"/>
            </a:avLst>
          </a:prstGeom>
          <a:solidFill>
            <a:srgbClr val="B499EB"/>
          </a:solidFill>
          <a:ln>
            <a:noFill/>
          </a:ln>
          <a:effectLst>
            <a:outerShdw blurRad="50800" dist="38100" dir="5400000" algn="ctr" rotWithShape="0">
              <a:schemeClr val="tx1">
                <a:lumMod val="50000"/>
                <a:lumOff val="50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3" name="Rectangle: Rounded Corners 32">
            <a:extLst>
              <a:ext uri="{FF2B5EF4-FFF2-40B4-BE49-F238E27FC236}">
                <a16:creationId xmlns:a16="http://schemas.microsoft.com/office/drawing/2014/main" id="{C85AB455-ACDC-44AA-9323-422663851A56}"/>
              </a:ext>
            </a:extLst>
          </p:cNvPr>
          <p:cNvSpPr/>
          <p:nvPr/>
        </p:nvSpPr>
        <p:spPr>
          <a:xfrm>
            <a:off x="8779678" y="8860747"/>
            <a:ext cx="363677" cy="85941"/>
          </a:xfrm>
          <a:prstGeom prst="roundRect">
            <a:avLst>
              <a:gd name="adj" fmla="val 50000"/>
            </a:avLst>
          </a:prstGeom>
          <a:solidFill>
            <a:srgbClr val="B499EB"/>
          </a:solidFill>
          <a:ln>
            <a:noFill/>
          </a:ln>
          <a:effectLst>
            <a:outerShdw blurRad="50800" dist="38100" dir="5400000" algn="ctr" rotWithShape="0">
              <a:schemeClr val="tx1">
                <a:lumMod val="50000"/>
                <a:lumOff val="50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4" name="Rectangle: Rounded Corners 33">
            <a:extLst>
              <a:ext uri="{FF2B5EF4-FFF2-40B4-BE49-F238E27FC236}">
                <a16:creationId xmlns:a16="http://schemas.microsoft.com/office/drawing/2014/main" id="{729E52D0-2237-453D-986B-28EE69161E29}"/>
              </a:ext>
            </a:extLst>
          </p:cNvPr>
          <p:cNvSpPr/>
          <p:nvPr/>
        </p:nvSpPr>
        <p:spPr>
          <a:xfrm>
            <a:off x="8779678" y="8968578"/>
            <a:ext cx="285465" cy="90169"/>
          </a:xfrm>
          <a:prstGeom prst="roundRect">
            <a:avLst>
              <a:gd name="adj" fmla="val 50000"/>
            </a:avLst>
          </a:prstGeom>
          <a:solidFill>
            <a:srgbClr val="B499EB"/>
          </a:solidFill>
          <a:ln>
            <a:noFill/>
          </a:ln>
          <a:effectLst>
            <a:outerShdw blurRad="50800" dist="38100" dir="5400000" algn="ctr" rotWithShape="0">
              <a:schemeClr val="tx1">
                <a:lumMod val="50000"/>
                <a:lumOff val="50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2" name="Group 1">
            <a:extLst>
              <a:ext uri="{FF2B5EF4-FFF2-40B4-BE49-F238E27FC236}">
                <a16:creationId xmlns:a16="http://schemas.microsoft.com/office/drawing/2014/main" id="{426B1D51-3CF1-4ACC-A9C3-6BC7FFEA13AB}"/>
              </a:ext>
            </a:extLst>
          </p:cNvPr>
          <p:cNvGrpSpPr/>
          <p:nvPr/>
        </p:nvGrpSpPr>
        <p:grpSpPr>
          <a:xfrm>
            <a:off x="8666162" y="12746173"/>
            <a:ext cx="2720976" cy="2333361"/>
            <a:chOff x="8666162" y="12746173"/>
            <a:chExt cx="2720976" cy="2333361"/>
          </a:xfrm>
        </p:grpSpPr>
        <p:sp>
          <p:nvSpPr>
            <p:cNvPr id="23" name="Rectangle: Rounded Corners 22">
              <a:extLst>
                <a:ext uri="{FF2B5EF4-FFF2-40B4-BE49-F238E27FC236}">
                  <a16:creationId xmlns:a16="http://schemas.microsoft.com/office/drawing/2014/main" id="{6E15B50A-84FB-434E-8B78-F13B832D2499}"/>
                </a:ext>
              </a:extLst>
            </p:cNvPr>
            <p:cNvSpPr/>
            <p:nvPr/>
          </p:nvSpPr>
          <p:spPr>
            <a:xfrm>
              <a:off x="8666162" y="12746173"/>
              <a:ext cx="2720976" cy="2333361"/>
            </a:xfrm>
            <a:prstGeom prst="roundRect">
              <a:avLst>
                <a:gd name="adj" fmla="val 1062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6" name="TextBox 35">
              <a:extLst>
                <a:ext uri="{FF2B5EF4-FFF2-40B4-BE49-F238E27FC236}">
                  <a16:creationId xmlns:a16="http://schemas.microsoft.com/office/drawing/2014/main" id="{C3750D43-7160-4C50-9C58-7CE5F605787C}"/>
                </a:ext>
              </a:extLst>
            </p:cNvPr>
            <p:cNvSpPr txBox="1"/>
            <p:nvPr/>
          </p:nvSpPr>
          <p:spPr>
            <a:xfrm>
              <a:off x="8833488" y="13386001"/>
              <a:ext cx="2386324" cy="600164"/>
            </a:xfrm>
            <a:prstGeom prst="rect">
              <a:avLst/>
            </a:prstGeom>
            <a:noFill/>
          </p:spPr>
          <p:txBody>
            <a:bodyPr wrap="square" rtlCol="0">
              <a:spAutoFit/>
            </a:bodyPr>
            <a:lstStyle/>
            <a:p>
              <a:pPr algn="ctr"/>
              <a:r>
                <a:rPr lang="en-MY" sz="1100" b="1" dirty="0">
                  <a:latin typeface="Century Gothic" panose="020B0502020202020204" pitchFamily="34" charset="0"/>
                </a:rPr>
                <a:t>Build an iOS app for the iOS 15 with custom layouts animation and many more…m</a:t>
              </a:r>
            </a:p>
          </p:txBody>
        </p:sp>
      </p:grpSp>
      <p:pic>
        <p:nvPicPr>
          <p:cNvPr id="37" name="Picture 36">
            <a:extLst>
              <a:ext uri="{FF2B5EF4-FFF2-40B4-BE49-F238E27FC236}">
                <a16:creationId xmlns:a16="http://schemas.microsoft.com/office/drawing/2014/main" id="{F4D43D9A-CA01-4EA3-9C34-9479F0A7004D}"/>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radius="100"/>
                    </a14:imgEffect>
                    <a14:imgEffect>
                      <a14:brightnessContrast contrast="40000"/>
                    </a14:imgEffect>
                  </a14:imgLayer>
                </a14:imgProps>
              </a:ext>
            </a:extLst>
          </a:blip>
          <a:srcRect l="32603" t="119881" r="31495" b="-119884"/>
          <a:stretch/>
        </p:blipFill>
        <p:spPr>
          <a:xfrm>
            <a:off x="3974976" y="9161013"/>
            <a:ext cx="4377214" cy="6857999"/>
          </a:xfrm>
          <a:prstGeom prst="roundRect">
            <a:avLst>
              <a:gd name="adj" fmla="val 7958"/>
            </a:avLst>
          </a:prstGeom>
          <a:noFill/>
          <a:ln>
            <a:noFill/>
          </a:ln>
          <a:effectLst>
            <a:outerShdw blurRad="635000" dist="215900" dir="7200000" algn="ctr" rotWithShape="0">
              <a:schemeClr val="tx1">
                <a:lumMod val="50000"/>
                <a:lumOff val="50000"/>
                <a:alpha val="43000"/>
              </a:schemeClr>
            </a:outerShdw>
          </a:effectLst>
        </p:spPr>
      </p:pic>
      <p:sp>
        <p:nvSpPr>
          <p:cNvPr id="53" name="Rectangle: Rounded Corners 52">
            <a:extLst>
              <a:ext uri="{FF2B5EF4-FFF2-40B4-BE49-F238E27FC236}">
                <a16:creationId xmlns:a16="http://schemas.microsoft.com/office/drawing/2014/main" id="{A965B900-9C68-435D-8B1E-CCD71A1A7ACA}"/>
              </a:ext>
            </a:extLst>
          </p:cNvPr>
          <p:cNvSpPr/>
          <p:nvPr/>
        </p:nvSpPr>
        <p:spPr>
          <a:xfrm>
            <a:off x="4186555" y="13731138"/>
            <a:ext cx="3891021" cy="1068249"/>
          </a:xfrm>
          <a:prstGeom prst="roundRect">
            <a:avLst>
              <a:gd name="adj" fmla="val 14413"/>
            </a:avLst>
          </a:prstGeom>
          <a:solidFill>
            <a:srgbClr val="CA9D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2" name="Rectangle: Rounded Corners 51">
            <a:extLst>
              <a:ext uri="{FF2B5EF4-FFF2-40B4-BE49-F238E27FC236}">
                <a16:creationId xmlns:a16="http://schemas.microsoft.com/office/drawing/2014/main" id="{DD715D1F-7C5C-4426-ADFB-1B432F6B3E89}"/>
              </a:ext>
            </a:extLst>
          </p:cNvPr>
          <p:cNvSpPr/>
          <p:nvPr/>
        </p:nvSpPr>
        <p:spPr>
          <a:xfrm>
            <a:off x="4120674" y="12841531"/>
            <a:ext cx="4068606" cy="1144634"/>
          </a:xfrm>
          <a:prstGeom prst="roundRect">
            <a:avLst>
              <a:gd name="adj" fmla="val 14413"/>
            </a:avLst>
          </a:prstGeom>
          <a:gradFill>
            <a:gsLst>
              <a:gs pos="0">
                <a:srgbClr val="C570EC"/>
              </a:gs>
              <a:gs pos="50000">
                <a:srgbClr val="C371EB"/>
              </a:gs>
              <a:gs pos="100000">
                <a:srgbClr val="A577D7"/>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2" name="TextBox 41">
            <a:extLst>
              <a:ext uri="{FF2B5EF4-FFF2-40B4-BE49-F238E27FC236}">
                <a16:creationId xmlns:a16="http://schemas.microsoft.com/office/drawing/2014/main" id="{55394D7A-694C-49E5-90AE-A77F4B795C99}"/>
              </a:ext>
            </a:extLst>
          </p:cNvPr>
          <p:cNvSpPr txBox="1"/>
          <p:nvPr/>
        </p:nvSpPr>
        <p:spPr>
          <a:xfrm>
            <a:off x="4186554" y="11422260"/>
            <a:ext cx="4646933" cy="646331"/>
          </a:xfrm>
          <a:prstGeom prst="rect">
            <a:avLst/>
          </a:prstGeom>
          <a:noFill/>
        </p:spPr>
        <p:txBody>
          <a:bodyPr wrap="square" rtlCol="0">
            <a:spAutoFit/>
          </a:bodyPr>
          <a:lstStyle/>
          <a:p>
            <a:r>
              <a:rPr lang="en-MY" b="1" dirty="0">
                <a:solidFill>
                  <a:schemeClr val="bg1"/>
                </a:solidFill>
                <a:latin typeface="Century Gothic" panose="020B0502020202020204" pitchFamily="34" charset="0"/>
              </a:rPr>
              <a:t>Lately I really like to do this glass look. Matching modern UI look </a:t>
            </a:r>
          </a:p>
        </p:txBody>
      </p:sp>
      <p:pic>
        <p:nvPicPr>
          <p:cNvPr id="61" name="Picture 60">
            <a:extLst>
              <a:ext uri="{FF2B5EF4-FFF2-40B4-BE49-F238E27FC236}">
                <a16:creationId xmlns:a16="http://schemas.microsoft.com/office/drawing/2014/main" id="{5BA86A40-18CE-42EC-AD81-4A05821D68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23234" y="11953634"/>
            <a:ext cx="572825" cy="572825"/>
          </a:xfrm>
          <a:prstGeom prst="rect">
            <a:avLst/>
          </a:prstGeom>
        </p:spPr>
      </p:pic>
      <p:pic>
        <p:nvPicPr>
          <p:cNvPr id="62" name="Picture 61">
            <a:extLst>
              <a:ext uri="{FF2B5EF4-FFF2-40B4-BE49-F238E27FC236}">
                <a16:creationId xmlns:a16="http://schemas.microsoft.com/office/drawing/2014/main" id="{27F6497D-FBF1-4A61-9AF2-233D868A4B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87705" y="11430762"/>
            <a:ext cx="560011" cy="560011"/>
          </a:xfrm>
          <a:prstGeom prst="rect">
            <a:avLst/>
          </a:prstGeom>
        </p:spPr>
      </p:pic>
      <p:pic>
        <p:nvPicPr>
          <p:cNvPr id="63" name="Picture 62">
            <a:extLst>
              <a:ext uri="{FF2B5EF4-FFF2-40B4-BE49-F238E27FC236}">
                <a16:creationId xmlns:a16="http://schemas.microsoft.com/office/drawing/2014/main" id="{FBA2EC96-D5AD-4E50-84C2-BAAA425994E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41764" y="10551428"/>
            <a:ext cx="590146" cy="590146"/>
          </a:xfrm>
          <a:prstGeom prst="rect">
            <a:avLst/>
          </a:prstGeom>
        </p:spPr>
      </p:pic>
      <p:pic>
        <p:nvPicPr>
          <p:cNvPr id="64" name="Picture 63">
            <a:extLst>
              <a:ext uri="{FF2B5EF4-FFF2-40B4-BE49-F238E27FC236}">
                <a16:creationId xmlns:a16="http://schemas.microsoft.com/office/drawing/2014/main" id="{0740FCD6-A340-462C-9E89-C3A2768FD5A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89792" y="9948372"/>
            <a:ext cx="590146" cy="590146"/>
          </a:xfrm>
          <a:prstGeom prst="rect">
            <a:avLst/>
          </a:prstGeom>
        </p:spPr>
      </p:pic>
      <p:grpSp>
        <p:nvGrpSpPr>
          <p:cNvPr id="29" name="Group 28">
            <a:extLst>
              <a:ext uri="{FF2B5EF4-FFF2-40B4-BE49-F238E27FC236}">
                <a16:creationId xmlns:a16="http://schemas.microsoft.com/office/drawing/2014/main" id="{55E4323D-247B-411F-A013-2DB77AD4187E}"/>
              </a:ext>
            </a:extLst>
          </p:cNvPr>
          <p:cNvGrpSpPr/>
          <p:nvPr/>
        </p:nvGrpSpPr>
        <p:grpSpPr>
          <a:xfrm>
            <a:off x="9310370" y="14441997"/>
            <a:ext cx="1432560" cy="441960"/>
            <a:chOff x="1588770" y="5753100"/>
            <a:chExt cx="1432560" cy="441960"/>
          </a:xfrm>
          <a:gradFill>
            <a:gsLst>
              <a:gs pos="0">
                <a:srgbClr val="C570EC"/>
              </a:gs>
              <a:gs pos="50000">
                <a:srgbClr val="C371EB"/>
              </a:gs>
              <a:gs pos="100000">
                <a:srgbClr val="A577D7"/>
              </a:gs>
            </a:gsLst>
            <a:lin ang="10800000" scaled="1"/>
          </a:gradFill>
          <a:effectLst/>
        </p:grpSpPr>
        <p:sp>
          <p:nvSpPr>
            <p:cNvPr id="30" name="Rectangle: Rounded Corners 29">
              <a:extLst>
                <a:ext uri="{FF2B5EF4-FFF2-40B4-BE49-F238E27FC236}">
                  <a16:creationId xmlns:a16="http://schemas.microsoft.com/office/drawing/2014/main" id="{043C6556-1668-4531-A09F-0D3BCDF98110}"/>
                </a:ext>
              </a:extLst>
            </p:cNvPr>
            <p:cNvSpPr/>
            <p:nvPr/>
          </p:nvSpPr>
          <p:spPr>
            <a:xfrm>
              <a:off x="1588770" y="5753100"/>
              <a:ext cx="1432560" cy="441960"/>
            </a:xfrm>
            <a:prstGeom prst="roundRect">
              <a:avLst>
                <a:gd name="adj" fmla="val 4137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b="1" dirty="0">
                <a:solidFill>
                  <a:srgbClr val="7030A0"/>
                </a:solidFill>
                <a:latin typeface="Century Gothic" panose="020B0502020202020204" pitchFamily="34" charset="0"/>
              </a:endParaRPr>
            </a:p>
          </p:txBody>
        </p:sp>
        <p:sp>
          <p:nvSpPr>
            <p:cNvPr id="31" name="TextBox 30">
              <a:extLst>
                <a:ext uri="{FF2B5EF4-FFF2-40B4-BE49-F238E27FC236}">
                  <a16:creationId xmlns:a16="http://schemas.microsoft.com/office/drawing/2014/main" id="{524729FF-5C4E-4225-996B-384CF8B11A6E}"/>
                </a:ext>
              </a:extLst>
            </p:cNvPr>
            <p:cNvSpPr txBox="1"/>
            <p:nvPr/>
          </p:nvSpPr>
          <p:spPr>
            <a:xfrm>
              <a:off x="1978025" y="5789414"/>
              <a:ext cx="749300" cy="369332"/>
            </a:xfrm>
            <a:prstGeom prst="rect">
              <a:avLst/>
            </a:prstGeom>
            <a:grpFill/>
          </p:spPr>
          <p:txBody>
            <a:bodyPr wrap="square">
              <a:spAutoFit/>
            </a:bodyPr>
            <a:lstStyle/>
            <a:p>
              <a:r>
                <a:rPr lang="en-MY" b="1" dirty="0">
                  <a:solidFill>
                    <a:schemeClr val="bg1"/>
                  </a:solidFill>
                  <a:latin typeface="Century Gothic" panose="020B0502020202020204" pitchFamily="34" charset="0"/>
                </a:rPr>
                <a:t>Start</a:t>
              </a:r>
              <a:endParaRPr lang="en-MY" dirty="0">
                <a:solidFill>
                  <a:schemeClr val="bg1"/>
                </a:solidFill>
              </a:endParaRPr>
            </a:p>
          </p:txBody>
        </p:sp>
      </p:grpSp>
      <p:sp>
        <p:nvSpPr>
          <p:cNvPr id="39" name="TextBox 38">
            <a:extLst>
              <a:ext uri="{FF2B5EF4-FFF2-40B4-BE49-F238E27FC236}">
                <a16:creationId xmlns:a16="http://schemas.microsoft.com/office/drawing/2014/main" id="{B6159EBB-7824-4564-AB06-25B077B4A402}"/>
              </a:ext>
            </a:extLst>
          </p:cNvPr>
          <p:cNvSpPr txBox="1"/>
          <p:nvPr/>
        </p:nvSpPr>
        <p:spPr>
          <a:xfrm>
            <a:off x="4208363" y="9813872"/>
            <a:ext cx="2738408" cy="430887"/>
          </a:xfrm>
          <a:prstGeom prst="rect">
            <a:avLst/>
          </a:prstGeom>
          <a:noFill/>
        </p:spPr>
        <p:txBody>
          <a:bodyPr wrap="square">
            <a:spAutoFit/>
          </a:bodyPr>
          <a:lstStyle/>
          <a:p>
            <a:r>
              <a:rPr lang="en-MY" sz="1100" dirty="0">
                <a:solidFill>
                  <a:schemeClr val="tx1">
                    <a:lumMod val="50000"/>
                    <a:lumOff val="50000"/>
                  </a:schemeClr>
                </a:solidFill>
                <a:latin typeface="+mj-lt"/>
              </a:rPr>
              <a:t>Lately I really like to do this glass look. Matching modern UI look..</a:t>
            </a:r>
          </a:p>
        </p:txBody>
      </p:sp>
      <p:pic>
        <p:nvPicPr>
          <p:cNvPr id="44" name="Picture 43" descr="Icon&#10;&#10;Description automatically generated">
            <a:extLst>
              <a:ext uri="{FF2B5EF4-FFF2-40B4-BE49-F238E27FC236}">
                <a16:creationId xmlns:a16="http://schemas.microsoft.com/office/drawing/2014/main" id="{45F25050-089D-4DF6-9E59-563AE7A2FB1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374259" y="12607067"/>
            <a:ext cx="572826" cy="572826"/>
          </a:xfrm>
          <a:prstGeom prst="rect">
            <a:avLst/>
          </a:prstGeom>
        </p:spPr>
      </p:pic>
      <p:sp>
        <p:nvSpPr>
          <p:cNvPr id="45" name="Rectangle: Rounded Corners 44">
            <a:extLst>
              <a:ext uri="{FF2B5EF4-FFF2-40B4-BE49-F238E27FC236}">
                <a16:creationId xmlns:a16="http://schemas.microsoft.com/office/drawing/2014/main" id="{D9062A83-7C31-4A2B-ADAF-78661672B44E}"/>
              </a:ext>
            </a:extLst>
          </p:cNvPr>
          <p:cNvSpPr/>
          <p:nvPr/>
        </p:nvSpPr>
        <p:spPr>
          <a:xfrm>
            <a:off x="5848587" y="8629450"/>
            <a:ext cx="678657" cy="73695"/>
          </a:xfrm>
          <a:prstGeom prst="roundRect">
            <a:avLst>
              <a:gd name="adj" fmla="val 50000"/>
            </a:avLst>
          </a:prstGeom>
          <a:solidFill>
            <a:srgbClr val="A776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3" name="Ink 2">
                <a:extLst>
                  <a:ext uri="{FF2B5EF4-FFF2-40B4-BE49-F238E27FC236}">
                    <a16:creationId xmlns:a16="http://schemas.microsoft.com/office/drawing/2014/main" id="{9B5F8995-DBFD-16DA-3625-677BDF3491EC}"/>
                  </a:ext>
                </a:extLst>
              </p14:cNvPr>
              <p14:cNvContentPartPr/>
              <p14:nvPr/>
            </p14:nvContentPartPr>
            <p14:xfrm>
              <a:off x="6329640" y="3938529"/>
              <a:ext cx="360" cy="360"/>
            </p14:xfrm>
          </p:contentPart>
        </mc:Choice>
        <mc:Fallback xmlns="">
          <p:pic>
            <p:nvPicPr>
              <p:cNvPr id="3" name="Ink 2">
                <a:extLst>
                  <a:ext uri="{FF2B5EF4-FFF2-40B4-BE49-F238E27FC236}">
                    <a16:creationId xmlns:a16="http://schemas.microsoft.com/office/drawing/2014/main" id="{9B5F8995-DBFD-16DA-3625-677BDF3491EC}"/>
                  </a:ext>
                </a:extLst>
              </p:cNvPr>
              <p:cNvPicPr/>
              <p:nvPr/>
            </p:nvPicPr>
            <p:blipFill>
              <a:blip r:embed="rId11"/>
              <a:stretch>
                <a:fillRect/>
              </a:stretch>
            </p:blipFill>
            <p:spPr>
              <a:xfrm>
                <a:off x="6311640" y="3920889"/>
                <a:ext cx="36000" cy="36000"/>
              </a:xfrm>
              <a:prstGeom prst="rect">
                <a:avLst/>
              </a:prstGeom>
            </p:spPr>
          </p:pic>
        </mc:Fallback>
      </mc:AlternateContent>
      <p:sp>
        <p:nvSpPr>
          <p:cNvPr id="10" name="TextBox 9">
            <a:extLst>
              <a:ext uri="{FF2B5EF4-FFF2-40B4-BE49-F238E27FC236}">
                <a16:creationId xmlns:a16="http://schemas.microsoft.com/office/drawing/2014/main" id="{18815782-5085-E8BC-E0CC-59216A75604F}"/>
              </a:ext>
            </a:extLst>
          </p:cNvPr>
          <p:cNvSpPr txBox="1"/>
          <p:nvPr/>
        </p:nvSpPr>
        <p:spPr>
          <a:xfrm>
            <a:off x="784105" y="12983251"/>
            <a:ext cx="2984500" cy="1446550"/>
          </a:xfrm>
          <a:prstGeom prst="rect">
            <a:avLst/>
          </a:prstGeom>
          <a:noFill/>
        </p:spPr>
        <p:txBody>
          <a:bodyPr wrap="square" rtlCol="0">
            <a:spAutoFit/>
          </a:bodyPr>
          <a:lstStyle/>
          <a:p>
            <a:pPr algn="ctr"/>
            <a:r>
              <a:rPr lang="vi-VN" sz="4400" b="1" dirty="0">
                <a:solidFill>
                  <a:schemeClr val="tx1">
                    <a:lumMod val="75000"/>
                    <a:lumOff val="25000"/>
                  </a:schemeClr>
                </a:solidFill>
                <a:latin typeface="Bahnschrift" panose="020B0502040204020203" pitchFamily="34" charset="0"/>
              </a:rPr>
              <a:t>Tiến trình hoạt động</a:t>
            </a:r>
            <a:r>
              <a:rPr lang="en-MY" sz="4400" b="1" dirty="0">
                <a:solidFill>
                  <a:schemeClr val="tx1">
                    <a:lumMod val="75000"/>
                    <a:lumOff val="25000"/>
                  </a:schemeClr>
                </a:solidFill>
                <a:latin typeface="Century Gothic" panose="020B0502020202020204" pitchFamily="34" charset="0"/>
              </a:rPr>
              <a:t> </a:t>
            </a:r>
          </a:p>
        </p:txBody>
      </p:sp>
      <p:sp>
        <p:nvSpPr>
          <p:cNvPr id="11" name="TextBox 10">
            <a:extLst>
              <a:ext uri="{FF2B5EF4-FFF2-40B4-BE49-F238E27FC236}">
                <a16:creationId xmlns:a16="http://schemas.microsoft.com/office/drawing/2014/main" id="{EDD5ED8B-33B7-A412-F2A5-3B75B660577F}"/>
              </a:ext>
            </a:extLst>
          </p:cNvPr>
          <p:cNvSpPr txBox="1"/>
          <p:nvPr/>
        </p:nvSpPr>
        <p:spPr>
          <a:xfrm>
            <a:off x="804862" y="14977534"/>
            <a:ext cx="2775137" cy="707886"/>
          </a:xfrm>
          <a:prstGeom prst="rect">
            <a:avLst/>
          </a:prstGeom>
          <a:noFill/>
        </p:spPr>
        <p:txBody>
          <a:bodyPr wrap="square">
            <a:spAutoFit/>
          </a:bodyPr>
          <a:lstStyle/>
          <a:p>
            <a:pPr algn="ctr"/>
            <a:r>
              <a:rPr lang="vi-VN" sz="2000" b="1" dirty="0">
                <a:solidFill>
                  <a:schemeClr val="tx1">
                    <a:lumMod val="50000"/>
                    <a:lumOff val="50000"/>
                  </a:schemeClr>
                </a:solidFill>
                <a:latin typeface="Bahnschrift" panose="020B0502040204020203" pitchFamily="34" charset="0"/>
              </a:rPr>
              <a:t>Robot hoạt động với 2 chu trình như sau:</a:t>
            </a:r>
            <a:endParaRPr lang="en-MY" sz="2000" b="1" dirty="0">
              <a:solidFill>
                <a:schemeClr val="tx1">
                  <a:lumMod val="50000"/>
                  <a:lumOff val="50000"/>
                </a:schemeClr>
              </a:solidFill>
              <a:latin typeface="Bahnschrift" panose="020B0502040204020203" pitchFamily="34" charset="0"/>
            </a:endParaRPr>
          </a:p>
        </p:txBody>
      </p:sp>
      <p:sp>
        <p:nvSpPr>
          <p:cNvPr id="14" name="TextBox 13">
            <a:extLst>
              <a:ext uri="{FF2B5EF4-FFF2-40B4-BE49-F238E27FC236}">
                <a16:creationId xmlns:a16="http://schemas.microsoft.com/office/drawing/2014/main" id="{8A4AE466-4492-707E-71C6-CC2340EA5625}"/>
              </a:ext>
            </a:extLst>
          </p:cNvPr>
          <p:cNvSpPr txBox="1"/>
          <p:nvPr/>
        </p:nvSpPr>
        <p:spPr>
          <a:xfrm>
            <a:off x="8559448" y="11339796"/>
            <a:ext cx="2183481" cy="646331"/>
          </a:xfrm>
          <a:prstGeom prst="rect">
            <a:avLst/>
          </a:prstGeom>
          <a:noFill/>
        </p:spPr>
        <p:txBody>
          <a:bodyPr wrap="square">
            <a:spAutoFit/>
          </a:bodyPr>
          <a:lstStyle/>
          <a:p>
            <a:r>
              <a:rPr kumimoji="0" lang="vi-VN" sz="3600" b="1" i="0" u="none" strike="noStrike" kern="1200" cap="none" spc="0" normalizeH="0" baseline="0" noProof="0" dirty="0">
                <a:ln>
                  <a:noFill/>
                </a:ln>
                <a:solidFill>
                  <a:schemeClr val="tx1">
                    <a:lumMod val="75000"/>
                    <a:lumOff val="25000"/>
                  </a:schemeClr>
                </a:solidFill>
                <a:effectLst>
                  <a:outerShdw blurRad="38100" dist="38100" dir="2700000" algn="tl">
                    <a:srgbClr val="000000">
                      <a:alpha val="43137"/>
                    </a:srgbClr>
                  </a:outerShdw>
                </a:effectLst>
                <a:uLnTx/>
                <a:uFillTx/>
                <a:latin typeface="Century Gothic" panose="020B0502020202020204" pitchFamily="34" charset="0"/>
                <a:ea typeface="+mn-ea"/>
                <a:cs typeface="+mn-cs"/>
              </a:rPr>
              <a:t>2</a:t>
            </a:r>
            <a:r>
              <a:rPr kumimoji="0" lang="vi-VN" sz="3600" b="1" i="0" u="none" strike="noStrike" kern="1200" cap="none" spc="0" normalizeH="0" baseline="0" noProof="0">
                <a:ln>
                  <a:noFill/>
                </a:ln>
                <a:solidFill>
                  <a:schemeClr val="tx1">
                    <a:lumMod val="75000"/>
                    <a:lumOff val="25000"/>
                  </a:schemeClr>
                </a:solidFill>
                <a:effectLst>
                  <a:outerShdw blurRad="38100" dist="38100" dir="2700000" algn="tl">
                    <a:srgbClr val="000000">
                      <a:alpha val="43137"/>
                    </a:srgbClr>
                  </a:outerShdw>
                </a:effectLst>
                <a:uLnTx/>
                <a:uFillTx/>
                <a:latin typeface="Century Gothic" panose="020B0502020202020204" pitchFamily="34" charset="0"/>
                <a:ea typeface="+mn-ea"/>
                <a:cs typeface="+mn-cs"/>
              </a:rPr>
              <a:t>. </a:t>
            </a:r>
            <a:r>
              <a:rPr kumimoji="0" lang="vi-VN" sz="3600" b="1" i="0" u="none" strike="noStrike" kern="1200" cap="none" spc="0" normalizeH="0" baseline="0" noProof="0" dirty="0">
                <a:ln>
                  <a:noFill/>
                </a:ln>
                <a:solidFill>
                  <a:schemeClr val="tx1">
                    <a:lumMod val="75000"/>
                    <a:lumOff val="25000"/>
                  </a:schemeClr>
                </a:solidFill>
                <a:effectLst>
                  <a:outerShdw blurRad="38100" dist="38100" dir="2700000" algn="tl">
                    <a:srgbClr val="000000">
                      <a:alpha val="43137"/>
                    </a:srgbClr>
                  </a:outerShdw>
                </a:effectLst>
                <a:uLnTx/>
                <a:uFillTx/>
                <a:latin typeface="Century Gothic" panose="020B0502020202020204" pitchFamily="34" charset="0"/>
                <a:ea typeface="+mn-ea"/>
                <a:cs typeface="+mn-cs"/>
              </a:rPr>
              <a:t>Run</a:t>
            </a:r>
            <a:endParaRPr lang="en-MY" sz="3600" dirty="0">
              <a:solidFill>
                <a:schemeClr val="tx1">
                  <a:lumMod val="75000"/>
                  <a:lumOff val="25000"/>
                </a:schemeClr>
              </a:solidFill>
              <a:effectLst>
                <a:outerShdw blurRad="38100" dist="38100" dir="2700000" algn="tl">
                  <a:srgbClr val="000000">
                    <a:alpha val="43137"/>
                  </a:srgbClr>
                </a:outerShdw>
              </a:effectLst>
            </a:endParaRPr>
          </a:p>
        </p:txBody>
      </p:sp>
      <p:sp>
        <p:nvSpPr>
          <p:cNvPr id="15" name="TextBox 14">
            <a:extLst>
              <a:ext uri="{FF2B5EF4-FFF2-40B4-BE49-F238E27FC236}">
                <a16:creationId xmlns:a16="http://schemas.microsoft.com/office/drawing/2014/main" id="{00EFD26C-DA06-3B2F-710D-BD24208E5F4D}"/>
              </a:ext>
            </a:extLst>
          </p:cNvPr>
          <p:cNvSpPr txBox="1"/>
          <p:nvPr/>
        </p:nvSpPr>
        <p:spPr>
          <a:xfrm>
            <a:off x="908314" y="10378587"/>
            <a:ext cx="2660009" cy="769441"/>
          </a:xfrm>
          <a:prstGeom prst="rect">
            <a:avLst/>
          </a:prstGeom>
          <a:noFill/>
        </p:spPr>
        <p:txBody>
          <a:bodyPr wrap="square">
            <a:spAutoFit/>
          </a:bodyPr>
          <a:lstStyle/>
          <a:p>
            <a:r>
              <a:rPr kumimoji="0" lang="vi-VN" sz="1400" b="1" i="0" u="none" strike="noStrike" kern="1200" cap="none" spc="0" normalizeH="0" baseline="0" noProof="0" dirty="0">
                <a:ln>
                  <a:noFill/>
                </a:ln>
                <a:solidFill>
                  <a:prstClr val="black">
                    <a:lumMod val="50000"/>
                    <a:lumOff val="50000"/>
                  </a:prstClr>
                </a:solidFill>
                <a:effectLst/>
                <a:uLnTx/>
                <a:uFillTx/>
                <a:latin typeface="Century Gothic" panose="020B0502020202020204" pitchFamily="34" charset="0"/>
                <a:ea typeface="+mn-ea"/>
                <a:cs typeface="+mn-cs"/>
              </a:rPr>
              <a:t>Nhóm 4	               </a:t>
            </a:r>
            <a:r>
              <a:rPr kumimoji="0" lang="en-MY" sz="4400" b="1" i="0" u="none" strike="noStrike" kern="1200" cap="none" spc="0" normalizeH="0" baseline="0" noProof="0" dirty="0">
                <a:ln>
                  <a:noFill/>
                </a:ln>
                <a:solidFill>
                  <a:prstClr val="black">
                    <a:lumMod val="50000"/>
                    <a:lumOff val="50000"/>
                  </a:prstClr>
                </a:solidFill>
                <a:effectLst/>
                <a:uLnTx/>
                <a:uFillTx/>
                <a:latin typeface="Century Gothic" panose="020B0502020202020204" pitchFamily="34" charset="0"/>
                <a:ea typeface="+mn-ea"/>
                <a:cs typeface="+mn-cs"/>
              </a:rPr>
              <a:t>. . .</a:t>
            </a:r>
            <a:endParaRPr lang="en-MY" dirty="0"/>
          </a:p>
        </p:txBody>
      </p:sp>
      <p:sp>
        <p:nvSpPr>
          <p:cNvPr id="16" name="TextBox 15">
            <a:extLst>
              <a:ext uri="{FF2B5EF4-FFF2-40B4-BE49-F238E27FC236}">
                <a16:creationId xmlns:a16="http://schemas.microsoft.com/office/drawing/2014/main" id="{E9CBA8D8-7645-7D10-4E4D-F928705DEAB8}"/>
              </a:ext>
            </a:extLst>
          </p:cNvPr>
          <p:cNvSpPr txBox="1"/>
          <p:nvPr/>
        </p:nvSpPr>
        <p:spPr>
          <a:xfrm>
            <a:off x="4140576" y="10946359"/>
            <a:ext cx="2509517" cy="646331"/>
          </a:xfrm>
          <a:prstGeom prst="rect">
            <a:avLst/>
          </a:prstGeom>
          <a:noFill/>
        </p:spPr>
        <p:txBody>
          <a:bodyPr wrap="square">
            <a:spAutoFit/>
          </a:bodyPr>
          <a:lstStyle/>
          <a:p>
            <a:r>
              <a:rPr lang="vi-VN" sz="3600" b="1" dirty="0">
                <a:solidFill>
                  <a:prstClr val="black">
                    <a:lumMod val="75000"/>
                    <a:lumOff val="25000"/>
                  </a:prstClr>
                </a:solidFill>
                <a:effectLst>
                  <a:outerShdw blurRad="50800" dist="38100" dir="5400000" algn="t" rotWithShape="0">
                    <a:prstClr val="black">
                      <a:alpha val="40000"/>
                    </a:prstClr>
                  </a:outerShdw>
                </a:effectLst>
                <a:latin typeface="Century Gothic" panose="020B0502020202020204" pitchFamily="34" charset="0"/>
              </a:rPr>
              <a:t>1. </a:t>
            </a:r>
            <a:r>
              <a:rPr lang="en-MY" sz="3600" b="1" dirty="0">
                <a:solidFill>
                  <a:prstClr val="black">
                    <a:lumMod val="75000"/>
                    <a:lumOff val="25000"/>
                  </a:prstClr>
                </a:solidFill>
                <a:effectLst>
                  <a:outerShdw blurRad="50800" dist="38100" dir="5400000" algn="t" rotWithShape="0">
                    <a:prstClr val="black">
                      <a:alpha val="40000"/>
                    </a:prstClr>
                  </a:outerShdw>
                </a:effectLst>
                <a:latin typeface="Century Gothic" panose="020B0502020202020204" pitchFamily="34" charset="0"/>
              </a:rPr>
              <a:t>R</a:t>
            </a:r>
            <a:r>
              <a:rPr kumimoji="0" lang="en-MY" sz="3600" b="1" i="0" u="none" strike="noStrike" kern="1200" cap="none" spc="0" normalizeH="0" baseline="0" noProof="0" dirty="0" err="1">
                <a:ln>
                  <a:noFill/>
                </a:ln>
                <a:solidFill>
                  <a:prstClr val="black">
                    <a:lumMod val="75000"/>
                    <a:lumOff val="25000"/>
                  </a:prstClr>
                </a:solidFill>
                <a:effectLst>
                  <a:outerShdw blurRad="50800" dist="38100" dir="5400000" algn="t" rotWithShape="0">
                    <a:prstClr val="black">
                      <a:alpha val="40000"/>
                    </a:prstClr>
                  </a:outerShdw>
                </a:effectLst>
                <a:uLnTx/>
                <a:uFillTx/>
                <a:latin typeface="Century Gothic" panose="020B0502020202020204" pitchFamily="34" charset="0"/>
                <a:ea typeface="+mn-ea"/>
                <a:cs typeface="+mn-cs"/>
              </a:rPr>
              <a:t>ecords</a:t>
            </a:r>
            <a:endParaRPr lang="en-MY" sz="1050" dirty="0"/>
          </a:p>
        </p:txBody>
      </p:sp>
      <p:sp>
        <p:nvSpPr>
          <p:cNvPr id="18" name="TextBox 17">
            <a:extLst>
              <a:ext uri="{FF2B5EF4-FFF2-40B4-BE49-F238E27FC236}">
                <a16:creationId xmlns:a16="http://schemas.microsoft.com/office/drawing/2014/main" id="{A675F4CF-E2FB-B6F9-837E-6B55BB5FB622}"/>
              </a:ext>
            </a:extLst>
          </p:cNvPr>
          <p:cNvSpPr txBox="1"/>
          <p:nvPr/>
        </p:nvSpPr>
        <p:spPr>
          <a:xfrm>
            <a:off x="4111873" y="11517609"/>
            <a:ext cx="3477182" cy="646331"/>
          </a:xfrm>
          <a:prstGeom prst="rect">
            <a:avLst/>
          </a:prstGeom>
          <a:noFill/>
        </p:spPr>
        <p:txBody>
          <a:bodyPr wrap="square">
            <a:spAutoFit/>
          </a:bodyPr>
          <a:lstStyle/>
          <a:p>
            <a:r>
              <a:rPr kumimoji="0" lang="vi-VN" sz="3600" b="1" i="0" u="none" strike="noStrike" kern="1200" cap="none" spc="0" normalizeH="0" baseline="0" noProof="0" dirty="0">
                <a:ln>
                  <a:noFill/>
                </a:ln>
                <a:solidFill>
                  <a:prstClr val="black">
                    <a:lumMod val="75000"/>
                    <a:lumOff val="25000"/>
                  </a:prstClr>
                </a:solidFill>
                <a:effectLst>
                  <a:outerShdw blurRad="50800" dist="38100" dir="5400000" algn="t" rotWithShape="0">
                    <a:prstClr val="black">
                      <a:alpha val="40000"/>
                    </a:prstClr>
                  </a:outerShdw>
                </a:effectLst>
                <a:uLnTx/>
                <a:uFillTx/>
                <a:latin typeface="Bahnschrift" panose="020B0502040204020203" pitchFamily="34" charset="0"/>
              </a:rPr>
              <a:t>Ghi lại các VTCB</a:t>
            </a:r>
            <a:endParaRPr lang="en-MY" sz="1050" dirty="0">
              <a:latin typeface="Bahnschrift" panose="020B0502040204020203" pitchFamily="34" charset="0"/>
            </a:endParaRPr>
          </a:p>
        </p:txBody>
      </p:sp>
      <p:sp>
        <p:nvSpPr>
          <p:cNvPr id="21" name="TextBox 20">
            <a:extLst>
              <a:ext uri="{FF2B5EF4-FFF2-40B4-BE49-F238E27FC236}">
                <a16:creationId xmlns:a16="http://schemas.microsoft.com/office/drawing/2014/main" id="{E0E7626C-B0D2-7A80-312E-753BB8D25D1B}"/>
              </a:ext>
            </a:extLst>
          </p:cNvPr>
          <p:cNvSpPr txBox="1"/>
          <p:nvPr/>
        </p:nvSpPr>
        <p:spPr>
          <a:xfrm>
            <a:off x="8527060" y="11827441"/>
            <a:ext cx="2425339" cy="1200329"/>
          </a:xfrm>
          <a:prstGeom prst="rect">
            <a:avLst/>
          </a:prstGeom>
          <a:noFill/>
        </p:spPr>
        <p:txBody>
          <a:bodyPr wrap="square">
            <a:spAutoFit/>
          </a:bodyPr>
          <a:lstStyle/>
          <a:p>
            <a:r>
              <a:rPr kumimoji="0" lang="vi-VN" sz="3600" b="1" i="0" u="none" strike="noStrike" kern="1200" cap="none" spc="0" normalizeH="0" baseline="0" noProof="0" dirty="0">
                <a:ln>
                  <a:noFill/>
                </a:ln>
                <a:solidFill>
                  <a:prstClr val="black">
                    <a:lumMod val="75000"/>
                    <a:lumOff val="25000"/>
                  </a:prstClr>
                </a:solidFill>
                <a:effectLst>
                  <a:outerShdw blurRad="50800" dist="38100" dir="5400000" algn="t" rotWithShape="0">
                    <a:prstClr val="black">
                      <a:alpha val="40000"/>
                    </a:prstClr>
                  </a:outerShdw>
                </a:effectLst>
                <a:uLnTx/>
                <a:uFillTx/>
                <a:latin typeface="Bahnschrift" panose="020B0502040204020203" pitchFamily="34" charset="0"/>
              </a:rPr>
              <a:t>Thực hiện cân bằng</a:t>
            </a:r>
            <a:endParaRPr lang="en-MY" sz="1050" dirty="0">
              <a:latin typeface="Bahnschrift" panose="020B0502040204020203" pitchFamily="34" charset="0"/>
            </a:endParaRPr>
          </a:p>
        </p:txBody>
      </p:sp>
      <p:pic>
        <p:nvPicPr>
          <p:cNvPr id="22" name="Picture 21">
            <a:extLst>
              <a:ext uri="{FF2B5EF4-FFF2-40B4-BE49-F238E27FC236}">
                <a16:creationId xmlns:a16="http://schemas.microsoft.com/office/drawing/2014/main" id="{D4A18C8A-C287-BD7C-EAC5-B968F638A4FB}"/>
              </a:ext>
            </a:extLst>
          </p:cNvPr>
          <p:cNvPicPr>
            <a:picLocks noChangeAspect="1"/>
          </p:cNvPicPr>
          <p:nvPr/>
        </p:nvPicPr>
        <p:blipFill>
          <a:blip r:embed="rId12">
            <a:extLst>
              <a:ext uri="{BEBA8EAE-BF5A-486C-A8C5-ECC9F3942E4B}">
                <a14:imgProps xmlns:a14="http://schemas.microsoft.com/office/drawing/2010/main">
                  <a14:imgLayer r:embed="rId13">
                    <a14:imgEffect>
                      <a14:sharpenSoften amount="50000"/>
                    </a14:imgEffect>
                    <a14:imgEffect>
                      <a14:colorTemperature colorTemp="4700"/>
                    </a14:imgEffect>
                    <a14:imgEffect>
                      <a14:saturation sat="200000"/>
                    </a14:imgEffect>
                    <a14:imgEffect>
                      <a14:brightnessContrast contrast="40000"/>
                    </a14:imgEffect>
                  </a14:imgLayer>
                </a14:imgProps>
              </a:ext>
              <a:ext uri="{28A0092B-C50C-407E-A947-70E740481C1C}">
                <a14:useLocalDpi xmlns:a14="http://schemas.microsoft.com/office/drawing/2010/main" val="0"/>
              </a:ext>
            </a:extLst>
          </a:blip>
          <a:srcRect l="29289" t="17062" r="29532" b="9760"/>
          <a:stretch>
            <a:fillRect/>
          </a:stretch>
        </p:blipFill>
        <p:spPr>
          <a:xfrm>
            <a:off x="1481698" y="11551316"/>
            <a:ext cx="1338294" cy="1338294"/>
          </a:xfrm>
          <a:custGeom>
            <a:avLst/>
            <a:gdLst>
              <a:gd name="connsiteX0" fmla="*/ 669147 w 1338294"/>
              <a:gd name="connsiteY0" fmla="*/ 0 h 1338294"/>
              <a:gd name="connsiteX1" fmla="*/ 1338294 w 1338294"/>
              <a:gd name="connsiteY1" fmla="*/ 669147 h 1338294"/>
              <a:gd name="connsiteX2" fmla="*/ 669147 w 1338294"/>
              <a:gd name="connsiteY2" fmla="*/ 1338294 h 1338294"/>
              <a:gd name="connsiteX3" fmla="*/ 0 w 1338294"/>
              <a:gd name="connsiteY3" fmla="*/ 669147 h 1338294"/>
              <a:gd name="connsiteX4" fmla="*/ 669147 w 1338294"/>
              <a:gd name="connsiteY4" fmla="*/ 0 h 1338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8294" h="1338294">
                <a:moveTo>
                  <a:pt x="669147" y="0"/>
                </a:moveTo>
                <a:cubicBezTo>
                  <a:pt x="1038707" y="0"/>
                  <a:pt x="1338294" y="299587"/>
                  <a:pt x="1338294" y="669147"/>
                </a:cubicBezTo>
                <a:cubicBezTo>
                  <a:pt x="1338294" y="1038707"/>
                  <a:pt x="1038707" y="1338294"/>
                  <a:pt x="669147" y="1338294"/>
                </a:cubicBezTo>
                <a:cubicBezTo>
                  <a:pt x="299587" y="1338294"/>
                  <a:pt x="0" y="1038707"/>
                  <a:pt x="0" y="669147"/>
                </a:cubicBezTo>
                <a:cubicBezTo>
                  <a:pt x="0" y="299587"/>
                  <a:pt x="299587" y="0"/>
                  <a:pt x="669147" y="0"/>
                </a:cubicBezTo>
                <a:close/>
              </a:path>
            </a:pathLst>
          </a:custGeom>
        </p:spPr>
      </p:pic>
    </p:spTree>
    <p:extLst>
      <p:ext uri="{BB962C8B-B14F-4D97-AF65-F5344CB8AC3E}">
        <p14:creationId xmlns:p14="http://schemas.microsoft.com/office/powerpoint/2010/main" val="9137645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2F4E603B-A2C0-F9EF-DAA7-8CB11C430FF5}"/>
              </a:ext>
            </a:extLst>
          </p:cNvPr>
          <p:cNvSpPr txBox="1"/>
          <p:nvPr/>
        </p:nvSpPr>
        <p:spPr>
          <a:xfrm>
            <a:off x="4256301" y="4276051"/>
            <a:ext cx="3819097" cy="1698029"/>
          </a:xfrm>
          <a:prstGeom prst="rect">
            <a:avLst/>
          </a:prstGeom>
          <a:noFill/>
        </p:spPr>
        <p:txBody>
          <a:bodyPr wrap="square">
            <a:spAutoFit/>
          </a:bodyPr>
          <a:lstStyle/>
          <a:p>
            <a:pPr>
              <a:lnSpc>
                <a:spcPct val="150000"/>
              </a:lnSpc>
            </a:pPr>
            <a:r>
              <a:rPr lang="vi-VN" dirty="0">
                <a:solidFill>
                  <a:schemeClr val="tx1">
                    <a:lumMod val="50000"/>
                    <a:lumOff val="50000"/>
                  </a:schemeClr>
                </a:solidFill>
                <a:latin typeface="Bahnschrift" panose="020B0502040204020203" pitchFamily="34" charset="0"/>
              </a:rPr>
              <a:t>Ở chu trình này, robot chạy chương trình đọc giá trị của  cảm biến và tính toán giá trị các góc để lưu lại các vị trí cân bằng vào bộ nhớ.</a:t>
            </a:r>
            <a:endParaRPr lang="en-MY" dirty="0">
              <a:solidFill>
                <a:schemeClr val="tx1">
                  <a:lumMod val="50000"/>
                  <a:lumOff val="50000"/>
                </a:schemeClr>
              </a:solidFill>
              <a:latin typeface="Bahnschrift" panose="020B0502040204020203" pitchFamily="34" charset="0"/>
            </a:endParaRPr>
          </a:p>
        </p:txBody>
      </p:sp>
      <p:pic>
        <p:nvPicPr>
          <p:cNvPr id="4" name="Picture 3">
            <a:extLst>
              <a:ext uri="{FF2B5EF4-FFF2-40B4-BE49-F238E27FC236}">
                <a16:creationId xmlns:a16="http://schemas.microsoft.com/office/drawing/2014/main" id="{3E8B9359-5B8D-42D8-8D71-381018F24C77}"/>
              </a:ext>
            </a:extLst>
          </p:cNvPr>
          <p:cNvPicPr>
            <a:picLocks noChangeAspect="1"/>
          </p:cNvPicPr>
          <p:nvPr/>
        </p:nvPicPr>
        <p:blipFill rotWithShape="1">
          <a:blip r:embed="rId2"/>
          <a:srcRect l="4818" t="13929" r="11068" b="15870"/>
          <a:stretch/>
        </p:blipFill>
        <p:spPr>
          <a:xfrm>
            <a:off x="0" y="1"/>
            <a:ext cx="12192000" cy="6857999"/>
          </a:xfrm>
          <a:prstGeom prst="rect">
            <a:avLst/>
          </a:prstGeom>
        </p:spPr>
      </p:pic>
      <p:pic>
        <p:nvPicPr>
          <p:cNvPr id="5" name="Picture 4">
            <a:extLst>
              <a:ext uri="{FF2B5EF4-FFF2-40B4-BE49-F238E27FC236}">
                <a16:creationId xmlns:a16="http://schemas.microsoft.com/office/drawing/2014/main" id="{59EC0469-F0EB-4FA6-A663-0F1171475995}"/>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radius="100"/>
                    </a14:imgEffect>
                    <a14:imgEffect>
                      <a14:brightnessContrast contrast="40000"/>
                    </a14:imgEffect>
                  </a14:imgLayer>
                </a14:imgProps>
              </a:ext>
            </a:extLst>
          </a:blip>
          <a:srcRect l="6667" t="5925" r="68854" b="7037"/>
          <a:stretch/>
        </p:blipFill>
        <p:spPr>
          <a:xfrm>
            <a:off x="812800" y="406400"/>
            <a:ext cx="2984500" cy="5969000"/>
          </a:xfrm>
          <a:prstGeom prst="roundRect">
            <a:avLst>
              <a:gd name="adj" fmla="val 10284"/>
            </a:avLst>
          </a:prstGeom>
          <a:noFill/>
          <a:ln>
            <a:noFill/>
          </a:ln>
          <a:effectLst>
            <a:outerShdw blurRad="635000" dist="215900" dir="7200000" algn="ctr" rotWithShape="0">
              <a:schemeClr val="tx1">
                <a:lumMod val="50000"/>
                <a:lumOff val="50000"/>
                <a:alpha val="43000"/>
              </a:schemeClr>
            </a:outerShdw>
          </a:effectLst>
        </p:spPr>
      </p:pic>
      <p:sp>
        <p:nvSpPr>
          <p:cNvPr id="8" name="TextBox 7">
            <a:extLst>
              <a:ext uri="{FF2B5EF4-FFF2-40B4-BE49-F238E27FC236}">
                <a16:creationId xmlns:a16="http://schemas.microsoft.com/office/drawing/2014/main" id="{D6DD4C71-14E6-49ED-8568-B7921D041CD4}"/>
              </a:ext>
            </a:extLst>
          </p:cNvPr>
          <p:cNvSpPr txBox="1"/>
          <p:nvPr/>
        </p:nvSpPr>
        <p:spPr>
          <a:xfrm>
            <a:off x="870850" y="2794857"/>
            <a:ext cx="2984500" cy="1446550"/>
          </a:xfrm>
          <a:prstGeom prst="rect">
            <a:avLst/>
          </a:prstGeom>
          <a:noFill/>
        </p:spPr>
        <p:txBody>
          <a:bodyPr wrap="square" rtlCol="0">
            <a:spAutoFit/>
          </a:bodyPr>
          <a:lstStyle/>
          <a:p>
            <a:pPr algn="ctr"/>
            <a:r>
              <a:rPr lang="vi-VN" sz="4400" b="1" dirty="0">
                <a:solidFill>
                  <a:schemeClr val="tx1">
                    <a:lumMod val="75000"/>
                    <a:lumOff val="25000"/>
                  </a:schemeClr>
                </a:solidFill>
                <a:latin typeface="Bahnschrift" panose="020B0502040204020203" pitchFamily="34" charset="0"/>
              </a:rPr>
              <a:t>Tiến trình hoạt động</a:t>
            </a:r>
            <a:r>
              <a:rPr lang="en-MY" sz="4400" b="1" dirty="0">
                <a:solidFill>
                  <a:schemeClr val="tx1">
                    <a:lumMod val="75000"/>
                    <a:lumOff val="25000"/>
                  </a:schemeClr>
                </a:solidFill>
                <a:latin typeface="Century Gothic" panose="020B0502020202020204" pitchFamily="34" charset="0"/>
              </a:rPr>
              <a:t> </a:t>
            </a:r>
          </a:p>
        </p:txBody>
      </p:sp>
      <p:grpSp>
        <p:nvGrpSpPr>
          <p:cNvPr id="13" name="Group 12">
            <a:extLst>
              <a:ext uri="{FF2B5EF4-FFF2-40B4-BE49-F238E27FC236}">
                <a16:creationId xmlns:a16="http://schemas.microsoft.com/office/drawing/2014/main" id="{E2ED9B0F-37B7-403E-8DA5-4C5F549FC7CB}"/>
              </a:ext>
            </a:extLst>
          </p:cNvPr>
          <p:cNvGrpSpPr/>
          <p:nvPr/>
        </p:nvGrpSpPr>
        <p:grpSpPr>
          <a:xfrm>
            <a:off x="1588770" y="5753100"/>
            <a:ext cx="1432560" cy="441960"/>
            <a:chOff x="1588770" y="5753100"/>
            <a:chExt cx="1432560" cy="441960"/>
          </a:xfrm>
          <a:effectLst>
            <a:outerShdw blurRad="165100" dist="76200" dir="7200000" algn="t" rotWithShape="0">
              <a:prstClr val="black">
                <a:alpha val="40000"/>
              </a:prstClr>
            </a:outerShdw>
          </a:effectLst>
        </p:grpSpPr>
        <p:sp>
          <p:nvSpPr>
            <p:cNvPr id="6" name="Rectangle: Rounded Corners 5">
              <a:extLst>
                <a:ext uri="{FF2B5EF4-FFF2-40B4-BE49-F238E27FC236}">
                  <a16:creationId xmlns:a16="http://schemas.microsoft.com/office/drawing/2014/main" id="{7A9D66CD-933F-47F2-88AE-8A6390E5BD43}"/>
                </a:ext>
              </a:extLst>
            </p:cNvPr>
            <p:cNvSpPr/>
            <p:nvPr/>
          </p:nvSpPr>
          <p:spPr>
            <a:xfrm>
              <a:off x="1588770" y="5753100"/>
              <a:ext cx="1432560" cy="44196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b="1" dirty="0">
                <a:solidFill>
                  <a:srgbClr val="7030A0"/>
                </a:solidFill>
                <a:latin typeface="Century Gothic" panose="020B0502020202020204" pitchFamily="34" charset="0"/>
              </a:endParaRPr>
            </a:p>
          </p:txBody>
        </p:sp>
        <p:sp>
          <p:nvSpPr>
            <p:cNvPr id="12" name="TextBox 11">
              <a:extLst>
                <a:ext uri="{FF2B5EF4-FFF2-40B4-BE49-F238E27FC236}">
                  <a16:creationId xmlns:a16="http://schemas.microsoft.com/office/drawing/2014/main" id="{F43E55E4-DB0F-4412-9DAE-8E90604C281D}"/>
                </a:ext>
              </a:extLst>
            </p:cNvPr>
            <p:cNvSpPr txBox="1"/>
            <p:nvPr/>
          </p:nvSpPr>
          <p:spPr>
            <a:xfrm>
              <a:off x="1978025" y="5789414"/>
              <a:ext cx="749300" cy="369332"/>
            </a:xfrm>
            <a:prstGeom prst="rect">
              <a:avLst/>
            </a:prstGeom>
            <a:noFill/>
          </p:spPr>
          <p:txBody>
            <a:bodyPr wrap="square">
              <a:spAutoFit/>
            </a:bodyPr>
            <a:lstStyle/>
            <a:p>
              <a:r>
                <a:rPr lang="en-MY" b="1" dirty="0">
                  <a:solidFill>
                    <a:srgbClr val="7030A0"/>
                  </a:solidFill>
                  <a:latin typeface="Century Gothic" panose="020B0502020202020204" pitchFamily="34" charset="0"/>
                </a:rPr>
                <a:t>Start</a:t>
              </a:r>
              <a:endParaRPr lang="en-MY" dirty="0"/>
            </a:p>
          </p:txBody>
        </p:sp>
      </p:grpSp>
      <p:sp>
        <p:nvSpPr>
          <p:cNvPr id="19" name="TextBox 18">
            <a:extLst>
              <a:ext uri="{FF2B5EF4-FFF2-40B4-BE49-F238E27FC236}">
                <a16:creationId xmlns:a16="http://schemas.microsoft.com/office/drawing/2014/main" id="{E56AD6B4-1375-43DF-89AE-B8D7781E3496}"/>
              </a:ext>
            </a:extLst>
          </p:cNvPr>
          <p:cNvSpPr txBox="1"/>
          <p:nvPr/>
        </p:nvSpPr>
        <p:spPr>
          <a:xfrm>
            <a:off x="891607" y="4789140"/>
            <a:ext cx="2775137" cy="707886"/>
          </a:xfrm>
          <a:prstGeom prst="rect">
            <a:avLst/>
          </a:prstGeom>
          <a:noFill/>
        </p:spPr>
        <p:txBody>
          <a:bodyPr wrap="square">
            <a:spAutoFit/>
          </a:bodyPr>
          <a:lstStyle/>
          <a:p>
            <a:pPr algn="ctr"/>
            <a:r>
              <a:rPr lang="vi-VN" sz="2000" b="1" dirty="0">
                <a:solidFill>
                  <a:schemeClr val="tx1">
                    <a:lumMod val="50000"/>
                    <a:lumOff val="50000"/>
                  </a:schemeClr>
                </a:solidFill>
                <a:latin typeface="Bahnschrift" panose="020B0502040204020203" pitchFamily="34" charset="0"/>
              </a:rPr>
              <a:t>Robot hoạt động với 2 chu trình như sau:</a:t>
            </a:r>
            <a:endParaRPr lang="en-MY" sz="2000" b="1" dirty="0">
              <a:solidFill>
                <a:schemeClr val="tx1">
                  <a:lumMod val="50000"/>
                  <a:lumOff val="50000"/>
                </a:schemeClr>
              </a:solidFill>
              <a:latin typeface="Bahnschrift" panose="020B0502040204020203" pitchFamily="34" charset="0"/>
            </a:endParaRPr>
          </a:p>
        </p:txBody>
      </p:sp>
      <p:pic>
        <p:nvPicPr>
          <p:cNvPr id="20" name="Picture 19">
            <a:extLst>
              <a:ext uri="{FF2B5EF4-FFF2-40B4-BE49-F238E27FC236}">
                <a16:creationId xmlns:a16="http://schemas.microsoft.com/office/drawing/2014/main" id="{D0FED786-578C-4F32-AB04-E8F9DEE89828}"/>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radius="100"/>
                    </a14:imgEffect>
                    <a14:imgEffect>
                      <a14:brightnessContrast contrast="40000"/>
                    </a14:imgEffect>
                  </a14:imgLayer>
                </a14:imgProps>
              </a:ext>
            </a:extLst>
          </a:blip>
          <a:srcRect l="69999" t="5925" r="5523" b="7037"/>
          <a:stretch/>
        </p:blipFill>
        <p:spPr>
          <a:xfrm>
            <a:off x="8534400" y="406400"/>
            <a:ext cx="2984500" cy="5969000"/>
          </a:xfrm>
          <a:prstGeom prst="roundRect">
            <a:avLst>
              <a:gd name="adj" fmla="val 10284"/>
            </a:avLst>
          </a:prstGeom>
          <a:noFill/>
          <a:ln>
            <a:noFill/>
          </a:ln>
          <a:effectLst>
            <a:outerShdw blurRad="635000" dist="215900" dir="7200000" algn="ctr" rotWithShape="0">
              <a:schemeClr val="tx1">
                <a:lumMod val="50000"/>
                <a:lumOff val="50000"/>
                <a:alpha val="43000"/>
              </a:schemeClr>
            </a:outerShdw>
          </a:effectLst>
        </p:spPr>
      </p:pic>
      <p:sp>
        <p:nvSpPr>
          <p:cNvPr id="28" name="TextBox 27">
            <a:extLst>
              <a:ext uri="{FF2B5EF4-FFF2-40B4-BE49-F238E27FC236}">
                <a16:creationId xmlns:a16="http://schemas.microsoft.com/office/drawing/2014/main" id="{FD389285-2F23-43D5-A207-1F5771A5B47B}"/>
              </a:ext>
            </a:extLst>
          </p:cNvPr>
          <p:cNvSpPr txBox="1"/>
          <p:nvPr/>
        </p:nvSpPr>
        <p:spPr>
          <a:xfrm>
            <a:off x="8646193" y="1151402"/>
            <a:ext cx="1802731" cy="646331"/>
          </a:xfrm>
          <a:prstGeom prst="rect">
            <a:avLst/>
          </a:prstGeom>
          <a:noFill/>
        </p:spPr>
        <p:txBody>
          <a:bodyPr wrap="square">
            <a:spAutoFit/>
          </a:bodyPr>
          <a:lstStyle/>
          <a:p>
            <a:r>
              <a:rPr kumimoji="0" lang="vi-VN" sz="3600" b="1" i="0" u="none" strike="noStrike" kern="1200" cap="none" spc="0" normalizeH="0" baseline="0" noProof="0" dirty="0">
                <a:ln>
                  <a:noFill/>
                </a:ln>
                <a:solidFill>
                  <a:schemeClr val="tx1">
                    <a:lumMod val="75000"/>
                    <a:lumOff val="25000"/>
                  </a:schemeClr>
                </a:solidFill>
                <a:effectLst>
                  <a:outerShdw blurRad="38100" dist="38100" dir="2700000" algn="tl">
                    <a:srgbClr val="000000">
                      <a:alpha val="43137"/>
                    </a:srgbClr>
                  </a:outerShdw>
                </a:effectLst>
                <a:uLnTx/>
                <a:uFillTx/>
                <a:latin typeface="Century Gothic" panose="020B0502020202020204" pitchFamily="34" charset="0"/>
                <a:ea typeface="+mn-ea"/>
                <a:cs typeface="+mn-cs"/>
              </a:rPr>
              <a:t>2. Run</a:t>
            </a:r>
            <a:endParaRPr lang="en-MY" sz="3600" dirty="0">
              <a:solidFill>
                <a:schemeClr val="tx1">
                  <a:lumMod val="75000"/>
                  <a:lumOff val="25000"/>
                </a:schemeClr>
              </a:solidFill>
              <a:effectLst>
                <a:outerShdw blurRad="38100" dist="38100" dir="2700000" algn="tl">
                  <a:srgbClr val="000000">
                    <a:alpha val="43137"/>
                  </a:srgbClr>
                </a:outerShdw>
              </a:effectLst>
            </a:endParaRPr>
          </a:p>
        </p:txBody>
      </p:sp>
      <p:sp>
        <p:nvSpPr>
          <p:cNvPr id="32" name="Rectangle: Rounded Corners 31">
            <a:extLst>
              <a:ext uri="{FF2B5EF4-FFF2-40B4-BE49-F238E27FC236}">
                <a16:creationId xmlns:a16="http://schemas.microsoft.com/office/drawing/2014/main" id="{2339F55E-8271-44A8-9A4D-C147BF3DAAF7}"/>
              </a:ext>
            </a:extLst>
          </p:cNvPr>
          <p:cNvSpPr/>
          <p:nvPr/>
        </p:nvSpPr>
        <p:spPr>
          <a:xfrm>
            <a:off x="8779677" y="739604"/>
            <a:ext cx="435761" cy="85940"/>
          </a:xfrm>
          <a:prstGeom prst="roundRect">
            <a:avLst>
              <a:gd name="adj" fmla="val 50000"/>
            </a:avLst>
          </a:prstGeom>
          <a:solidFill>
            <a:srgbClr val="B499EB"/>
          </a:solidFill>
          <a:ln>
            <a:noFill/>
          </a:ln>
          <a:effectLst>
            <a:outerShdw blurRad="50800" dist="38100" dir="5400000" algn="ctr" rotWithShape="0">
              <a:schemeClr val="tx1">
                <a:lumMod val="50000"/>
                <a:lumOff val="50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3" name="Rectangle: Rounded Corners 32">
            <a:extLst>
              <a:ext uri="{FF2B5EF4-FFF2-40B4-BE49-F238E27FC236}">
                <a16:creationId xmlns:a16="http://schemas.microsoft.com/office/drawing/2014/main" id="{C85AB455-ACDC-44AA-9323-422663851A56}"/>
              </a:ext>
            </a:extLst>
          </p:cNvPr>
          <p:cNvSpPr/>
          <p:nvPr/>
        </p:nvSpPr>
        <p:spPr>
          <a:xfrm>
            <a:off x="8779678" y="847434"/>
            <a:ext cx="363677" cy="85941"/>
          </a:xfrm>
          <a:prstGeom prst="roundRect">
            <a:avLst>
              <a:gd name="adj" fmla="val 50000"/>
            </a:avLst>
          </a:prstGeom>
          <a:solidFill>
            <a:srgbClr val="B499EB"/>
          </a:solidFill>
          <a:ln>
            <a:noFill/>
          </a:ln>
          <a:effectLst>
            <a:outerShdw blurRad="50800" dist="38100" dir="5400000" algn="ctr" rotWithShape="0">
              <a:schemeClr val="tx1">
                <a:lumMod val="50000"/>
                <a:lumOff val="50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4" name="Rectangle: Rounded Corners 33">
            <a:extLst>
              <a:ext uri="{FF2B5EF4-FFF2-40B4-BE49-F238E27FC236}">
                <a16:creationId xmlns:a16="http://schemas.microsoft.com/office/drawing/2014/main" id="{729E52D0-2237-453D-986B-28EE69161E29}"/>
              </a:ext>
            </a:extLst>
          </p:cNvPr>
          <p:cNvSpPr/>
          <p:nvPr/>
        </p:nvSpPr>
        <p:spPr>
          <a:xfrm>
            <a:off x="8779678" y="955265"/>
            <a:ext cx="285465" cy="90169"/>
          </a:xfrm>
          <a:prstGeom prst="roundRect">
            <a:avLst>
              <a:gd name="adj" fmla="val 50000"/>
            </a:avLst>
          </a:prstGeom>
          <a:solidFill>
            <a:srgbClr val="B499EB"/>
          </a:solidFill>
          <a:ln>
            <a:noFill/>
          </a:ln>
          <a:effectLst>
            <a:outerShdw blurRad="50800" dist="38100" dir="5400000" algn="ctr" rotWithShape="0">
              <a:schemeClr val="tx1">
                <a:lumMod val="50000"/>
                <a:lumOff val="50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3" name="Rectangle: Rounded Corners 22">
            <a:extLst>
              <a:ext uri="{FF2B5EF4-FFF2-40B4-BE49-F238E27FC236}">
                <a16:creationId xmlns:a16="http://schemas.microsoft.com/office/drawing/2014/main" id="{6E15B50A-84FB-434E-8B78-F13B832D2499}"/>
              </a:ext>
            </a:extLst>
          </p:cNvPr>
          <p:cNvSpPr/>
          <p:nvPr/>
        </p:nvSpPr>
        <p:spPr>
          <a:xfrm>
            <a:off x="8666162" y="3915917"/>
            <a:ext cx="2720976" cy="2333361"/>
          </a:xfrm>
          <a:prstGeom prst="roundRect">
            <a:avLst>
              <a:gd name="adj" fmla="val 1062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37" name="Picture 36">
            <a:extLst>
              <a:ext uri="{FF2B5EF4-FFF2-40B4-BE49-F238E27FC236}">
                <a16:creationId xmlns:a16="http://schemas.microsoft.com/office/drawing/2014/main" id="{F4D43D9A-CA01-4EA3-9C34-9479F0A7004D}"/>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radius="100"/>
                    </a14:imgEffect>
                    <a14:imgEffect>
                      <a14:brightnessContrast contrast="40000"/>
                    </a14:imgEffect>
                  </a14:imgLayer>
                </a14:imgProps>
              </a:ext>
            </a:extLst>
          </a:blip>
          <a:srcRect l="32603" t="5921" r="31495" b="7039"/>
          <a:stretch/>
        </p:blipFill>
        <p:spPr>
          <a:xfrm>
            <a:off x="3974976" y="406401"/>
            <a:ext cx="4377214" cy="5969000"/>
          </a:xfrm>
          <a:prstGeom prst="roundRect">
            <a:avLst>
              <a:gd name="adj" fmla="val 7958"/>
            </a:avLst>
          </a:prstGeom>
          <a:noFill/>
          <a:ln>
            <a:noFill/>
          </a:ln>
          <a:effectLst>
            <a:outerShdw blurRad="635000" dist="215900" dir="7200000" algn="ctr" rotWithShape="0">
              <a:schemeClr val="tx1">
                <a:lumMod val="50000"/>
                <a:lumOff val="50000"/>
                <a:alpha val="43000"/>
              </a:schemeClr>
            </a:outerShdw>
          </a:effectLst>
        </p:spPr>
      </p:pic>
      <p:sp>
        <p:nvSpPr>
          <p:cNvPr id="53" name="Rectangle: Rounded Corners 52">
            <a:extLst>
              <a:ext uri="{FF2B5EF4-FFF2-40B4-BE49-F238E27FC236}">
                <a16:creationId xmlns:a16="http://schemas.microsoft.com/office/drawing/2014/main" id="{A965B900-9C68-435D-8B1E-CCD71A1A7ACA}"/>
              </a:ext>
            </a:extLst>
          </p:cNvPr>
          <p:cNvSpPr/>
          <p:nvPr/>
        </p:nvSpPr>
        <p:spPr>
          <a:xfrm>
            <a:off x="4186555" y="4280318"/>
            <a:ext cx="3891021" cy="1847888"/>
          </a:xfrm>
          <a:prstGeom prst="roundRect">
            <a:avLst>
              <a:gd name="adj" fmla="val 14413"/>
            </a:avLst>
          </a:prstGeom>
          <a:solidFill>
            <a:srgbClr val="CA9D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52" name="Rectangle: Rounded Corners 51">
            <a:extLst>
              <a:ext uri="{FF2B5EF4-FFF2-40B4-BE49-F238E27FC236}">
                <a16:creationId xmlns:a16="http://schemas.microsoft.com/office/drawing/2014/main" id="{DD715D1F-7C5C-4426-ADFB-1B432F6B3E89}"/>
              </a:ext>
            </a:extLst>
          </p:cNvPr>
          <p:cNvSpPr/>
          <p:nvPr/>
        </p:nvSpPr>
        <p:spPr>
          <a:xfrm>
            <a:off x="4120674" y="4168961"/>
            <a:ext cx="4068606" cy="1847888"/>
          </a:xfrm>
          <a:prstGeom prst="roundRect">
            <a:avLst>
              <a:gd name="adj" fmla="val 14413"/>
            </a:avLst>
          </a:prstGeom>
          <a:gradFill>
            <a:gsLst>
              <a:gs pos="0">
                <a:srgbClr val="C570EC"/>
              </a:gs>
              <a:gs pos="50000">
                <a:srgbClr val="C371EB"/>
              </a:gs>
              <a:gs pos="100000">
                <a:srgbClr val="A577D7"/>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6" name="TextBox 55">
            <a:extLst>
              <a:ext uri="{FF2B5EF4-FFF2-40B4-BE49-F238E27FC236}">
                <a16:creationId xmlns:a16="http://schemas.microsoft.com/office/drawing/2014/main" id="{AE6A9755-4FAA-4021-8896-F5C28FD4AD62}"/>
              </a:ext>
            </a:extLst>
          </p:cNvPr>
          <p:cNvSpPr txBox="1"/>
          <p:nvPr/>
        </p:nvSpPr>
        <p:spPr>
          <a:xfrm>
            <a:off x="995059" y="190193"/>
            <a:ext cx="2660009" cy="769441"/>
          </a:xfrm>
          <a:prstGeom prst="rect">
            <a:avLst/>
          </a:prstGeom>
          <a:noFill/>
        </p:spPr>
        <p:txBody>
          <a:bodyPr wrap="square">
            <a:spAutoFit/>
          </a:bodyPr>
          <a:lstStyle/>
          <a:p>
            <a:r>
              <a:rPr kumimoji="0" lang="vi-VN" sz="1400" b="1" i="0" u="none" strike="noStrike" kern="1200" cap="none" spc="0" normalizeH="0" baseline="0" noProof="0" dirty="0">
                <a:ln>
                  <a:noFill/>
                </a:ln>
                <a:solidFill>
                  <a:prstClr val="black">
                    <a:lumMod val="50000"/>
                    <a:lumOff val="50000"/>
                  </a:prstClr>
                </a:solidFill>
                <a:effectLst/>
                <a:uLnTx/>
                <a:uFillTx/>
                <a:latin typeface="Century Gothic" panose="020B0502020202020204" pitchFamily="34" charset="0"/>
                <a:ea typeface="+mn-ea"/>
                <a:cs typeface="+mn-cs"/>
              </a:rPr>
              <a:t>Nhóm 4	               </a:t>
            </a:r>
            <a:r>
              <a:rPr kumimoji="0" lang="en-MY" sz="4400" b="1" i="0" u="none" strike="noStrike" kern="1200" cap="none" spc="0" normalizeH="0" baseline="0" noProof="0" dirty="0">
                <a:ln>
                  <a:noFill/>
                </a:ln>
                <a:solidFill>
                  <a:prstClr val="black">
                    <a:lumMod val="50000"/>
                    <a:lumOff val="50000"/>
                  </a:prstClr>
                </a:solidFill>
                <a:effectLst/>
                <a:uLnTx/>
                <a:uFillTx/>
                <a:latin typeface="Century Gothic" panose="020B0502020202020204" pitchFamily="34" charset="0"/>
                <a:ea typeface="+mn-ea"/>
                <a:cs typeface="+mn-cs"/>
              </a:rPr>
              <a:t>. . .</a:t>
            </a:r>
            <a:endParaRPr lang="en-MY" dirty="0"/>
          </a:p>
        </p:txBody>
      </p:sp>
      <p:pic>
        <p:nvPicPr>
          <p:cNvPr id="61" name="Picture 60">
            <a:extLst>
              <a:ext uri="{FF2B5EF4-FFF2-40B4-BE49-F238E27FC236}">
                <a16:creationId xmlns:a16="http://schemas.microsoft.com/office/drawing/2014/main" id="{5BA86A40-18CE-42EC-AD81-4A05821D68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23759" y="3393681"/>
            <a:ext cx="572825" cy="572825"/>
          </a:xfrm>
          <a:prstGeom prst="rect">
            <a:avLst/>
          </a:prstGeom>
        </p:spPr>
      </p:pic>
      <p:pic>
        <p:nvPicPr>
          <p:cNvPr id="62" name="Picture 61">
            <a:extLst>
              <a:ext uri="{FF2B5EF4-FFF2-40B4-BE49-F238E27FC236}">
                <a16:creationId xmlns:a16="http://schemas.microsoft.com/office/drawing/2014/main" id="{27F6497D-FBF1-4A61-9AF2-233D868A4B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88230" y="3393681"/>
            <a:ext cx="560011" cy="560011"/>
          </a:xfrm>
          <a:prstGeom prst="rect">
            <a:avLst/>
          </a:prstGeom>
        </p:spPr>
      </p:pic>
      <p:pic>
        <p:nvPicPr>
          <p:cNvPr id="63" name="Picture 62">
            <a:extLst>
              <a:ext uri="{FF2B5EF4-FFF2-40B4-BE49-F238E27FC236}">
                <a16:creationId xmlns:a16="http://schemas.microsoft.com/office/drawing/2014/main" id="{FBA2EC96-D5AD-4E50-84C2-BAAA425994E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42289" y="3393681"/>
            <a:ext cx="590146" cy="590146"/>
          </a:xfrm>
          <a:prstGeom prst="rect">
            <a:avLst/>
          </a:prstGeom>
        </p:spPr>
      </p:pic>
      <p:pic>
        <p:nvPicPr>
          <p:cNvPr id="64" name="Picture 63">
            <a:extLst>
              <a:ext uri="{FF2B5EF4-FFF2-40B4-BE49-F238E27FC236}">
                <a16:creationId xmlns:a16="http://schemas.microsoft.com/office/drawing/2014/main" id="{0740FCD6-A340-462C-9E89-C3A2768FD5A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390317" y="3393681"/>
            <a:ext cx="590146" cy="590146"/>
          </a:xfrm>
          <a:prstGeom prst="rect">
            <a:avLst/>
          </a:prstGeom>
        </p:spPr>
      </p:pic>
      <p:pic>
        <p:nvPicPr>
          <p:cNvPr id="68" name="Picture 67" descr="Icon&#10;&#10;Description automatically generated">
            <a:extLst>
              <a:ext uri="{FF2B5EF4-FFF2-40B4-BE49-F238E27FC236}">
                <a16:creationId xmlns:a16="http://schemas.microsoft.com/office/drawing/2014/main" id="{0F4F5DAE-E464-4F62-B350-87111A82A25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374259" y="3402341"/>
            <a:ext cx="572826" cy="572826"/>
          </a:xfrm>
          <a:prstGeom prst="rect">
            <a:avLst/>
          </a:prstGeom>
        </p:spPr>
      </p:pic>
      <p:grpSp>
        <p:nvGrpSpPr>
          <p:cNvPr id="29" name="Group 28">
            <a:extLst>
              <a:ext uri="{FF2B5EF4-FFF2-40B4-BE49-F238E27FC236}">
                <a16:creationId xmlns:a16="http://schemas.microsoft.com/office/drawing/2014/main" id="{55E4323D-247B-411F-A013-2DB77AD4187E}"/>
              </a:ext>
            </a:extLst>
          </p:cNvPr>
          <p:cNvGrpSpPr/>
          <p:nvPr/>
        </p:nvGrpSpPr>
        <p:grpSpPr>
          <a:xfrm>
            <a:off x="9310370" y="4917945"/>
            <a:ext cx="1432560" cy="441960"/>
            <a:chOff x="1588770" y="5753100"/>
            <a:chExt cx="1432560" cy="441960"/>
          </a:xfrm>
          <a:gradFill>
            <a:gsLst>
              <a:gs pos="0">
                <a:srgbClr val="C570EC"/>
              </a:gs>
              <a:gs pos="50000">
                <a:srgbClr val="C371EB"/>
              </a:gs>
              <a:gs pos="100000">
                <a:srgbClr val="A577D7"/>
              </a:gs>
            </a:gsLst>
            <a:lin ang="10800000" scaled="1"/>
          </a:gradFill>
          <a:effectLst/>
        </p:grpSpPr>
        <p:sp>
          <p:nvSpPr>
            <p:cNvPr id="30" name="Rectangle: Rounded Corners 29">
              <a:extLst>
                <a:ext uri="{FF2B5EF4-FFF2-40B4-BE49-F238E27FC236}">
                  <a16:creationId xmlns:a16="http://schemas.microsoft.com/office/drawing/2014/main" id="{043C6556-1668-4531-A09F-0D3BCDF98110}"/>
                </a:ext>
              </a:extLst>
            </p:cNvPr>
            <p:cNvSpPr/>
            <p:nvPr/>
          </p:nvSpPr>
          <p:spPr>
            <a:xfrm>
              <a:off x="1588770" y="5753100"/>
              <a:ext cx="1432560" cy="441960"/>
            </a:xfrm>
            <a:prstGeom prst="roundRect">
              <a:avLst>
                <a:gd name="adj" fmla="val 4137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b="1" dirty="0">
                <a:solidFill>
                  <a:srgbClr val="7030A0"/>
                </a:solidFill>
                <a:latin typeface="Century Gothic" panose="020B0502020202020204" pitchFamily="34" charset="0"/>
              </a:endParaRPr>
            </a:p>
          </p:txBody>
        </p:sp>
        <p:sp>
          <p:nvSpPr>
            <p:cNvPr id="31" name="TextBox 30">
              <a:extLst>
                <a:ext uri="{FF2B5EF4-FFF2-40B4-BE49-F238E27FC236}">
                  <a16:creationId xmlns:a16="http://schemas.microsoft.com/office/drawing/2014/main" id="{524729FF-5C4E-4225-996B-384CF8B11A6E}"/>
                </a:ext>
              </a:extLst>
            </p:cNvPr>
            <p:cNvSpPr txBox="1"/>
            <p:nvPr/>
          </p:nvSpPr>
          <p:spPr>
            <a:xfrm>
              <a:off x="1978025" y="5789414"/>
              <a:ext cx="749300" cy="369332"/>
            </a:xfrm>
            <a:prstGeom prst="rect">
              <a:avLst/>
            </a:prstGeom>
            <a:grpFill/>
          </p:spPr>
          <p:txBody>
            <a:bodyPr wrap="square">
              <a:spAutoFit/>
            </a:bodyPr>
            <a:lstStyle/>
            <a:p>
              <a:r>
                <a:rPr lang="en-MY" b="1" dirty="0">
                  <a:solidFill>
                    <a:schemeClr val="bg1"/>
                  </a:solidFill>
                  <a:latin typeface="Century Gothic" panose="020B0502020202020204" pitchFamily="34" charset="0"/>
                </a:rPr>
                <a:t>Start</a:t>
              </a:r>
              <a:endParaRPr lang="en-MY" dirty="0">
                <a:solidFill>
                  <a:schemeClr val="bg1"/>
                </a:solidFill>
              </a:endParaRPr>
            </a:p>
          </p:txBody>
        </p:sp>
      </p:grpSp>
      <p:sp>
        <p:nvSpPr>
          <p:cNvPr id="38" name="Rectangle: Rounded Corners 37">
            <a:extLst>
              <a:ext uri="{FF2B5EF4-FFF2-40B4-BE49-F238E27FC236}">
                <a16:creationId xmlns:a16="http://schemas.microsoft.com/office/drawing/2014/main" id="{009B04E9-2F6F-4FA6-89CA-E824E5DEC9D0}"/>
              </a:ext>
            </a:extLst>
          </p:cNvPr>
          <p:cNvSpPr/>
          <p:nvPr/>
        </p:nvSpPr>
        <p:spPr>
          <a:xfrm>
            <a:off x="4447517" y="12548400"/>
            <a:ext cx="3851109" cy="1157430"/>
          </a:xfrm>
          <a:prstGeom prst="roundRect">
            <a:avLst>
              <a:gd name="adj" fmla="val 27580"/>
            </a:avLst>
          </a:prstGeom>
          <a:gradFill>
            <a:gsLst>
              <a:gs pos="0">
                <a:srgbClr val="C570EC"/>
              </a:gs>
              <a:gs pos="50000">
                <a:srgbClr val="C371EB"/>
              </a:gs>
              <a:gs pos="100000">
                <a:srgbClr val="A577D7"/>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MY" b="1" dirty="0">
                <a:solidFill>
                  <a:schemeClr val="bg1"/>
                </a:solidFill>
                <a:latin typeface="Century Gothic" panose="020B0502020202020204" pitchFamily="34" charset="0"/>
              </a:rPr>
              <a:t>Lately I really like to do this glass look. Matching modern UI look </a:t>
            </a:r>
          </a:p>
        </p:txBody>
      </p:sp>
      <p:sp>
        <p:nvSpPr>
          <p:cNvPr id="39" name="Rectangle: Rounded Corners 38">
            <a:extLst>
              <a:ext uri="{FF2B5EF4-FFF2-40B4-BE49-F238E27FC236}">
                <a16:creationId xmlns:a16="http://schemas.microsoft.com/office/drawing/2014/main" id="{5632A2E7-3938-4DF9-A687-28D04014359A}"/>
              </a:ext>
            </a:extLst>
          </p:cNvPr>
          <p:cNvSpPr/>
          <p:nvPr/>
        </p:nvSpPr>
        <p:spPr>
          <a:xfrm>
            <a:off x="4449952" y="17271234"/>
            <a:ext cx="3851109" cy="1157430"/>
          </a:xfrm>
          <a:prstGeom prst="roundRect">
            <a:avLst>
              <a:gd name="adj" fmla="val 27580"/>
            </a:avLst>
          </a:prstGeom>
          <a:gradFill>
            <a:gsLst>
              <a:gs pos="0">
                <a:srgbClr val="C570EC"/>
              </a:gs>
              <a:gs pos="50000">
                <a:srgbClr val="C371EB"/>
              </a:gs>
              <a:gs pos="100000">
                <a:srgbClr val="A577D7"/>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MY" b="1" dirty="0">
                <a:solidFill>
                  <a:schemeClr val="bg1"/>
                </a:solidFill>
                <a:latin typeface="Century Gothic" panose="020B0502020202020204" pitchFamily="34" charset="0"/>
              </a:rPr>
              <a:t>Lately I really like to do this glass look. Matching modern UI look </a:t>
            </a:r>
          </a:p>
        </p:txBody>
      </p:sp>
      <p:sp>
        <p:nvSpPr>
          <p:cNvPr id="40" name="Rectangle: Rounded Corners 39">
            <a:extLst>
              <a:ext uri="{FF2B5EF4-FFF2-40B4-BE49-F238E27FC236}">
                <a16:creationId xmlns:a16="http://schemas.microsoft.com/office/drawing/2014/main" id="{92A8E508-9BC4-4030-9F9D-E06070E1230F}"/>
              </a:ext>
            </a:extLst>
          </p:cNvPr>
          <p:cNvSpPr/>
          <p:nvPr/>
        </p:nvSpPr>
        <p:spPr>
          <a:xfrm>
            <a:off x="4206510" y="8100096"/>
            <a:ext cx="3851109" cy="1157430"/>
          </a:xfrm>
          <a:prstGeom prst="roundRect">
            <a:avLst>
              <a:gd name="adj" fmla="val 27580"/>
            </a:avLst>
          </a:prstGeom>
          <a:gradFill>
            <a:gsLst>
              <a:gs pos="0">
                <a:srgbClr val="C570EC"/>
              </a:gs>
              <a:gs pos="50000">
                <a:srgbClr val="C371EB"/>
              </a:gs>
              <a:gs pos="100000">
                <a:srgbClr val="A577D7"/>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MY" b="1" dirty="0">
                <a:solidFill>
                  <a:schemeClr val="bg1"/>
                </a:solidFill>
                <a:latin typeface="Century Gothic" panose="020B0502020202020204" pitchFamily="34" charset="0"/>
              </a:rPr>
              <a:t>Lately I really like to do this glass look. Matching modern UI look </a:t>
            </a:r>
          </a:p>
        </p:txBody>
      </p:sp>
      <p:sp>
        <p:nvSpPr>
          <p:cNvPr id="45" name="TextBox 44">
            <a:extLst>
              <a:ext uri="{FF2B5EF4-FFF2-40B4-BE49-F238E27FC236}">
                <a16:creationId xmlns:a16="http://schemas.microsoft.com/office/drawing/2014/main" id="{A063AE86-C311-4E4B-BE46-C5D1D09FDDEA}"/>
              </a:ext>
            </a:extLst>
          </p:cNvPr>
          <p:cNvSpPr txBox="1"/>
          <p:nvPr/>
        </p:nvSpPr>
        <p:spPr>
          <a:xfrm>
            <a:off x="4227321" y="757965"/>
            <a:ext cx="2509517" cy="646331"/>
          </a:xfrm>
          <a:prstGeom prst="rect">
            <a:avLst/>
          </a:prstGeom>
          <a:noFill/>
        </p:spPr>
        <p:txBody>
          <a:bodyPr wrap="square">
            <a:spAutoFit/>
          </a:bodyPr>
          <a:lstStyle/>
          <a:p>
            <a:r>
              <a:rPr lang="vi-VN" sz="3600" b="1" dirty="0">
                <a:solidFill>
                  <a:prstClr val="black">
                    <a:lumMod val="75000"/>
                    <a:lumOff val="25000"/>
                  </a:prstClr>
                </a:solidFill>
                <a:effectLst>
                  <a:outerShdw blurRad="50800" dist="38100" dir="5400000" algn="t" rotWithShape="0">
                    <a:prstClr val="black">
                      <a:alpha val="40000"/>
                    </a:prstClr>
                  </a:outerShdw>
                </a:effectLst>
                <a:latin typeface="Century Gothic" panose="020B0502020202020204" pitchFamily="34" charset="0"/>
              </a:rPr>
              <a:t>1. </a:t>
            </a:r>
            <a:r>
              <a:rPr lang="en-MY" sz="3600" b="1" dirty="0">
                <a:solidFill>
                  <a:prstClr val="black">
                    <a:lumMod val="75000"/>
                    <a:lumOff val="25000"/>
                  </a:prstClr>
                </a:solidFill>
                <a:effectLst>
                  <a:outerShdw blurRad="50800" dist="38100" dir="5400000" algn="t" rotWithShape="0">
                    <a:prstClr val="black">
                      <a:alpha val="40000"/>
                    </a:prstClr>
                  </a:outerShdw>
                </a:effectLst>
                <a:latin typeface="Century Gothic" panose="020B0502020202020204" pitchFamily="34" charset="0"/>
              </a:rPr>
              <a:t>R</a:t>
            </a:r>
            <a:r>
              <a:rPr kumimoji="0" lang="en-MY" sz="3600" b="1" i="0" u="none" strike="noStrike" kern="1200" cap="none" spc="0" normalizeH="0" baseline="0" noProof="0" dirty="0" err="1">
                <a:ln>
                  <a:noFill/>
                </a:ln>
                <a:solidFill>
                  <a:prstClr val="black">
                    <a:lumMod val="75000"/>
                    <a:lumOff val="25000"/>
                  </a:prstClr>
                </a:solidFill>
                <a:effectLst>
                  <a:outerShdw blurRad="50800" dist="38100" dir="5400000" algn="t" rotWithShape="0">
                    <a:prstClr val="black">
                      <a:alpha val="40000"/>
                    </a:prstClr>
                  </a:outerShdw>
                </a:effectLst>
                <a:uLnTx/>
                <a:uFillTx/>
                <a:latin typeface="Century Gothic" panose="020B0502020202020204" pitchFamily="34" charset="0"/>
                <a:ea typeface="+mn-ea"/>
                <a:cs typeface="+mn-cs"/>
              </a:rPr>
              <a:t>ecords</a:t>
            </a:r>
            <a:endParaRPr lang="en-MY" sz="1050" dirty="0"/>
          </a:p>
        </p:txBody>
      </p:sp>
      <p:sp>
        <p:nvSpPr>
          <p:cNvPr id="46" name="TextBox 45">
            <a:extLst>
              <a:ext uri="{FF2B5EF4-FFF2-40B4-BE49-F238E27FC236}">
                <a16:creationId xmlns:a16="http://schemas.microsoft.com/office/drawing/2014/main" id="{0D1E3009-E2DC-4F91-B090-59A11F5E604B}"/>
              </a:ext>
            </a:extLst>
          </p:cNvPr>
          <p:cNvSpPr txBox="1"/>
          <p:nvPr/>
        </p:nvSpPr>
        <p:spPr>
          <a:xfrm>
            <a:off x="4357409" y="1439383"/>
            <a:ext cx="3477182" cy="646331"/>
          </a:xfrm>
          <a:prstGeom prst="rect">
            <a:avLst/>
          </a:prstGeom>
          <a:noFill/>
        </p:spPr>
        <p:txBody>
          <a:bodyPr wrap="square">
            <a:spAutoFit/>
          </a:bodyPr>
          <a:lstStyle/>
          <a:p>
            <a:r>
              <a:rPr kumimoji="0" lang="vi-VN" sz="3600" b="1" i="0" u="none" strike="noStrike" kern="1200" cap="none" spc="0" normalizeH="0" baseline="0" noProof="0" dirty="0">
                <a:ln>
                  <a:noFill/>
                </a:ln>
                <a:solidFill>
                  <a:prstClr val="black">
                    <a:lumMod val="75000"/>
                    <a:lumOff val="25000"/>
                  </a:prstClr>
                </a:solidFill>
                <a:effectLst>
                  <a:outerShdw blurRad="50800" dist="38100" dir="5400000" algn="t" rotWithShape="0">
                    <a:prstClr val="black">
                      <a:alpha val="40000"/>
                    </a:prstClr>
                  </a:outerShdw>
                </a:effectLst>
                <a:uLnTx/>
                <a:uFillTx/>
                <a:latin typeface="Bahnschrift" panose="020B0502040204020203" pitchFamily="34" charset="0"/>
              </a:rPr>
              <a:t>Ghi lại các VTCB</a:t>
            </a:r>
            <a:endParaRPr lang="en-MY" sz="1050" dirty="0">
              <a:latin typeface="Bahnschrift" panose="020B0502040204020203" pitchFamily="34" charset="0"/>
            </a:endParaRPr>
          </a:p>
        </p:txBody>
      </p:sp>
      <p:sp>
        <p:nvSpPr>
          <p:cNvPr id="47" name="Rectangle: Rounded Corners 46">
            <a:extLst>
              <a:ext uri="{FF2B5EF4-FFF2-40B4-BE49-F238E27FC236}">
                <a16:creationId xmlns:a16="http://schemas.microsoft.com/office/drawing/2014/main" id="{EF8A7AB2-47AE-446B-927C-E20763580EB5}"/>
              </a:ext>
            </a:extLst>
          </p:cNvPr>
          <p:cNvSpPr/>
          <p:nvPr/>
        </p:nvSpPr>
        <p:spPr>
          <a:xfrm>
            <a:off x="5848587" y="517356"/>
            <a:ext cx="678657" cy="73695"/>
          </a:xfrm>
          <a:prstGeom prst="roundRect">
            <a:avLst>
              <a:gd name="adj" fmla="val 50000"/>
            </a:avLst>
          </a:prstGeom>
          <a:solidFill>
            <a:srgbClr val="A776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3" name="Rectangle: Rounded Corners 42">
            <a:extLst>
              <a:ext uri="{FF2B5EF4-FFF2-40B4-BE49-F238E27FC236}">
                <a16:creationId xmlns:a16="http://schemas.microsoft.com/office/drawing/2014/main" id="{66B1B172-0B75-4DB3-9549-1209994A3257}"/>
              </a:ext>
            </a:extLst>
          </p:cNvPr>
          <p:cNvSpPr/>
          <p:nvPr/>
        </p:nvSpPr>
        <p:spPr>
          <a:xfrm>
            <a:off x="-543558" y="4655580"/>
            <a:ext cx="471367" cy="449125"/>
          </a:xfrm>
          <a:prstGeom prst="roundRect">
            <a:avLst>
              <a:gd name="adj" fmla="val 50000"/>
            </a:avLst>
          </a:prstGeom>
          <a:solidFill>
            <a:srgbClr val="E7D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8" name="Rectangle: Rounded Corners 47">
            <a:extLst>
              <a:ext uri="{FF2B5EF4-FFF2-40B4-BE49-F238E27FC236}">
                <a16:creationId xmlns:a16="http://schemas.microsoft.com/office/drawing/2014/main" id="{538F4F76-9815-4DC1-BEFA-1BC1C1A48C6B}"/>
              </a:ext>
            </a:extLst>
          </p:cNvPr>
          <p:cNvSpPr/>
          <p:nvPr/>
        </p:nvSpPr>
        <p:spPr>
          <a:xfrm>
            <a:off x="-1087831" y="5320609"/>
            <a:ext cx="471367" cy="449125"/>
          </a:xfrm>
          <a:prstGeom prst="roundRect">
            <a:avLst>
              <a:gd name="adj" fmla="val 50000"/>
            </a:avLst>
          </a:prstGeom>
          <a:solidFill>
            <a:srgbClr val="E7D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9" name="Rectangle: Rounded Corners 48">
            <a:extLst>
              <a:ext uri="{FF2B5EF4-FFF2-40B4-BE49-F238E27FC236}">
                <a16:creationId xmlns:a16="http://schemas.microsoft.com/office/drawing/2014/main" id="{F9A8CB86-7D28-474A-9A9A-FF22E8B275A7}"/>
              </a:ext>
            </a:extLst>
          </p:cNvPr>
          <p:cNvSpPr/>
          <p:nvPr/>
        </p:nvSpPr>
        <p:spPr>
          <a:xfrm>
            <a:off x="-1646055" y="6008790"/>
            <a:ext cx="471367" cy="449125"/>
          </a:xfrm>
          <a:prstGeom prst="roundRect">
            <a:avLst>
              <a:gd name="adj" fmla="val 50000"/>
            </a:avLst>
          </a:prstGeom>
          <a:solidFill>
            <a:srgbClr val="E7D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50" name="Graphic 49" descr="Home with solid fill">
            <a:extLst>
              <a:ext uri="{FF2B5EF4-FFF2-40B4-BE49-F238E27FC236}">
                <a16:creationId xmlns:a16="http://schemas.microsoft.com/office/drawing/2014/main" id="{4BA21E83-C78E-448C-8F7F-AB4108A6704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570616" y="6053701"/>
            <a:ext cx="320489" cy="320489"/>
          </a:xfrm>
          <a:prstGeom prst="rect">
            <a:avLst/>
          </a:prstGeom>
        </p:spPr>
      </p:pic>
      <p:pic>
        <p:nvPicPr>
          <p:cNvPr id="51" name="Graphic 50" descr="Caret Up with solid fill">
            <a:extLst>
              <a:ext uri="{FF2B5EF4-FFF2-40B4-BE49-F238E27FC236}">
                <a16:creationId xmlns:a16="http://schemas.microsoft.com/office/drawing/2014/main" id="{330B6D3A-247C-4325-8AAA-09906665DC0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04045" y="4676085"/>
            <a:ext cx="392341" cy="392341"/>
          </a:xfrm>
          <a:prstGeom prst="rect">
            <a:avLst/>
          </a:prstGeom>
        </p:spPr>
      </p:pic>
      <p:pic>
        <p:nvPicPr>
          <p:cNvPr id="54" name="Graphic 53" descr="Caret Up with solid fill">
            <a:extLst>
              <a:ext uri="{FF2B5EF4-FFF2-40B4-BE49-F238E27FC236}">
                <a16:creationId xmlns:a16="http://schemas.microsoft.com/office/drawing/2014/main" id="{C3C6DF5A-C3EF-4188-BDF2-A3558721880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flipV="1">
            <a:off x="-1048318" y="5359905"/>
            <a:ext cx="392341" cy="392341"/>
          </a:xfrm>
          <a:prstGeom prst="rect">
            <a:avLst/>
          </a:prstGeom>
        </p:spPr>
      </p:pic>
      <p:sp>
        <p:nvSpPr>
          <p:cNvPr id="3" name="TextBox 2">
            <a:extLst>
              <a:ext uri="{FF2B5EF4-FFF2-40B4-BE49-F238E27FC236}">
                <a16:creationId xmlns:a16="http://schemas.microsoft.com/office/drawing/2014/main" id="{7D50796E-0321-69CD-A13D-B875B41A2458}"/>
              </a:ext>
            </a:extLst>
          </p:cNvPr>
          <p:cNvSpPr txBox="1"/>
          <p:nvPr/>
        </p:nvSpPr>
        <p:spPr>
          <a:xfrm>
            <a:off x="8613805" y="1639047"/>
            <a:ext cx="2425339" cy="1200329"/>
          </a:xfrm>
          <a:prstGeom prst="rect">
            <a:avLst/>
          </a:prstGeom>
          <a:noFill/>
        </p:spPr>
        <p:txBody>
          <a:bodyPr wrap="square">
            <a:spAutoFit/>
          </a:bodyPr>
          <a:lstStyle/>
          <a:p>
            <a:r>
              <a:rPr kumimoji="0" lang="vi-VN" sz="3600" b="1" i="0" u="none" strike="noStrike" kern="1200" cap="none" spc="0" normalizeH="0" baseline="0" noProof="0" dirty="0">
                <a:ln>
                  <a:noFill/>
                </a:ln>
                <a:solidFill>
                  <a:prstClr val="black">
                    <a:lumMod val="75000"/>
                    <a:lumOff val="25000"/>
                  </a:prstClr>
                </a:solidFill>
                <a:effectLst>
                  <a:outerShdw blurRad="50800" dist="38100" dir="5400000" algn="t" rotWithShape="0">
                    <a:prstClr val="black">
                      <a:alpha val="40000"/>
                    </a:prstClr>
                  </a:outerShdw>
                </a:effectLst>
                <a:uLnTx/>
                <a:uFillTx/>
                <a:latin typeface="Bahnschrift" panose="020B0502040204020203" pitchFamily="34" charset="0"/>
              </a:rPr>
              <a:t>Thực hiện cân bằng</a:t>
            </a:r>
            <a:endParaRPr lang="en-MY" sz="1050" dirty="0">
              <a:latin typeface="Bahnschrift" panose="020B0502040204020203" pitchFamily="34" charset="0"/>
            </a:endParaRPr>
          </a:p>
        </p:txBody>
      </p:sp>
      <p:pic>
        <p:nvPicPr>
          <p:cNvPr id="25" name="Picture 24">
            <a:extLst>
              <a:ext uri="{FF2B5EF4-FFF2-40B4-BE49-F238E27FC236}">
                <a16:creationId xmlns:a16="http://schemas.microsoft.com/office/drawing/2014/main" id="{5111320B-27F1-1132-260C-576051F699D3}"/>
              </a:ext>
            </a:extLst>
          </p:cNvPr>
          <p:cNvPicPr>
            <a:picLocks noChangeAspect="1"/>
          </p:cNvPicPr>
          <p:nvPr/>
        </p:nvPicPr>
        <p:blipFill>
          <a:blip r:embed="rId14">
            <a:extLst>
              <a:ext uri="{BEBA8EAE-BF5A-486C-A8C5-ECC9F3942E4B}">
                <a14:imgProps xmlns:a14="http://schemas.microsoft.com/office/drawing/2010/main">
                  <a14:imgLayer r:embed="rId15">
                    <a14:imgEffect>
                      <a14:sharpenSoften amount="50000"/>
                    </a14:imgEffect>
                    <a14:imgEffect>
                      <a14:colorTemperature colorTemp="4700"/>
                    </a14:imgEffect>
                    <a14:imgEffect>
                      <a14:saturation sat="200000"/>
                    </a14:imgEffect>
                    <a14:imgEffect>
                      <a14:brightnessContrast contrast="40000"/>
                    </a14:imgEffect>
                  </a14:imgLayer>
                </a14:imgProps>
              </a:ext>
              <a:ext uri="{28A0092B-C50C-407E-A947-70E740481C1C}">
                <a14:useLocalDpi xmlns:a14="http://schemas.microsoft.com/office/drawing/2010/main" val="0"/>
              </a:ext>
            </a:extLst>
          </a:blip>
          <a:srcRect l="29289" t="17062" r="29532" b="9760"/>
          <a:stretch>
            <a:fillRect/>
          </a:stretch>
        </p:blipFill>
        <p:spPr>
          <a:xfrm>
            <a:off x="1655916" y="1328526"/>
            <a:ext cx="1338294" cy="1338294"/>
          </a:xfrm>
          <a:custGeom>
            <a:avLst/>
            <a:gdLst>
              <a:gd name="connsiteX0" fmla="*/ 669147 w 1338294"/>
              <a:gd name="connsiteY0" fmla="*/ 0 h 1338294"/>
              <a:gd name="connsiteX1" fmla="*/ 1338294 w 1338294"/>
              <a:gd name="connsiteY1" fmla="*/ 669147 h 1338294"/>
              <a:gd name="connsiteX2" fmla="*/ 669147 w 1338294"/>
              <a:gd name="connsiteY2" fmla="*/ 1338294 h 1338294"/>
              <a:gd name="connsiteX3" fmla="*/ 0 w 1338294"/>
              <a:gd name="connsiteY3" fmla="*/ 669147 h 1338294"/>
              <a:gd name="connsiteX4" fmla="*/ 669147 w 1338294"/>
              <a:gd name="connsiteY4" fmla="*/ 0 h 1338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8294" h="1338294">
                <a:moveTo>
                  <a:pt x="669147" y="0"/>
                </a:moveTo>
                <a:cubicBezTo>
                  <a:pt x="1038707" y="0"/>
                  <a:pt x="1338294" y="299587"/>
                  <a:pt x="1338294" y="669147"/>
                </a:cubicBezTo>
                <a:cubicBezTo>
                  <a:pt x="1338294" y="1038707"/>
                  <a:pt x="1038707" y="1338294"/>
                  <a:pt x="669147" y="1338294"/>
                </a:cubicBezTo>
                <a:cubicBezTo>
                  <a:pt x="299587" y="1338294"/>
                  <a:pt x="0" y="1038707"/>
                  <a:pt x="0" y="669147"/>
                </a:cubicBezTo>
                <a:cubicBezTo>
                  <a:pt x="0" y="299587"/>
                  <a:pt x="299587" y="0"/>
                  <a:pt x="669147" y="0"/>
                </a:cubicBezTo>
                <a:close/>
              </a:path>
            </a:pathLst>
          </a:custGeom>
        </p:spPr>
      </p:pic>
      <p:sp>
        <p:nvSpPr>
          <p:cNvPr id="9" name="TextBox 8">
            <a:extLst>
              <a:ext uri="{FF2B5EF4-FFF2-40B4-BE49-F238E27FC236}">
                <a16:creationId xmlns:a16="http://schemas.microsoft.com/office/drawing/2014/main" id="{FFBB23F8-5AA8-3123-5D22-73497A249F80}"/>
              </a:ext>
            </a:extLst>
          </p:cNvPr>
          <p:cNvSpPr txBox="1"/>
          <p:nvPr/>
        </p:nvSpPr>
        <p:spPr>
          <a:xfrm>
            <a:off x="4245429" y="4333114"/>
            <a:ext cx="3819097" cy="1519583"/>
          </a:xfrm>
          <a:prstGeom prst="rect">
            <a:avLst/>
          </a:prstGeom>
          <a:noFill/>
        </p:spPr>
        <p:txBody>
          <a:bodyPr wrap="square">
            <a:spAutoFit/>
          </a:bodyPr>
          <a:lstStyle/>
          <a:p>
            <a:pPr algn="just">
              <a:lnSpc>
                <a:spcPct val="150000"/>
              </a:lnSpc>
            </a:pPr>
            <a:r>
              <a:rPr lang="vi-VN" sz="1600" dirty="0">
                <a:solidFill>
                  <a:schemeClr val="bg1"/>
                </a:solidFill>
                <a:latin typeface="Bahnschrift" panose="020B0502040204020203" pitchFamily="34" charset="0"/>
              </a:rPr>
              <a:t>Ở chu trình này, robot chạy chương trình đọc giá trị của  cảm biến và tính toán giá trị các góc để lưu lại các vị trí cân bằng vào bộ nhớ.</a:t>
            </a:r>
            <a:endParaRPr lang="en-MY" sz="1600" dirty="0">
              <a:solidFill>
                <a:schemeClr val="bg1"/>
              </a:solidFill>
              <a:latin typeface="Bahnschrift" panose="020B0502040204020203" pitchFamily="34" charset="0"/>
            </a:endParaRPr>
          </a:p>
        </p:txBody>
      </p:sp>
    </p:spTree>
    <p:extLst>
      <p:ext uri="{BB962C8B-B14F-4D97-AF65-F5344CB8AC3E}">
        <p14:creationId xmlns:p14="http://schemas.microsoft.com/office/powerpoint/2010/main" val="11537665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p159:morph option="byObject"/>
      </p:transition>
    </mc:Choice>
    <mc:Fallback>
      <p:transition spd="slow" advClick="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8B9359-5B8D-42D8-8D71-381018F24C77}"/>
              </a:ext>
            </a:extLst>
          </p:cNvPr>
          <p:cNvPicPr>
            <a:picLocks noChangeAspect="1"/>
          </p:cNvPicPr>
          <p:nvPr/>
        </p:nvPicPr>
        <p:blipFill rotWithShape="1">
          <a:blip r:embed="rId2"/>
          <a:srcRect l="4818" t="13929" r="11068" b="15870"/>
          <a:stretch/>
        </p:blipFill>
        <p:spPr>
          <a:xfrm>
            <a:off x="0" y="1"/>
            <a:ext cx="12192000" cy="6857999"/>
          </a:xfrm>
          <a:prstGeom prst="rect">
            <a:avLst/>
          </a:prstGeom>
        </p:spPr>
      </p:pic>
      <p:pic>
        <p:nvPicPr>
          <p:cNvPr id="5" name="Picture 4">
            <a:extLst>
              <a:ext uri="{FF2B5EF4-FFF2-40B4-BE49-F238E27FC236}">
                <a16:creationId xmlns:a16="http://schemas.microsoft.com/office/drawing/2014/main" id="{59EC0469-F0EB-4FA6-A663-0F1171475995}"/>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radius="100"/>
                    </a14:imgEffect>
                    <a14:imgEffect>
                      <a14:brightnessContrast contrast="40000"/>
                    </a14:imgEffect>
                  </a14:imgLayer>
                </a14:imgProps>
              </a:ext>
            </a:extLst>
          </a:blip>
          <a:srcRect l="-2967" t="2984" r="91086" b="2540"/>
          <a:stretch/>
        </p:blipFill>
        <p:spPr>
          <a:xfrm>
            <a:off x="-361968" y="204788"/>
            <a:ext cx="1448670" cy="6479042"/>
          </a:xfrm>
          <a:prstGeom prst="roundRect">
            <a:avLst>
              <a:gd name="adj" fmla="val 33164"/>
            </a:avLst>
          </a:prstGeom>
          <a:noFill/>
          <a:ln>
            <a:noFill/>
          </a:ln>
          <a:effectLst>
            <a:outerShdw blurRad="635000" dist="215900" dir="7200000" algn="ctr" rotWithShape="0">
              <a:schemeClr val="tx1">
                <a:lumMod val="50000"/>
                <a:lumOff val="50000"/>
                <a:alpha val="43000"/>
              </a:schemeClr>
            </a:outerShdw>
          </a:effectLst>
        </p:spPr>
      </p:pic>
      <p:grpSp>
        <p:nvGrpSpPr>
          <p:cNvPr id="13" name="Group 12">
            <a:extLst>
              <a:ext uri="{FF2B5EF4-FFF2-40B4-BE49-F238E27FC236}">
                <a16:creationId xmlns:a16="http://schemas.microsoft.com/office/drawing/2014/main" id="{E2ED9B0F-37B7-403E-8DA5-4C5F549FC7CB}"/>
              </a:ext>
            </a:extLst>
          </p:cNvPr>
          <p:cNvGrpSpPr/>
          <p:nvPr/>
        </p:nvGrpSpPr>
        <p:grpSpPr>
          <a:xfrm>
            <a:off x="-12218456" y="5753100"/>
            <a:ext cx="1432560" cy="441960"/>
            <a:chOff x="1588770" y="5753100"/>
            <a:chExt cx="1432560" cy="441960"/>
          </a:xfrm>
          <a:effectLst>
            <a:outerShdw blurRad="165100" dist="76200" dir="7200000" algn="t" rotWithShape="0">
              <a:prstClr val="black">
                <a:alpha val="40000"/>
              </a:prstClr>
            </a:outerShdw>
          </a:effectLst>
        </p:grpSpPr>
        <p:sp>
          <p:nvSpPr>
            <p:cNvPr id="6" name="Rectangle: Rounded Corners 5">
              <a:extLst>
                <a:ext uri="{FF2B5EF4-FFF2-40B4-BE49-F238E27FC236}">
                  <a16:creationId xmlns:a16="http://schemas.microsoft.com/office/drawing/2014/main" id="{7A9D66CD-933F-47F2-88AE-8A6390E5BD43}"/>
                </a:ext>
              </a:extLst>
            </p:cNvPr>
            <p:cNvSpPr/>
            <p:nvPr/>
          </p:nvSpPr>
          <p:spPr>
            <a:xfrm>
              <a:off x="1588770" y="5753100"/>
              <a:ext cx="1432560" cy="44196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b="1" dirty="0">
                <a:solidFill>
                  <a:srgbClr val="7030A0"/>
                </a:solidFill>
                <a:latin typeface="Century Gothic" panose="020B0502020202020204" pitchFamily="34" charset="0"/>
              </a:endParaRPr>
            </a:p>
          </p:txBody>
        </p:sp>
        <p:sp>
          <p:nvSpPr>
            <p:cNvPr id="12" name="TextBox 11">
              <a:extLst>
                <a:ext uri="{FF2B5EF4-FFF2-40B4-BE49-F238E27FC236}">
                  <a16:creationId xmlns:a16="http://schemas.microsoft.com/office/drawing/2014/main" id="{F43E55E4-DB0F-4412-9DAE-8E90604C281D}"/>
                </a:ext>
              </a:extLst>
            </p:cNvPr>
            <p:cNvSpPr txBox="1"/>
            <p:nvPr/>
          </p:nvSpPr>
          <p:spPr>
            <a:xfrm>
              <a:off x="1978025" y="5789414"/>
              <a:ext cx="749300" cy="369332"/>
            </a:xfrm>
            <a:prstGeom prst="rect">
              <a:avLst/>
            </a:prstGeom>
            <a:noFill/>
          </p:spPr>
          <p:txBody>
            <a:bodyPr wrap="square">
              <a:spAutoFit/>
            </a:bodyPr>
            <a:lstStyle/>
            <a:p>
              <a:r>
                <a:rPr lang="en-MY" b="1" dirty="0">
                  <a:solidFill>
                    <a:srgbClr val="7030A0"/>
                  </a:solidFill>
                  <a:latin typeface="Century Gothic" panose="020B0502020202020204" pitchFamily="34" charset="0"/>
                </a:rPr>
                <a:t>Start</a:t>
              </a:r>
              <a:endParaRPr lang="en-MY" dirty="0"/>
            </a:p>
          </p:txBody>
        </p:sp>
      </p:grpSp>
      <p:pic>
        <p:nvPicPr>
          <p:cNvPr id="20" name="Picture 19">
            <a:extLst>
              <a:ext uri="{FF2B5EF4-FFF2-40B4-BE49-F238E27FC236}">
                <a16:creationId xmlns:a16="http://schemas.microsoft.com/office/drawing/2014/main" id="{D0FED786-578C-4F32-AB04-E8F9DEE89828}"/>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radius="100"/>
                    </a14:imgEffect>
                    <a14:imgEffect>
                      <a14:brightnessContrast contrast="40000"/>
                    </a14:imgEffect>
                  </a14:imgLayer>
                </a14:imgProps>
              </a:ext>
            </a:extLst>
          </a:blip>
          <a:srcRect l="101733" t="5925" r="-19626" b="7037"/>
          <a:stretch/>
        </p:blipFill>
        <p:spPr>
          <a:xfrm>
            <a:off x="12403579" y="406400"/>
            <a:ext cx="2181727" cy="5969000"/>
          </a:xfrm>
          <a:prstGeom prst="roundRect">
            <a:avLst>
              <a:gd name="adj" fmla="val 10284"/>
            </a:avLst>
          </a:prstGeom>
          <a:noFill/>
          <a:ln>
            <a:noFill/>
          </a:ln>
          <a:effectLst>
            <a:outerShdw blurRad="635000" dist="215900" dir="7200000" algn="ctr" rotWithShape="0">
              <a:schemeClr val="tx1">
                <a:lumMod val="50000"/>
                <a:lumOff val="50000"/>
                <a:alpha val="43000"/>
              </a:schemeClr>
            </a:outerShdw>
          </a:effectLst>
        </p:spPr>
      </p:pic>
      <p:pic>
        <p:nvPicPr>
          <p:cNvPr id="24" name="Picture 23" descr="A picture containing person, clothing, suit, dark&#10;&#10;Description automatically generated">
            <a:extLst>
              <a:ext uri="{FF2B5EF4-FFF2-40B4-BE49-F238E27FC236}">
                <a16:creationId xmlns:a16="http://schemas.microsoft.com/office/drawing/2014/main" id="{A6A16990-D52E-46CA-9182-6E88455B1B67}"/>
              </a:ext>
            </a:extLst>
          </p:cNvPr>
          <p:cNvPicPr>
            <a:picLocks noChangeAspect="1"/>
          </p:cNvPicPr>
          <p:nvPr/>
        </p:nvPicPr>
        <p:blipFill>
          <a:blip r:embed="rId5"/>
          <a:stretch>
            <a:fillRect/>
          </a:stretch>
        </p:blipFill>
        <p:spPr>
          <a:xfrm flipH="1">
            <a:off x="15513165" y="1777561"/>
            <a:ext cx="2740944" cy="3429000"/>
          </a:xfrm>
          <a:prstGeom prst="rect">
            <a:avLst/>
          </a:prstGeom>
        </p:spPr>
      </p:pic>
      <p:sp>
        <p:nvSpPr>
          <p:cNvPr id="32" name="Rectangle: Rounded Corners 31">
            <a:extLst>
              <a:ext uri="{FF2B5EF4-FFF2-40B4-BE49-F238E27FC236}">
                <a16:creationId xmlns:a16="http://schemas.microsoft.com/office/drawing/2014/main" id="{2339F55E-8271-44A8-9A4D-C147BF3DAAF7}"/>
              </a:ext>
            </a:extLst>
          </p:cNvPr>
          <p:cNvSpPr/>
          <p:nvPr/>
        </p:nvSpPr>
        <p:spPr>
          <a:xfrm>
            <a:off x="15001279" y="739604"/>
            <a:ext cx="435761" cy="85940"/>
          </a:xfrm>
          <a:prstGeom prst="roundRect">
            <a:avLst>
              <a:gd name="adj" fmla="val 50000"/>
            </a:avLst>
          </a:prstGeom>
          <a:solidFill>
            <a:srgbClr val="B499EB"/>
          </a:solidFill>
          <a:ln>
            <a:noFill/>
          </a:ln>
          <a:effectLst>
            <a:outerShdw blurRad="50800" dist="38100" dir="5400000" algn="ctr" rotWithShape="0">
              <a:schemeClr val="tx1">
                <a:lumMod val="50000"/>
                <a:lumOff val="50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3" name="Rectangle: Rounded Corners 32">
            <a:extLst>
              <a:ext uri="{FF2B5EF4-FFF2-40B4-BE49-F238E27FC236}">
                <a16:creationId xmlns:a16="http://schemas.microsoft.com/office/drawing/2014/main" id="{C85AB455-ACDC-44AA-9323-422663851A56}"/>
              </a:ext>
            </a:extLst>
          </p:cNvPr>
          <p:cNvSpPr/>
          <p:nvPr/>
        </p:nvSpPr>
        <p:spPr>
          <a:xfrm>
            <a:off x="14459294" y="847434"/>
            <a:ext cx="363677" cy="85941"/>
          </a:xfrm>
          <a:prstGeom prst="roundRect">
            <a:avLst>
              <a:gd name="adj" fmla="val 50000"/>
            </a:avLst>
          </a:prstGeom>
          <a:solidFill>
            <a:srgbClr val="B499EB"/>
          </a:solidFill>
          <a:ln>
            <a:noFill/>
          </a:ln>
          <a:effectLst>
            <a:outerShdw blurRad="50800" dist="38100" dir="5400000" algn="ctr" rotWithShape="0">
              <a:schemeClr val="tx1">
                <a:lumMod val="50000"/>
                <a:lumOff val="50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4" name="Rectangle: Rounded Corners 33">
            <a:extLst>
              <a:ext uri="{FF2B5EF4-FFF2-40B4-BE49-F238E27FC236}">
                <a16:creationId xmlns:a16="http://schemas.microsoft.com/office/drawing/2014/main" id="{729E52D0-2237-453D-986B-28EE69161E29}"/>
              </a:ext>
            </a:extLst>
          </p:cNvPr>
          <p:cNvSpPr/>
          <p:nvPr/>
        </p:nvSpPr>
        <p:spPr>
          <a:xfrm>
            <a:off x="13937872" y="955265"/>
            <a:ext cx="285465" cy="90169"/>
          </a:xfrm>
          <a:prstGeom prst="roundRect">
            <a:avLst>
              <a:gd name="adj" fmla="val 50000"/>
            </a:avLst>
          </a:prstGeom>
          <a:solidFill>
            <a:srgbClr val="B499EB"/>
          </a:solidFill>
          <a:ln>
            <a:noFill/>
          </a:ln>
          <a:effectLst>
            <a:outerShdw blurRad="50800" dist="38100" dir="5400000" algn="ctr" rotWithShape="0">
              <a:schemeClr val="tx1">
                <a:lumMod val="50000"/>
                <a:lumOff val="50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37" name="Picture 36">
            <a:extLst>
              <a:ext uri="{FF2B5EF4-FFF2-40B4-BE49-F238E27FC236}">
                <a16:creationId xmlns:a16="http://schemas.microsoft.com/office/drawing/2014/main" id="{F4D43D9A-CA01-4EA3-9C34-9479F0A7004D}"/>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radius="100"/>
                    </a14:imgEffect>
                    <a14:imgEffect>
                      <a14:brightnessContrast contrast="40000"/>
                    </a14:imgEffect>
                  </a14:imgLayer>
                </a14:imgProps>
              </a:ext>
            </a:extLst>
          </a:blip>
          <a:srcRect l="33493" t="2981" r="-3966" b="2541"/>
          <a:stretch/>
        </p:blipFill>
        <p:spPr>
          <a:xfrm>
            <a:off x="4083528" y="204788"/>
            <a:ext cx="8592335" cy="6479042"/>
          </a:xfrm>
          <a:prstGeom prst="roundRect">
            <a:avLst>
              <a:gd name="adj" fmla="val 4648"/>
            </a:avLst>
          </a:prstGeom>
          <a:noFill/>
          <a:ln>
            <a:noFill/>
          </a:ln>
          <a:effectLst>
            <a:outerShdw blurRad="635000" dist="215900" dir="7200000" algn="ctr" rotWithShape="0">
              <a:schemeClr val="tx1">
                <a:lumMod val="50000"/>
                <a:lumOff val="50000"/>
                <a:alpha val="43000"/>
              </a:schemeClr>
            </a:outerShdw>
          </a:effectLst>
        </p:spPr>
      </p:pic>
      <p:pic>
        <p:nvPicPr>
          <p:cNvPr id="61" name="Picture 60">
            <a:extLst>
              <a:ext uri="{FF2B5EF4-FFF2-40B4-BE49-F238E27FC236}">
                <a16:creationId xmlns:a16="http://schemas.microsoft.com/office/drawing/2014/main" id="{5BA86A40-18CE-42EC-AD81-4A05821D684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29915" y="4750210"/>
            <a:ext cx="572825" cy="572825"/>
          </a:xfrm>
          <a:prstGeom prst="rect">
            <a:avLst/>
          </a:prstGeom>
        </p:spPr>
      </p:pic>
      <p:pic>
        <p:nvPicPr>
          <p:cNvPr id="62" name="Picture 61">
            <a:extLst>
              <a:ext uri="{FF2B5EF4-FFF2-40B4-BE49-F238E27FC236}">
                <a16:creationId xmlns:a16="http://schemas.microsoft.com/office/drawing/2014/main" id="{27F6497D-FBF1-4A61-9AF2-233D868A4BE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94386" y="4750210"/>
            <a:ext cx="560011" cy="560011"/>
          </a:xfrm>
          <a:prstGeom prst="rect">
            <a:avLst/>
          </a:prstGeom>
        </p:spPr>
      </p:pic>
      <p:pic>
        <p:nvPicPr>
          <p:cNvPr id="63" name="Picture 62">
            <a:extLst>
              <a:ext uri="{FF2B5EF4-FFF2-40B4-BE49-F238E27FC236}">
                <a16:creationId xmlns:a16="http://schemas.microsoft.com/office/drawing/2014/main" id="{FBA2EC96-D5AD-4E50-84C2-BAAA425994E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48445" y="4750210"/>
            <a:ext cx="590146" cy="590146"/>
          </a:xfrm>
          <a:prstGeom prst="rect">
            <a:avLst/>
          </a:prstGeom>
        </p:spPr>
      </p:pic>
      <p:pic>
        <p:nvPicPr>
          <p:cNvPr id="64" name="Picture 63">
            <a:extLst>
              <a:ext uri="{FF2B5EF4-FFF2-40B4-BE49-F238E27FC236}">
                <a16:creationId xmlns:a16="http://schemas.microsoft.com/office/drawing/2014/main" id="{0740FCD6-A340-462C-9E89-C3A2768FD5A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396473" y="4750210"/>
            <a:ext cx="590146" cy="590146"/>
          </a:xfrm>
          <a:prstGeom prst="rect">
            <a:avLst/>
          </a:prstGeom>
        </p:spPr>
      </p:pic>
      <p:pic>
        <p:nvPicPr>
          <p:cNvPr id="68" name="Picture 67" descr="Icon&#10;&#10;Description automatically generated">
            <a:extLst>
              <a:ext uri="{FF2B5EF4-FFF2-40B4-BE49-F238E27FC236}">
                <a16:creationId xmlns:a16="http://schemas.microsoft.com/office/drawing/2014/main" id="{0F4F5DAE-E464-4F62-B350-87111A82A25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990098" y="1081555"/>
            <a:ext cx="5007107" cy="5007107"/>
          </a:xfrm>
          <a:prstGeom prst="rect">
            <a:avLst/>
          </a:prstGeom>
        </p:spPr>
      </p:pic>
      <p:sp>
        <p:nvSpPr>
          <p:cNvPr id="51" name="TextBox 50">
            <a:extLst>
              <a:ext uri="{FF2B5EF4-FFF2-40B4-BE49-F238E27FC236}">
                <a16:creationId xmlns:a16="http://schemas.microsoft.com/office/drawing/2014/main" id="{70DF611E-DC74-418B-B17F-81AD39CC02F1}"/>
              </a:ext>
            </a:extLst>
          </p:cNvPr>
          <p:cNvSpPr txBox="1"/>
          <p:nvPr/>
        </p:nvSpPr>
        <p:spPr>
          <a:xfrm>
            <a:off x="4524803" y="2200832"/>
            <a:ext cx="3819097" cy="1698029"/>
          </a:xfrm>
          <a:prstGeom prst="rect">
            <a:avLst/>
          </a:prstGeom>
          <a:noFill/>
        </p:spPr>
        <p:txBody>
          <a:bodyPr wrap="square">
            <a:spAutoFit/>
          </a:bodyPr>
          <a:lstStyle/>
          <a:p>
            <a:pPr>
              <a:lnSpc>
                <a:spcPct val="150000"/>
              </a:lnSpc>
            </a:pPr>
            <a:r>
              <a:rPr lang="vi-VN" dirty="0">
                <a:solidFill>
                  <a:schemeClr val="tx1">
                    <a:lumMod val="50000"/>
                    <a:lumOff val="50000"/>
                  </a:schemeClr>
                </a:solidFill>
                <a:latin typeface="Bahnschrift" panose="020B0502040204020203" pitchFamily="34" charset="0"/>
              </a:rPr>
              <a:t>Ở chu trình này, robot chạy chương trình đọc giá trị của  cảm biến và tính toán giá trị các góc để lưu lại các vị trí cân bằng vào bộ nhớ.</a:t>
            </a:r>
            <a:endParaRPr lang="en-MY" dirty="0">
              <a:solidFill>
                <a:schemeClr val="tx1">
                  <a:lumMod val="50000"/>
                  <a:lumOff val="50000"/>
                </a:schemeClr>
              </a:solidFill>
              <a:latin typeface="Bahnschrift" panose="020B0502040204020203" pitchFamily="34" charset="0"/>
            </a:endParaRPr>
          </a:p>
        </p:txBody>
      </p:sp>
      <p:sp>
        <p:nvSpPr>
          <p:cNvPr id="14" name="Rectangle: Rounded Corners 13">
            <a:extLst>
              <a:ext uri="{FF2B5EF4-FFF2-40B4-BE49-F238E27FC236}">
                <a16:creationId xmlns:a16="http://schemas.microsoft.com/office/drawing/2014/main" id="{85D780CE-89AF-44B1-9DEC-DBEF3455E5F4}"/>
              </a:ext>
            </a:extLst>
          </p:cNvPr>
          <p:cNvSpPr/>
          <p:nvPr/>
        </p:nvSpPr>
        <p:spPr>
          <a:xfrm>
            <a:off x="8107260" y="327498"/>
            <a:ext cx="678657" cy="73695"/>
          </a:xfrm>
          <a:prstGeom prst="roundRect">
            <a:avLst>
              <a:gd name="adj" fmla="val 50000"/>
            </a:avLst>
          </a:prstGeom>
          <a:solidFill>
            <a:srgbClr val="A776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5" name="Rectangle: Rounded Corners 14">
            <a:extLst>
              <a:ext uri="{FF2B5EF4-FFF2-40B4-BE49-F238E27FC236}">
                <a16:creationId xmlns:a16="http://schemas.microsoft.com/office/drawing/2014/main" id="{5927FD73-2A66-4DE1-9263-D6DEF7E0F084}"/>
              </a:ext>
            </a:extLst>
          </p:cNvPr>
          <p:cNvSpPr/>
          <p:nvPr/>
        </p:nvSpPr>
        <p:spPr>
          <a:xfrm>
            <a:off x="359404" y="4655580"/>
            <a:ext cx="471367" cy="449125"/>
          </a:xfrm>
          <a:prstGeom prst="roundRect">
            <a:avLst>
              <a:gd name="adj" fmla="val 50000"/>
            </a:avLst>
          </a:prstGeom>
          <a:solidFill>
            <a:srgbClr val="E7D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8" name="Rectangle: Rounded Corners 57">
            <a:extLst>
              <a:ext uri="{FF2B5EF4-FFF2-40B4-BE49-F238E27FC236}">
                <a16:creationId xmlns:a16="http://schemas.microsoft.com/office/drawing/2014/main" id="{45F61CEA-2FC6-40F3-B2EC-7ABBC59E0DA2}"/>
              </a:ext>
            </a:extLst>
          </p:cNvPr>
          <p:cNvSpPr/>
          <p:nvPr/>
        </p:nvSpPr>
        <p:spPr>
          <a:xfrm>
            <a:off x="359404" y="5320609"/>
            <a:ext cx="471367" cy="449125"/>
          </a:xfrm>
          <a:prstGeom prst="roundRect">
            <a:avLst>
              <a:gd name="adj" fmla="val 50000"/>
            </a:avLst>
          </a:prstGeom>
          <a:solidFill>
            <a:srgbClr val="E7D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0" name="Rectangle: Rounded Corners 59">
            <a:extLst>
              <a:ext uri="{FF2B5EF4-FFF2-40B4-BE49-F238E27FC236}">
                <a16:creationId xmlns:a16="http://schemas.microsoft.com/office/drawing/2014/main" id="{08202A30-EFC6-47E5-BC17-6643D2A86FB7}"/>
              </a:ext>
            </a:extLst>
          </p:cNvPr>
          <p:cNvSpPr/>
          <p:nvPr/>
        </p:nvSpPr>
        <p:spPr>
          <a:xfrm>
            <a:off x="355523" y="6008790"/>
            <a:ext cx="471367" cy="449125"/>
          </a:xfrm>
          <a:prstGeom prst="roundRect">
            <a:avLst>
              <a:gd name="adj" fmla="val 31620"/>
            </a:avLst>
          </a:prstGeom>
          <a:solidFill>
            <a:srgbClr val="A776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10" name="Graphic 9" descr="Home with solid fill">
            <a:extLst>
              <a:ext uri="{FF2B5EF4-FFF2-40B4-BE49-F238E27FC236}">
                <a16:creationId xmlns:a16="http://schemas.microsoft.com/office/drawing/2014/main" id="{D024AFBC-6F7D-466E-B71A-E6F32CFA991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30962" y="6053701"/>
            <a:ext cx="320489" cy="320489"/>
          </a:xfrm>
          <a:prstGeom prst="rect">
            <a:avLst/>
          </a:prstGeom>
        </p:spPr>
      </p:pic>
      <p:pic>
        <p:nvPicPr>
          <p:cNvPr id="9" name="Graphic 8" descr="Caret Up with solid fill">
            <a:extLst>
              <a:ext uri="{FF2B5EF4-FFF2-40B4-BE49-F238E27FC236}">
                <a16:creationId xmlns:a16="http://schemas.microsoft.com/office/drawing/2014/main" id="{C0CB79D1-07CC-4E7A-AADB-EA6AEE97FBE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98917" y="4676085"/>
            <a:ext cx="392341" cy="392341"/>
          </a:xfrm>
          <a:prstGeom prst="rect">
            <a:avLst/>
          </a:prstGeom>
        </p:spPr>
      </p:pic>
      <p:pic>
        <p:nvPicPr>
          <p:cNvPr id="53" name="Graphic 52" descr="Caret Up with solid fill">
            <a:extLst>
              <a:ext uri="{FF2B5EF4-FFF2-40B4-BE49-F238E27FC236}">
                <a16:creationId xmlns:a16="http://schemas.microsoft.com/office/drawing/2014/main" id="{F840A4FB-EE4D-4F98-8983-939384A70C9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flipV="1">
            <a:off x="398917" y="5359905"/>
            <a:ext cx="392341" cy="392341"/>
          </a:xfrm>
          <a:prstGeom prst="rect">
            <a:avLst/>
          </a:prstGeom>
        </p:spPr>
      </p:pic>
      <p:pic>
        <p:nvPicPr>
          <p:cNvPr id="46" name="oppo">
            <a:extLst>
              <a:ext uri="{FF2B5EF4-FFF2-40B4-BE49-F238E27FC236}">
                <a16:creationId xmlns:a16="http://schemas.microsoft.com/office/drawing/2014/main" id="{FE598963-CEA6-4836-9CCD-541E638E96D1}"/>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radius="100"/>
                    </a14:imgEffect>
                    <a14:imgEffect>
                      <a14:brightnessContrast contrast="40000"/>
                    </a14:imgEffect>
                  </a14:imgLayer>
                </a14:imgProps>
              </a:ext>
            </a:extLst>
          </a:blip>
          <a:srcRect l="65664" t="209845" r="14868" b="-205219"/>
          <a:stretch/>
        </p:blipFill>
        <p:spPr>
          <a:xfrm>
            <a:off x="7993273" y="14679541"/>
            <a:ext cx="2435336" cy="6709795"/>
          </a:xfrm>
          <a:prstGeom prst="roundRect">
            <a:avLst>
              <a:gd name="adj" fmla="val 12318"/>
            </a:avLst>
          </a:prstGeom>
          <a:noFill/>
          <a:ln>
            <a:noFill/>
          </a:ln>
          <a:effectLst>
            <a:outerShdw blurRad="635000" dist="215900" dir="7200000" algn="ctr" rotWithShape="0">
              <a:schemeClr val="tx1">
                <a:lumMod val="50000"/>
                <a:lumOff val="50000"/>
                <a:alpha val="43000"/>
              </a:schemeClr>
            </a:outerShdw>
          </a:effectLst>
        </p:spPr>
      </p:pic>
      <p:pic>
        <p:nvPicPr>
          <p:cNvPr id="47" name="samsung">
            <a:extLst>
              <a:ext uri="{FF2B5EF4-FFF2-40B4-BE49-F238E27FC236}">
                <a16:creationId xmlns:a16="http://schemas.microsoft.com/office/drawing/2014/main" id="{CDB0B5AE-98F3-40F6-84FC-6A549676F8E2}"/>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radius="100"/>
                    </a14:imgEffect>
                    <a14:imgEffect>
                      <a14:brightnessContrast contrast="40000"/>
                    </a14:imgEffect>
                  </a14:imgLayer>
                </a14:imgProps>
              </a:ext>
            </a:extLst>
          </a:blip>
          <a:srcRect l="42898" t="159364" r="37057" b="-151724"/>
          <a:stretch/>
        </p:blipFill>
        <p:spPr>
          <a:xfrm>
            <a:off x="5229792" y="10929119"/>
            <a:ext cx="2444400" cy="6333780"/>
          </a:xfrm>
          <a:prstGeom prst="roundRect">
            <a:avLst>
              <a:gd name="adj" fmla="val 12318"/>
            </a:avLst>
          </a:prstGeom>
          <a:noFill/>
          <a:ln>
            <a:noFill/>
          </a:ln>
          <a:effectLst>
            <a:outerShdw blurRad="635000" dist="215900" dir="7200000" algn="ctr" rotWithShape="0">
              <a:schemeClr val="tx1">
                <a:lumMod val="50000"/>
                <a:lumOff val="50000"/>
                <a:alpha val="43000"/>
              </a:schemeClr>
            </a:outerShdw>
          </a:effectLst>
        </p:spPr>
      </p:pic>
      <p:pic>
        <p:nvPicPr>
          <p:cNvPr id="49" name="Picture 48">
            <a:extLst>
              <a:ext uri="{FF2B5EF4-FFF2-40B4-BE49-F238E27FC236}">
                <a16:creationId xmlns:a16="http://schemas.microsoft.com/office/drawing/2014/main" id="{4D066834-435D-4B1E-858E-C46A4E662438}"/>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radius="100"/>
                    </a14:imgEffect>
                    <a14:imgEffect>
                      <a14:brightnessContrast contrast="40000"/>
                    </a14:imgEffect>
                  </a14:imgLayer>
                </a14:imgProps>
              </a:ext>
            </a:extLst>
          </a:blip>
          <a:srcRect l="20120" t="108990" r="59828" b="-106708"/>
          <a:stretch/>
        </p:blipFill>
        <p:spPr>
          <a:xfrm>
            <a:off x="2452241" y="7474547"/>
            <a:ext cx="2445074" cy="6701156"/>
          </a:xfrm>
          <a:prstGeom prst="roundRect">
            <a:avLst>
              <a:gd name="adj" fmla="val 12318"/>
            </a:avLst>
          </a:prstGeom>
          <a:noFill/>
          <a:ln>
            <a:noFill/>
          </a:ln>
          <a:effectLst>
            <a:outerShdw blurRad="635000" dist="215900" dir="7200000" algn="ctr" rotWithShape="0">
              <a:schemeClr val="tx1">
                <a:lumMod val="50000"/>
                <a:lumOff val="50000"/>
                <a:alpha val="43000"/>
              </a:schemeClr>
            </a:outerShdw>
          </a:effectLst>
        </p:spPr>
      </p:pic>
      <p:sp>
        <p:nvSpPr>
          <p:cNvPr id="57" name="TextBox 56">
            <a:extLst>
              <a:ext uri="{FF2B5EF4-FFF2-40B4-BE49-F238E27FC236}">
                <a16:creationId xmlns:a16="http://schemas.microsoft.com/office/drawing/2014/main" id="{FF9672A6-4836-440A-9F51-84AED9D8B9AC}"/>
              </a:ext>
            </a:extLst>
          </p:cNvPr>
          <p:cNvSpPr txBox="1"/>
          <p:nvPr/>
        </p:nvSpPr>
        <p:spPr>
          <a:xfrm>
            <a:off x="13801848" y="4332185"/>
            <a:ext cx="2444400" cy="646331"/>
          </a:xfrm>
          <a:prstGeom prst="rect">
            <a:avLst/>
          </a:prstGeom>
          <a:noFill/>
        </p:spPr>
        <p:txBody>
          <a:bodyPr wrap="square">
            <a:spAutoFit/>
          </a:bodyPr>
          <a:lstStyle/>
          <a:p>
            <a:r>
              <a:rPr lang="en-MY" sz="3600" b="1">
                <a:solidFill>
                  <a:prstClr val="black">
                    <a:lumMod val="75000"/>
                    <a:lumOff val="25000"/>
                  </a:prstClr>
                </a:solidFill>
                <a:effectLst>
                  <a:outerShdw blurRad="50800" dist="38100" dir="5400000" algn="t" rotWithShape="0">
                    <a:prstClr val="black">
                      <a:alpha val="40000"/>
                    </a:prstClr>
                  </a:outerShdw>
                </a:effectLst>
                <a:latin typeface="Century Gothic" panose="020B0502020202020204" pitchFamily="34" charset="0"/>
              </a:rPr>
              <a:t>Gae </a:t>
            </a:r>
            <a:r>
              <a:rPr lang="en-MY" sz="3600" b="1" dirty="0">
                <a:solidFill>
                  <a:prstClr val="black">
                    <a:lumMod val="75000"/>
                    <a:lumOff val="25000"/>
                  </a:prstClr>
                </a:solidFill>
                <a:effectLst>
                  <a:outerShdw blurRad="50800" dist="38100" dir="5400000" algn="t" rotWithShape="0">
                    <a:prstClr val="black">
                      <a:alpha val="40000"/>
                    </a:prstClr>
                  </a:outerShdw>
                </a:effectLst>
                <a:latin typeface="Century Gothic" panose="020B0502020202020204" pitchFamily="34" charset="0"/>
              </a:rPr>
              <a:t>On</a:t>
            </a:r>
            <a:endParaRPr lang="en-MY" dirty="0"/>
          </a:p>
        </p:txBody>
      </p:sp>
      <p:sp>
        <p:nvSpPr>
          <p:cNvPr id="70" name="TextBox 69">
            <a:extLst>
              <a:ext uri="{FF2B5EF4-FFF2-40B4-BE49-F238E27FC236}">
                <a16:creationId xmlns:a16="http://schemas.microsoft.com/office/drawing/2014/main" id="{819EAC1E-86D9-402F-98CE-0F8236F9A13A}"/>
              </a:ext>
            </a:extLst>
          </p:cNvPr>
          <p:cNvSpPr txBox="1"/>
          <p:nvPr/>
        </p:nvSpPr>
        <p:spPr>
          <a:xfrm>
            <a:off x="14737824" y="4782939"/>
            <a:ext cx="2634478" cy="369332"/>
          </a:xfrm>
          <a:prstGeom prst="rect">
            <a:avLst/>
          </a:prstGeom>
          <a:noFill/>
        </p:spPr>
        <p:txBody>
          <a:bodyPr wrap="square">
            <a:spAutoFit/>
          </a:bodyPr>
          <a:lstStyle/>
          <a:p>
            <a:r>
              <a:rPr kumimoji="0" lang="en-MY" b="1" i="0" u="none" strike="noStrike" kern="1200" cap="none" spc="0" normalizeH="0" baseline="0" noProof="0" dirty="0">
                <a:ln>
                  <a:noFill/>
                </a:ln>
                <a:solidFill>
                  <a:prstClr val="black">
                    <a:lumMod val="75000"/>
                    <a:lumOff val="25000"/>
                  </a:prstClr>
                </a:solidFill>
                <a:effectLst>
                  <a:outerShdw blurRad="50800" dist="38100" dir="5400000" algn="t" rotWithShape="0">
                    <a:prstClr val="black">
                      <a:alpha val="40000"/>
                    </a:prstClr>
                  </a:outerShdw>
                </a:effectLst>
                <a:uLnTx/>
                <a:uFillTx/>
                <a:latin typeface="Century Gothic" panose="020B0502020202020204" pitchFamily="34" charset="0"/>
                <a:ea typeface="+mn-ea"/>
                <a:cs typeface="+mn-cs"/>
              </a:rPr>
              <a:t>Glassmorphism</a:t>
            </a:r>
            <a:endParaRPr lang="en-MY" sz="600" dirty="0"/>
          </a:p>
        </p:txBody>
      </p:sp>
      <p:sp>
        <p:nvSpPr>
          <p:cNvPr id="71" name="TextBox 70">
            <a:extLst>
              <a:ext uri="{FF2B5EF4-FFF2-40B4-BE49-F238E27FC236}">
                <a16:creationId xmlns:a16="http://schemas.microsoft.com/office/drawing/2014/main" id="{5DA38A2A-569E-4963-A93F-0352AC1C896F}"/>
              </a:ext>
            </a:extLst>
          </p:cNvPr>
          <p:cNvSpPr txBox="1"/>
          <p:nvPr/>
        </p:nvSpPr>
        <p:spPr>
          <a:xfrm>
            <a:off x="14760187" y="5086379"/>
            <a:ext cx="2294642" cy="430887"/>
          </a:xfrm>
          <a:prstGeom prst="rect">
            <a:avLst/>
          </a:prstGeom>
          <a:noFill/>
        </p:spPr>
        <p:txBody>
          <a:bodyPr wrap="square">
            <a:spAutoFit/>
          </a:bodyPr>
          <a:lstStyle/>
          <a:p>
            <a:r>
              <a:rPr lang="en-MY" sz="1100" dirty="0">
                <a:solidFill>
                  <a:schemeClr val="tx1">
                    <a:lumMod val="50000"/>
                    <a:lumOff val="50000"/>
                  </a:schemeClr>
                </a:solidFill>
                <a:latin typeface="+mj-lt"/>
              </a:rPr>
              <a:t>Saya suka ikan </a:t>
            </a:r>
            <a:r>
              <a:rPr lang="en-MY" sz="1100" dirty="0" err="1">
                <a:solidFill>
                  <a:schemeClr val="tx1">
                    <a:lumMod val="50000"/>
                    <a:lumOff val="50000"/>
                  </a:schemeClr>
                </a:solidFill>
                <a:latin typeface="+mj-lt"/>
              </a:rPr>
              <a:t>masin</a:t>
            </a:r>
            <a:r>
              <a:rPr lang="en-MY" sz="1100" dirty="0">
                <a:solidFill>
                  <a:schemeClr val="tx1">
                    <a:lumMod val="50000"/>
                    <a:lumOff val="50000"/>
                  </a:schemeClr>
                </a:solidFill>
                <a:latin typeface="+mj-lt"/>
              </a:rPr>
              <a:t> </a:t>
            </a:r>
            <a:r>
              <a:rPr lang="en-MY" sz="1100" dirty="0" err="1">
                <a:solidFill>
                  <a:schemeClr val="tx1">
                    <a:lumMod val="50000"/>
                    <a:lumOff val="50000"/>
                  </a:schemeClr>
                </a:solidFill>
                <a:latin typeface="+mj-lt"/>
              </a:rPr>
              <a:t>sekian</a:t>
            </a:r>
            <a:r>
              <a:rPr lang="en-MY" sz="1100" dirty="0">
                <a:solidFill>
                  <a:schemeClr val="tx1">
                    <a:lumMod val="50000"/>
                    <a:lumOff val="50000"/>
                  </a:schemeClr>
                </a:solidFill>
                <a:latin typeface="+mj-lt"/>
              </a:rPr>
              <a:t> </a:t>
            </a:r>
            <a:r>
              <a:rPr lang="en-MY" sz="1100" dirty="0" err="1">
                <a:solidFill>
                  <a:schemeClr val="tx1">
                    <a:lumMod val="50000"/>
                    <a:lumOff val="50000"/>
                  </a:schemeClr>
                </a:solidFill>
                <a:latin typeface="+mj-lt"/>
              </a:rPr>
              <a:t>terima</a:t>
            </a:r>
            <a:r>
              <a:rPr lang="en-MY" sz="1100" dirty="0">
                <a:solidFill>
                  <a:schemeClr val="tx1">
                    <a:lumMod val="50000"/>
                    <a:lumOff val="50000"/>
                  </a:schemeClr>
                </a:solidFill>
                <a:latin typeface="+mj-lt"/>
              </a:rPr>
              <a:t> </a:t>
            </a:r>
            <a:r>
              <a:rPr lang="en-MY" sz="1100" dirty="0" err="1">
                <a:solidFill>
                  <a:schemeClr val="tx1">
                    <a:lumMod val="50000"/>
                    <a:lumOff val="50000"/>
                  </a:schemeClr>
                </a:solidFill>
                <a:latin typeface="+mj-lt"/>
              </a:rPr>
              <a:t>kasih</a:t>
            </a:r>
            <a:r>
              <a:rPr lang="en-MY" sz="1100" dirty="0">
                <a:solidFill>
                  <a:schemeClr val="tx1">
                    <a:lumMod val="50000"/>
                    <a:lumOff val="50000"/>
                  </a:schemeClr>
                </a:solidFill>
                <a:latin typeface="+mj-lt"/>
              </a:rPr>
              <a:t> ..</a:t>
            </a:r>
          </a:p>
        </p:txBody>
      </p:sp>
      <p:grpSp>
        <p:nvGrpSpPr>
          <p:cNvPr id="72" name="Group 71">
            <a:extLst>
              <a:ext uri="{FF2B5EF4-FFF2-40B4-BE49-F238E27FC236}">
                <a16:creationId xmlns:a16="http://schemas.microsoft.com/office/drawing/2014/main" id="{B4D2A103-B119-4040-A66F-8F755432009C}"/>
              </a:ext>
            </a:extLst>
          </p:cNvPr>
          <p:cNvGrpSpPr/>
          <p:nvPr/>
        </p:nvGrpSpPr>
        <p:grpSpPr>
          <a:xfrm>
            <a:off x="5504255" y="17641988"/>
            <a:ext cx="1895474" cy="335864"/>
            <a:chOff x="1647263" y="5753100"/>
            <a:chExt cx="1703376" cy="441960"/>
          </a:xfrm>
          <a:gradFill>
            <a:gsLst>
              <a:gs pos="0">
                <a:srgbClr val="C570EC"/>
              </a:gs>
              <a:gs pos="50000">
                <a:srgbClr val="C371EB"/>
              </a:gs>
              <a:gs pos="100000">
                <a:srgbClr val="A577D7"/>
              </a:gs>
            </a:gsLst>
            <a:lin ang="10800000" scaled="1"/>
          </a:gradFill>
          <a:effectLst/>
        </p:grpSpPr>
        <p:sp>
          <p:nvSpPr>
            <p:cNvPr id="73" name="Rectangle: Rounded Corners 72">
              <a:extLst>
                <a:ext uri="{FF2B5EF4-FFF2-40B4-BE49-F238E27FC236}">
                  <a16:creationId xmlns:a16="http://schemas.microsoft.com/office/drawing/2014/main" id="{4CD77F92-BD0D-482F-9445-0246BFA144E8}"/>
                </a:ext>
              </a:extLst>
            </p:cNvPr>
            <p:cNvSpPr/>
            <p:nvPr/>
          </p:nvSpPr>
          <p:spPr>
            <a:xfrm>
              <a:off x="1647263" y="5753100"/>
              <a:ext cx="1703376" cy="441960"/>
            </a:xfrm>
            <a:prstGeom prst="roundRect">
              <a:avLst>
                <a:gd name="adj" fmla="val 41492"/>
              </a:avLst>
            </a:prstGeom>
            <a:solidFill>
              <a:srgbClr val="4B4A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b="1" dirty="0">
                <a:solidFill>
                  <a:srgbClr val="7030A0"/>
                </a:solidFill>
                <a:latin typeface="Century Gothic" panose="020B0502020202020204" pitchFamily="34" charset="0"/>
              </a:endParaRPr>
            </a:p>
          </p:txBody>
        </p:sp>
        <p:sp>
          <p:nvSpPr>
            <p:cNvPr id="74" name="TextBox 73">
              <a:extLst>
                <a:ext uri="{FF2B5EF4-FFF2-40B4-BE49-F238E27FC236}">
                  <a16:creationId xmlns:a16="http://schemas.microsoft.com/office/drawing/2014/main" id="{D7994892-20BB-4D06-A413-FBA24DDF1F5D}"/>
                </a:ext>
              </a:extLst>
            </p:cNvPr>
            <p:cNvSpPr txBox="1"/>
            <p:nvPr/>
          </p:nvSpPr>
          <p:spPr>
            <a:xfrm>
              <a:off x="2242265" y="5793400"/>
              <a:ext cx="529706" cy="364500"/>
            </a:xfrm>
            <a:prstGeom prst="rect">
              <a:avLst/>
            </a:prstGeom>
            <a:noFill/>
          </p:spPr>
          <p:txBody>
            <a:bodyPr wrap="square">
              <a:spAutoFit/>
            </a:bodyPr>
            <a:lstStyle/>
            <a:p>
              <a:r>
                <a:rPr lang="en-MY" sz="1200" b="1" dirty="0">
                  <a:solidFill>
                    <a:schemeClr val="bg1"/>
                  </a:solidFill>
                  <a:latin typeface="Century Gothic" panose="020B0502020202020204" pitchFamily="34" charset="0"/>
                </a:rPr>
                <a:t>more</a:t>
              </a:r>
              <a:endParaRPr lang="en-MY" b="1" dirty="0">
                <a:solidFill>
                  <a:schemeClr val="bg1"/>
                </a:solidFill>
              </a:endParaRPr>
            </a:p>
          </p:txBody>
        </p:sp>
      </p:grpSp>
      <p:grpSp>
        <p:nvGrpSpPr>
          <p:cNvPr id="75" name="Group 74">
            <a:extLst>
              <a:ext uri="{FF2B5EF4-FFF2-40B4-BE49-F238E27FC236}">
                <a16:creationId xmlns:a16="http://schemas.microsoft.com/office/drawing/2014/main" id="{69F98155-1C29-47CE-B368-74EA57B46B9E}"/>
              </a:ext>
            </a:extLst>
          </p:cNvPr>
          <p:cNvGrpSpPr/>
          <p:nvPr/>
        </p:nvGrpSpPr>
        <p:grpSpPr>
          <a:xfrm>
            <a:off x="16185807" y="5847538"/>
            <a:ext cx="1895474" cy="335864"/>
            <a:chOff x="1647263" y="5753100"/>
            <a:chExt cx="1703376" cy="441960"/>
          </a:xfrm>
          <a:gradFill>
            <a:gsLst>
              <a:gs pos="0">
                <a:srgbClr val="C570EC"/>
              </a:gs>
              <a:gs pos="50000">
                <a:srgbClr val="C371EB"/>
              </a:gs>
              <a:gs pos="100000">
                <a:srgbClr val="A577D7"/>
              </a:gs>
            </a:gsLst>
            <a:lin ang="10800000" scaled="1"/>
          </a:gradFill>
          <a:effectLst/>
        </p:grpSpPr>
        <p:sp>
          <p:nvSpPr>
            <p:cNvPr id="76" name="Rectangle: Rounded Corners 75">
              <a:extLst>
                <a:ext uri="{FF2B5EF4-FFF2-40B4-BE49-F238E27FC236}">
                  <a16:creationId xmlns:a16="http://schemas.microsoft.com/office/drawing/2014/main" id="{D67B7930-06F5-411E-BC1B-887A5C3EFC02}"/>
                </a:ext>
              </a:extLst>
            </p:cNvPr>
            <p:cNvSpPr/>
            <p:nvPr/>
          </p:nvSpPr>
          <p:spPr>
            <a:xfrm>
              <a:off x="1647263" y="5753100"/>
              <a:ext cx="1703376" cy="441960"/>
            </a:xfrm>
            <a:prstGeom prst="roundRect">
              <a:avLst>
                <a:gd name="adj" fmla="val 41492"/>
              </a:avLst>
            </a:prstGeom>
            <a:solidFill>
              <a:srgbClr val="4B4A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b="1" dirty="0">
                <a:solidFill>
                  <a:srgbClr val="7030A0"/>
                </a:solidFill>
                <a:latin typeface="Century Gothic" panose="020B0502020202020204" pitchFamily="34" charset="0"/>
              </a:endParaRPr>
            </a:p>
          </p:txBody>
        </p:sp>
        <p:sp>
          <p:nvSpPr>
            <p:cNvPr id="77" name="TextBox 76">
              <a:extLst>
                <a:ext uri="{FF2B5EF4-FFF2-40B4-BE49-F238E27FC236}">
                  <a16:creationId xmlns:a16="http://schemas.microsoft.com/office/drawing/2014/main" id="{FA013253-8612-44D7-8D37-88928C6FB04A}"/>
                </a:ext>
              </a:extLst>
            </p:cNvPr>
            <p:cNvSpPr txBox="1"/>
            <p:nvPr/>
          </p:nvSpPr>
          <p:spPr>
            <a:xfrm>
              <a:off x="2242265" y="5793400"/>
              <a:ext cx="529706" cy="364500"/>
            </a:xfrm>
            <a:prstGeom prst="rect">
              <a:avLst/>
            </a:prstGeom>
            <a:noFill/>
          </p:spPr>
          <p:txBody>
            <a:bodyPr wrap="square">
              <a:spAutoFit/>
            </a:bodyPr>
            <a:lstStyle/>
            <a:p>
              <a:r>
                <a:rPr lang="en-MY" sz="1200" b="1" dirty="0">
                  <a:solidFill>
                    <a:schemeClr val="bg1"/>
                  </a:solidFill>
                  <a:latin typeface="Century Gothic" panose="020B0502020202020204" pitchFamily="34" charset="0"/>
                </a:rPr>
                <a:t>more</a:t>
              </a:r>
              <a:endParaRPr lang="en-MY" b="1" dirty="0">
                <a:solidFill>
                  <a:schemeClr val="bg1"/>
                </a:solidFill>
              </a:endParaRPr>
            </a:p>
          </p:txBody>
        </p:sp>
      </p:grpSp>
      <p:grpSp>
        <p:nvGrpSpPr>
          <p:cNvPr id="81" name="Group 80">
            <a:extLst>
              <a:ext uri="{FF2B5EF4-FFF2-40B4-BE49-F238E27FC236}">
                <a16:creationId xmlns:a16="http://schemas.microsoft.com/office/drawing/2014/main" id="{FAE34D65-F049-4DF1-9F2C-59492A66F339}"/>
              </a:ext>
            </a:extLst>
          </p:cNvPr>
          <p:cNvGrpSpPr/>
          <p:nvPr/>
        </p:nvGrpSpPr>
        <p:grpSpPr>
          <a:xfrm>
            <a:off x="2727041" y="13790408"/>
            <a:ext cx="1895474" cy="335864"/>
            <a:chOff x="1647263" y="5753100"/>
            <a:chExt cx="1703376" cy="441960"/>
          </a:xfrm>
          <a:gradFill>
            <a:gsLst>
              <a:gs pos="0">
                <a:srgbClr val="C570EC"/>
              </a:gs>
              <a:gs pos="50000">
                <a:srgbClr val="C371EB"/>
              </a:gs>
              <a:gs pos="100000">
                <a:srgbClr val="A577D7"/>
              </a:gs>
            </a:gsLst>
            <a:lin ang="10800000" scaled="1"/>
          </a:gradFill>
          <a:effectLst/>
        </p:grpSpPr>
        <p:sp>
          <p:nvSpPr>
            <p:cNvPr id="82" name="Rectangle: Rounded Corners 81">
              <a:extLst>
                <a:ext uri="{FF2B5EF4-FFF2-40B4-BE49-F238E27FC236}">
                  <a16:creationId xmlns:a16="http://schemas.microsoft.com/office/drawing/2014/main" id="{8334CA07-6FFF-43F6-9BE0-CD78704B1FA5}"/>
                </a:ext>
              </a:extLst>
            </p:cNvPr>
            <p:cNvSpPr/>
            <p:nvPr/>
          </p:nvSpPr>
          <p:spPr>
            <a:xfrm>
              <a:off x="1647263" y="5753100"/>
              <a:ext cx="1703376" cy="441960"/>
            </a:xfrm>
            <a:prstGeom prst="roundRect">
              <a:avLst>
                <a:gd name="adj" fmla="val 41492"/>
              </a:avLst>
            </a:prstGeom>
            <a:solidFill>
              <a:srgbClr val="4B4A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b="1" dirty="0">
                <a:solidFill>
                  <a:srgbClr val="7030A0"/>
                </a:solidFill>
                <a:latin typeface="Century Gothic" panose="020B0502020202020204" pitchFamily="34" charset="0"/>
              </a:endParaRPr>
            </a:p>
          </p:txBody>
        </p:sp>
        <p:sp>
          <p:nvSpPr>
            <p:cNvPr id="83" name="TextBox 82">
              <a:extLst>
                <a:ext uri="{FF2B5EF4-FFF2-40B4-BE49-F238E27FC236}">
                  <a16:creationId xmlns:a16="http://schemas.microsoft.com/office/drawing/2014/main" id="{8E9C0FEE-26E3-4FE4-8F4D-B6BDA365677B}"/>
                </a:ext>
              </a:extLst>
            </p:cNvPr>
            <p:cNvSpPr txBox="1"/>
            <p:nvPr/>
          </p:nvSpPr>
          <p:spPr>
            <a:xfrm>
              <a:off x="2242265" y="5793400"/>
              <a:ext cx="529706" cy="364500"/>
            </a:xfrm>
            <a:prstGeom prst="rect">
              <a:avLst/>
            </a:prstGeom>
            <a:noFill/>
          </p:spPr>
          <p:txBody>
            <a:bodyPr wrap="square">
              <a:spAutoFit/>
            </a:bodyPr>
            <a:lstStyle/>
            <a:p>
              <a:r>
                <a:rPr lang="en-MY" sz="1200" b="1" dirty="0">
                  <a:solidFill>
                    <a:schemeClr val="bg1"/>
                  </a:solidFill>
                  <a:latin typeface="Century Gothic" panose="020B0502020202020204" pitchFamily="34" charset="0"/>
                </a:rPr>
                <a:t>more</a:t>
              </a:r>
              <a:endParaRPr lang="en-MY" b="1" dirty="0">
                <a:solidFill>
                  <a:schemeClr val="bg1"/>
                </a:solidFill>
              </a:endParaRPr>
            </a:p>
          </p:txBody>
        </p:sp>
      </p:grpSp>
      <p:sp>
        <p:nvSpPr>
          <p:cNvPr id="84" name="Rectangle: Rounded Corners 83">
            <a:extLst>
              <a:ext uri="{FF2B5EF4-FFF2-40B4-BE49-F238E27FC236}">
                <a16:creationId xmlns:a16="http://schemas.microsoft.com/office/drawing/2014/main" id="{5AEEC992-0795-4DF1-BCA1-A6AA8F172E43}"/>
              </a:ext>
            </a:extLst>
          </p:cNvPr>
          <p:cNvSpPr/>
          <p:nvPr/>
        </p:nvSpPr>
        <p:spPr>
          <a:xfrm>
            <a:off x="15425248" y="323326"/>
            <a:ext cx="964520" cy="94179"/>
          </a:xfrm>
          <a:prstGeom prst="roundRect">
            <a:avLst>
              <a:gd name="adj" fmla="val 50000"/>
            </a:avLst>
          </a:prstGeom>
          <a:solidFill>
            <a:srgbClr val="B499EB"/>
          </a:solidFill>
          <a:ln>
            <a:noFill/>
          </a:ln>
          <a:effectLst>
            <a:outerShdw blurRad="50800" dist="38100" dir="5400000" algn="ctr" rotWithShape="0">
              <a:schemeClr val="tx1">
                <a:lumMod val="50000"/>
                <a:lumOff val="50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5" name="Rectangle: Rounded Corners 84">
            <a:extLst>
              <a:ext uri="{FF2B5EF4-FFF2-40B4-BE49-F238E27FC236}">
                <a16:creationId xmlns:a16="http://schemas.microsoft.com/office/drawing/2014/main" id="{A7C91F3B-880D-431A-92F6-D909BB05C7E6}"/>
              </a:ext>
            </a:extLst>
          </p:cNvPr>
          <p:cNvSpPr/>
          <p:nvPr/>
        </p:nvSpPr>
        <p:spPr>
          <a:xfrm>
            <a:off x="5969732" y="11854993"/>
            <a:ext cx="964520" cy="94179"/>
          </a:xfrm>
          <a:prstGeom prst="roundRect">
            <a:avLst>
              <a:gd name="adj" fmla="val 50000"/>
            </a:avLst>
          </a:prstGeom>
          <a:solidFill>
            <a:srgbClr val="CA9DF5"/>
          </a:solidFill>
          <a:ln>
            <a:noFill/>
          </a:ln>
          <a:effectLst>
            <a:outerShdw blurRad="50800" dist="38100" dir="5400000" algn="ctr" rotWithShape="0">
              <a:schemeClr val="tx1">
                <a:lumMod val="50000"/>
                <a:lumOff val="50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6" name="Rectangle: Rounded Corners 85">
            <a:extLst>
              <a:ext uri="{FF2B5EF4-FFF2-40B4-BE49-F238E27FC236}">
                <a16:creationId xmlns:a16="http://schemas.microsoft.com/office/drawing/2014/main" id="{6B3B0671-43F3-48B3-93A8-38D49DCD2E6D}"/>
              </a:ext>
            </a:extLst>
          </p:cNvPr>
          <p:cNvSpPr/>
          <p:nvPr/>
        </p:nvSpPr>
        <p:spPr>
          <a:xfrm>
            <a:off x="3192518" y="8029550"/>
            <a:ext cx="964520" cy="94179"/>
          </a:xfrm>
          <a:prstGeom prst="roundRect">
            <a:avLst>
              <a:gd name="adj" fmla="val 50000"/>
            </a:avLst>
          </a:prstGeom>
          <a:solidFill>
            <a:srgbClr val="CA9DF5"/>
          </a:solidFill>
          <a:ln>
            <a:noFill/>
          </a:ln>
          <a:effectLst>
            <a:outerShdw blurRad="50800" dist="38100" dir="5400000" algn="ctr" rotWithShape="0">
              <a:schemeClr val="tx1">
                <a:lumMod val="50000"/>
                <a:lumOff val="50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87" name="Picture 86">
            <a:extLst>
              <a:ext uri="{FF2B5EF4-FFF2-40B4-BE49-F238E27FC236}">
                <a16:creationId xmlns:a16="http://schemas.microsoft.com/office/drawing/2014/main" id="{96A94D47-54B6-4CC8-8376-A68B427974EC}"/>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rot="1924428">
            <a:off x="15392566" y="-356775"/>
            <a:ext cx="6745287" cy="5443985"/>
          </a:xfrm>
          <a:prstGeom prst="rect">
            <a:avLst/>
          </a:prstGeom>
        </p:spPr>
      </p:pic>
      <p:pic>
        <p:nvPicPr>
          <p:cNvPr id="89" name="Picture 88">
            <a:extLst>
              <a:ext uri="{FF2B5EF4-FFF2-40B4-BE49-F238E27FC236}">
                <a16:creationId xmlns:a16="http://schemas.microsoft.com/office/drawing/2014/main" id="{F8B919CC-6D82-4047-86C7-EE57A0A1AB95}"/>
              </a:ext>
            </a:extLst>
          </p:cNvPr>
          <p:cNvPicPr>
            <a:picLocks noChangeAspect="1"/>
          </p:cNvPicPr>
          <p:nvPr/>
        </p:nvPicPr>
        <p:blipFill>
          <a:blip r:embed="rId16"/>
          <a:stretch>
            <a:fillRect/>
          </a:stretch>
        </p:blipFill>
        <p:spPr>
          <a:xfrm rot="3600000" flipH="1">
            <a:off x="4467139" y="11586269"/>
            <a:ext cx="1608632" cy="1608632"/>
          </a:xfrm>
          <a:prstGeom prst="rect">
            <a:avLst/>
          </a:prstGeom>
        </p:spPr>
      </p:pic>
      <p:sp>
        <p:nvSpPr>
          <p:cNvPr id="91" name="Freeform: Shape 90">
            <a:extLst>
              <a:ext uri="{FF2B5EF4-FFF2-40B4-BE49-F238E27FC236}">
                <a16:creationId xmlns:a16="http://schemas.microsoft.com/office/drawing/2014/main" id="{B0EDD270-FD33-4FFC-932E-2BCD6E217194}"/>
              </a:ext>
            </a:extLst>
          </p:cNvPr>
          <p:cNvSpPr/>
          <p:nvPr/>
        </p:nvSpPr>
        <p:spPr>
          <a:xfrm rot="19800000">
            <a:off x="5572416" y="10571336"/>
            <a:ext cx="1150511" cy="2114395"/>
          </a:xfrm>
          <a:custGeom>
            <a:avLst/>
            <a:gdLst>
              <a:gd name="connsiteX0" fmla="*/ 590747 w 1999863"/>
              <a:gd name="connsiteY0" fmla="*/ 3569683 h 3675326"/>
              <a:gd name="connsiteX1" fmla="*/ 197 w 1999863"/>
              <a:gd name="connsiteY1" fmla="*/ 2931508 h 3675326"/>
              <a:gd name="connsiteX2" fmla="*/ 524072 w 1999863"/>
              <a:gd name="connsiteY2" fmla="*/ 2007583 h 3675326"/>
              <a:gd name="connsiteX3" fmla="*/ 447872 w 1999863"/>
              <a:gd name="connsiteY3" fmla="*/ 1321783 h 3675326"/>
              <a:gd name="connsiteX4" fmla="*/ 1286072 w 1999863"/>
              <a:gd name="connsiteY4" fmla="*/ 7333 h 3675326"/>
              <a:gd name="connsiteX5" fmla="*/ 1924247 w 1999863"/>
              <a:gd name="connsiteY5" fmla="*/ 893158 h 3675326"/>
              <a:gd name="connsiteX6" fmla="*/ 1943297 w 1999863"/>
              <a:gd name="connsiteY6" fmla="*/ 2979133 h 3675326"/>
              <a:gd name="connsiteX7" fmla="*/ 1524197 w 1999863"/>
              <a:gd name="connsiteY7" fmla="*/ 3617308 h 3675326"/>
              <a:gd name="connsiteX8" fmla="*/ 590747 w 1999863"/>
              <a:gd name="connsiteY8" fmla="*/ 3569683 h 3675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9863" h="3675326">
                <a:moveTo>
                  <a:pt x="590747" y="3569683"/>
                </a:moveTo>
                <a:cubicBezTo>
                  <a:pt x="336747" y="3455383"/>
                  <a:pt x="11309" y="3191858"/>
                  <a:pt x="197" y="2931508"/>
                </a:cubicBezTo>
                <a:cubicBezTo>
                  <a:pt x="-10915" y="2671158"/>
                  <a:pt x="449459" y="2275871"/>
                  <a:pt x="524072" y="2007583"/>
                </a:cubicBezTo>
                <a:cubicBezTo>
                  <a:pt x="598685" y="1739295"/>
                  <a:pt x="320872" y="1655158"/>
                  <a:pt x="447872" y="1321783"/>
                </a:cubicBezTo>
                <a:cubicBezTo>
                  <a:pt x="574872" y="988408"/>
                  <a:pt x="1040010" y="78770"/>
                  <a:pt x="1286072" y="7333"/>
                </a:cubicBezTo>
                <a:cubicBezTo>
                  <a:pt x="1532135" y="-64105"/>
                  <a:pt x="1814710" y="397858"/>
                  <a:pt x="1924247" y="893158"/>
                </a:cubicBezTo>
                <a:cubicBezTo>
                  <a:pt x="2033784" y="1388458"/>
                  <a:pt x="2009972" y="2525108"/>
                  <a:pt x="1943297" y="2979133"/>
                </a:cubicBezTo>
                <a:cubicBezTo>
                  <a:pt x="1876622" y="3433158"/>
                  <a:pt x="1752797" y="3520470"/>
                  <a:pt x="1524197" y="3617308"/>
                </a:cubicBezTo>
                <a:cubicBezTo>
                  <a:pt x="1295597" y="3714146"/>
                  <a:pt x="844747" y="3683983"/>
                  <a:pt x="590747" y="3569683"/>
                </a:cubicBezTo>
                <a:close/>
              </a:path>
            </a:pathLst>
          </a:custGeom>
          <a:gradFill flip="none" rotWithShape="1">
            <a:gsLst>
              <a:gs pos="0">
                <a:srgbClr val="C8A7F1"/>
              </a:gs>
              <a:gs pos="35000">
                <a:srgbClr val="C7ACF1"/>
              </a:gs>
              <a:gs pos="100000">
                <a:srgbClr val="D99FC6"/>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94" name="Picture 93">
            <a:extLst>
              <a:ext uri="{FF2B5EF4-FFF2-40B4-BE49-F238E27FC236}">
                <a16:creationId xmlns:a16="http://schemas.microsoft.com/office/drawing/2014/main" id="{D87AE15C-6914-4016-A530-7F2705B2B6F8}"/>
              </a:ext>
            </a:extLst>
          </p:cNvPr>
          <p:cNvPicPr>
            <a:picLocks noChangeAspect="1"/>
          </p:cNvPicPr>
          <p:nvPr/>
        </p:nvPicPr>
        <p:blipFill>
          <a:blip r:embed="rId16"/>
          <a:stretch>
            <a:fillRect/>
          </a:stretch>
        </p:blipFill>
        <p:spPr>
          <a:xfrm rot="18000000">
            <a:off x="6420982" y="13713268"/>
            <a:ext cx="1245442" cy="1245442"/>
          </a:xfrm>
          <a:prstGeom prst="rect">
            <a:avLst/>
          </a:prstGeom>
        </p:spPr>
      </p:pic>
      <p:sp>
        <p:nvSpPr>
          <p:cNvPr id="3" name="TextBox 2">
            <a:extLst>
              <a:ext uri="{FF2B5EF4-FFF2-40B4-BE49-F238E27FC236}">
                <a16:creationId xmlns:a16="http://schemas.microsoft.com/office/drawing/2014/main" id="{9452C98E-7E4D-A6E2-F452-FBC760BB0074}"/>
              </a:ext>
            </a:extLst>
          </p:cNvPr>
          <p:cNvSpPr txBox="1"/>
          <p:nvPr/>
        </p:nvSpPr>
        <p:spPr>
          <a:xfrm>
            <a:off x="-26212920" y="3809520"/>
            <a:ext cx="2984500" cy="1446550"/>
          </a:xfrm>
          <a:prstGeom prst="rect">
            <a:avLst/>
          </a:prstGeom>
          <a:noFill/>
        </p:spPr>
        <p:txBody>
          <a:bodyPr wrap="square" rtlCol="0">
            <a:spAutoFit/>
          </a:bodyPr>
          <a:lstStyle/>
          <a:p>
            <a:pPr algn="ctr"/>
            <a:r>
              <a:rPr lang="vi-VN" sz="4400" b="1" dirty="0">
                <a:solidFill>
                  <a:schemeClr val="tx1">
                    <a:lumMod val="75000"/>
                    <a:lumOff val="25000"/>
                  </a:schemeClr>
                </a:solidFill>
                <a:latin typeface="Bahnschrift" panose="020B0502040204020203" pitchFamily="34" charset="0"/>
              </a:rPr>
              <a:t>Tiến trình hoạt động</a:t>
            </a:r>
            <a:r>
              <a:rPr lang="en-MY" sz="4400" b="1" dirty="0">
                <a:solidFill>
                  <a:schemeClr val="tx1">
                    <a:lumMod val="75000"/>
                    <a:lumOff val="25000"/>
                  </a:schemeClr>
                </a:solidFill>
                <a:latin typeface="Century Gothic" panose="020B0502020202020204" pitchFamily="34" charset="0"/>
              </a:rPr>
              <a:t> </a:t>
            </a:r>
          </a:p>
        </p:txBody>
      </p:sp>
      <p:sp>
        <p:nvSpPr>
          <p:cNvPr id="11" name="TextBox 10">
            <a:extLst>
              <a:ext uri="{FF2B5EF4-FFF2-40B4-BE49-F238E27FC236}">
                <a16:creationId xmlns:a16="http://schemas.microsoft.com/office/drawing/2014/main" id="{55F5B86D-53C7-F0B8-6231-EF3C1C33A98A}"/>
              </a:ext>
            </a:extLst>
          </p:cNvPr>
          <p:cNvSpPr txBox="1"/>
          <p:nvPr/>
        </p:nvSpPr>
        <p:spPr>
          <a:xfrm>
            <a:off x="-26154126" y="5493595"/>
            <a:ext cx="2775137" cy="707886"/>
          </a:xfrm>
          <a:prstGeom prst="rect">
            <a:avLst/>
          </a:prstGeom>
          <a:noFill/>
        </p:spPr>
        <p:txBody>
          <a:bodyPr wrap="square">
            <a:spAutoFit/>
          </a:bodyPr>
          <a:lstStyle/>
          <a:p>
            <a:pPr algn="ctr"/>
            <a:r>
              <a:rPr lang="vi-VN" sz="2000" b="1" dirty="0">
                <a:solidFill>
                  <a:schemeClr val="tx1">
                    <a:lumMod val="50000"/>
                    <a:lumOff val="50000"/>
                  </a:schemeClr>
                </a:solidFill>
                <a:latin typeface="Bahnschrift" panose="020B0502040204020203" pitchFamily="34" charset="0"/>
              </a:rPr>
              <a:t>Robot hoạt động với 2 chu trình như sau:</a:t>
            </a:r>
            <a:endParaRPr lang="en-MY" sz="2000" b="1" dirty="0">
              <a:solidFill>
                <a:schemeClr val="tx1">
                  <a:lumMod val="50000"/>
                  <a:lumOff val="50000"/>
                </a:schemeClr>
              </a:solidFill>
              <a:latin typeface="Bahnschrift" panose="020B0502040204020203" pitchFamily="34" charset="0"/>
            </a:endParaRPr>
          </a:p>
        </p:txBody>
      </p:sp>
      <p:sp>
        <p:nvSpPr>
          <p:cNvPr id="18" name="TextBox 17">
            <a:extLst>
              <a:ext uri="{FF2B5EF4-FFF2-40B4-BE49-F238E27FC236}">
                <a16:creationId xmlns:a16="http://schemas.microsoft.com/office/drawing/2014/main" id="{954BEDB3-51E8-A573-254B-69ADD5611AF3}"/>
              </a:ext>
            </a:extLst>
          </p:cNvPr>
          <p:cNvSpPr txBox="1"/>
          <p:nvPr/>
        </p:nvSpPr>
        <p:spPr>
          <a:xfrm>
            <a:off x="-26050674" y="894648"/>
            <a:ext cx="2660009" cy="769441"/>
          </a:xfrm>
          <a:prstGeom prst="rect">
            <a:avLst/>
          </a:prstGeom>
          <a:noFill/>
        </p:spPr>
        <p:txBody>
          <a:bodyPr wrap="square">
            <a:spAutoFit/>
          </a:bodyPr>
          <a:lstStyle/>
          <a:p>
            <a:r>
              <a:rPr kumimoji="0" lang="vi-VN" sz="1400" b="1" i="0" u="none" strike="noStrike" kern="1200" cap="none" spc="0" normalizeH="0" baseline="0" noProof="0" dirty="0">
                <a:ln>
                  <a:noFill/>
                </a:ln>
                <a:solidFill>
                  <a:prstClr val="black">
                    <a:lumMod val="50000"/>
                    <a:lumOff val="50000"/>
                  </a:prstClr>
                </a:solidFill>
                <a:effectLst/>
                <a:uLnTx/>
                <a:uFillTx/>
                <a:latin typeface="Century Gothic" panose="020B0502020202020204" pitchFamily="34" charset="0"/>
                <a:ea typeface="+mn-ea"/>
                <a:cs typeface="+mn-cs"/>
              </a:rPr>
              <a:t>Nhóm 4	               </a:t>
            </a:r>
            <a:r>
              <a:rPr kumimoji="0" lang="en-MY" sz="4400" b="1" i="0" u="none" strike="noStrike" kern="1200" cap="none" spc="0" normalizeH="0" baseline="0" noProof="0" dirty="0">
                <a:ln>
                  <a:noFill/>
                </a:ln>
                <a:solidFill>
                  <a:prstClr val="black">
                    <a:lumMod val="50000"/>
                    <a:lumOff val="50000"/>
                  </a:prstClr>
                </a:solidFill>
                <a:effectLst/>
                <a:uLnTx/>
                <a:uFillTx/>
                <a:latin typeface="Century Gothic" panose="020B0502020202020204" pitchFamily="34" charset="0"/>
                <a:ea typeface="+mn-ea"/>
                <a:cs typeface="+mn-cs"/>
              </a:rPr>
              <a:t>. . .</a:t>
            </a:r>
            <a:endParaRPr lang="en-MY" dirty="0"/>
          </a:p>
        </p:txBody>
      </p:sp>
      <p:sp>
        <p:nvSpPr>
          <p:cNvPr id="26" name="TextBox 25">
            <a:extLst>
              <a:ext uri="{FF2B5EF4-FFF2-40B4-BE49-F238E27FC236}">
                <a16:creationId xmlns:a16="http://schemas.microsoft.com/office/drawing/2014/main" id="{EE161B78-2B82-864B-BB68-D50A949E443E}"/>
              </a:ext>
            </a:extLst>
          </p:cNvPr>
          <p:cNvSpPr txBox="1"/>
          <p:nvPr/>
        </p:nvSpPr>
        <p:spPr>
          <a:xfrm>
            <a:off x="12839282" y="1232944"/>
            <a:ext cx="1465994" cy="646331"/>
          </a:xfrm>
          <a:prstGeom prst="rect">
            <a:avLst/>
          </a:prstGeom>
          <a:noFill/>
        </p:spPr>
        <p:txBody>
          <a:bodyPr wrap="square">
            <a:spAutoFit/>
          </a:bodyPr>
          <a:lstStyle/>
          <a:p>
            <a:r>
              <a:rPr kumimoji="0" lang="vi-VN" sz="3600" b="1" i="0" u="none" strike="noStrike" kern="1200" cap="none" spc="0" normalizeH="0" baseline="0" noProof="0" dirty="0">
                <a:ln>
                  <a:noFill/>
                </a:ln>
                <a:solidFill>
                  <a:schemeClr val="tx1">
                    <a:lumMod val="75000"/>
                    <a:lumOff val="25000"/>
                  </a:schemeClr>
                </a:solidFill>
                <a:effectLst>
                  <a:outerShdw blurRad="38100" dist="38100" dir="2700000" algn="tl">
                    <a:srgbClr val="000000">
                      <a:alpha val="43137"/>
                    </a:srgbClr>
                  </a:outerShdw>
                </a:effectLst>
                <a:uLnTx/>
                <a:uFillTx/>
                <a:latin typeface="Century Gothic" panose="020B0502020202020204" pitchFamily="34" charset="0"/>
                <a:ea typeface="+mn-ea"/>
                <a:cs typeface="+mn-cs"/>
              </a:rPr>
              <a:t>2. G</a:t>
            </a:r>
            <a:r>
              <a:rPr kumimoji="0" lang="en-MY" sz="3600" b="1" i="0" u="none" strike="noStrike" kern="1200" cap="none" spc="0" normalizeH="0" baseline="0" noProof="0" dirty="0">
                <a:ln>
                  <a:noFill/>
                </a:ln>
                <a:solidFill>
                  <a:schemeClr val="tx1">
                    <a:lumMod val="75000"/>
                    <a:lumOff val="25000"/>
                  </a:schemeClr>
                </a:solidFill>
                <a:effectLst>
                  <a:outerShdw blurRad="38100" dist="38100" dir="2700000" algn="tl">
                    <a:srgbClr val="000000">
                      <a:alpha val="43137"/>
                    </a:srgbClr>
                  </a:outerShdw>
                </a:effectLst>
                <a:uLnTx/>
                <a:uFillTx/>
                <a:latin typeface="Century Gothic" panose="020B0502020202020204" pitchFamily="34" charset="0"/>
              </a:rPr>
              <a:t>o</a:t>
            </a:r>
            <a:endParaRPr lang="en-MY" sz="3600" dirty="0">
              <a:solidFill>
                <a:schemeClr val="tx1">
                  <a:lumMod val="75000"/>
                  <a:lumOff val="25000"/>
                </a:schemeClr>
              </a:solidFill>
              <a:effectLst>
                <a:outerShdw blurRad="38100" dist="38100" dir="2700000" algn="tl">
                  <a:srgbClr val="000000">
                    <a:alpha val="43137"/>
                  </a:srgbClr>
                </a:outerShdw>
              </a:effectLst>
            </a:endParaRPr>
          </a:p>
        </p:txBody>
      </p:sp>
      <p:sp>
        <p:nvSpPr>
          <p:cNvPr id="27" name="TextBox 26">
            <a:extLst>
              <a:ext uri="{FF2B5EF4-FFF2-40B4-BE49-F238E27FC236}">
                <a16:creationId xmlns:a16="http://schemas.microsoft.com/office/drawing/2014/main" id="{093AC4DA-48F2-BD06-C1A7-BFFE4538E21D}"/>
              </a:ext>
            </a:extLst>
          </p:cNvPr>
          <p:cNvSpPr txBox="1"/>
          <p:nvPr/>
        </p:nvSpPr>
        <p:spPr>
          <a:xfrm>
            <a:off x="12806893" y="1720589"/>
            <a:ext cx="2425339" cy="1200329"/>
          </a:xfrm>
          <a:prstGeom prst="rect">
            <a:avLst/>
          </a:prstGeom>
          <a:noFill/>
        </p:spPr>
        <p:txBody>
          <a:bodyPr wrap="square">
            <a:spAutoFit/>
          </a:bodyPr>
          <a:lstStyle/>
          <a:p>
            <a:r>
              <a:rPr kumimoji="0" lang="vi-VN" sz="3600" b="1" i="0" u="none" strike="noStrike" kern="1200" cap="none" spc="0" normalizeH="0" baseline="0" noProof="0" dirty="0">
                <a:ln>
                  <a:noFill/>
                </a:ln>
                <a:solidFill>
                  <a:prstClr val="black">
                    <a:lumMod val="75000"/>
                    <a:lumOff val="25000"/>
                  </a:prstClr>
                </a:solidFill>
                <a:effectLst>
                  <a:outerShdw blurRad="50800" dist="38100" dir="5400000" algn="t" rotWithShape="0">
                    <a:prstClr val="black">
                      <a:alpha val="40000"/>
                    </a:prstClr>
                  </a:outerShdw>
                </a:effectLst>
                <a:uLnTx/>
                <a:uFillTx/>
                <a:latin typeface="Bahnschrift" panose="020B0502040204020203" pitchFamily="34" charset="0"/>
              </a:rPr>
              <a:t>Thực hiện cân bằng</a:t>
            </a:r>
            <a:endParaRPr lang="en-MY" sz="1050" dirty="0">
              <a:latin typeface="Bahnschrift" panose="020B0502040204020203" pitchFamily="34" charset="0"/>
            </a:endParaRPr>
          </a:p>
        </p:txBody>
      </p:sp>
      <p:pic>
        <p:nvPicPr>
          <p:cNvPr id="35" name="Picture 34">
            <a:extLst>
              <a:ext uri="{FF2B5EF4-FFF2-40B4-BE49-F238E27FC236}">
                <a16:creationId xmlns:a16="http://schemas.microsoft.com/office/drawing/2014/main" id="{98F5FD83-BD40-9722-1886-E979CF399688}"/>
              </a:ext>
            </a:extLst>
          </p:cNvPr>
          <p:cNvPicPr>
            <a:picLocks noChangeAspect="1"/>
          </p:cNvPicPr>
          <p:nvPr/>
        </p:nvPicPr>
        <p:blipFill>
          <a:blip r:embed="rId17">
            <a:extLst>
              <a:ext uri="{BEBA8EAE-BF5A-486C-A8C5-ECC9F3942E4B}">
                <a14:imgProps xmlns:a14="http://schemas.microsoft.com/office/drawing/2010/main">
                  <a14:imgLayer r:embed="rId18">
                    <a14:imgEffect>
                      <a14:sharpenSoften amount="50000"/>
                    </a14:imgEffect>
                    <a14:imgEffect>
                      <a14:colorTemperature colorTemp="4700"/>
                    </a14:imgEffect>
                    <a14:imgEffect>
                      <a14:saturation sat="300000"/>
                    </a14:imgEffect>
                    <a14:imgEffect>
                      <a14:brightnessContrast contrast="40000"/>
                    </a14:imgEffect>
                  </a14:imgLayer>
                </a14:imgProps>
              </a:ext>
              <a:ext uri="{28A0092B-C50C-407E-A947-70E740481C1C}">
                <a14:useLocalDpi xmlns:a14="http://schemas.microsoft.com/office/drawing/2010/main" val="0"/>
              </a:ext>
            </a:extLst>
          </a:blip>
          <a:srcRect l="29289" t="17062" r="29532" b="9760"/>
          <a:stretch>
            <a:fillRect/>
          </a:stretch>
        </p:blipFill>
        <p:spPr>
          <a:xfrm>
            <a:off x="243234" y="323326"/>
            <a:ext cx="641534" cy="641534"/>
          </a:xfrm>
          <a:custGeom>
            <a:avLst/>
            <a:gdLst>
              <a:gd name="connsiteX0" fmla="*/ 669147 w 1338294"/>
              <a:gd name="connsiteY0" fmla="*/ 0 h 1338294"/>
              <a:gd name="connsiteX1" fmla="*/ 1338294 w 1338294"/>
              <a:gd name="connsiteY1" fmla="*/ 669147 h 1338294"/>
              <a:gd name="connsiteX2" fmla="*/ 669147 w 1338294"/>
              <a:gd name="connsiteY2" fmla="*/ 1338294 h 1338294"/>
              <a:gd name="connsiteX3" fmla="*/ 0 w 1338294"/>
              <a:gd name="connsiteY3" fmla="*/ 669147 h 1338294"/>
              <a:gd name="connsiteX4" fmla="*/ 669147 w 1338294"/>
              <a:gd name="connsiteY4" fmla="*/ 0 h 1338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8294" h="1338294">
                <a:moveTo>
                  <a:pt x="669147" y="0"/>
                </a:moveTo>
                <a:cubicBezTo>
                  <a:pt x="1038707" y="0"/>
                  <a:pt x="1338294" y="299587"/>
                  <a:pt x="1338294" y="669147"/>
                </a:cubicBezTo>
                <a:cubicBezTo>
                  <a:pt x="1338294" y="1038707"/>
                  <a:pt x="1038707" y="1338294"/>
                  <a:pt x="669147" y="1338294"/>
                </a:cubicBezTo>
                <a:cubicBezTo>
                  <a:pt x="299587" y="1338294"/>
                  <a:pt x="0" y="1038707"/>
                  <a:pt x="0" y="669147"/>
                </a:cubicBezTo>
                <a:cubicBezTo>
                  <a:pt x="0" y="299587"/>
                  <a:pt x="299587" y="0"/>
                  <a:pt x="669147" y="0"/>
                </a:cubicBezTo>
                <a:close/>
              </a:path>
            </a:pathLst>
          </a:custGeom>
        </p:spPr>
      </p:pic>
      <p:sp>
        <p:nvSpPr>
          <p:cNvPr id="38" name="TextBox 37">
            <a:extLst>
              <a:ext uri="{FF2B5EF4-FFF2-40B4-BE49-F238E27FC236}">
                <a16:creationId xmlns:a16="http://schemas.microsoft.com/office/drawing/2014/main" id="{3EA20E36-293B-EE10-439E-1C288DAC59DA}"/>
              </a:ext>
            </a:extLst>
          </p:cNvPr>
          <p:cNvSpPr txBox="1"/>
          <p:nvPr/>
        </p:nvSpPr>
        <p:spPr>
          <a:xfrm>
            <a:off x="4463905" y="527418"/>
            <a:ext cx="3187413" cy="707886"/>
          </a:xfrm>
          <a:prstGeom prst="rect">
            <a:avLst/>
          </a:prstGeom>
          <a:noFill/>
        </p:spPr>
        <p:txBody>
          <a:bodyPr wrap="square">
            <a:spAutoFit/>
          </a:bodyPr>
          <a:lstStyle/>
          <a:p>
            <a:r>
              <a:rPr lang="vi-VN" sz="4000" b="1" dirty="0">
                <a:solidFill>
                  <a:prstClr val="black">
                    <a:lumMod val="75000"/>
                    <a:lumOff val="25000"/>
                  </a:prstClr>
                </a:solidFill>
                <a:effectLst>
                  <a:outerShdw blurRad="50800" dist="38100" dir="5400000" algn="t" rotWithShape="0">
                    <a:prstClr val="black">
                      <a:alpha val="40000"/>
                    </a:prstClr>
                  </a:outerShdw>
                </a:effectLst>
                <a:latin typeface="Century Gothic" panose="020B0502020202020204" pitchFamily="34" charset="0"/>
              </a:rPr>
              <a:t>1. </a:t>
            </a:r>
            <a:r>
              <a:rPr lang="en-MY" sz="4000" b="1" dirty="0">
                <a:solidFill>
                  <a:prstClr val="black">
                    <a:lumMod val="75000"/>
                    <a:lumOff val="25000"/>
                  </a:prstClr>
                </a:solidFill>
                <a:effectLst>
                  <a:outerShdw blurRad="50800" dist="38100" dir="5400000" algn="t" rotWithShape="0">
                    <a:prstClr val="black">
                      <a:alpha val="40000"/>
                    </a:prstClr>
                  </a:outerShdw>
                </a:effectLst>
                <a:latin typeface="Century Gothic" panose="020B0502020202020204" pitchFamily="34" charset="0"/>
              </a:rPr>
              <a:t>R</a:t>
            </a:r>
            <a:r>
              <a:rPr kumimoji="0" lang="en-MY" sz="4000" b="1" i="0" u="none" strike="noStrike" kern="1200" cap="none" spc="0" normalizeH="0" baseline="0" noProof="0" dirty="0" err="1">
                <a:ln>
                  <a:noFill/>
                </a:ln>
                <a:solidFill>
                  <a:prstClr val="black">
                    <a:lumMod val="75000"/>
                    <a:lumOff val="25000"/>
                  </a:prstClr>
                </a:solidFill>
                <a:effectLst>
                  <a:outerShdw blurRad="50800" dist="38100" dir="5400000" algn="t" rotWithShape="0">
                    <a:prstClr val="black">
                      <a:alpha val="40000"/>
                    </a:prstClr>
                  </a:outerShdw>
                </a:effectLst>
                <a:uLnTx/>
                <a:uFillTx/>
                <a:latin typeface="Century Gothic" panose="020B0502020202020204" pitchFamily="34" charset="0"/>
                <a:ea typeface="+mn-ea"/>
                <a:cs typeface="+mn-cs"/>
              </a:rPr>
              <a:t>ecords</a:t>
            </a:r>
            <a:endParaRPr lang="en-MY" sz="1100" dirty="0"/>
          </a:p>
        </p:txBody>
      </p:sp>
      <p:sp>
        <p:nvSpPr>
          <p:cNvPr id="39" name="TextBox 38">
            <a:extLst>
              <a:ext uri="{FF2B5EF4-FFF2-40B4-BE49-F238E27FC236}">
                <a16:creationId xmlns:a16="http://schemas.microsoft.com/office/drawing/2014/main" id="{34AE135B-92BD-C7B9-B6EB-5E38696D4899}"/>
              </a:ext>
            </a:extLst>
          </p:cNvPr>
          <p:cNvSpPr txBox="1"/>
          <p:nvPr/>
        </p:nvSpPr>
        <p:spPr>
          <a:xfrm>
            <a:off x="4435201" y="1098668"/>
            <a:ext cx="4416473" cy="707886"/>
          </a:xfrm>
          <a:prstGeom prst="rect">
            <a:avLst/>
          </a:prstGeom>
          <a:noFill/>
        </p:spPr>
        <p:txBody>
          <a:bodyPr wrap="square">
            <a:spAutoFit/>
          </a:bodyPr>
          <a:lstStyle/>
          <a:p>
            <a:r>
              <a:rPr kumimoji="0" lang="vi-VN" sz="4000" b="1" i="0" u="none" strike="noStrike" kern="1200" cap="none" spc="0" normalizeH="0" baseline="0" noProof="0" dirty="0">
                <a:ln>
                  <a:noFill/>
                </a:ln>
                <a:solidFill>
                  <a:prstClr val="black">
                    <a:lumMod val="75000"/>
                    <a:lumOff val="25000"/>
                  </a:prstClr>
                </a:solidFill>
                <a:effectLst>
                  <a:outerShdw blurRad="50800" dist="38100" dir="5400000" algn="t" rotWithShape="0">
                    <a:prstClr val="black">
                      <a:alpha val="40000"/>
                    </a:prstClr>
                  </a:outerShdw>
                </a:effectLst>
                <a:uLnTx/>
                <a:uFillTx/>
                <a:latin typeface="Bahnschrift" panose="020B0502040204020203" pitchFamily="34" charset="0"/>
              </a:rPr>
              <a:t>Ghi lại các VTCB</a:t>
            </a:r>
            <a:endParaRPr lang="en-MY" sz="1100" dirty="0">
              <a:latin typeface="Bahnschrift" panose="020B0502040204020203" pitchFamily="34" charset="0"/>
            </a:endParaRPr>
          </a:p>
        </p:txBody>
      </p:sp>
      <p:pic>
        <p:nvPicPr>
          <p:cNvPr id="40" name="Picture 39" descr="Diagram, engineering drawing&#10;&#10;Description automatically generated">
            <a:extLst>
              <a:ext uri="{FF2B5EF4-FFF2-40B4-BE49-F238E27FC236}">
                <a16:creationId xmlns:a16="http://schemas.microsoft.com/office/drawing/2014/main" id="{967A0482-C285-C23D-DD4D-F1D02C073292}"/>
              </a:ext>
            </a:extLst>
          </p:cNvPr>
          <p:cNvPicPr>
            <a:picLocks noChangeAspect="1"/>
          </p:cNvPicPr>
          <p:nvPr/>
        </p:nvPicPr>
        <p:blipFill rotWithShape="1">
          <a:blip r:embed="rId19">
            <a:extLst>
              <a:ext uri="{BEBA8EAE-BF5A-486C-A8C5-ECC9F3942E4B}">
                <a14:imgProps xmlns:a14="http://schemas.microsoft.com/office/drawing/2010/main">
                  <a14:imgLayer r:embed="rId20">
                    <a14:imgEffect>
                      <a14:backgroundRemoval t="4167" b="98264" l="4297" r="98633">
                        <a14:foregroundMark x1="13127" y1="66829" x2="7850" y2="55402"/>
                        <a14:foregroundMark x1="43816" y1="5602" x2="46484" y2="4514"/>
                        <a14:foregroundMark x1="46484" y1="4514" x2="56694" y2="7023"/>
                        <a14:foregroundMark x1="87896" y1="31073" x2="89004" y2="32390"/>
                        <a14:foregroundMark x1="99580" y1="67718" x2="99609" y2="68056"/>
                        <a14:foregroundMark x1="99609" y1="68056" x2="96736" y2="72089"/>
                        <a14:foregroundMark x1="22735" y1="88175" x2="24773" y2="89647"/>
                        <a14:foregroundMark x1="18505" y1="85121" x2="22146" y2="87750"/>
                        <a14:foregroundMark x1="50151" y1="94041" x2="54883" y2="92882"/>
                        <a14:foregroundMark x1="54883" y1="92882" x2="46094" y2="70486"/>
                        <a14:foregroundMark x1="46094" y1="70486" x2="22656" y2="61111"/>
                        <a14:foregroundMark x1="22656" y1="61111" x2="9200" y2="63638"/>
                        <a14:foregroundMark x1="47852" y1="37847" x2="73438" y2="50174"/>
                        <a14:foregroundMark x1="73438" y1="50174" x2="86719" y2="41840"/>
                        <a14:foregroundMark x1="86719" y1="41840" x2="67969" y2="22743"/>
                        <a14:foregroundMark x1="67969" y1="22743" x2="49609" y2="23611"/>
                        <a14:foregroundMark x1="49609" y1="23611" x2="44336" y2="40104"/>
                        <a14:foregroundMark x1="44336" y1="40104" x2="45703" y2="43056"/>
                        <a14:foregroundMark x1="44141" y1="28125" x2="17188" y2="55208"/>
                        <a14:foregroundMark x1="17188" y1="55208" x2="33789" y2="61458"/>
                        <a14:foregroundMark x1="33789" y1="61458" x2="53125" y2="37674"/>
                        <a14:foregroundMark x1="53125" y1="37674" x2="51758" y2="27604"/>
                        <a14:foregroundMark x1="42383" y1="27083" x2="48242" y2="51910"/>
                        <a14:foregroundMark x1="48242" y1="51910" x2="50195" y2="33507"/>
                        <a14:foregroundMark x1="50195" y1="33507" x2="35547" y2="28646"/>
                        <a14:foregroundMark x1="35547" y1="28646" x2="34180" y2="29514"/>
                        <a14:foregroundMark x1="31055" y1="31944" x2="41153" y2="11473"/>
                        <a14:foregroundMark x1="43140" y1="9056" x2="57227" y2="4340"/>
                        <a14:foregroundMark x1="61926" y1="11546" x2="65039" y2="16319"/>
                        <a14:foregroundMark x1="57227" y1="4340" x2="58158" y2="5768"/>
                        <a14:foregroundMark x1="65039" y1="16319" x2="58203" y2="28646"/>
                        <a14:foregroundMark x1="16797" y1="24653" x2="8347" y2="29433"/>
                        <a14:foregroundMark x1="7844" y1="41676" x2="15820" y2="25174"/>
                        <a14:foregroundMark x1="15820" y1="25174" x2="15103" y2="25009"/>
                        <a14:foregroundMark x1="19531" y1="61632" x2="16329" y2="69432"/>
                        <a14:foregroundMark x1="36766" y1="86041" x2="45313" y2="73264"/>
                        <a14:foregroundMark x1="45313" y1="73264" x2="26953" y2="66146"/>
                        <a14:foregroundMark x1="16620" y1="84516" x2="16406" y2="84896"/>
                        <a14:foregroundMark x1="26953" y1="66146" x2="22453" y2="74146"/>
                        <a14:foregroundMark x1="22811" y1="87884" x2="23717" y2="88307"/>
                        <a14:foregroundMark x1="19291" y1="86242" x2="22187" y2="87593"/>
                        <a14:foregroundMark x1="16406" y1="84896" x2="17119" y2="85229"/>
                        <a14:foregroundMark x1="42039" y1="90326" x2="50000" y2="85243"/>
                        <a14:foregroundMark x1="50000" y1="85243" x2="37891" y2="68056"/>
                        <a14:foregroundMark x1="37891" y1="68056" x2="29297" y2="66840"/>
                        <a14:foregroundMark x1="58203" y1="79514" x2="65712" y2="86189"/>
                        <a14:foregroundMark x1="92276" y1="47203" x2="90820" y2="45139"/>
                        <a14:foregroundMark x1="90820" y1="45139" x2="72266" y2="46528"/>
                        <a14:foregroundMark x1="72266" y1="46528" x2="60352" y2="72049"/>
                        <a14:foregroundMark x1="60352" y1="72049" x2="59961" y2="84375"/>
                        <a14:foregroundMark x1="56055" y1="45486" x2="76758" y2="46875"/>
                        <a14:foregroundMark x1="76758" y1="46875" x2="79297" y2="33681"/>
                        <a14:foregroundMark x1="79297" y1="33681" x2="66211" y2="24306"/>
                        <a14:foregroundMark x1="66211" y1="24306" x2="51953" y2="22917"/>
                        <a14:foregroundMark x1="51953" y1="22917" x2="49414" y2="23785"/>
                        <a14:foregroundMark x1="59961" y1="21354" x2="72070" y2="45139"/>
                        <a14:foregroundMark x1="72070" y1="45139" x2="79102" y2="31944"/>
                        <a14:foregroundMark x1="79102" y1="31944" x2="58594" y2="22743"/>
                        <a14:foregroundMark x1="58594" y1="22743" x2="51758" y2="28646"/>
                        <a14:foregroundMark x1="40884" y1="90132" x2="42867" y2="91916"/>
                        <a14:foregroundMark x1="11328" y1="63542" x2="40735" y2="89998"/>
                        <a14:foregroundMark x1="43205" y1="91611" x2="37695" y2="77083"/>
                        <a14:foregroundMark x1="37695" y1="77083" x2="20508" y2="60590"/>
                        <a14:foregroundMark x1="15234" y1="63021" x2="23310" y2="74908"/>
                        <a14:foregroundMark x1="37607" y1="87617" x2="21094" y2="62500"/>
                        <a14:foregroundMark x1="11328" y1="66319" x2="11328" y2="66319"/>
                        <a14:foregroundMark x1="15234" y1="62500" x2="20312" y2="72979"/>
                        <a14:foregroundMark x1="23443" y1="75025" x2="31055" y2="78472"/>
                        <a14:foregroundMark x1="11914" y1="65451" x2="30664" y2="77951"/>
                        <a14:foregroundMark x1="30664" y1="77951" x2="38672" y2="75174"/>
                        <a14:foregroundMark x1="57813" y1="5035" x2="82227" y2="25868"/>
                        <a14:foregroundMark x1="82227" y1="25868" x2="66211" y2="18403"/>
                        <a14:foregroundMark x1="66211" y1="18403" x2="58789" y2="6597"/>
                        <a14:foregroundMark x1="81055" y1="25174" x2="80859" y2="26389"/>
                        <a14:foregroundMark x1="81836" y1="24826" x2="89140" y2="33001"/>
                        <a14:foregroundMark x1="90199" y1="37797" x2="88477" y2="38715"/>
                        <a14:foregroundMark x1="72269" y1="82317" x2="68164" y2="83333"/>
                        <a14:foregroundMark x1="68164" y1="83333" x2="65047" y2="86581"/>
                        <a14:foregroundMark x1="44712" y1="92529" x2="49805" y2="96528"/>
                        <a14:foregroundMark x1="40991" y1="89608" x2="43362" y2="91470"/>
                        <a14:foregroundMark x1="31198" y1="81919" x2="40907" y2="89543"/>
                        <a14:foregroundMark x1="11328" y1="66319" x2="20047" y2="73164"/>
                        <a14:foregroundMark x1="42464" y1="94552" x2="46484" y2="98264"/>
                        <a14:foregroundMark x1="44578" y1="91594" x2="43359" y2="87326"/>
                        <a14:foregroundMark x1="46484" y1="98264" x2="44818" y2="92433"/>
                        <a14:foregroundMark x1="50391" y1="92882" x2="48633" y2="95833"/>
                        <a14:foregroundMark x1="40770" y1="90432" x2="41211" y2="90799"/>
                        <a14:foregroundMark x1="17188" y1="70833" x2="40619" y2="90307"/>
                        <a14:foregroundMark x1="41211" y1="90799" x2="41992" y2="91146"/>
                        <a14:foregroundMark x1="8780" y1="47155" x2="9766" y2="47917"/>
                        <a14:foregroundMark x1="5078" y1="33854" x2="46094" y2="6424"/>
                        <a14:foregroundMark x1="44727" y1="7292" x2="15625" y2="24132"/>
                        <a14:foregroundMark x1="15625" y1="24132" x2="6445" y2="32118"/>
                        <a14:foregroundMark x1="46094" y1="5208" x2="5859" y2="30729"/>
                        <a14:foregroundMark x1="5859" y1="30729" x2="6445" y2="36111"/>
                        <a14:foregroundMark x1="44141" y1="5729" x2="54102" y2="5035"/>
                        <a14:foregroundMark x1="7422" y1="30729" x2="6055" y2="40625"/>
                        <a14:foregroundMark x1="6836" y1="31250" x2="6250" y2="38889"/>
                        <a14:backgroundMark x1="22931" y1="14221" x2="27930" y2="10417"/>
                        <a14:backgroundMark x1="43964" y1="3407" x2="51758" y2="0"/>
                        <a14:backgroundMark x1="40596" y1="4880" x2="41883" y2="4317"/>
                        <a14:backgroundMark x1="27930" y1="10417" x2="29681" y2="9652"/>
                        <a14:backgroundMark x1="4302" y1="49075" x2="4168" y2="48656"/>
                        <a14:backgroundMark x1="8129" y1="61090" x2="4368" y2="49283"/>
                        <a14:backgroundMark x1="13348" y1="20708" x2="15430" y2="18576"/>
                        <a14:backgroundMark x1="15430" y1="18576" x2="18723" y2="17069"/>
                        <a14:backgroundMark x1="57952" y1="3095" x2="61133" y2="2431"/>
                        <a14:backgroundMark x1="78329" y1="14792" x2="83594" y2="18576"/>
                        <a14:backgroundMark x1="71173" y1="9648" x2="71475" y2="9865"/>
                        <a14:backgroundMark x1="61133" y1="2431" x2="67145" y2="6752"/>
                        <a14:backgroundMark x1="83594" y1="18576" x2="85804" y2="23258"/>
                        <a14:backgroundMark x1="5273" y1="64410" x2="9405" y2="67768"/>
                        <a14:backgroundMark x1="41013" y1="97442" x2="31055" y2="96875"/>
                        <a14:backgroundMark x1="31055" y1="96875" x2="13672" y2="87847"/>
                        <a14:backgroundMark x1="13672" y1="87847" x2="7031" y2="65972"/>
                        <a14:backgroundMark x1="5273" y1="69792" x2="24731" y2="82421"/>
                        <a14:backgroundMark x1="30774" y1="87989" x2="34961" y2="98438"/>
                        <a14:backgroundMark x1="34961" y1="98438" x2="21875" y2="90972"/>
                        <a14:backgroundMark x1="21875" y1="90972" x2="7031" y2="69792"/>
                        <a14:backgroundMark x1="7031" y1="76563" x2="24805" y2="84549"/>
                        <a14:backgroundMark x1="24805" y1="84549" x2="33008" y2="94965"/>
                        <a14:backgroundMark x1="33008" y1="94965" x2="4688" y2="83681"/>
                        <a14:backgroundMark x1="4688" y1="83681" x2="8008" y2="74132"/>
                        <a14:backgroundMark x1="7422" y1="80903" x2="20117" y2="96875"/>
                        <a14:backgroundMark x1="20117" y1="96875" x2="23828" y2="82639"/>
                        <a14:backgroundMark x1="23828" y1="82639" x2="10547" y2="79514"/>
                        <a14:backgroundMark x1="10547" y1="79514" x2="7031" y2="88715"/>
                        <a14:backgroundMark x1="56055" y1="99826" x2="83020" y2="82498"/>
                        <a14:backgroundMark x1="84276" y1="82187" x2="77344" y2="91667"/>
                        <a14:backgroundMark x1="77344" y1="91667" x2="59375" y2="97396"/>
                        <a14:backgroundMark x1="59375" y1="97396" x2="59375" y2="97396"/>
                        <a14:backgroundMark x1="81479" y1="82879" x2="70313" y2="92014"/>
                        <a14:backgroundMark x1="77450" y1="17648" x2="77296" y2="17600"/>
                        <a14:backgroundMark x1="84375" y1="19792" x2="78272" y2="17903"/>
                        <a14:backgroundMark x1="11683" y1="23461" x2="3711" y2="27604"/>
                        <a14:backgroundMark x1="34766" y1="8160" x2="37528" y2="7080"/>
                        <a14:backgroundMark x1="68452" y1="8522" x2="78906" y2="11111"/>
                        <a14:backgroundMark x1="76836" y1="17208" x2="77930" y2="17882"/>
                        <a14:backgroundMark x1="89261" y1="28404" x2="91992" y2="30035"/>
                        <a14:backgroundMark x1="91992" y1="30035" x2="91992" y2="30035"/>
                        <a14:backgroundMark x1="91602" y1="28819" x2="97852" y2="57118"/>
                        <a14:backgroundMark x1="97852" y1="57118" x2="99805" y2="30729"/>
                        <a14:backgroundMark x1="97070" y1="56424" x2="99414" y2="65278"/>
                        <a14:backgroundMark x1="97656" y1="62674" x2="99219" y2="63889"/>
                        <a14:backgroundMark x1="98242" y1="64410" x2="87891" y2="76563"/>
                        <a14:backgroundMark x1="87891" y1="76563" x2="61133" y2="92361"/>
                        <a14:backgroundMark x1="61133" y1="92361" x2="80664" y2="91840"/>
                        <a14:backgroundMark x1="80664" y1="91840" x2="97266" y2="82813"/>
                        <a14:backgroundMark x1="97266" y1="82813" x2="99219" y2="67708"/>
                        <a14:backgroundMark x1="63281" y1="89410" x2="62891" y2="89410"/>
                        <a14:backgroundMark x1="61328" y1="92014" x2="56641" y2="98264"/>
                        <a14:backgroundMark x1="57617" y1="94965" x2="51172" y2="97569"/>
                        <a14:backgroundMark x1="87695" y1="81771" x2="99805" y2="71528"/>
                        <a14:backgroundMark x1="84570" y1="82118" x2="98438" y2="68056"/>
                        <a14:backgroundMark x1="85352" y1="77604" x2="96680" y2="69965"/>
                        <a14:backgroundMark x1="96680" y1="72049" x2="93359" y2="74826"/>
                        <a14:backgroundMark x1="90430" y1="76910" x2="94727" y2="73090"/>
                        <a14:backgroundMark x1="89648" y1="72396" x2="83008" y2="78125"/>
                        <a14:backgroundMark x1="49237" y1="96955" x2="50000" y2="97396"/>
                        <a14:backgroundMark x1="38994" y1="92995" x2="40625" y2="94444"/>
                        <a14:backgroundMark x1="18164" y1="74479" x2="38986" y2="92988"/>
                        <a14:backgroundMark x1="39110" y1="92866" x2="38806" y2="92550"/>
                        <a14:backgroundMark x1="40625" y1="94444" x2="39661" y2="93440"/>
                        <a14:backgroundMark x1="40039" y1="93403" x2="39648" y2="92882"/>
                        <a14:backgroundMark x1="41406" y1="93229" x2="42969" y2="94097"/>
                        <a14:backgroundMark x1="39844" y1="92882" x2="40039" y2="91840"/>
                        <a14:backgroundMark x1="41406" y1="93403" x2="40430" y2="93056"/>
                        <a14:backgroundMark x1="1529" y1="32291" x2="1172" y2="30035"/>
                        <a14:backgroundMark x1="3651" y1="45678" x2="3473" y2="44557"/>
                        <a14:backgroundMark x1="5078" y1="54688" x2="3900" y2="47253"/>
                        <a14:backgroundMark x1="7031" y1="54688" x2="6468" y2="49238"/>
                        <a14:backgroundMark x1="5469" y1="52951" x2="195" y2="34028"/>
                        <a14:backgroundMark x1="3994" y1="40401" x2="4883" y2="43229"/>
                        <a14:backgroundMark x1="1172" y1="31424" x2="3122" y2="37627"/>
                        <a14:backgroundMark x1="3093" y1="36639" x2="2148" y2="33160"/>
                        <a14:backgroundMark x1="4883" y1="43229" x2="4119" y2="40415"/>
                        <a14:backgroundMark x1="3680" y1="28887" x2="195" y2="29861"/>
                        <a14:backgroundMark x1="4102" y1="41840" x2="6445" y2="51563"/>
                      </a14:backgroundRemoval>
                    </a14:imgEffect>
                  </a14:imgLayer>
                </a14:imgProps>
              </a:ext>
            </a:extLst>
          </a:blip>
          <a:srcRect l="2735" t="1216" r="1563" b="1736"/>
          <a:stretch/>
        </p:blipFill>
        <p:spPr bwMode="auto">
          <a:xfrm rot="9399087">
            <a:off x="8581995" y="12268899"/>
            <a:ext cx="3342983" cy="3813608"/>
          </a:xfrm>
          <a:prstGeom prst="rect">
            <a:avLst/>
          </a:prstGeom>
          <a:ln>
            <a:noFill/>
          </a:ln>
          <a:extLst>
            <a:ext uri="{53640926-AAD7-44D8-BBD7-CCE9431645EC}">
              <a14:shadowObscured xmlns:a14="http://schemas.microsoft.com/office/drawing/2010/main"/>
            </a:ext>
          </a:extLst>
        </p:spPr>
      </p:pic>
      <p:sp>
        <p:nvSpPr>
          <p:cNvPr id="43" name="TextBox 42">
            <a:extLst>
              <a:ext uri="{FF2B5EF4-FFF2-40B4-BE49-F238E27FC236}">
                <a16:creationId xmlns:a16="http://schemas.microsoft.com/office/drawing/2014/main" id="{E70003D7-BC62-01CC-D385-0A66B30FA2D8}"/>
              </a:ext>
            </a:extLst>
          </p:cNvPr>
          <p:cNvSpPr txBox="1"/>
          <p:nvPr/>
        </p:nvSpPr>
        <p:spPr>
          <a:xfrm rot="5400000">
            <a:off x="-417154" y="1897981"/>
            <a:ext cx="2056174" cy="523220"/>
          </a:xfrm>
          <a:prstGeom prst="rect">
            <a:avLst/>
          </a:prstGeom>
          <a:noFill/>
        </p:spPr>
        <p:txBody>
          <a:bodyPr wrap="square" rtlCol="0">
            <a:spAutoFit/>
          </a:bodyPr>
          <a:lstStyle/>
          <a:p>
            <a:r>
              <a:rPr lang="vi-VN" sz="2800" b="1" dirty="0">
                <a:solidFill>
                  <a:srgbClr val="A776D9"/>
                </a:solidFill>
                <a:latin typeface="Century Gothic" panose="020B0502020202020204" pitchFamily="34" charset="0"/>
              </a:rPr>
              <a:t>- Nhóm 4 -</a:t>
            </a:r>
            <a:endParaRPr lang="en-MY" sz="2800" b="1" dirty="0">
              <a:solidFill>
                <a:srgbClr val="A776D9"/>
              </a:solidFill>
              <a:latin typeface="Century Gothic" panose="020B0502020202020204" pitchFamily="34" charset="0"/>
            </a:endParaRPr>
          </a:p>
        </p:txBody>
      </p:sp>
      <p:sp>
        <p:nvSpPr>
          <p:cNvPr id="44" name="TextBox 43">
            <a:extLst>
              <a:ext uri="{FF2B5EF4-FFF2-40B4-BE49-F238E27FC236}">
                <a16:creationId xmlns:a16="http://schemas.microsoft.com/office/drawing/2014/main" id="{FD3698E4-409E-3AAC-6CFE-462CFA26CDCE}"/>
              </a:ext>
            </a:extLst>
          </p:cNvPr>
          <p:cNvSpPr txBox="1"/>
          <p:nvPr/>
        </p:nvSpPr>
        <p:spPr>
          <a:xfrm>
            <a:off x="2404578" y="10428680"/>
            <a:ext cx="3665970" cy="584775"/>
          </a:xfrm>
          <a:prstGeom prst="rect">
            <a:avLst/>
          </a:prstGeom>
          <a:noFill/>
        </p:spPr>
        <p:txBody>
          <a:bodyPr wrap="square">
            <a:spAutoFit/>
          </a:bodyPr>
          <a:lstStyle/>
          <a:p>
            <a:pPr algn="ctr"/>
            <a:r>
              <a:rPr lang="vi-VN" sz="1600" dirty="0">
                <a:solidFill>
                  <a:schemeClr val="tx1">
                    <a:lumMod val="50000"/>
                    <a:lumOff val="50000"/>
                  </a:schemeClr>
                </a:solidFill>
                <a:latin typeface="Bahnschrift" panose="020B0502040204020203" pitchFamily="34" charset="0"/>
              </a:rPr>
              <a:t>Cân bằng trên ba cạnh chung giữa ba mặt chứa bánh quán tính và động cơ.</a:t>
            </a:r>
            <a:endParaRPr lang="en-MY" sz="1600" dirty="0">
              <a:solidFill>
                <a:schemeClr val="tx1">
                  <a:lumMod val="50000"/>
                  <a:lumOff val="50000"/>
                </a:schemeClr>
              </a:solidFill>
              <a:latin typeface="Bahnschrift" panose="020B0502040204020203" pitchFamily="34" charset="0"/>
            </a:endParaRPr>
          </a:p>
        </p:txBody>
      </p:sp>
      <p:sp>
        <p:nvSpPr>
          <p:cNvPr id="45" name="TextBox 44">
            <a:extLst>
              <a:ext uri="{FF2B5EF4-FFF2-40B4-BE49-F238E27FC236}">
                <a16:creationId xmlns:a16="http://schemas.microsoft.com/office/drawing/2014/main" id="{0A5705E5-3D11-E918-7A5A-77F968FFC6F0}"/>
              </a:ext>
            </a:extLst>
          </p:cNvPr>
          <p:cNvSpPr txBox="1"/>
          <p:nvPr/>
        </p:nvSpPr>
        <p:spPr>
          <a:xfrm>
            <a:off x="2654577" y="9515495"/>
            <a:ext cx="2184559" cy="646331"/>
          </a:xfrm>
          <a:prstGeom prst="rect">
            <a:avLst/>
          </a:prstGeom>
          <a:noFill/>
        </p:spPr>
        <p:txBody>
          <a:bodyPr wrap="square">
            <a:spAutoFit/>
          </a:bodyPr>
          <a:lstStyle/>
          <a:p>
            <a:r>
              <a:rPr lang="vi-VN" sz="3600" b="1" dirty="0">
                <a:solidFill>
                  <a:prstClr val="black">
                    <a:lumMod val="75000"/>
                    <a:lumOff val="25000"/>
                  </a:prstClr>
                </a:solidFill>
                <a:effectLst>
                  <a:outerShdw blurRad="50800" dist="38100" dir="5400000" algn="t" rotWithShape="0">
                    <a:prstClr val="black">
                      <a:alpha val="40000"/>
                    </a:prstClr>
                  </a:outerShdw>
                </a:effectLst>
                <a:latin typeface="Bahnschrift" panose="020B0502040204020203" pitchFamily="34" charset="0"/>
              </a:rPr>
              <a:t>VTCB</a:t>
            </a:r>
            <a:endParaRPr lang="en-MY" dirty="0">
              <a:latin typeface="Bahnschrift" panose="020B0502040204020203" pitchFamily="34" charset="0"/>
            </a:endParaRPr>
          </a:p>
        </p:txBody>
      </p:sp>
      <p:sp>
        <p:nvSpPr>
          <p:cNvPr id="48" name="TextBox 47">
            <a:extLst>
              <a:ext uri="{FF2B5EF4-FFF2-40B4-BE49-F238E27FC236}">
                <a16:creationId xmlns:a16="http://schemas.microsoft.com/office/drawing/2014/main" id="{87B3A4CD-6951-E03A-20FC-6DB86746F4BB}"/>
              </a:ext>
            </a:extLst>
          </p:cNvPr>
          <p:cNvSpPr txBox="1"/>
          <p:nvPr/>
        </p:nvSpPr>
        <p:spPr>
          <a:xfrm>
            <a:off x="3834923" y="9528170"/>
            <a:ext cx="3564806" cy="646331"/>
          </a:xfrm>
          <a:prstGeom prst="rect">
            <a:avLst/>
          </a:prstGeom>
          <a:noFill/>
        </p:spPr>
        <p:txBody>
          <a:bodyPr wrap="square">
            <a:spAutoFit/>
          </a:bodyPr>
          <a:lstStyle/>
          <a:p>
            <a:r>
              <a:rPr kumimoji="0" lang="vi-VN" sz="3600" b="1" i="0" u="none" strike="noStrike" kern="1200" cap="none" spc="0" normalizeH="0" baseline="0" noProof="0" dirty="0">
                <a:ln>
                  <a:noFill/>
                </a:ln>
                <a:solidFill>
                  <a:prstClr val="black">
                    <a:lumMod val="75000"/>
                    <a:lumOff val="25000"/>
                  </a:prstClr>
                </a:solidFill>
                <a:effectLst>
                  <a:outerShdw blurRad="50800" dist="38100" dir="5400000" algn="t" rotWithShape="0">
                    <a:prstClr val="black">
                      <a:alpha val="40000"/>
                    </a:prstClr>
                  </a:outerShdw>
                </a:effectLst>
                <a:uLnTx/>
                <a:uFillTx/>
                <a:latin typeface="Bahnschrift" panose="020B0502040204020203" pitchFamily="34" charset="0"/>
              </a:rPr>
              <a:t>trên cạnh </a:t>
            </a:r>
            <a:endParaRPr lang="en-MY" sz="1050" dirty="0">
              <a:latin typeface="Bahnschrift" panose="020B0502040204020203" pitchFamily="34" charset="0"/>
            </a:endParaRPr>
          </a:p>
        </p:txBody>
      </p:sp>
      <p:pic>
        <p:nvPicPr>
          <p:cNvPr id="66" name="Picture 65" descr="Diagram&#10;&#10;Description automatically generated">
            <a:extLst>
              <a:ext uri="{FF2B5EF4-FFF2-40B4-BE49-F238E27FC236}">
                <a16:creationId xmlns:a16="http://schemas.microsoft.com/office/drawing/2014/main" id="{93E3EC52-DBD4-FA67-86BF-CE0789AD0C7B}"/>
              </a:ext>
            </a:extLst>
          </p:cNvPr>
          <p:cNvPicPr>
            <a:picLocks noChangeAspect="1"/>
          </p:cNvPicPr>
          <p:nvPr/>
        </p:nvPicPr>
        <p:blipFill>
          <a:blip r:embed="rId21">
            <a:extLst>
              <a:ext uri="{BEBA8EAE-BF5A-486C-A8C5-ECC9F3942E4B}">
                <a14:imgProps xmlns:a14="http://schemas.microsoft.com/office/drawing/2010/main">
                  <a14:imgLayer r:embed="rId22">
                    <a14:imgEffect>
                      <a14:backgroundRemoval t="3138" b="94561" l="3818" r="95091">
                        <a14:foregroundMark x1="25636" y1="87029" x2="14545" y2="73640"/>
                        <a14:foregroundMark x1="14545" y1="73640" x2="11091" y2="53138"/>
                        <a14:foregroundMark x1="11091" y1="53138" x2="31273" y2="44979"/>
                        <a14:foregroundMark x1="31273" y1="44979" x2="48545" y2="52301"/>
                        <a14:foregroundMark x1="48545" y1="52301" x2="34727" y2="67364"/>
                        <a14:foregroundMark x1="34727" y1="67364" x2="25273" y2="69874"/>
                        <a14:foregroundMark x1="14000" y1="69247" x2="6727" y2="55230"/>
                        <a14:foregroundMark x1="6727" y1="55230" x2="22182" y2="34937"/>
                        <a14:foregroundMark x1="22182" y1="34937" x2="36727" y2="26151"/>
                        <a14:foregroundMark x1="36727" y1="26151" x2="50182" y2="24895"/>
                        <a14:foregroundMark x1="50182" y1="24895" x2="52000" y2="49791"/>
                        <a14:foregroundMark x1="52000" y1="49791" x2="11273" y2="57950"/>
                        <a14:foregroundMark x1="16909" y1="48117" x2="15818" y2="29498"/>
                        <a14:foregroundMark x1="15818" y1="29498" x2="20000" y2="13808"/>
                        <a14:foregroundMark x1="20000" y1="13808" x2="36364" y2="7113"/>
                        <a14:foregroundMark x1="36364" y1="7113" x2="57273" y2="8787"/>
                        <a14:foregroundMark x1="74182" y1="20921" x2="87273" y2="29498"/>
                        <a14:foregroundMark x1="87273" y1="29498" x2="95091" y2="43305"/>
                        <a14:foregroundMark x1="95091" y1="43305" x2="73455" y2="69456"/>
                        <a14:foregroundMark x1="73455" y1="69456" x2="71455" y2="66946"/>
                        <a14:foregroundMark x1="29273" y1="85983" x2="60545" y2="94561"/>
                        <a14:foregroundMark x1="60545" y1="94561" x2="73091" y2="94561"/>
                        <a14:foregroundMark x1="73091" y1="94561" x2="79636" y2="78452"/>
                        <a14:foregroundMark x1="23091" y1="3347" x2="7273" y2="48326"/>
                        <a14:foregroundMark x1="7273" y1="48326" x2="7818" y2="62762"/>
                        <a14:foregroundMark x1="7818" y1="62762" x2="10000" y2="62762"/>
                        <a14:foregroundMark x1="31091" y1="30126" x2="51091" y2="42887"/>
                        <a14:foregroundMark x1="51091" y1="42887" x2="42727" y2="25941"/>
                        <a14:foregroundMark x1="42727" y1="25941" x2="30545" y2="31590"/>
                        <a14:foregroundMark x1="30545" y1="31590" x2="30909" y2="37238"/>
                        <a14:foregroundMark x1="43818" y1="18619" x2="70909" y2="26987"/>
                        <a14:foregroundMark x1="70909" y1="26987" x2="64909" y2="11506"/>
                        <a14:foregroundMark x1="64909" y1="11506" x2="50909" y2="15063"/>
                        <a14:foregroundMark x1="50909" y1="15063" x2="52000" y2="21548"/>
                        <a14:foregroundMark x1="8000" y1="46234" x2="3818" y2="60879"/>
                        <a14:foregroundMark x1="3818" y1="60879" x2="33455" y2="90795"/>
                        <a14:foregroundMark x1="6364" y1="64017" x2="29273" y2="90795"/>
                        <a14:foregroundMark x1="29273" y1="90795" x2="24182" y2="76569"/>
                        <a14:foregroundMark x1="24182" y1="76569" x2="12545" y2="62343"/>
                        <a14:foregroundMark x1="12545" y1="62343" x2="6727" y2="64226"/>
                        <a14:foregroundMark x1="94545" y1="44351" x2="78364" y2="93933"/>
                        <a14:foregroundMark x1="78364" y1="93933" x2="92727" y2="46234"/>
                        <a14:foregroundMark x1="93273" y1="44770" x2="78727" y2="81381"/>
                        <a14:foregroundMark x1="78727" y1="81381" x2="93636" y2="47908"/>
                      </a14:backgroundRemoval>
                    </a14:imgEffect>
                  </a14:imgLayer>
                </a14:imgProps>
              </a:ext>
            </a:extLst>
          </a:blip>
          <a:stretch>
            <a:fillRect/>
          </a:stretch>
        </p:blipFill>
        <p:spPr>
          <a:xfrm rot="14700941">
            <a:off x="1835068" y="14302748"/>
            <a:ext cx="3903523" cy="3392654"/>
          </a:xfrm>
          <a:prstGeom prst="rect">
            <a:avLst/>
          </a:prstGeom>
        </p:spPr>
      </p:pic>
      <p:sp>
        <p:nvSpPr>
          <p:cNvPr id="67" name="TextBox 66">
            <a:extLst>
              <a:ext uri="{FF2B5EF4-FFF2-40B4-BE49-F238E27FC236}">
                <a16:creationId xmlns:a16="http://schemas.microsoft.com/office/drawing/2014/main" id="{61B8AB54-832B-8B7D-04CB-E88441EEB552}"/>
              </a:ext>
            </a:extLst>
          </p:cNvPr>
          <p:cNvSpPr txBox="1"/>
          <p:nvPr/>
        </p:nvSpPr>
        <p:spPr>
          <a:xfrm>
            <a:off x="8059883" y="7806825"/>
            <a:ext cx="7601964" cy="3154710"/>
          </a:xfrm>
          <a:prstGeom prst="rect">
            <a:avLst/>
          </a:prstGeom>
          <a:noFill/>
          <a:effectLst/>
        </p:spPr>
        <p:txBody>
          <a:bodyPr wrap="square">
            <a:spAutoFit/>
          </a:bodyPr>
          <a:lstStyle/>
          <a:p>
            <a:r>
              <a:rPr kumimoji="0" lang="vi-VN" sz="19900" b="1" i="0" u="none" strike="noStrike" kern="1200" cap="none" spc="0" normalizeH="0" baseline="0" noProof="0" dirty="0">
                <a:ln>
                  <a:noFill/>
                </a:ln>
                <a:solidFill>
                  <a:srgbClr val="A776D9"/>
                </a:solidFill>
                <a:uLnTx/>
                <a:uFillTx/>
                <a:latin typeface="Century Gothic" panose="020B0502020202020204" pitchFamily="34" charset="0"/>
                <a:ea typeface="+mn-ea"/>
                <a:cs typeface="+mn-cs"/>
              </a:rPr>
              <a:t>self</a:t>
            </a:r>
            <a:endParaRPr lang="en-MY" dirty="0">
              <a:solidFill>
                <a:srgbClr val="A776D9"/>
              </a:solidFill>
            </a:endParaRPr>
          </a:p>
        </p:txBody>
      </p:sp>
      <p:sp>
        <p:nvSpPr>
          <p:cNvPr id="69" name="TextBox 68">
            <a:extLst>
              <a:ext uri="{FF2B5EF4-FFF2-40B4-BE49-F238E27FC236}">
                <a16:creationId xmlns:a16="http://schemas.microsoft.com/office/drawing/2014/main" id="{7F3DD12E-EC78-3D50-0620-8F304B19FA63}"/>
              </a:ext>
            </a:extLst>
          </p:cNvPr>
          <p:cNvSpPr txBox="1"/>
          <p:nvPr/>
        </p:nvSpPr>
        <p:spPr>
          <a:xfrm>
            <a:off x="7506934" y="12390585"/>
            <a:ext cx="4803891" cy="2800767"/>
          </a:xfrm>
          <a:prstGeom prst="rect">
            <a:avLst/>
          </a:prstGeom>
          <a:noFill/>
          <a:effectLst/>
        </p:spPr>
        <p:txBody>
          <a:bodyPr wrap="square">
            <a:spAutoFit/>
          </a:bodyPr>
          <a:lstStyle/>
          <a:p>
            <a:r>
              <a:rPr kumimoji="0" lang="vi-VN" sz="8800" b="1" i="0" u="none" strike="noStrike" kern="1200" cap="none" spc="0" normalizeH="0" baseline="0" noProof="0" dirty="0">
                <a:ln>
                  <a:noFill/>
                </a:ln>
                <a:solidFill>
                  <a:schemeClr val="bg1"/>
                </a:solidFill>
                <a:uLnTx/>
                <a:uFillTx/>
                <a:latin typeface="Century Gothic" panose="020B0502020202020204" pitchFamily="34" charset="0"/>
                <a:ea typeface="+mn-ea"/>
                <a:cs typeface="+mn-cs"/>
              </a:rPr>
              <a:t>BALANCING</a:t>
            </a:r>
            <a:endParaRPr lang="en-MY" sz="1050" dirty="0">
              <a:solidFill>
                <a:schemeClr val="bg1"/>
              </a:solidFill>
            </a:endParaRPr>
          </a:p>
        </p:txBody>
      </p:sp>
    </p:spTree>
    <p:extLst>
      <p:ext uri="{BB962C8B-B14F-4D97-AF65-F5344CB8AC3E}">
        <p14:creationId xmlns:p14="http://schemas.microsoft.com/office/powerpoint/2010/main" val="20584351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8B9359-5B8D-42D8-8D71-381018F24C77}"/>
              </a:ext>
            </a:extLst>
          </p:cNvPr>
          <p:cNvPicPr>
            <a:picLocks noChangeAspect="1"/>
          </p:cNvPicPr>
          <p:nvPr/>
        </p:nvPicPr>
        <p:blipFill rotWithShape="1">
          <a:blip r:embed="rId3"/>
          <a:srcRect l="4818" t="13929" r="11068" b="15870"/>
          <a:stretch/>
        </p:blipFill>
        <p:spPr>
          <a:xfrm>
            <a:off x="0" y="1"/>
            <a:ext cx="12192000" cy="6857999"/>
          </a:xfrm>
          <a:prstGeom prst="rect">
            <a:avLst/>
          </a:prstGeom>
        </p:spPr>
      </p:pic>
      <p:pic>
        <p:nvPicPr>
          <p:cNvPr id="37" name="Picture 36">
            <a:extLst>
              <a:ext uri="{FF2B5EF4-FFF2-40B4-BE49-F238E27FC236}">
                <a16:creationId xmlns:a16="http://schemas.microsoft.com/office/drawing/2014/main" id="{F4D43D9A-CA01-4EA3-9C34-9479F0A7004D}"/>
              </a:ext>
            </a:extLst>
          </p:cNvPr>
          <p:cNvPicPr>
            <a:picLocks noChangeAspect="1"/>
          </p:cNvPicPr>
          <p:nvPr/>
        </p:nvPicPr>
        <p:blipFill rotWithShape="1">
          <a:blip r:embed="rId4">
            <a:extLst>
              <a:ext uri="{BEBA8EAE-BF5A-486C-A8C5-ECC9F3942E4B}">
                <a14:imgProps xmlns:a14="http://schemas.microsoft.com/office/drawing/2010/main">
                  <a14:imgLayer r:embed="rId5">
                    <a14:imgEffect>
                      <a14:artisticBlur radius="100"/>
                    </a14:imgEffect>
                    <a14:imgEffect>
                      <a14:brightnessContrast contrast="40000"/>
                    </a14:imgEffect>
                  </a14:imgLayer>
                </a14:imgProps>
              </a:ext>
            </a:extLst>
          </a:blip>
          <a:srcRect l="33493" t="-192131" r="-3966" b="151980"/>
          <a:stretch/>
        </p:blipFill>
        <p:spPr>
          <a:xfrm>
            <a:off x="4083528" y="-13175513"/>
            <a:ext cx="8592335" cy="9610969"/>
          </a:xfrm>
          <a:prstGeom prst="roundRect">
            <a:avLst>
              <a:gd name="adj" fmla="val 4648"/>
            </a:avLst>
          </a:prstGeom>
          <a:noFill/>
          <a:ln>
            <a:noFill/>
          </a:ln>
          <a:effectLst>
            <a:outerShdw blurRad="635000" dist="215900" dir="7200000" algn="ctr" rotWithShape="0">
              <a:schemeClr val="tx1">
                <a:lumMod val="50000"/>
                <a:lumOff val="50000"/>
                <a:alpha val="43000"/>
              </a:schemeClr>
            </a:outerShdw>
          </a:effectLst>
        </p:spPr>
      </p:pic>
      <p:pic>
        <p:nvPicPr>
          <p:cNvPr id="5" name="Picture 4">
            <a:extLst>
              <a:ext uri="{FF2B5EF4-FFF2-40B4-BE49-F238E27FC236}">
                <a16:creationId xmlns:a16="http://schemas.microsoft.com/office/drawing/2014/main" id="{59EC0469-F0EB-4FA6-A663-0F1171475995}"/>
              </a:ext>
            </a:extLst>
          </p:cNvPr>
          <p:cNvPicPr>
            <a:picLocks noChangeAspect="1"/>
          </p:cNvPicPr>
          <p:nvPr/>
        </p:nvPicPr>
        <p:blipFill rotWithShape="1">
          <a:blip r:embed="rId4">
            <a:extLst>
              <a:ext uri="{BEBA8EAE-BF5A-486C-A8C5-ECC9F3942E4B}">
                <a14:imgProps xmlns:a14="http://schemas.microsoft.com/office/drawing/2010/main">
                  <a14:imgLayer r:embed="rId5">
                    <a14:imgEffect>
                      <a14:artisticBlur radius="100"/>
                    </a14:imgEffect>
                    <a14:imgEffect>
                      <a14:brightnessContrast contrast="40000"/>
                    </a14:imgEffect>
                  </a14:imgLayer>
                </a14:imgProps>
              </a:ext>
            </a:extLst>
          </a:blip>
          <a:srcRect l="1110" t="1548" r="91086" b="2540"/>
          <a:stretch/>
        </p:blipFill>
        <p:spPr>
          <a:xfrm>
            <a:off x="135166" y="106342"/>
            <a:ext cx="951535" cy="6577488"/>
          </a:xfrm>
          <a:prstGeom prst="roundRect">
            <a:avLst>
              <a:gd name="adj" fmla="val 33164"/>
            </a:avLst>
          </a:prstGeom>
          <a:noFill/>
          <a:ln>
            <a:noFill/>
          </a:ln>
          <a:effectLst>
            <a:outerShdw blurRad="635000" dist="215900" dir="7200000" algn="ctr" rotWithShape="0">
              <a:schemeClr val="tx1">
                <a:lumMod val="50000"/>
                <a:lumOff val="50000"/>
                <a:alpha val="43000"/>
              </a:schemeClr>
            </a:outerShdw>
          </a:effectLst>
        </p:spPr>
      </p:pic>
      <p:sp>
        <p:nvSpPr>
          <p:cNvPr id="7" name="TextBox 6">
            <a:extLst>
              <a:ext uri="{FF2B5EF4-FFF2-40B4-BE49-F238E27FC236}">
                <a16:creationId xmlns:a16="http://schemas.microsoft.com/office/drawing/2014/main" id="{78290698-34CB-4705-B9AF-BB16F1EA9026}"/>
              </a:ext>
            </a:extLst>
          </p:cNvPr>
          <p:cNvSpPr txBox="1"/>
          <p:nvPr/>
        </p:nvSpPr>
        <p:spPr>
          <a:xfrm>
            <a:off x="-12575020" y="3698513"/>
            <a:ext cx="2984500" cy="1846659"/>
          </a:xfrm>
          <a:prstGeom prst="rect">
            <a:avLst/>
          </a:prstGeom>
          <a:noFill/>
        </p:spPr>
        <p:txBody>
          <a:bodyPr wrap="square" rtlCol="0">
            <a:spAutoFit/>
          </a:bodyPr>
          <a:lstStyle/>
          <a:p>
            <a:r>
              <a:rPr lang="en-MY" sz="6600" b="1" dirty="0">
                <a:latin typeface="Century Gothic" panose="020B0502020202020204" pitchFamily="34" charset="0"/>
              </a:rPr>
              <a:t>hmppt</a:t>
            </a:r>
            <a:r>
              <a:rPr lang="en-MY" sz="4800" b="1" dirty="0">
                <a:latin typeface="Century Gothic" panose="020B0502020202020204" pitchFamily="34" charset="0"/>
              </a:rPr>
              <a:t> </a:t>
            </a:r>
          </a:p>
          <a:p>
            <a:endParaRPr lang="en-MY" sz="4800" b="1" dirty="0">
              <a:latin typeface="Century Gothic" panose="020B0502020202020204" pitchFamily="34" charset="0"/>
            </a:endParaRPr>
          </a:p>
        </p:txBody>
      </p:sp>
      <p:sp>
        <p:nvSpPr>
          <p:cNvPr id="8" name="TextBox 7">
            <a:extLst>
              <a:ext uri="{FF2B5EF4-FFF2-40B4-BE49-F238E27FC236}">
                <a16:creationId xmlns:a16="http://schemas.microsoft.com/office/drawing/2014/main" id="{D6DD4C71-14E6-49ED-8568-B7921D041CD4}"/>
              </a:ext>
            </a:extLst>
          </p:cNvPr>
          <p:cNvSpPr txBox="1"/>
          <p:nvPr/>
        </p:nvSpPr>
        <p:spPr>
          <a:xfrm>
            <a:off x="-10409670" y="2973303"/>
            <a:ext cx="2984500" cy="1938992"/>
          </a:xfrm>
          <a:prstGeom prst="rect">
            <a:avLst/>
          </a:prstGeom>
          <a:noFill/>
        </p:spPr>
        <p:txBody>
          <a:bodyPr wrap="square" rtlCol="0">
            <a:spAutoFit/>
          </a:bodyPr>
          <a:lstStyle/>
          <a:p>
            <a:r>
              <a:rPr lang="en-MY" sz="7200" b="1" dirty="0">
                <a:latin typeface="Century Gothic" panose="020B0502020202020204" pitchFamily="34" charset="0"/>
              </a:rPr>
              <a:t>Hello</a:t>
            </a:r>
            <a:r>
              <a:rPr lang="en-MY" sz="4800" b="1" dirty="0">
                <a:latin typeface="Century Gothic" panose="020B0502020202020204" pitchFamily="34" charset="0"/>
              </a:rPr>
              <a:t> </a:t>
            </a:r>
          </a:p>
          <a:p>
            <a:endParaRPr lang="en-MY" sz="4800" b="1" dirty="0">
              <a:latin typeface="Century Gothic" panose="020B0502020202020204" pitchFamily="34" charset="0"/>
            </a:endParaRPr>
          </a:p>
        </p:txBody>
      </p:sp>
      <p:grpSp>
        <p:nvGrpSpPr>
          <p:cNvPr id="13" name="Group 12">
            <a:extLst>
              <a:ext uri="{FF2B5EF4-FFF2-40B4-BE49-F238E27FC236}">
                <a16:creationId xmlns:a16="http://schemas.microsoft.com/office/drawing/2014/main" id="{E2ED9B0F-37B7-403E-8DA5-4C5F549FC7CB}"/>
              </a:ext>
            </a:extLst>
          </p:cNvPr>
          <p:cNvGrpSpPr/>
          <p:nvPr/>
        </p:nvGrpSpPr>
        <p:grpSpPr>
          <a:xfrm>
            <a:off x="-12218456" y="5753100"/>
            <a:ext cx="1432560" cy="441960"/>
            <a:chOff x="1588770" y="5753100"/>
            <a:chExt cx="1432560" cy="441960"/>
          </a:xfrm>
          <a:effectLst>
            <a:outerShdw blurRad="165100" dist="76200" dir="7200000" algn="t" rotWithShape="0">
              <a:prstClr val="black">
                <a:alpha val="40000"/>
              </a:prstClr>
            </a:outerShdw>
          </a:effectLst>
        </p:grpSpPr>
        <p:sp>
          <p:nvSpPr>
            <p:cNvPr id="6" name="Rectangle: Rounded Corners 5">
              <a:extLst>
                <a:ext uri="{FF2B5EF4-FFF2-40B4-BE49-F238E27FC236}">
                  <a16:creationId xmlns:a16="http://schemas.microsoft.com/office/drawing/2014/main" id="{7A9D66CD-933F-47F2-88AE-8A6390E5BD43}"/>
                </a:ext>
              </a:extLst>
            </p:cNvPr>
            <p:cNvSpPr/>
            <p:nvPr/>
          </p:nvSpPr>
          <p:spPr>
            <a:xfrm>
              <a:off x="1588770" y="5753100"/>
              <a:ext cx="1432560" cy="44196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b="1" dirty="0">
                <a:solidFill>
                  <a:srgbClr val="7030A0"/>
                </a:solidFill>
                <a:latin typeface="Century Gothic" panose="020B0502020202020204" pitchFamily="34" charset="0"/>
              </a:endParaRPr>
            </a:p>
          </p:txBody>
        </p:sp>
        <p:sp>
          <p:nvSpPr>
            <p:cNvPr id="12" name="TextBox 11">
              <a:extLst>
                <a:ext uri="{FF2B5EF4-FFF2-40B4-BE49-F238E27FC236}">
                  <a16:creationId xmlns:a16="http://schemas.microsoft.com/office/drawing/2014/main" id="{F43E55E4-DB0F-4412-9DAE-8E90604C281D}"/>
                </a:ext>
              </a:extLst>
            </p:cNvPr>
            <p:cNvSpPr txBox="1"/>
            <p:nvPr/>
          </p:nvSpPr>
          <p:spPr>
            <a:xfrm>
              <a:off x="1978025" y="5789414"/>
              <a:ext cx="749300" cy="369332"/>
            </a:xfrm>
            <a:prstGeom prst="rect">
              <a:avLst/>
            </a:prstGeom>
            <a:noFill/>
          </p:spPr>
          <p:txBody>
            <a:bodyPr wrap="square">
              <a:spAutoFit/>
            </a:bodyPr>
            <a:lstStyle/>
            <a:p>
              <a:r>
                <a:rPr lang="en-MY" b="1" dirty="0">
                  <a:solidFill>
                    <a:srgbClr val="7030A0"/>
                  </a:solidFill>
                  <a:latin typeface="Century Gothic" panose="020B0502020202020204" pitchFamily="34" charset="0"/>
                </a:rPr>
                <a:t>Start</a:t>
              </a:r>
              <a:endParaRPr lang="en-MY" dirty="0"/>
            </a:p>
          </p:txBody>
        </p:sp>
      </p:grpSp>
      <p:sp>
        <p:nvSpPr>
          <p:cNvPr id="19" name="TextBox 18">
            <a:extLst>
              <a:ext uri="{FF2B5EF4-FFF2-40B4-BE49-F238E27FC236}">
                <a16:creationId xmlns:a16="http://schemas.microsoft.com/office/drawing/2014/main" id="{E56AD6B4-1375-43DF-89AE-B8D7781E3496}"/>
              </a:ext>
            </a:extLst>
          </p:cNvPr>
          <p:cNvSpPr txBox="1"/>
          <p:nvPr/>
        </p:nvSpPr>
        <p:spPr>
          <a:xfrm>
            <a:off x="-11108792" y="4792813"/>
            <a:ext cx="2775137" cy="523220"/>
          </a:xfrm>
          <a:prstGeom prst="rect">
            <a:avLst/>
          </a:prstGeom>
          <a:noFill/>
        </p:spPr>
        <p:txBody>
          <a:bodyPr wrap="square">
            <a:spAutoFit/>
          </a:bodyPr>
          <a:lstStyle/>
          <a:p>
            <a:r>
              <a:rPr lang="en-MY" sz="1400" b="1" dirty="0">
                <a:solidFill>
                  <a:schemeClr val="tx1">
                    <a:lumMod val="50000"/>
                    <a:lumOff val="50000"/>
                  </a:schemeClr>
                </a:solidFill>
                <a:latin typeface="Century Gothic" panose="020B0502020202020204" pitchFamily="34" charset="0"/>
              </a:rPr>
              <a:t>with custom layouts animation and many more…</a:t>
            </a:r>
          </a:p>
        </p:txBody>
      </p:sp>
      <p:sp>
        <p:nvSpPr>
          <p:cNvPr id="43" name="TextBox 42">
            <a:extLst>
              <a:ext uri="{FF2B5EF4-FFF2-40B4-BE49-F238E27FC236}">
                <a16:creationId xmlns:a16="http://schemas.microsoft.com/office/drawing/2014/main" id="{EEBFCA88-B9B7-4337-B1DE-E458FB10229A}"/>
              </a:ext>
            </a:extLst>
          </p:cNvPr>
          <p:cNvSpPr txBox="1"/>
          <p:nvPr/>
        </p:nvSpPr>
        <p:spPr>
          <a:xfrm>
            <a:off x="7741816" y="-17966407"/>
            <a:ext cx="2557110" cy="1508105"/>
          </a:xfrm>
          <a:prstGeom prst="rect">
            <a:avLst/>
          </a:prstGeom>
          <a:noFill/>
        </p:spPr>
        <p:txBody>
          <a:bodyPr wrap="square" rtlCol="0">
            <a:spAutoFit/>
          </a:bodyPr>
          <a:lstStyle/>
          <a:p>
            <a:r>
              <a:rPr lang="en-MY" b="1" dirty="0">
                <a:solidFill>
                  <a:schemeClr val="bg1">
                    <a:lumMod val="65000"/>
                  </a:schemeClr>
                </a:solidFill>
                <a:latin typeface="Century Gothic" panose="020B0502020202020204" pitchFamily="34" charset="0"/>
              </a:rPr>
              <a:t>Glass</a:t>
            </a:r>
          </a:p>
          <a:p>
            <a:r>
              <a:rPr lang="en-MY" sz="2400" b="1" dirty="0">
                <a:latin typeface="Century Gothic" panose="020B0502020202020204" pitchFamily="34" charset="0"/>
              </a:rPr>
              <a:t> </a:t>
            </a:r>
          </a:p>
          <a:p>
            <a:endParaRPr lang="en-MY" sz="4800" b="1" dirty="0">
              <a:latin typeface="Century Gothic" panose="020B0502020202020204" pitchFamily="34" charset="0"/>
            </a:endParaRPr>
          </a:p>
        </p:txBody>
      </p:sp>
      <p:sp>
        <p:nvSpPr>
          <p:cNvPr id="42" name="TextBox 41">
            <a:extLst>
              <a:ext uri="{FF2B5EF4-FFF2-40B4-BE49-F238E27FC236}">
                <a16:creationId xmlns:a16="http://schemas.microsoft.com/office/drawing/2014/main" id="{55394D7A-694C-49E5-90AE-A77F4B795C99}"/>
              </a:ext>
            </a:extLst>
          </p:cNvPr>
          <p:cNvSpPr txBox="1"/>
          <p:nvPr/>
        </p:nvSpPr>
        <p:spPr>
          <a:xfrm>
            <a:off x="4237438" y="-16894215"/>
            <a:ext cx="4490252" cy="1015663"/>
          </a:xfrm>
          <a:prstGeom prst="rect">
            <a:avLst/>
          </a:prstGeom>
          <a:noFill/>
        </p:spPr>
        <p:txBody>
          <a:bodyPr wrap="square" rtlCol="0">
            <a:spAutoFit/>
          </a:bodyPr>
          <a:lstStyle/>
          <a:p>
            <a:r>
              <a:rPr lang="en-MY" sz="6000" b="1" dirty="0">
                <a:solidFill>
                  <a:schemeClr val="tx1">
                    <a:lumMod val="75000"/>
                    <a:lumOff val="25000"/>
                  </a:schemeClr>
                </a:solidFill>
                <a:effectLst>
                  <a:outerShdw blurRad="50800" dist="38100" dir="5400000" algn="t" rotWithShape="0">
                    <a:prstClr val="black">
                      <a:alpha val="40000"/>
                    </a:prstClr>
                  </a:outerShdw>
                </a:effectLst>
                <a:latin typeface="Century Gothic" panose="020B0502020202020204" pitchFamily="34" charset="0"/>
              </a:rPr>
              <a:t>Build</a:t>
            </a:r>
          </a:p>
        </p:txBody>
      </p:sp>
      <p:sp>
        <p:nvSpPr>
          <p:cNvPr id="56" name="TextBox 55">
            <a:extLst>
              <a:ext uri="{FF2B5EF4-FFF2-40B4-BE49-F238E27FC236}">
                <a16:creationId xmlns:a16="http://schemas.microsoft.com/office/drawing/2014/main" id="{AE6A9755-4FAA-4021-8896-F5C28FD4AD62}"/>
              </a:ext>
            </a:extLst>
          </p:cNvPr>
          <p:cNvSpPr txBox="1"/>
          <p:nvPr/>
        </p:nvSpPr>
        <p:spPr>
          <a:xfrm>
            <a:off x="-10409670" y="278483"/>
            <a:ext cx="2660009" cy="769441"/>
          </a:xfrm>
          <a:prstGeom prst="rect">
            <a:avLst/>
          </a:prstGeom>
          <a:noFill/>
        </p:spPr>
        <p:txBody>
          <a:bodyPr wrap="square">
            <a:spAutoFit/>
          </a:bodyPr>
          <a:lstStyle/>
          <a:p>
            <a:r>
              <a:rPr kumimoji="0" lang="en-MY" sz="1400" b="1" i="0" u="none" strike="noStrike" kern="1200" cap="none" spc="0" normalizeH="0" baseline="0" noProof="0" dirty="0">
                <a:ln>
                  <a:noFill/>
                </a:ln>
                <a:solidFill>
                  <a:prstClr val="black">
                    <a:lumMod val="50000"/>
                    <a:lumOff val="50000"/>
                  </a:prstClr>
                </a:solidFill>
                <a:effectLst/>
                <a:uLnTx/>
                <a:uFillTx/>
                <a:latin typeface="Century Gothic" panose="020B0502020202020204" pitchFamily="34" charset="0"/>
                <a:ea typeface="+mn-ea"/>
                <a:cs typeface="+mn-cs"/>
              </a:rPr>
              <a:t>About me                 </a:t>
            </a:r>
            <a:r>
              <a:rPr kumimoji="0" lang="en-MY" sz="4400" b="1" i="0" u="none" strike="noStrike" kern="1200" cap="none" spc="0" normalizeH="0" baseline="0" noProof="0" dirty="0">
                <a:ln>
                  <a:noFill/>
                </a:ln>
                <a:solidFill>
                  <a:prstClr val="black">
                    <a:lumMod val="50000"/>
                    <a:lumOff val="50000"/>
                  </a:prstClr>
                </a:solidFill>
                <a:effectLst/>
                <a:uLnTx/>
                <a:uFillTx/>
                <a:latin typeface="Century Gothic" panose="020B0502020202020204" pitchFamily="34" charset="0"/>
                <a:ea typeface="+mn-ea"/>
                <a:cs typeface="+mn-cs"/>
              </a:rPr>
              <a:t>. . .</a:t>
            </a:r>
            <a:endParaRPr lang="en-MY" dirty="0"/>
          </a:p>
        </p:txBody>
      </p:sp>
      <p:sp>
        <p:nvSpPr>
          <p:cNvPr id="58" name="TextBox 57">
            <a:extLst>
              <a:ext uri="{FF2B5EF4-FFF2-40B4-BE49-F238E27FC236}">
                <a16:creationId xmlns:a16="http://schemas.microsoft.com/office/drawing/2014/main" id="{CBE1F75E-37B9-426A-BCDF-AF68B0DB20CB}"/>
              </a:ext>
            </a:extLst>
          </p:cNvPr>
          <p:cNvSpPr txBox="1"/>
          <p:nvPr/>
        </p:nvSpPr>
        <p:spPr>
          <a:xfrm>
            <a:off x="8406071" y="-17020662"/>
            <a:ext cx="2557110" cy="369332"/>
          </a:xfrm>
          <a:prstGeom prst="rect">
            <a:avLst/>
          </a:prstGeom>
          <a:noFill/>
        </p:spPr>
        <p:txBody>
          <a:bodyPr wrap="square">
            <a:spAutoFit/>
          </a:bodyPr>
          <a:lstStyle/>
          <a:p>
            <a:r>
              <a:rPr kumimoji="0" lang="en-MY" b="1" i="0" u="none" strike="noStrike" kern="1200" cap="none" spc="0" normalizeH="0" baseline="0" noProof="0" dirty="0">
                <a:ln>
                  <a:noFill/>
                </a:ln>
                <a:solidFill>
                  <a:schemeClr val="bg1">
                    <a:lumMod val="65000"/>
                  </a:schemeClr>
                </a:solidFill>
                <a:effectLst/>
                <a:uLnTx/>
                <a:uFillTx/>
                <a:latin typeface="Century Gothic" panose="020B0502020202020204" pitchFamily="34" charset="0"/>
                <a:ea typeface="+mn-ea"/>
                <a:cs typeface="+mn-cs"/>
              </a:rPr>
              <a:t>morphism</a:t>
            </a:r>
            <a:endParaRPr lang="en-MY" dirty="0">
              <a:solidFill>
                <a:schemeClr val="bg1">
                  <a:lumMod val="65000"/>
                </a:schemeClr>
              </a:solidFill>
            </a:endParaRPr>
          </a:p>
        </p:txBody>
      </p:sp>
      <p:sp>
        <p:nvSpPr>
          <p:cNvPr id="60" name="TextBox 59">
            <a:extLst>
              <a:ext uri="{FF2B5EF4-FFF2-40B4-BE49-F238E27FC236}">
                <a16:creationId xmlns:a16="http://schemas.microsoft.com/office/drawing/2014/main" id="{11946AE7-72A0-456F-881A-6887EEC193B8}"/>
              </a:ext>
            </a:extLst>
          </p:cNvPr>
          <p:cNvSpPr txBox="1"/>
          <p:nvPr/>
        </p:nvSpPr>
        <p:spPr>
          <a:xfrm>
            <a:off x="7299536" y="-17961658"/>
            <a:ext cx="690562" cy="369332"/>
          </a:xfrm>
          <a:prstGeom prst="rect">
            <a:avLst/>
          </a:prstGeom>
          <a:noFill/>
        </p:spPr>
        <p:txBody>
          <a:bodyPr wrap="square">
            <a:spAutoFit/>
          </a:bodyPr>
          <a:lstStyle/>
          <a:p>
            <a:r>
              <a:rPr lang="en-MY" b="1" dirty="0">
                <a:solidFill>
                  <a:schemeClr val="bg1">
                    <a:lumMod val="65000"/>
                  </a:schemeClr>
                </a:solidFill>
                <a:latin typeface="Century Gothic" panose="020B0502020202020204" pitchFamily="34" charset="0"/>
              </a:rPr>
              <a:t>The</a:t>
            </a:r>
            <a:endParaRPr lang="en-MY" dirty="0">
              <a:solidFill>
                <a:schemeClr val="bg1">
                  <a:lumMod val="65000"/>
                </a:schemeClr>
              </a:solidFill>
            </a:endParaRPr>
          </a:p>
        </p:txBody>
      </p:sp>
      <p:pic>
        <p:nvPicPr>
          <p:cNvPr id="61" name="Picture 60">
            <a:extLst>
              <a:ext uri="{FF2B5EF4-FFF2-40B4-BE49-F238E27FC236}">
                <a16:creationId xmlns:a16="http://schemas.microsoft.com/office/drawing/2014/main" id="{5BA86A40-18CE-42EC-AD81-4A05821D684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70880" y="-3999321"/>
            <a:ext cx="572825" cy="572825"/>
          </a:xfrm>
          <a:prstGeom prst="rect">
            <a:avLst/>
          </a:prstGeom>
        </p:spPr>
      </p:pic>
      <p:pic>
        <p:nvPicPr>
          <p:cNvPr id="62" name="Picture 61">
            <a:extLst>
              <a:ext uri="{FF2B5EF4-FFF2-40B4-BE49-F238E27FC236}">
                <a16:creationId xmlns:a16="http://schemas.microsoft.com/office/drawing/2014/main" id="{27F6497D-FBF1-4A61-9AF2-233D868A4BE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735351" y="-4685067"/>
            <a:ext cx="560011" cy="560011"/>
          </a:xfrm>
          <a:prstGeom prst="rect">
            <a:avLst/>
          </a:prstGeom>
        </p:spPr>
      </p:pic>
      <p:pic>
        <p:nvPicPr>
          <p:cNvPr id="63" name="Picture 62">
            <a:extLst>
              <a:ext uri="{FF2B5EF4-FFF2-40B4-BE49-F238E27FC236}">
                <a16:creationId xmlns:a16="http://schemas.microsoft.com/office/drawing/2014/main" id="{FBA2EC96-D5AD-4E50-84C2-BAAA425994E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989410" y="-5378279"/>
            <a:ext cx="590146" cy="590146"/>
          </a:xfrm>
          <a:prstGeom prst="rect">
            <a:avLst/>
          </a:prstGeom>
        </p:spPr>
      </p:pic>
      <p:pic>
        <p:nvPicPr>
          <p:cNvPr id="64" name="Picture 63">
            <a:extLst>
              <a:ext uri="{FF2B5EF4-FFF2-40B4-BE49-F238E27FC236}">
                <a16:creationId xmlns:a16="http://schemas.microsoft.com/office/drawing/2014/main" id="{0740FCD6-A340-462C-9E89-C3A2768FD5A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237438" y="-6063431"/>
            <a:ext cx="590146" cy="590146"/>
          </a:xfrm>
          <a:prstGeom prst="rect">
            <a:avLst/>
          </a:prstGeom>
        </p:spPr>
      </p:pic>
      <p:pic>
        <p:nvPicPr>
          <p:cNvPr id="68" name="Picture 67" descr="Icon&#10;&#10;Description automatically generated">
            <a:extLst>
              <a:ext uri="{FF2B5EF4-FFF2-40B4-BE49-F238E27FC236}">
                <a16:creationId xmlns:a16="http://schemas.microsoft.com/office/drawing/2014/main" id="{0F4F5DAE-E464-4F62-B350-87111A82A25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rot="17100000">
            <a:off x="7916487" y="-7410221"/>
            <a:ext cx="2465296" cy="2465296"/>
          </a:xfrm>
          <a:prstGeom prst="rect">
            <a:avLst/>
          </a:prstGeom>
        </p:spPr>
      </p:pic>
      <p:sp>
        <p:nvSpPr>
          <p:cNvPr id="51" name="TextBox 50">
            <a:extLst>
              <a:ext uri="{FF2B5EF4-FFF2-40B4-BE49-F238E27FC236}">
                <a16:creationId xmlns:a16="http://schemas.microsoft.com/office/drawing/2014/main" id="{70DF611E-DC74-418B-B17F-81AD39CC02F1}"/>
              </a:ext>
            </a:extLst>
          </p:cNvPr>
          <p:cNvSpPr txBox="1"/>
          <p:nvPr/>
        </p:nvSpPr>
        <p:spPr>
          <a:xfrm>
            <a:off x="4275514" y="-7408646"/>
            <a:ext cx="3024021" cy="461665"/>
          </a:xfrm>
          <a:prstGeom prst="rect">
            <a:avLst/>
          </a:prstGeom>
          <a:noFill/>
        </p:spPr>
        <p:txBody>
          <a:bodyPr wrap="square">
            <a:spAutoFit/>
          </a:bodyPr>
          <a:lstStyle/>
          <a:p>
            <a:r>
              <a:rPr lang="en-MY" sz="1200" dirty="0">
                <a:solidFill>
                  <a:schemeClr val="tx1">
                    <a:lumMod val="50000"/>
                    <a:lumOff val="50000"/>
                  </a:schemeClr>
                </a:solidFill>
                <a:latin typeface="+mj-lt"/>
              </a:rPr>
              <a:t>Lately I really like to do this glass look. Matching modern UI look..</a:t>
            </a:r>
          </a:p>
        </p:txBody>
      </p:sp>
      <p:sp>
        <p:nvSpPr>
          <p:cNvPr id="59" name="TextBox 58">
            <a:extLst>
              <a:ext uri="{FF2B5EF4-FFF2-40B4-BE49-F238E27FC236}">
                <a16:creationId xmlns:a16="http://schemas.microsoft.com/office/drawing/2014/main" id="{4D2A0DD2-DB95-49AB-A250-70AF9BA15D04}"/>
              </a:ext>
            </a:extLst>
          </p:cNvPr>
          <p:cNvSpPr txBox="1"/>
          <p:nvPr/>
        </p:nvSpPr>
        <p:spPr>
          <a:xfrm>
            <a:off x="4236215" y="-13173867"/>
            <a:ext cx="3527584" cy="1015663"/>
          </a:xfrm>
          <a:prstGeom prst="rect">
            <a:avLst/>
          </a:prstGeom>
          <a:noFill/>
        </p:spPr>
        <p:txBody>
          <a:bodyPr wrap="square">
            <a:spAutoFit/>
          </a:bodyPr>
          <a:lstStyle/>
          <a:p>
            <a:r>
              <a:rPr lang="en-MY" sz="6000" b="1" dirty="0">
                <a:solidFill>
                  <a:prstClr val="black">
                    <a:lumMod val="75000"/>
                    <a:lumOff val="25000"/>
                  </a:prstClr>
                </a:solidFill>
                <a:effectLst>
                  <a:outerShdw blurRad="50800" dist="38100" dir="5400000" algn="t" rotWithShape="0">
                    <a:prstClr val="black">
                      <a:alpha val="40000"/>
                    </a:prstClr>
                  </a:outerShdw>
                </a:effectLst>
                <a:latin typeface="Century Gothic" panose="020B0502020202020204" pitchFamily="34" charset="0"/>
              </a:rPr>
              <a:t>R</a:t>
            </a:r>
            <a:r>
              <a:rPr kumimoji="0" lang="en-MY" sz="6000" b="1" i="0" u="none" strike="noStrike" kern="1200" cap="none" spc="0" normalizeH="0" baseline="0" noProof="0" dirty="0" err="1">
                <a:ln>
                  <a:noFill/>
                </a:ln>
                <a:solidFill>
                  <a:prstClr val="black">
                    <a:lumMod val="75000"/>
                    <a:lumOff val="25000"/>
                  </a:prstClr>
                </a:solidFill>
                <a:effectLst>
                  <a:outerShdw blurRad="50800" dist="38100" dir="5400000" algn="t" rotWithShape="0">
                    <a:prstClr val="black">
                      <a:alpha val="40000"/>
                    </a:prstClr>
                  </a:outerShdw>
                </a:effectLst>
                <a:uLnTx/>
                <a:uFillTx/>
                <a:latin typeface="Century Gothic" panose="020B0502020202020204" pitchFamily="34" charset="0"/>
                <a:ea typeface="+mn-ea"/>
                <a:cs typeface="+mn-cs"/>
              </a:rPr>
              <a:t>ecords</a:t>
            </a:r>
            <a:endParaRPr lang="en-MY" dirty="0"/>
          </a:p>
        </p:txBody>
      </p:sp>
      <p:sp>
        <p:nvSpPr>
          <p:cNvPr id="65" name="TextBox 64">
            <a:extLst>
              <a:ext uri="{FF2B5EF4-FFF2-40B4-BE49-F238E27FC236}">
                <a16:creationId xmlns:a16="http://schemas.microsoft.com/office/drawing/2014/main" id="{1E583B80-6FD4-4009-A8F6-2A7A9C0687E9}"/>
              </a:ext>
            </a:extLst>
          </p:cNvPr>
          <p:cNvSpPr txBox="1"/>
          <p:nvPr/>
        </p:nvSpPr>
        <p:spPr>
          <a:xfrm>
            <a:off x="4275515" y="-10462313"/>
            <a:ext cx="4497809" cy="1015663"/>
          </a:xfrm>
          <a:prstGeom prst="rect">
            <a:avLst/>
          </a:prstGeom>
          <a:noFill/>
        </p:spPr>
        <p:txBody>
          <a:bodyPr wrap="square">
            <a:spAutoFit/>
          </a:bodyPr>
          <a:lstStyle/>
          <a:p>
            <a:r>
              <a:rPr kumimoji="0" lang="en-MY" sz="6000" b="1" i="0" u="none" strike="noStrike" kern="1200" cap="none" spc="0" normalizeH="0" baseline="0" noProof="0" dirty="0">
                <a:ln>
                  <a:noFill/>
                </a:ln>
                <a:solidFill>
                  <a:prstClr val="black">
                    <a:lumMod val="75000"/>
                    <a:lumOff val="25000"/>
                  </a:prstClr>
                </a:solidFill>
                <a:effectLst>
                  <a:outerShdw blurRad="50800" dist="38100" dir="5400000" algn="t" rotWithShape="0">
                    <a:prstClr val="black">
                      <a:alpha val="40000"/>
                    </a:prstClr>
                  </a:outerShdw>
                </a:effectLst>
                <a:uLnTx/>
                <a:uFillTx/>
                <a:latin typeface="Century Gothic" panose="020B0502020202020204" pitchFamily="34" charset="0"/>
                <a:ea typeface="+mn-ea"/>
                <a:cs typeface="+mn-cs"/>
              </a:rPr>
              <a:t>more easily </a:t>
            </a:r>
            <a:endParaRPr lang="en-MY" dirty="0"/>
          </a:p>
        </p:txBody>
      </p:sp>
      <p:sp>
        <p:nvSpPr>
          <p:cNvPr id="53" name="Rectangle: Rounded Corners 52">
            <a:extLst>
              <a:ext uri="{FF2B5EF4-FFF2-40B4-BE49-F238E27FC236}">
                <a16:creationId xmlns:a16="http://schemas.microsoft.com/office/drawing/2014/main" id="{FFB135C8-D5F0-49A8-A0F9-48F7E92A346F}"/>
              </a:ext>
            </a:extLst>
          </p:cNvPr>
          <p:cNvSpPr/>
          <p:nvPr/>
        </p:nvSpPr>
        <p:spPr>
          <a:xfrm>
            <a:off x="8107260" y="-20615547"/>
            <a:ext cx="678657" cy="73695"/>
          </a:xfrm>
          <a:prstGeom prst="roundRect">
            <a:avLst>
              <a:gd name="adj" fmla="val 50000"/>
            </a:avLst>
          </a:prstGeom>
          <a:solidFill>
            <a:srgbClr val="A776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46" name="oppo">
            <a:extLst>
              <a:ext uri="{FF2B5EF4-FFF2-40B4-BE49-F238E27FC236}">
                <a16:creationId xmlns:a16="http://schemas.microsoft.com/office/drawing/2014/main" id="{B346AF4A-3381-4BD7-9BDB-7032FEB6E9EA}"/>
              </a:ext>
            </a:extLst>
          </p:cNvPr>
          <p:cNvPicPr>
            <a:picLocks noChangeAspect="1"/>
          </p:cNvPicPr>
          <p:nvPr/>
        </p:nvPicPr>
        <p:blipFill rotWithShape="1">
          <a:blip r:embed="rId4">
            <a:extLst>
              <a:ext uri="{BEBA8EAE-BF5A-486C-A8C5-ECC9F3942E4B}">
                <a14:imgProps xmlns:a14="http://schemas.microsoft.com/office/drawing/2010/main">
                  <a14:imgLayer r:embed="rId5">
                    <a14:imgEffect>
                      <a14:artisticBlur radius="100"/>
                    </a14:imgEffect>
                    <a14:imgEffect>
                      <a14:brightnessContrast contrast="40000"/>
                    </a14:imgEffect>
                  </a14:imgLayer>
                </a14:imgProps>
              </a:ext>
            </a:extLst>
          </a:blip>
          <a:srcRect l="60078" t="6551" r="5560" b="6987"/>
          <a:stretch/>
        </p:blipFill>
        <p:spPr>
          <a:xfrm>
            <a:off x="7294327" y="377318"/>
            <a:ext cx="4298531" cy="6082834"/>
          </a:xfrm>
          <a:prstGeom prst="roundRect">
            <a:avLst>
              <a:gd name="adj" fmla="val 12318"/>
            </a:avLst>
          </a:prstGeom>
          <a:noFill/>
          <a:ln>
            <a:noFill/>
          </a:ln>
          <a:effectLst>
            <a:outerShdw blurRad="635000" dist="215900" dir="7200000" algn="ctr" rotWithShape="0">
              <a:schemeClr val="tx1">
                <a:lumMod val="50000"/>
                <a:lumOff val="50000"/>
                <a:alpha val="43000"/>
              </a:schemeClr>
            </a:outerShdw>
          </a:effectLst>
        </p:spPr>
      </p:pic>
      <p:pic>
        <p:nvPicPr>
          <p:cNvPr id="71" name="Picture 70">
            <a:extLst>
              <a:ext uri="{FF2B5EF4-FFF2-40B4-BE49-F238E27FC236}">
                <a16:creationId xmlns:a16="http://schemas.microsoft.com/office/drawing/2014/main" id="{75CF27DD-3E20-45B8-A828-9CE14A072F53}"/>
              </a:ext>
            </a:extLst>
          </p:cNvPr>
          <p:cNvPicPr>
            <a:picLocks noChangeAspect="1"/>
          </p:cNvPicPr>
          <p:nvPr/>
        </p:nvPicPr>
        <p:blipFill rotWithShape="1">
          <a:blip r:embed="rId4">
            <a:extLst>
              <a:ext uri="{BEBA8EAE-BF5A-486C-A8C5-ECC9F3942E4B}">
                <a14:imgProps xmlns:a14="http://schemas.microsoft.com/office/drawing/2010/main">
                  <a14:imgLayer r:embed="rId5">
                    <a14:imgEffect>
                      <a14:artisticBlur radius="100"/>
                    </a14:imgEffect>
                    <a14:imgEffect>
                      <a14:brightnessContrast contrast="40000"/>
                    </a14:imgEffect>
                  </a14:imgLayer>
                </a14:imgProps>
              </a:ext>
            </a:extLst>
          </a:blip>
          <a:srcRect l="20119" t="5497" r="44745" b="5802"/>
          <a:stretch/>
        </p:blipFill>
        <p:spPr>
          <a:xfrm>
            <a:off x="2452240" y="377317"/>
            <a:ext cx="4284349" cy="6082836"/>
          </a:xfrm>
          <a:prstGeom prst="roundRect">
            <a:avLst>
              <a:gd name="adj" fmla="val 12318"/>
            </a:avLst>
          </a:prstGeom>
          <a:noFill/>
          <a:ln>
            <a:noFill/>
          </a:ln>
          <a:effectLst>
            <a:outerShdw blurRad="635000" dist="215900" dir="7200000" algn="ctr" rotWithShape="0">
              <a:schemeClr val="tx1">
                <a:lumMod val="50000"/>
                <a:lumOff val="50000"/>
                <a:alpha val="43000"/>
              </a:schemeClr>
            </a:outerShdw>
          </a:effectLst>
        </p:spPr>
      </p:pic>
      <p:sp>
        <p:nvSpPr>
          <p:cNvPr id="67" name="TextBox 66">
            <a:extLst>
              <a:ext uri="{FF2B5EF4-FFF2-40B4-BE49-F238E27FC236}">
                <a16:creationId xmlns:a16="http://schemas.microsoft.com/office/drawing/2014/main" id="{6949D7E2-6FF0-4F2A-A0CC-32AF305940B8}"/>
              </a:ext>
            </a:extLst>
          </p:cNvPr>
          <p:cNvSpPr txBox="1"/>
          <p:nvPr/>
        </p:nvSpPr>
        <p:spPr>
          <a:xfrm>
            <a:off x="8320578" y="4761124"/>
            <a:ext cx="2455293" cy="646331"/>
          </a:xfrm>
          <a:prstGeom prst="rect">
            <a:avLst/>
          </a:prstGeom>
          <a:noFill/>
        </p:spPr>
        <p:txBody>
          <a:bodyPr wrap="square">
            <a:spAutoFit/>
          </a:bodyPr>
          <a:lstStyle/>
          <a:p>
            <a:r>
              <a:rPr lang="vi-VN" sz="3600" b="1" dirty="0">
                <a:solidFill>
                  <a:prstClr val="black">
                    <a:lumMod val="75000"/>
                    <a:lumOff val="25000"/>
                  </a:prstClr>
                </a:solidFill>
                <a:effectLst>
                  <a:outerShdw blurRad="50800" dist="38100" dir="5400000" algn="t" rotWithShape="0">
                    <a:prstClr val="black">
                      <a:alpha val="40000"/>
                    </a:prstClr>
                  </a:outerShdw>
                </a:effectLst>
                <a:latin typeface="Bahnschrift" panose="020B0502040204020203" pitchFamily="34" charset="0"/>
              </a:rPr>
              <a:t>VTCB trên</a:t>
            </a:r>
            <a:endParaRPr lang="en-MY" dirty="0">
              <a:latin typeface="Bahnschrift" panose="020B0502040204020203" pitchFamily="34" charset="0"/>
            </a:endParaRPr>
          </a:p>
        </p:txBody>
      </p:sp>
      <p:sp>
        <p:nvSpPr>
          <p:cNvPr id="69" name="TextBox 68">
            <a:extLst>
              <a:ext uri="{FF2B5EF4-FFF2-40B4-BE49-F238E27FC236}">
                <a16:creationId xmlns:a16="http://schemas.microsoft.com/office/drawing/2014/main" id="{CF847EF9-1789-4C48-99AE-3A58281E6F8C}"/>
              </a:ext>
            </a:extLst>
          </p:cNvPr>
          <p:cNvSpPr txBox="1"/>
          <p:nvPr/>
        </p:nvSpPr>
        <p:spPr>
          <a:xfrm>
            <a:off x="7955597" y="5228947"/>
            <a:ext cx="3224688" cy="646331"/>
          </a:xfrm>
          <a:prstGeom prst="rect">
            <a:avLst/>
          </a:prstGeom>
          <a:noFill/>
        </p:spPr>
        <p:txBody>
          <a:bodyPr wrap="square">
            <a:spAutoFit/>
          </a:bodyPr>
          <a:lstStyle/>
          <a:p>
            <a:r>
              <a:rPr lang="vi-VN" sz="3600" b="1" dirty="0">
                <a:solidFill>
                  <a:prstClr val="black">
                    <a:lumMod val="75000"/>
                    <a:lumOff val="25000"/>
                  </a:prstClr>
                </a:solidFill>
                <a:effectLst>
                  <a:outerShdw blurRad="50800" dist="38100" dir="5400000" algn="t" rotWithShape="0">
                    <a:prstClr val="black">
                      <a:alpha val="40000"/>
                    </a:prstClr>
                  </a:outerShdw>
                </a:effectLst>
                <a:latin typeface="Bahnschrift" panose="020B0502040204020203" pitchFamily="34" charset="0"/>
              </a:rPr>
              <a:t>đỉnh của khối</a:t>
            </a:r>
            <a:endParaRPr lang="en-MY" sz="3600" dirty="0">
              <a:latin typeface="Bahnschrift" panose="020B0502040204020203" pitchFamily="34" charset="0"/>
            </a:endParaRPr>
          </a:p>
        </p:txBody>
      </p:sp>
      <p:sp>
        <p:nvSpPr>
          <p:cNvPr id="70" name="TextBox 69">
            <a:extLst>
              <a:ext uri="{FF2B5EF4-FFF2-40B4-BE49-F238E27FC236}">
                <a16:creationId xmlns:a16="http://schemas.microsoft.com/office/drawing/2014/main" id="{9A079DBA-C4FC-43E7-B4DB-B9BF2C6715EE}"/>
              </a:ext>
            </a:extLst>
          </p:cNvPr>
          <p:cNvSpPr txBox="1"/>
          <p:nvPr/>
        </p:nvSpPr>
        <p:spPr>
          <a:xfrm>
            <a:off x="2811472" y="5240566"/>
            <a:ext cx="3665970" cy="584775"/>
          </a:xfrm>
          <a:prstGeom prst="rect">
            <a:avLst/>
          </a:prstGeom>
          <a:noFill/>
        </p:spPr>
        <p:txBody>
          <a:bodyPr wrap="square">
            <a:spAutoFit/>
          </a:bodyPr>
          <a:lstStyle/>
          <a:p>
            <a:pPr algn="ctr"/>
            <a:r>
              <a:rPr lang="vi-VN" sz="1600" dirty="0">
                <a:solidFill>
                  <a:schemeClr val="tx1">
                    <a:lumMod val="50000"/>
                    <a:lumOff val="50000"/>
                  </a:schemeClr>
                </a:solidFill>
                <a:latin typeface="Bahnschrift" panose="020B0502040204020203" pitchFamily="34" charset="0"/>
              </a:rPr>
              <a:t>Cân bằng trên ba cạnh chung giữa ba mặt chứa bánh quán tính và động cơ.</a:t>
            </a:r>
            <a:endParaRPr lang="en-MY" sz="1600" dirty="0">
              <a:solidFill>
                <a:schemeClr val="tx1">
                  <a:lumMod val="50000"/>
                  <a:lumOff val="50000"/>
                </a:schemeClr>
              </a:solidFill>
              <a:latin typeface="Bahnschrift" panose="020B0502040204020203" pitchFamily="34" charset="0"/>
            </a:endParaRPr>
          </a:p>
        </p:txBody>
      </p:sp>
      <p:grpSp>
        <p:nvGrpSpPr>
          <p:cNvPr id="86" name="Group 85">
            <a:extLst>
              <a:ext uri="{FF2B5EF4-FFF2-40B4-BE49-F238E27FC236}">
                <a16:creationId xmlns:a16="http://schemas.microsoft.com/office/drawing/2014/main" id="{1902AA37-DF08-4C67-8A1E-7261EA62742F}"/>
              </a:ext>
            </a:extLst>
          </p:cNvPr>
          <p:cNvGrpSpPr/>
          <p:nvPr/>
        </p:nvGrpSpPr>
        <p:grpSpPr>
          <a:xfrm>
            <a:off x="8463081" y="5990814"/>
            <a:ext cx="1895474" cy="335864"/>
            <a:chOff x="1647263" y="5753100"/>
            <a:chExt cx="1703376" cy="441960"/>
          </a:xfrm>
          <a:gradFill>
            <a:gsLst>
              <a:gs pos="0">
                <a:srgbClr val="C570EC"/>
              </a:gs>
              <a:gs pos="50000">
                <a:srgbClr val="C371EB"/>
              </a:gs>
              <a:gs pos="100000">
                <a:srgbClr val="A577D7"/>
              </a:gs>
            </a:gsLst>
            <a:lin ang="10800000" scaled="1"/>
          </a:gradFill>
          <a:effectLst/>
        </p:grpSpPr>
        <p:sp>
          <p:nvSpPr>
            <p:cNvPr id="87" name="Rectangle: Rounded Corners 86">
              <a:extLst>
                <a:ext uri="{FF2B5EF4-FFF2-40B4-BE49-F238E27FC236}">
                  <a16:creationId xmlns:a16="http://schemas.microsoft.com/office/drawing/2014/main" id="{A366AE2D-371B-4717-9F22-845F46BA1426}"/>
                </a:ext>
              </a:extLst>
            </p:cNvPr>
            <p:cNvSpPr/>
            <p:nvPr/>
          </p:nvSpPr>
          <p:spPr>
            <a:xfrm>
              <a:off x="1647263" y="5753100"/>
              <a:ext cx="1703376" cy="441960"/>
            </a:xfrm>
            <a:prstGeom prst="roundRect">
              <a:avLst>
                <a:gd name="adj" fmla="val 41492"/>
              </a:avLst>
            </a:prstGeom>
            <a:solidFill>
              <a:srgbClr val="4B4A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b="1" dirty="0">
                <a:solidFill>
                  <a:srgbClr val="7030A0"/>
                </a:solidFill>
                <a:latin typeface="Century Gothic" panose="020B0502020202020204" pitchFamily="34" charset="0"/>
              </a:endParaRPr>
            </a:p>
          </p:txBody>
        </p:sp>
        <p:sp>
          <p:nvSpPr>
            <p:cNvPr id="88" name="TextBox 87">
              <a:extLst>
                <a:ext uri="{FF2B5EF4-FFF2-40B4-BE49-F238E27FC236}">
                  <a16:creationId xmlns:a16="http://schemas.microsoft.com/office/drawing/2014/main" id="{5EC4DBBD-84FD-413F-BB9A-B226CC352BD5}"/>
                </a:ext>
              </a:extLst>
            </p:cNvPr>
            <p:cNvSpPr txBox="1"/>
            <p:nvPr/>
          </p:nvSpPr>
          <p:spPr>
            <a:xfrm>
              <a:off x="2242265" y="5793400"/>
              <a:ext cx="529706" cy="364500"/>
            </a:xfrm>
            <a:prstGeom prst="rect">
              <a:avLst/>
            </a:prstGeom>
            <a:noFill/>
          </p:spPr>
          <p:txBody>
            <a:bodyPr wrap="square">
              <a:spAutoFit/>
            </a:bodyPr>
            <a:lstStyle/>
            <a:p>
              <a:r>
                <a:rPr lang="en-MY" sz="1200" b="1" dirty="0">
                  <a:solidFill>
                    <a:schemeClr val="bg1"/>
                  </a:solidFill>
                  <a:latin typeface="Century Gothic" panose="020B0502020202020204" pitchFamily="34" charset="0"/>
                </a:rPr>
                <a:t>more</a:t>
              </a:r>
              <a:endParaRPr lang="en-MY" b="1" dirty="0">
                <a:solidFill>
                  <a:schemeClr val="bg1"/>
                </a:solidFill>
              </a:endParaRPr>
            </a:p>
          </p:txBody>
        </p:sp>
      </p:grpSp>
      <p:sp>
        <p:nvSpPr>
          <p:cNvPr id="50" name="TextBox 49">
            <a:extLst>
              <a:ext uri="{FF2B5EF4-FFF2-40B4-BE49-F238E27FC236}">
                <a16:creationId xmlns:a16="http://schemas.microsoft.com/office/drawing/2014/main" id="{4AE84F63-2E09-4BA3-8452-32B260CAF7FB}"/>
              </a:ext>
            </a:extLst>
          </p:cNvPr>
          <p:cNvSpPr txBox="1"/>
          <p:nvPr/>
        </p:nvSpPr>
        <p:spPr>
          <a:xfrm>
            <a:off x="3061471" y="4327381"/>
            <a:ext cx="2184559" cy="646331"/>
          </a:xfrm>
          <a:prstGeom prst="rect">
            <a:avLst/>
          </a:prstGeom>
          <a:noFill/>
        </p:spPr>
        <p:txBody>
          <a:bodyPr wrap="square">
            <a:spAutoFit/>
          </a:bodyPr>
          <a:lstStyle/>
          <a:p>
            <a:r>
              <a:rPr lang="vi-VN" sz="3600" b="1" dirty="0">
                <a:solidFill>
                  <a:prstClr val="black">
                    <a:lumMod val="75000"/>
                    <a:lumOff val="25000"/>
                  </a:prstClr>
                </a:solidFill>
                <a:effectLst>
                  <a:outerShdw blurRad="50800" dist="38100" dir="5400000" algn="t" rotWithShape="0">
                    <a:prstClr val="black">
                      <a:alpha val="40000"/>
                    </a:prstClr>
                  </a:outerShdw>
                </a:effectLst>
                <a:latin typeface="Bahnschrift" panose="020B0502040204020203" pitchFamily="34" charset="0"/>
              </a:rPr>
              <a:t>VTCB</a:t>
            </a:r>
            <a:endParaRPr lang="en-MY" dirty="0">
              <a:latin typeface="Bahnschrift" panose="020B0502040204020203" pitchFamily="34" charset="0"/>
            </a:endParaRPr>
          </a:p>
        </p:txBody>
      </p:sp>
      <p:grpSp>
        <p:nvGrpSpPr>
          <p:cNvPr id="80" name="Group 79">
            <a:extLst>
              <a:ext uri="{FF2B5EF4-FFF2-40B4-BE49-F238E27FC236}">
                <a16:creationId xmlns:a16="http://schemas.microsoft.com/office/drawing/2014/main" id="{DEE947F0-A076-48AA-BC32-D455DE7B36BA}"/>
              </a:ext>
            </a:extLst>
          </p:cNvPr>
          <p:cNvGrpSpPr/>
          <p:nvPr/>
        </p:nvGrpSpPr>
        <p:grpSpPr>
          <a:xfrm>
            <a:off x="3734048" y="5970292"/>
            <a:ext cx="1895474" cy="335864"/>
            <a:chOff x="1647263" y="5753100"/>
            <a:chExt cx="1703376" cy="441960"/>
          </a:xfrm>
          <a:gradFill>
            <a:gsLst>
              <a:gs pos="0">
                <a:srgbClr val="C570EC"/>
              </a:gs>
              <a:gs pos="50000">
                <a:srgbClr val="C371EB"/>
              </a:gs>
              <a:gs pos="100000">
                <a:srgbClr val="A577D7"/>
              </a:gs>
            </a:gsLst>
            <a:lin ang="10800000" scaled="1"/>
          </a:gradFill>
          <a:effectLst/>
        </p:grpSpPr>
        <p:sp>
          <p:nvSpPr>
            <p:cNvPr id="81" name="Rectangle: Rounded Corners 80">
              <a:extLst>
                <a:ext uri="{FF2B5EF4-FFF2-40B4-BE49-F238E27FC236}">
                  <a16:creationId xmlns:a16="http://schemas.microsoft.com/office/drawing/2014/main" id="{0274C5AA-9F89-4B8A-81E7-CD0CF52CDCB7}"/>
                </a:ext>
              </a:extLst>
            </p:cNvPr>
            <p:cNvSpPr/>
            <p:nvPr/>
          </p:nvSpPr>
          <p:spPr>
            <a:xfrm>
              <a:off x="1647263" y="5753100"/>
              <a:ext cx="1703376" cy="441960"/>
            </a:xfrm>
            <a:prstGeom prst="roundRect">
              <a:avLst>
                <a:gd name="adj" fmla="val 41492"/>
              </a:avLst>
            </a:prstGeom>
            <a:solidFill>
              <a:srgbClr val="4B4A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b="1" dirty="0">
                <a:solidFill>
                  <a:srgbClr val="7030A0"/>
                </a:solidFill>
                <a:latin typeface="Century Gothic" panose="020B0502020202020204" pitchFamily="34" charset="0"/>
              </a:endParaRPr>
            </a:p>
          </p:txBody>
        </p:sp>
        <p:sp>
          <p:nvSpPr>
            <p:cNvPr id="82" name="TextBox 81">
              <a:extLst>
                <a:ext uri="{FF2B5EF4-FFF2-40B4-BE49-F238E27FC236}">
                  <a16:creationId xmlns:a16="http://schemas.microsoft.com/office/drawing/2014/main" id="{593FA130-E895-471C-9534-7A2041ABB43B}"/>
                </a:ext>
              </a:extLst>
            </p:cNvPr>
            <p:cNvSpPr txBox="1"/>
            <p:nvPr/>
          </p:nvSpPr>
          <p:spPr>
            <a:xfrm>
              <a:off x="2242265" y="5793400"/>
              <a:ext cx="529706" cy="364500"/>
            </a:xfrm>
            <a:prstGeom prst="rect">
              <a:avLst/>
            </a:prstGeom>
            <a:noFill/>
          </p:spPr>
          <p:txBody>
            <a:bodyPr wrap="square">
              <a:spAutoFit/>
            </a:bodyPr>
            <a:lstStyle/>
            <a:p>
              <a:r>
                <a:rPr lang="en-MY" sz="1200" b="1" dirty="0">
                  <a:solidFill>
                    <a:schemeClr val="bg1"/>
                  </a:solidFill>
                  <a:latin typeface="Century Gothic" panose="020B0502020202020204" pitchFamily="34" charset="0"/>
                </a:rPr>
                <a:t>more</a:t>
              </a:r>
              <a:endParaRPr lang="en-MY" b="1" dirty="0">
                <a:solidFill>
                  <a:schemeClr val="bg1"/>
                </a:solidFill>
              </a:endParaRPr>
            </a:p>
          </p:txBody>
        </p:sp>
      </p:grpSp>
      <p:sp>
        <p:nvSpPr>
          <p:cNvPr id="93" name="Rectangle: Rounded Corners 92">
            <a:extLst>
              <a:ext uri="{FF2B5EF4-FFF2-40B4-BE49-F238E27FC236}">
                <a16:creationId xmlns:a16="http://schemas.microsoft.com/office/drawing/2014/main" id="{17F12720-6762-45C2-B94D-35A720133112}"/>
              </a:ext>
            </a:extLst>
          </p:cNvPr>
          <p:cNvSpPr/>
          <p:nvPr/>
        </p:nvSpPr>
        <p:spPr>
          <a:xfrm>
            <a:off x="8928558" y="490141"/>
            <a:ext cx="964520" cy="94179"/>
          </a:xfrm>
          <a:prstGeom prst="roundRect">
            <a:avLst>
              <a:gd name="adj" fmla="val 50000"/>
            </a:avLst>
          </a:prstGeom>
          <a:solidFill>
            <a:srgbClr val="B499EB"/>
          </a:solidFill>
          <a:ln>
            <a:noFill/>
          </a:ln>
          <a:effectLst>
            <a:outerShdw blurRad="50800" dist="38100" dir="5400000" algn="ctr" rotWithShape="0">
              <a:schemeClr val="tx1">
                <a:lumMod val="50000"/>
                <a:lumOff val="50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29" name="Picture 28">
            <a:extLst>
              <a:ext uri="{FF2B5EF4-FFF2-40B4-BE49-F238E27FC236}">
                <a16:creationId xmlns:a16="http://schemas.microsoft.com/office/drawing/2014/main" id="{AF9F9A33-2BB3-4D07-92A8-53BD666EB60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rot="18668801">
            <a:off x="4079929" y="2110616"/>
            <a:ext cx="3310844" cy="2672115"/>
          </a:xfrm>
          <a:prstGeom prst="rect">
            <a:avLst/>
          </a:prstGeom>
        </p:spPr>
      </p:pic>
      <p:sp>
        <p:nvSpPr>
          <p:cNvPr id="95" name="Rectangle: Rounded Corners 94">
            <a:extLst>
              <a:ext uri="{FF2B5EF4-FFF2-40B4-BE49-F238E27FC236}">
                <a16:creationId xmlns:a16="http://schemas.microsoft.com/office/drawing/2014/main" id="{3ADBE372-F0C1-45A2-81D9-EB621E963F7B}"/>
              </a:ext>
            </a:extLst>
          </p:cNvPr>
          <p:cNvSpPr/>
          <p:nvPr/>
        </p:nvSpPr>
        <p:spPr>
          <a:xfrm>
            <a:off x="4112154" y="440894"/>
            <a:ext cx="964520" cy="94179"/>
          </a:xfrm>
          <a:prstGeom prst="roundRect">
            <a:avLst>
              <a:gd name="adj" fmla="val 50000"/>
            </a:avLst>
          </a:prstGeom>
          <a:solidFill>
            <a:srgbClr val="CA9DF5"/>
          </a:solidFill>
          <a:ln>
            <a:noFill/>
          </a:ln>
          <a:effectLst>
            <a:outerShdw blurRad="50800" dist="38100" dir="5400000" algn="ctr" rotWithShape="0">
              <a:schemeClr val="tx1">
                <a:lumMod val="50000"/>
                <a:lumOff val="50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104" name="Picture 103">
            <a:extLst>
              <a:ext uri="{FF2B5EF4-FFF2-40B4-BE49-F238E27FC236}">
                <a16:creationId xmlns:a16="http://schemas.microsoft.com/office/drawing/2014/main" id="{670918A6-9276-4A05-9DA1-8F2D3F9B2727}"/>
              </a:ext>
            </a:extLst>
          </p:cNvPr>
          <p:cNvPicPr>
            <a:picLocks noChangeAspect="1"/>
          </p:cNvPicPr>
          <p:nvPr/>
        </p:nvPicPr>
        <p:blipFill>
          <a:blip r:embed="rId12"/>
          <a:stretch>
            <a:fillRect/>
          </a:stretch>
        </p:blipFill>
        <p:spPr>
          <a:xfrm rot="19733165" flipH="1">
            <a:off x="7589500" y="648800"/>
            <a:ext cx="832518" cy="832518"/>
          </a:xfrm>
          <a:prstGeom prst="rect">
            <a:avLst/>
          </a:prstGeom>
        </p:spPr>
      </p:pic>
      <p:sp>
        <p:nvSpPr>
          <p:cNvPr id="112" name="Rectangle: Rounded Corners 111">
            <a:extLst>
              <a:ext uri="{FF2B5EF4-FFF2-40B4-BE49-F238E27FC236}">
                <a16:creationId xmlns:a16="http://schemas.microsoft.com/office/drawing/2014/main" id="{E23BAAC4-8054-4F35-9F15-A815F1A05132}"/>
              </a:ext>
            </a:extLst>
          </p:cNvPr>
          <p:cNvSpPr/>
          <p:nvPr/>
        </p:nvSpPr>
        <p:spPr>
          <a:xfrm>
            <a:off x="359404" y="4350975"/>
            <a:ext cx="471367" cy="449125"/>
          </a:xfrm>
          <a:prstGeom prst="roundRect">
            <a:avLst>
              <a:gd name="adj" fmla="val 50000"/>
            </a:avLst>
          </a:prstGeom>
          <a:solidFill>
            <a:srgbClr val="E7D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3" name="Rectangle: Rounded Corners 112">
            <a:extLst>
              <a:ext uri="{FF2B5EF4-FFF2-40B4-BE49-F238E27FC236}">
                <a16:creationId xmlns:a16="http://schemas.microsoft.com/office/drawing/2014/main" id="{089C133F-FC53-4196-A648-EBC70B672CC1}"/>
              </a:ext>
            </a:extLst>
          </p:cNvPr>
          <p:cNvSpPr/>
          <p:nvPr/>
        </p:nvSpPr>
        <p:spPr>
          <a:xfrm>
            <a:off x="359404" y="5016004"/>
            <a:ext cx="471367" cy="449125"/>
          </a:xfrm>
          <a:prstGeom prst="roundRect">
            <a:avLst>
              <a:gd name="adj" fmla="val 50000"/>
            </a:avLst>
          </a:prstGeom>
          <a:solidFill>
            <a:srgbClr val="E7D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4" name="Rectangle: Rounded Corners 113">
            <a:extLst>
              <a:ext uri="{FF2B5EF4-FFF2-40B4-BE49-F238E27FC236}">
                <a16:creationId xmlns:a16="http://schemas.microsoft.com/office/drawing/2014/main" id="{DCC282A2-C224-4775-A850-BED7A03FBAF5}"/>
              </a:ext>
            </a:extLst>
          </p:cNvPr>
          <p:cNvSpPr/>
          <p:nvPr/>
        </p:nvSpPr>
        <p:spPr>
          <a:xfrm>
            <a:off x="355523" y="5659932"/>
            <a:ext cx="471367" cy="797983"/>
          </a:xfrm>
          <a:prstGeom prst="roundRect">
            <a:avLst>
              <a:gd name="adj" fmla="val 34094"/>
            </a:avLst>
          </a:prstGeom>
          <a:solidFill>
            <a:srgbClr val="A776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115" name="Graphic 114" descr="Home with solid fill">
            <a:extLst>
              <a:ext uri="{FF2B5EF4-FFF2-40B4-BE49-F238E27FC236}">
                <a16:creationId xmlns:a16="http://schemas.microsoft.com/office/drawing/2014/main" id="{75BE31BD-D8B3-479E-8E39-A104CDA6FE0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30962" y="6053701"/>
            <a:ext cx="320489" cy="320489"/>
          </a:xfrm>
          <a:prstGeom prst="rect">
            <a:avLst/>
          </a:prstGeom>
        </p:spPr>
      </p:pic>
      <p:pic>
        <p:nvPicPr>
          <p:cNvPr id="116" name="Graphic 115" descr="Caret Up with solid fill">
            <a:extLst>
              <a:ext uri="{FF2B5EF4-FFF2-40B4-BE49-F238E27FC236}">
                <a16:creationId xmlns:a16="http://schemas.microsoft.com/office/drawing/2014/main" id="{70BAFC51-902A-4E7D-B2C3-2CB0B32889D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98917" y="4371480"/>
            <a:ext cx="392341" cy="392341"/>
          </a:xfrm>
          <a:prstGeom prst="rect">
            <a:avLst/>
          </a:prstGeom>
        </p:spPr>
      </p:pic>
      <p:pic>
        <p:nvPicPr>
          <p:cNvPr id="117" name="Graphic 116" descr="Caret Up with solid fill">
            <a:extLst>
              <a:ext uri="{FF2B5EF4-FFF2-40B4-BE49-F238E27FC236}">
                <a16:creationId xmlns:a16="http://schemas.microsoft.com/office/drawing/2014/main" id="{D08D556C-ABC4-4606-B93C-2D6E2ECA01A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V="1">
            <a:off x="398917" y="5055300"/>
            <a:ext cx="392341" cy="392341"/>
          </a:xfrm>
          <a:prstGeom prst="rect">
            <a:avLst/>
          </a:prstGeom>
        </p:spPr>
      </p:pic>
      <p:pic>
        <p:nvPicPr>
          <p:cNvPr id="2" name="Picture 1" descr="Diagram, engineering drawing&#10;&#10;Description automatically generated">
            <a:extLst>
              <a:ext uri="{FF2B5EF4-FFF2-40B4-BE49-F238E27FC236}">
                <a16:creationId xmlns:a16="http://schemas.microsoft.com/office/drawing/2014/main" id="{6FD2ACEC-049E-00A9-CF99-B1CA8B53E93D}"/>
              </a:ext>
            </a:extLst>
          </p:cNvPr>
          <p:cNvPicPr>
            <a:picLocks noChangeAspect="1"/>
          </p:cNvPicPr>
          <p:nvPr/>
        </p:nvPicPr>
        <p:blipFill rotWithShape="1">
          <a:blip r:embed="rId17">
            <a:extLst>
              <a:ext uri="{BEBA8EAE-BF5A-486C-A8C5-ECC9F3942E4B}">
                <a14:imgProps xmlns:a14="http://schemas.microsoft.com/office/drawing/2010/main">
                  <a14:imgLayer r:embed="rId18">
                    <a14:imgEffect>
                      <a14:backgroundRemoval t="4167" b="98264" l="4102" r="98633">
                        <a14:foregroundMark x1="13127" y1="66829" x2="7850" y2="55402"/>
                        <a14:foregroundMark x1="43816" y1="5602" x2="46484" y2="4514"/>
                        <a14:foregroundMark x1="46484" y1="4514" x2="56694" y2="7023"/>
                        <a14:foregroundMark x1="87896" y1="31073" x2="89004" y2="32390"/>
                        <a14:foregroundMark x1="50151" y1="94041" x2="54883" y2="92882"/>
                        <a14:foregroundMark x1="54883" y1="92882" x2="46094" y2="70486"/>
                        <a14:foregroundMark x1="46094" y1="70486" x2="22656" y2="61111"/>
                        <a14:foregroundMark x1="22656" y1="61111" x2="9200" y2="63638"/>
                        <a14:foregroundMark x1="47852" y1="37847" x2="73438" y2="50174"/>
                        <a14:foregroundMark x1="73438" y1="50174" x2="86719" y2="41840"/>
                        <a14:foregroundMark x1="86719" y1="41840" x2="67969" y2="22743"/>
                        <a14:foregroundMark x1="67969" y1="22743" x2="49609" y2="23611"/>
                        <a14:foregroundMark x1="49609" y1="23611" x2="44336" y2="40104"/>
                        <a14:foregroundMark x1="44336" y1="40104" x2="45703" y2="43056"/>
                        <a14:foregroundMark x1="44141" y1="28125" x2="17188" y2="55208"/>
                        <a14:foregroundMark x1="17188" y1="55208" x2="33789" y2="61458"/>
                        <a14:foregroundMark x1="33789" y1="61458" x2="53125" y2="37674"/>
                        <a14:foregroundMark x1="53125" y1="37674" x2="51758" y2="27604"/>
                        <a14:foregroundMark x1="42383" y1="27083" x2="48242" y2="51910"/>
                        <a14:foregroundMark x1="48242" y1="51910" x2="50195" y2="33507"/>
                        <a14:foregroundMark x1="50195" y1="33507" x2="35547" y2="28646"/>
                        <a14:foregroundMark x1="35547" y1="28646" x2="34180" y2="29514"/>
                        <a14:foregroundMark x1="31055" y1="31944" x2="41153" y2="11473"/>
                        <a14:foregroundMark x1="43140" y1="9056" x2="57227" y2="4340"/>
                        <a14:foregroundMark x1="61926" y1="11546" x2="65039" y2="16319"/>
                        <a14:foregroundMark x1="57227" y1="4340" x2="58158" y2="5768"/>
                        <a14:foregroundMark x1="65039" y1="16319" x2="58203" y2="28646"/>
                        <a14:foregroundMark x1="16797" y1="24653" x2="8347" y2="29433"/>
                        <a14:foregroundMark x1="7844" y1="41676" x2="15820" y2="25174"/>
                        <a14:foregroundMark x1="15820" y1="25174" x2="15103" y2="25009"/>
                        <a14:foregroundMark x1="19531" y1="61632" x2="16329" y2="69432"/>
                        <a14:foregroundMark x1="36766" y1="86041" x2="45313" y2="73264"/>
                        <a14:foregroundMark x1="45313" y1="73264" x2="26953" y2="66146"/>
                        <a14:foregroundMark x1="26953" y1="66146" x2="22453" y2="74146"/>
                        <a14:foregroundMark x1="42039" y1="90326" x2="50000" y2="85243"/>
                        <a14:foregroundMark x1="50000" y1="85243" x2="37891" y2="68056"/>
                        <a14:foregroundMark x1="37891" y1="68056" x2="29297" y2="66840"/>
                        <a14:foregroundMark x1="58203" y1="79514" x2="65712" y2="86189"/>
                        <a14:foregroundMark x1="92276" y1="47203" x2="90820" y2="45139"/>
                        <a14:foregroundMark x1="90820" y1="45139" x2="72266" y2="46528"/>
                        <a14:foregroundMark x1="72266" y1="46528" x2="60352" y2="72049"/>
                        <a14:foregroundMark x1="60352" y1="72049" x2="59961" y2="84375"/>
                        <a14:foregroundMark x1="56055" y1="45486" x2="76758" y2="46875"/>
                        <a14:foregroundMark x1="76758" y1="46875" x2="79297" y2="33681"/>
                        <a14:foregroundMark x1="79297" y1="33681" x2="66211" y2="24306"/>
                        <a14:foregroundMark x1="66211" y1="24306" x2="51953" y2="22917"/>
                        <a14:foregroundMark x1="51953" y1="22917" x2="49414" y2="23785"/>
                        <a14:foregroundMark x1="59961" y1="21354" x2="72070" y2="45139"/>
                        <a14:foregroundMark x1="72070" y1="45139" x2="79102" y2="31944"/>
                        <a14:foregroundMark x1="79102" y1="31944" x2="58594" y2="22743"/>
                        <a14:foregroundMark x1="58594" y1="22743" x2="51758" y2="28646"/>
                        <a14:foregroundMark x1="40884" y1="90132" x2="42867" y2="91916"/>
                        <a14:foregroundMark x1="11328" y1="63542" x2="40735" y2="89998"/>
                        <a14:foregroundMark x1="43205" y1="91611" x2="37695" y2="77083"/>
                        <a14:foregroundMark x1="37695" y1="77083" x2="20508" y2="60590"/>
                        <a14:foregroundMark x1="15234" y1="63021" x2="23310" y2="74908"/>
                        <a14:foregroundMark x1="37607" y1="87617" x2="21094" y2="62500"/>
                        <a14:foregroundMark x1="11328" y1="66319" x2="11328" y2="66319"/>
                        <a14:foregroundMark x1="15234" y1="62500" x2="20312" y2="72979"/>
                        <a14:foregroundMark x1="23443" y1="75025" x2="31055" y2="78472"/>
                        <a14:foregroundMark x1="11914" y1="65451" x2="30664" y2="77951"/>
                        <a14:foregroundMark x1="30664" y1="77951" x2="38672" y2="75174"/>
                        <a14:foregroundMark x1="57813" y1="5035" x2="82227" y2="25868"/>
                        <a14:foregroundMark x1="82227" y1="25868" x2="66211" y2="18403"/>
                        <a14:foregroundMark x1="66211" y1="18403" x2="58789" y2="6597"/>
                        <a14:foregroundMark x1="81055" y1="25174" x2="80859" y2="26389"/>
                        <a14:foregroundMark x1="81836" y1="24826" x2="89140" y2="33001"/>
                        <a14:foregroundMark x1="90199" y1="37797" x2="88477" y2="38715"/>
                        <a14:foregroundMark x1="72269" y1="82317" x2="68164" y2="83333"/>
                        <a14:foregroundMark x1="68164" y1="83333" x2="65047" y2="86581"/>
                        <a14:foregroundMark x1="49158" y1="96020" x2="49805" y2="96528"/>
                        <a14:foregroundMark x1="40991" y1="89608" x2="43362" y2="91470"/>
                        <a14:foregroundMark x1="31198" y1="81919" x2="40907" y2="89543"/>
                        <a14:foregroundMark x1="11328" y1="66319" x2="20047" y2="73164"/>
                        <a14:foregroundMark x1="44578" y1="91594" x2="43359" y2="87326"/>
                        <a14:foregroundMark x1="50391" y1="92882" x2="49207" y2="94870"/>
                        <a14:foregroundMark x1="40770" y1="90432" x2="41211" y2="90799"/>
                        <a14:foregroundMark x1="17188" y1="70833" x2="40619" y2="90307"/>
                        <a14:foregroundMark x1="41211" y1="90799" x2="41992" y2="91146"/>
                        <a14:foregroundMark x1="8780" y1="47155" x2="9766" y2="47917"/>
                        <a14:foregroundMark x1="5078" y1="33854" x2="46094" y2="6424"/>
                        <a14:foregroundMark x1="44727" y1="7292" x2="15625" y2="24132"/>
                        <a14:foregroundMark x1="15625" y1="24132" x2="6445" y2="32118"/>
                        <a14:foregroundMark x1="46094" y1="5208" x2="5859" y2="30729"/>
                        <a14:foregroundMark x1="5859" y1="30729" x2="6445" y2="36111"/>
                        <a14:foregroundMark x1="44141" y1="5729" x2="54102" y2="5035"/>
                        <a14:foregroundMark x1="7422" y1="30729" x2="6055" y2="40625"/>
                        <a14:foregroundMark x1="6836" y1="31250" x2="6250" y2="38889"/>
                        <a14:foregroundMark x1="49609" y1="97222" x2="49609" y2="97222"/>
                        <a14:foregroundMark x1="49414" y1="96875" x2="43555" y2="88889"/>
                        <a14:foregroundMark x1="49609" y1="96701" x2="40625" y2="89931"/>
                        <a14:foregroundMark x1="5469" y1="32292" x2="4102" y2="35938"/>
                        <a14:backgroundMark x1="22931" y1="14221" x2="27930" y2="10417"/>
                        <a14:backgroundMark x1="43964" y1="3407" x2="51758" y2="0"/>
                        <a14:backgroundMark x1="40596" y1="4880" x2="41883" y2="4317"/>
                        <a14:backgroundMark x1="27930" y1="10417" x2="29681" y2="9652"/>
                        <a14:backgroundMark x1="4302" y1="49075" x2="4168" y2="48656"/>
                        <a14:backgroundMark x1="8129" y1="61090" x2="4368" y2="49283"/>
                        <a14:backgroundMark x1="13348" y1="20708" x2="15430" y2="18576"/>
                        <a14:backgroundMark x1="15430" y1="18576" x2="18723" y2="17069"/>
                        <a14:backgroundMark x1="57952" y1="3095" x2="61133" y2="2431"/>
                        <a14:backgroundMark x1="78329" y1="14792" x2="83594" y2="18576"/>
                        <a14:backgroundMark x1="71173" y1="9648" x2="71475" y2="9865"/>
                        <a14:backgroundMark x1="61133" y1="2431" x2="67145" y2="6752"/>
                        <a14:backgroundMark x1="83594" y1="18576" x2="85804" y2="23258"/>
                        <a14:backgroundMark x1="5273" y1="64410" x2="9405" y2="67768"/>
                        <a14:backgroundMark x1="41013" y1="97442" x2="31055" y2="96875"/>
                        <a14:backgroundMark x1="31055" y1="96875" x2="13672" y2="87847"/>
                        <a14:backgroundMark x1="13672" y1="87847" x2="7031" y2="65972"/>
                        <a14:backgroundMark x1="5273" y1="69792" x2="24731" y2="82421"/>
                        <a14:backgroundMark x1="30774" y1="87989" x2="34961" y2="98438"/>
                        <a14:backgroundMark x1="34961" y1="98438" x2="21875" y2="90972"/>
                        <a14:backgroundMark x1="21875" y1="90972" x2="7031" y2="69792"/>
                        <a14:backgroundMark x1="7031" y1="76563" x2="24805" y2="84549"/>
                        <a14:backgroundMark x1="24805" y1="84549" x2="33008" y2="94965"/>
                        <a14:backgroundMark x1="33008" y1="94965" x2="4688" y2="83681"/>
                        <a14:backgroundMark x1="4688" y1="83681" x2="8008" y2="74132"/>
                        <a14:backgroundMark x1="7422" y1="80903" x2="20117" y2="96875"/>
                        <a14:backgroundMark x1="20117" y1="96875" x2="23828" y2="82639"/>
                        <a14:backgroundMark x1="23828" y1="82639" x2="10547" y2="79514"/>
                        <a14:backgroundMark x1="10547" y1="79514" x2="7031" y2="88715"/>
                        <a14:backgroundMark x1="56055" y1="99826" x2="83020" y2="82498"/>
                        <a14:backgroundMark x1="84276" y1="82187" x2="77344" y2="91667"/>
                        <a14:backgroundMark x1="77344" y1="91667" x2="59375" y2="97396"/>
                        <a14:backgroundMark x1="59375" y1="97396" x2="59375" y2="97396"/>
                        <a14:backgroundMark x1="81479" y1="82879" x2="70313" y2="92014"/>
                        <a14:backgroundMark x1="77450" y1="17648" x2="77296" y2="17600"/>
                        <a14:backgroundMark x1="84375" y1="19792" x2="78272" y2="17903"/>
                        <a14:backgroundMark x1="11683" y1="23461" x2="3711" y2="27604"/>
                        <a14:backgroundMark x1="34766" y1="8160" x2="37528" y2="7080"/>
                        <a14:backgroundMark x1="68452" y1="8522" x2="78906" y2="11111"/>
                        <a14:backgroundMark x1="76836" y1="17208" x2="77930" y2="17882"/>
                        <a14:backgroundMark x1="89261" y1="28404" x2="91992" y2="30035"/>
                        <a14:backgroundMark x1="91992" y1="30035" x2="91992" y2="30035"/>
                        <a14:backgroundMark x1="91602" y1="28819" x2="97852" y2="57118"/>
                        <a14:backgroundMark x1="97852" y1="57118" x2="99805" y2="30729"/>
                        <a14:backgroundMark x1="97070" y1="56424" x2="99414" y2="65278"/>
                        <a14:backgroundMark x1="97656" y1="62674" x2="99219" y2="63889"/>
                        <a14:backgroundMark x1="98242" y1="64410" x2="87891" y2="76563"/>
                        <a14:backgroundMark x1="87891" y1="76563" x2="61133" y2="92361"/>
                        <a14:backgroundMark x1="61133" y1="92361" x2="80664" y2="91840"/>
                        <a14:backgroundMark x1="80664" y1="91840" x2="97266" y2="82813"/>
                        <a14:backgroundMark x1="97266" y1="82813" x2="99219" y2="67708"/>
                        <a14:backgroundMark x1="63281" y1="89410" x2="62891" y2="89410"/>
                        <a14:backgroundMark x1="61328" y1="92014" x2="56641" y2="98264"/>
                        <a14:backgroundMark x1="52031" y1="97222" x2="51172" y2="97569"/>
                        <a14:backgroundMark x1="57617" y1="94965" x2="52031" y2="97222"/>
                        <a14:backgroundMark x1="87695" y1="81771" x2="99805" y2="71528"/>
                        <a14:backgroundMark x1="84570" y1="82118" x2="98438" y2="68056"/>
                        <a14:backgroundMark x1="85352" y1="77604" x2="96680" y2="69965"/>
                        <a14:backgroundMark x1="96680" y1="72049" x2="93359" y2="74826"/>
                        <a14:backgroundMark x1="90430" y1="76910" x2="94727" y2="73090"/>
                        <a14:backgroundMark x1="89648" y1="72396" x2="83008" y2="78125"/>
                        <a14:backgroundMark x1="38994" y1="92995" x2="40625" y2="94444"/>
                        <a14:backgroundMark x1="18164" y1="74479" x2="38986" y2="92988"/>
                        <a14:backgroundMark x1="39110" y1="92866" x2="38806" y2="92550"/>
                        <a14:backgroundMark x1="40625" y1="94444" x2="39661" y2="93440"/>
                        <a14:backgroundMark x1="40039" y1="93403" x2="39648" y2="92882"/>
                        <a14:backgroundMark x1="41406" y1="93229" x2="42969" y2="94097"/>
                        <a14:backgroundMark x1="39844" y1="92882" x2="40039" y2="91840"/>
                        <a14:backgroundMark x1="41406" y1="93403" x2="40430" y2="93056"/>
                        <a14:backgroundMark x1="1529" y1="32291" x2="1172" y2="30035"/>
                        <a14:backgroundMark x1="3651" y1="45678" x2="3473" y2="44557"/>
                        <a14:backgroundMark x1="5078" y1="54688" x2="3900" y2="47253"/>
                        <a14:backgroundMark x1="7031" y1="54688" x2="6468" y2="49238"/>
                        <a14:backgroundMark x1="5469" y1="52951" x2="195" y2="34028"/>
                        <a14:backgroundMark x1="3994" y1="40401" x2="4883" y2="43229"/>
                        <a14:backgroundMark x1="2442" y1="35463" x2="3122" y2="37627"/>
                        <a14:backgroundMark x1="1172" y1="31424" x2="1683" y2="33050"/>
                        <a14:backgroundMark x1="3093" y1="36639" x2="2801" y2="35566"/>
                        <a14:backgroundMark x1="4883" y1="43229" x2="4119" y2="40415"/>
                        <a14:backgroundMark x1="3680" y1="28887" x2="195" y2="29861"/>
                        <a14:backgroundMark x1="4102" y1="41840" x2="6445" y2="51563"/>
                        <a14:backgroundMark x1="47330" y1="97222" x2="47656" y2="97396"/>
                        <a14:backgroundMark x1="40820" y1="93750" x2="47330" y2="97222"/>
                        <a14:backgroundMark x1="26367" y1="93750" x2="15234" y2="81250"/>
                        <a14:backgroundMark x1="15234" y1="81250" x2="28125" y2="94271"/>
                        <a14:backgroundMark x1="95117" y1="74826" x2="96680" y2="74653"/>
                        <a14:backgroundMark x1="93945" y1="74653" x2="99805" y2="67361"/>
                      </a14:backgroundRemoval>
                    </a14:imgEffect>
                  </a14:imgLayer>
                </a14:imgProps>
              </a:ext>
            </a:extLst>
          </a:blip>
          <a:srcRect l="2735" t="1216" r="1563" b="1736"/>
          <a:stretch/>
        </p:blipFill>
        <p:spPr bwMode="auto">
          <a:xfrm>
            <a:off x="7741817" y="743584"/>
            <a:ext cx="3564806" cy="4066659"/>
          </a:xfrm>
          <a:prstGeom prst="rect">
            <a:avLst/>
          </a:prstGeom>
          <a:ln>
            <a:noFill/>
          </a:ln>
          <a:extLst>
            <a:ext uri="{53640926-AAD7-44D8-BBD7-CCE9431645EC}">
              <a14:shadowObscured xmlns:a14="http://schemas.microsoft.com/office/drawing/2010/main"/>
            </a:ext>
          </a:extLst>
        </p:spPr>
      </p:pic>
      <p:pic>
        <p:nvPicPr>
          <p:cNvPr id="33" name="Picture 32">
            <a:extLst>
              <a:ext uri="{FF2B5EF4-FFF2-40B4-BE49-F238E27FC236}">
                <a16:creationId xmlns:a16="http://schemas.microsoft.com/office/drawing/2014/main" id="{3E17733C-4F88-4C3B-A4EC-91D09014AAD4}"/>
              </a:ext>
            </a:extLst>
          </p:cNvPr>
          <p:cNvPicPr>
            <a:picLocks noChangeAspect="1"/>
          </p:cNvPicPr>
          <p:nvPr/>
        </p:nvPicPr>
        <p:blipFill>
          <a:blip r:embed="rId12"/>
          <a:stretch>
            <a:fillRect/>
          </a:stretch>
        </p:blipFill>
        <p:spPr>
          <a:xfrm rot="1044862">
            <a:off x="10153150" y="3666415"/>
            <a:ext cx="1245442" cy="1245442"/>
          </a:xfrm>
          <a:prstGeom prst="rect">
            <a:avLst/>
          </a:prstGeom>
        </p:spPr>
      </p:pic>
      <p:pic>
        <p:nvPicPr>
          <p:cNvPr id="3" name="Picture 2">
            <a:extLst>
              <a:ext uri="{FF2B5EF4-FFF2-40B4-BE49-F238E27FC236}">
                <a16:creationId xmlns:a16="http://schemas.microsoft.com/office/drawing/2014/main" id="{A74FD7AD-EBEB-61ED-2D42-54DAE3877858}"/>
              </a:ext>
            </a:extLst>
          </p:cNvPr>
          <p:cNvPicPr>
            <a:picLocks noChangeAspect="1"/>
          </p:cNvPicPr>
          <p:nvPr/>
        </p:nvPicPr>
        <p:blipFill>
          <a:blip r:embed="rId19">
            <a:extLst>
              <a:ext uri="{BEBA8EAE-BF5A-486C-A8C5-ECC9F3942E4B}">
                <a14:imgProps xmlns:a14="http://schemas.microsoft.com/office/drawing/2010/main">
                  <a14:imgLayer r:embed="rId20">
                    <a14:imgEffect>
                      <a14:sharpenSoften amount="50000"/>
                    </a14:imgEffect>
                    <a14:imgEffect>
                      <a14:colorTemperature colorTemp="4700"/>
                    </a14:imgEffect>
                    <a14:imgEffect>
                      <a14:saturation sat="300000"/>
                    </a14:imgEffect>
                    <a14:imgEffect>
                      <a14:brightnessContrast contrast="40000"/>
                    </a14:imgEffect>
                  </a14:imgLayer>
                </a14:imgProps>
              </a:ext>
              <a:ext uri="{28A0092B-C50C-407E-A947-70E740481C1C}">
                <a14:useLocalDpi xmlns:a14="http://schemas.microsoft.com/office/drawing/2010/main" val="0"/>
              </a:ext>
            </a:extLst>
          </a:blip>
          <a:srcRect l="29289" t="17062" r="29532" b="9760"/>
          <a:stretch>
            <a:fillRect/>
          </a:stretch>
        </p:blipFill>
        <p:spPr>
          <a:xfrm>
            <a:off x="243234" y="469465"/>
            <a:ext cx="641534" cy="641534"/>
          </a:xfrm>
          <a:custGeom>
            <a:avLst/>
            <a:gdLst>
              <a:gd name="connsiteX0" fmla="*/ 669147 w 1338294"/>
              <a:gd name="connsiteY0" fmla="*/ 0 h 1338294"/>
              <a:gd name="connsiteX1" fmla="*/ 1338294 w 1338294"/>
              <a:gd name="connsiteY1" fmla="*/ 669147 h 1338294"/>
              <a:gd name="connsiteX2" fmla="*/ 669147 w 1338294"/>
              <a:gd name="connsiteY2" fmla="*/ 1338294 h 1338294"/>
              <a:gd name="connsiteX3" fmla="*/ 0 w 1338294"/>
              <a:gd name="connsiteY3" fmla="*/ 669147 h 1338294"/>
              <a:gd name="connsiteX4" fmla="*/ 669147 w 1338294"/>
              <a:gd name="connsiteY4" fmla="*/ 0 h 1338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8294" h="1338294">
                <a:moveTo>
                  <a:pt x="669147" y="0"/>
                </a:moveTo>
                <a:cubicBezTo>
                  <a:pt x="1038707" y="0"/>
                  <a:pt x="1338294" y="299587"/>
                  <a:pt x="1338294" y="669147"/>
                </a:cubicBezTo>
                <a:cubicBezTo>
                  <a:pt x="1338294" y="1038707"/>
                  <a:pt x="1038707" y="1338294"/>
                  <a:pt x="669147" y="1338294"/>
                </a:cubicBezTo>
                <a:cubicBezTo>
                  <a:pt x="299587" y="1338294"/>
                  <a:pt x="0" y="1038707"/>
                  <a:pt x="0" y="669147"/>
                </a:cubicBezTo>
                <a:cubicBezTo>
                  <a:pt x="0" y="299587"/>
                  <a:pt x="299587" y="0"/>
                  <a:pt x="669147" y="0"/>
                </a:cubicBezTo>
                <a:close/>
              </a:path>
            </a:pathLst>
          </a:custGeom>
        </p:spPr>
      </p:pic>
      <p:sp>
        <p:nvSpPr>
          <p:cNvPr id="10" name="TextBox 9">
            <a:extLst>
              <a:ext uri="{FF2B5EF4-FFF2-40B4-BE49-F238E27FC236}">
                <a16:creationId xmlns:a16="http://schemas.microsoft.com/office/drawing/2014/main" id="{E34DCB3C-169D-0A6F-AFCB-2DF357A3FE9F}"/>
              </a:ext>
            </a:extLst>
          </p:cNvPr>
          <p:cNvSpPr txBox="1"/>
          <p:nvPr/>
        </p:nvSpPr>
        <p:spPr>
          <a:xfrm rot="5400000">
            <a:off x="-417154" y="1897981"/>
            <a:ext cx="2056174" cy="523220"/>
          </a:xfrm>
          <a:prstGeom prst="rect">
            <a:avLst/>
          </a:prstGeom>
          <a:noFill/>
        </p:spPr>
        <p:txBody>
          <a:bodyPr wrap="square" rtlCol="0">
            <a:spAutoFit/>
          </a:bodyPr>
          <a:lstStyle/>
          <a:p>
            <a:r>
              <a:rPr lang="vi-VN" sz="2800" b="1" dirty="0">
                <a:solidFill>
                  <a:srgbClr val="A776D9"/>
                </a:solidFill>
                <a:latin typeface="Century Gothic" panose="020B0502020202020204" pitchFamily="34" charset="0"/>
              </a:rPr>
              <a:t>- Nhóm 4 -</a:t>
            </a:r>
            <a:endParaRPr lang="en-MY" sz="2800" b="1" dirty="0">
              <a:solidFill>
                <a:srgbClr val="A776D9"/>
              </a:solidFill>
              <a:latin typeface="Century Gothic" panose="020B0502020202020204" pitchFamily="34" charset="0"/>
            </a:endParaRPr>
          </a:p>
        </p:txBody>
      </p:sp>
      <p:pic>
        <p:nvPicPr>
          <p:cNvPr id="11" name="Picture 10" descr="Diagram&#10;&#10;Description automatically generated">
            <a:extLst>
              <a:ext uri="{FF2B5EF4-FFF2-40B4-BE49-F238E27FC236}">
                <a16:creationId xmlns:a16="http://schemas.microsoft.com/office/drawing/2014/main" id="{759CAA49-E8A8-0AEF-840C-01EEC02946EF}"/>
              </a:ext>
            </a:extLst>
          </p:cNvPr>
          <p:cNvPicPr>
            <a:picLocks noChangeAspect="1"/>
          </p:cNvPicPr>
          <p:nvPr/>
        </p:nvPicPr>
        <p:blipFill>
          <a:blip r:embed="rId21">
            <a:extLst>
              <a:ext uri="{BEBA8EAE-BF5A-486C-A8C5-ECC9F3942E4B}">
                <a14:imgProps xmlns:a14="http://schemas.microsoft.com/office/drawing/2010/main">
                  <a14:imgLayer r:embed="rId22">
                    <a14:imgEffect>
                      <a14:backgroundRemoval t="3138" b="94561" l="3818" r="95091">
                        <a14:foregroundMark x1="25636" y1="87029" x2="14545" y2="73640"/>
                        <a14:foregroundMark x1="14545" y1="73640" x2="11091" y2="53138"/>
                        <a14:foregroundMark x1="11091" y1="53138" x2="31273" y2="44979"/>
                        <a14:foregroundMark x1="31273" y1="44979" x2="48545" y2="52301"/>
                        <a14:foregroundMark x1="48545" y1="52301" x2="34727" y2="67364"/>
                        <a14:foregroundMark x1="34727" y1="67364" x2="25273" y2="69874"/>
                        <a14:foregroundMark x1="14000" y1="69247" x2="6727" y2="55230"/>
                        <a14:foregroundMark x1="6727" y1="55230" x2="22182" y2="34937"/>
                        <a14:foregroundMark x1="22182" y1="34937" x2="36727" y2="26151"/>
                        <a14:foregroundMark x1="36727" y1="26151" x2="50182" y2="24895"/>
                        <a14:foregroundMark x1="50182" y1="24895" x2="52000" y2="49791"/>
                        <a14:foregroundMark x1="52000" y1="49791" x2="11273" y2="57950"/>
                        <a14:foregroundMark x1="16909" y1="48117" x2="15818" y2="29498"/>
                        <a14:foregroundMark x1="15818" y1="29498" x2="20000" y2="13808"/>
                        <a14:foregroundMark x1="20000" y1="13808" x2="36364" y2="7113"/>
                        <a14:foregroundMark x1="36364" y1="7113" x2="57273" y2="8787"/>
                        <a14:foregroundMark x1="74182" y1="20921" x2="87273" y2="29498"/>
                        <a14:foregroundMark x1="87273" y1="29498" x2="95091" y2="43305"/>
                        <a14:foregroundMark x1="95091" y1="43305" x2="73455" y2="69456"/>
                        <a14:foregroundMark x1="73455" y1="69456" x2="71455" y2="66946"/>
                        <a14:foregroundMark x1="29273" y1="85983" x2="60545" y2="94561"/>
                        <a14:foregroundMark x1="60545" y1="94561" x2="73091" y2="94561"/>
                        <a14:foregroundMark x1="73091" y1="94561" x2="79636" y2="78452"/>
                        <a14:foregroundMark x1="23091" y1="3347" x2="7273" y2="48326"/>
                        <a14:foregroundMark x1="7273" y1="48326" x2="7818" y2="62762"/>
                        <a14:foregroundMark x1="7818" y1="62762" x2="10000" y2="62762"/>
                        <a14:foregroundMark x1="31091" y1="30126" x2="51091" y2="42887"/>
                        <a14:foregroundMark x1="51091" y1="42887" x2="42727" y2="25941"/>
                        <a14:foregroundMark x1="42727" y1="25941" x2="30545" y2="31590"/>
                        <a14:foregroundMark x1="30545" y1="31590" x2="30909" y2="37238"/>
                        <a14:foregroundMark x1="43818" y1="18619" x2="70909" y2="26987"/>
                        <a14:foregroundMark x1="70909" y1="26987" x2="64909" y2="11506"/>
                        <a14:foregroundMark x1="64909" y1="11506" x2="50909" y2="15063"/>
                        <a14:foregroundMark x1="50909" y1="15063" x2="52000" y2="21548"/>
                        <a14:foregroundMark x1="8000" y1="46234" x2="3818" y2="60879"/>
                        <a14:foregroundMark x1="3818" y1="60879" x2="33455" y2="90795"/>
                        <a14:foregroundMark x1="6364" y1="64017" x2="29273" y2="90795"/>
                        <a14:foregroundMark x1="29273" y1="90795" x2="24182" y2="76569"/>
                        <a14:foregroundMark x1="24182" y1="76569" x2="12545" y2="62343"/>
                        <a14:foregroundMark x1="12545" y1="62343" x2="6727" y2="64226"/>
                        <a14:foregroundMark x1="94545" y1="44351" x2="78364" y2="93933"/>
                        <a14:foregroundMark x1="78364" y1="93933" x2="92727" y2="46234"/>
                        <a14:foregroundMark x1="93273" y1="44770" x2="78727" y2="81381"/>
                        <a14:foregroundMark x1="78727" y1="81381" x2="93636" y2="47908"/>
                      </a14:backgroundRemoval>
                    </a14:imgEffect>
                  </a14:imgLayer>
                </a14:imgProps>
              </a:ext>
            </a:extLst>
          </a:blip>
          <a:stretch>
            <a:fillRect/>
          </a:stretch>
        </p:blipFill>
        <p:spPr>
          <a:xfrm rot="432687">
            <a:off x="2692695" y="892241"/>
            <a:ext cx="3903523" cy="3392654"/>
          </a:xfrm>
          <a:prstGeom prst="rect">
            <a:avLst/>
          </a:prstGeom>
        </p:spPr>
      </p:pic>
      <p:sp>
        <p:nvSpPr>
          <p:cNvPr id="52" name="TextBox 51">
            <a:extLst>
              <a:ext uri="{FF2B5EF4-FFF2-40B4-BE49-F238E27FC236}">
                <a16:creationId xmlns:a16="http://schemas.microsoft.com/office/drawing/2014/main" id="{E5BDFD78-2F93-4419-9F7B-845A4431D4BB}"/>
              </a:ext>
            </a:extLst>
          </p:cNvPr>
          <p:cNvSpPr txBox="1"/>
          <p:nvPr/>
        </p:nvSpPr>
        <p:spPr>
          <a:xfrm>
            <a:off x="4241817" y="4340056"/>
            <a:ext cx="3564806" cy="646331"/>
          </a:xfrm>
          <a:prstGeom prst="rect">
            <a:avLst/>
          </a:prstGeom>
          <a:noFill/>
        </p:spPr>
        <p:txBody>
          <a:bodyPr wrap="square">
            <a:spAutoFit/>
          </a:bodyPr>
          <a:lstStyle/>
          <a:p>
            <a:r>
              <a:rPr kumimoji="0" lang="vi-VN" sz="3600" b="1" i="0" u="none" strike="noStrike" kern="1200" cap="none" spc="0" normalizeH="0" baseline="0" noProof="0" dirty="0">
                <a:ln>
                  <a:noFill/>
                </a:ln>
                <a:solidFill>
                  <a:prstClr val="black">
                    <a:lumMod val="75000"/>
                    <a:lumOff val="25000"/>
                  </a:prstClr>
                </a:solidFill>
                <a:effectLst>
                  <a:outerShdw blurRad="50800" dist="38100" dir="5400000" algn="t" rotWithShape="0">
                    <a:prstClr val="black">
                      <a:alpha val="40000"/>
                    </a:prstClr>
                  </a:outerShdw>
                </a:effectLst>
                <a:uLnTx/>
                <a:uFillTx/>
                <a:latin typeface="Bahnschrift" panose="020B0502040204020203" pitchFamily="34" charset="0"/>
              </a:rPr>
              <a:t>trên cạnh </a:t>
            </a:r>
            <a:endParaRPr lang="en-MY" sz="1050" dirty="0">
              <a:latin typeface="Bahnschrift" panose="020B0502040204020203" pitchFamily="34" charset="0"/>
            </a:endParaRPr>
          </a:p>
        </p:txBody>
      </p:sp>
    </p:spTree>
    <p:extLst>
      <p:ext uri="{BB962C8B-B14F-4D97-AF65-F5344CB8AC3E}">
        <p14:creationId xmlns:p14="http://schemas.microsoft.com/office/powerpoint/2010/main" val="17996147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8B9359-5B8D-42D8-8D71-381018F24C77}"/>
              </a:ext>
            </a:extLst>
          </p:cNvPr>
          <p:cNvPicPr>
            <a:picLocks noChangeAspect="1"/>
          </p:cNvPicPr>
          <p:nvPr/>
        </p:nvPicPr>
        <p:blipFill rotWithShape="1">
          <a:blip r:embed="rId2"/>
          <a:srcRect l="4818" t="13929" r="11068" b="15870"/>
          <a:stretch/>
        </p:blipFill>
        <p:spPr>
          <a:xfrm>
            <a:off x="0" y="1"/>
            <a:ext cx="12192000" cy="6857999"/>
          </a:xfrm>
          <a:prstGeom prst="rect">
            <a:avLst/>
          </a:prstGeom>
        </p:spPr>
      </p:pic>
      <p:pic>
        <p:nvPicPr>
          <p:cNvPr id="5" name="Picture 4">
            <a:extLst>
              <a:ext uri="{FF2B5EF4-FFF2-40B4-BE49-F238E27FC236}">
                <a16:creationId xmlns:a16="http://schemas.microsoft.com/office/drawing/2014/main" id="{59EC0469-F0EB-4FA6-A663-0F1171475995}"/>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radius="100"/>
                    </a14:imgEffect>
                    <a14:imgEffect>
                      <a14:brightnessContrast contrast="40000"/>
                    </a14:imgEffect>
                  </a14:imgLayer>
                </a14:imgProps>
              </a:ext>
            </a:extLst>
          </a:blip>
          <a:srcRect l="1110" t="1548" r="91086" b="2540"/>
          <a:stretch/>
        </p:blipFill>
        <p:spPr>
          <a:xfrm>
            <a:off x="135166" y="106342"/>
            <a:ext cx="951535" cy="6577488"/>
          </a:xfrm>
          <a:prstGeom prst="roundRect">
            <a:avLst>
              <a:gd name="adj" fmla="val 33164"/>
            </a:avLst>
          </a:prstGeom>
          <a:noFill/>
          <a:ln>
            <a:noFill/>
          </a:ln>
          <a:effectLst>
            <a:outerShdw blurRad="635000" dist="215900" dir="7200000" algn="ctr" rotWithShape="0">
              <a:schemeClr val="tx1">
                <a:lumMod val="50000"/>
                <a:lumOff val="50000"/>
                <a:alpha val="43000"/>
              </a:schemeClr>
            </a:outerShdw>
          </a:effectLst>
        </p:spPr>
      </p:pic>
      <p:pic>
        <p:nvPicPr>
          <p:cNvPr id="37" name="Picture 36">
            <a:extLst>
              <a:ext uri="{FF2B5EF4-FFF2-40B4-BE49-F238E27FC236}">
                <a16:creationId xmlns:a16="http://schemas.microsoft.com/office/drawing/2014/main" id="{F4D43D9A-CA01-4EA3-9C34-9479F0A7004D}"/>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radius="100"/>
                    </a14:imgEffect>
                    <a14:imgEffect>
                      <a14:brightnessContrast contrast="40000"/>
                    </a14:imgEffect>
                  </a14:imgLayer>
                </a14:imgProps>
              </a:ext>
            </a:extLst>
          </a:blip>
          <a:srcRect l="33493" t="-136676" r="-3966" b="113843"/>
          <a:stretch/>
        </p:blipFill>
        <p:spPr>
          <a:xfrm>
            <a:off x="4083528" y="-9372600"/>
            <a:ext cx="8592335" cy="8423605"/>
          </a:xfrm>
          <a:prstGeom prst="roundRect">
            <a:avLst>
              <a:gd name="adj" fmla="val 4648"/>
            </a:avLst>
          </a:prstGeom>
          <a:noFill/>
          <a:ln>
            <a:noFill/>
          </a:ln>
          <a:effectLst>
            <a:outerShdw blurRad="635000" dist="215900" dir="7200000" algn="ctr" rotWithShape="0">
              <a:schemeClr val="tx1">
                <a:lumMod val="50000"/>
                <a:lumOff val="50000"/>
                <a:alpha val="43000"/>
              </a:schemeClr>
            </a:outerShdw>
          </a:effectLst>
        </p:spPr>
      </p:pic>
      <p:pic>
        <p:nvPicPr>
          <p:cNvPr id="71" name="Picture 70">
            <a:extLst>
              <a:ext uri="{FF2B5EF4-FFF2-40B4-BE49-F238E27FC236}">
                <a16:creationId xmlns:a16="http://schemas.microsoft.com/office/drawing/2014/main" id="{75CF27DD-3E20-45B8-A828-9CE14A072F53}"/>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Blur radius="100"/>
                    </a14:imgEffect>
                    <a14:imgEffect>
                      <a14:brightnessContrast contrast="40000"/>
                    </a14:imgEffect>
                  </a14:imgLayer>
                </a14:imgProps>
              </a:ext>
            </a:extLst>
          </a:blip>
          <a:srcRect l="14954" t="5497" r="52300" b="5802"/>
          <a:stretch/>
        </p:blipFill>
        <p:spPr>
          <a:xfrm>
            <a:off x="1822272" y="377317"/>
            <a:ext cx="3993031" cy="6082836"/>
          </a:xfrm>
          <a:prstGeom prst="roundRect">
            <a:avLst>
              <a:gd name="adj" fmla="val 12318"/>
            </a:avLst>
          </a:prstGeom>
          <a:noFill/>
          <a:ln>
            <a:noFill/>
          </a:ln>
          <a:effectLst>
            <a:outerShdw blurRad="635000" dist="215900" dir="7200000" algn="ctr" rotWithShape="0">
              <a:schemeClr val="tx1">
                <a:lumMod val="50000"/>
                <a:lumOff val="50000"/>
                <a:alpha val="43000"/>
              </a:schemeClr>
            </a:outerShdw>
          </a:effectLst>
        </p:spPr>
      </p:pic>
      <p:sp>
        <p:nvSpPr>
          <p:cNvPr id="67" name="TextBox 66">
            <a:extLst>
              <a:ext uri="{FF2B5EF4-FFF2-40B4-BE49-F238E27FC236}">
                <a16:creationId xmlns:a16="http://schemas.microsoft.com/office/drawing/2014/main" id="{6949D7E2-6FF0-4F2A-A0CC-32AF305940B8}"/>
              </a:ext>
            </a:extLst>
          </p:cNvPr>
          <p:cNvSpPr txBox="1"/>
          <p:nvPr/>
        </p:nvSpPr>
        <p:spPr>
          <a:xfrm>
            <a:off x="13276748" y="4377658"/>
            <a:ext cx="2184559" cy="707886"/>
          </a:xfrm>
          <a:prstGeom prst="rect">
            <a:avLst/>
          </a:prstGeom>
          <a:noFill/>
        </p:spPr>
        <p:txBody>
          <a:bodyPr wrap="square">
            <a:spAutoFit/>
          </a:bodyPr>
          <a:lstStyle/>
          <a:p>
            <a:r>
              <a:rPr lang="en-MY" sz="4000" b="1" dirty="0">
                <a:solidFill>
                  <a:prstClr val="black">
                    <a:lumMod val="75000"/>
                    <a:lumOff val="25000"/>
                  </a:prstClr>
                </a:solidFill>
                <a:effectLst>
                  <a:outerShdw blurRad="50800" dist="38100" dir="5400000" algn="t" rotWithShape="0">
                    <a:prstClr val="black">
                      <a:alpha val="40000"/>
                    </a:prstClr>
                  </a:outerShdw>
                </a:effectLst>
                <a:latin typeface="Century Gothic" panose="020B0502020202020204" pitchFamily="34" charset="0"/>
              </a:rPr>
              <a:t>Drop</a:t>
            </a:r>
            <a:endParaRPr lang="en-MY" sz="2000" dirty="0"/>
          </a:p>
        </p:txBody>
      </p:sp>
      <p:sp>
        <p:nvSpPr>
          <p:cNvPr id="69" name="TextBox 68">
            <a:extLst>
              <a:ext uri="{FF2B5EF4-FFF2-40B4-BE49-F238E27FC236}">
                <a16:creationId xmlns:a16="http://schemas.microsoft.com/office/drawing/2014/main" id="{CF847EF9-1789-4C48-99AE-3A58281E6F8C}"/>
              </a:ext>
            </a:extLst>
          </p:cNvPr>
          <p:cNvSpPr txBox="1"/>
          <p:nvPr/>
        </p:nvSpPr>
        <p:spPr>
          <a:xfrm>
            <a:off x="13308426" y="4910216"/>
            <a:ext cx="2152881" cy="400110"/>
          </a:xfrm>
          <a:prstGeom prst="rect">
            <a:avLst/>
          </a:prstGeom>
          <a:noFill/>
        </p:spPr>
        <p:txBody>
          <a:bodyPr wrap="square">
            <a:spAutoFit/>
          </a:bodyPr>
          <a:lstStyle/>
          <a:p>
            <a:r>
              <a:rPr lang="en-MY" sz="2000" b="1" dirty="0">
                <a:solidFill>
                  <a:prstClr val="black">
                    <a:lumMod val="75000"/>
                    <a:lumOff val="25000"/>
                  </a:prstClr>
                </a:solidFill>
                <a:effectLst>
                  <a:outerShdw blurRad="50800" dist="38100" dir="5400000" algn="t" rotWithShape="0">
                    <a:prstClr val="black">
                      <a:alpha val="40000"/>
                    </a:prstClr>
                  </a:outerShdw>
                </a:effectLst>
                <a:latin typeface="Century Gothic" panose="020B0502020202020204" pitchFamily="34" charset="0"/>
              </a:rPr>
              <a:t>Some money</a:t>
            </a:r>
            <a:endParaRPr lang="en-MY" sz="700" dirty="0"/>
          </a:p>
        </p:txBody>
      </p:sp>
      <p:sp>
        <p:nvSpPr>
          <p:cNvPr id="70" name="TextBox 69">
            <a:extLst>
              <a:ext uri="{FF2B5EF4-FFF2-40B4-BE49-F238E27FC236}">
                <a16:creationId xmlns:a16="http://schemas.microsoft.com/office/drawing/2014/main" id="{9A079DBA-C4FC-43E7-B4DB-B9BF2C6715EE}"/>
              </a:ext>
            </a:extLst>
          </p:cNvPr>
          <p:cNvSpPr txBox="1"/>
          <p:nvPr/>
        </p:nvSpPr>
        <p:spPr>
          <a:xfrm>
            <a:off x="13284561" y="5228153"/>
            <a:ext cx="2294642" cy="600164"/>
          </a:xfrm>
          <a:prstGeom prst="rect">
            <a:avLst/>
          </a:prstGeom>
          <a:noFill/>
        </p:spPr>
        <p:txBody>
          <a:bodyPr wrap="square">
            <a:spAutoFit/>
          </a:bodyPr>
          <a:lstStyle/>
          <a:p>
            <a:r>
              <a:rPr lang="en-MY" sz="1100" dirty="0" err="1">
                <a:solidFill>
                  <a:schemeClr val="tx1">
                    <a:lumMod val="50000"/>
                    <a:lumOff val="50000"/>
                  </a:schemeClr>
                </a:solidFill>
                <a:latin typeface="+mj-lt"/>
              </a:rPr>
              <a:t>Lalisa</a:t>
            </a:r>
            <a:r>
              <a:rPr lang="en-MY" sz="1100" dirty="0">
                <a:solidFill>
                  <a:schemeClr val="tx1">
                    <a:lumMod val="50000"/>
                    <a:lumOff val="50000"/>
                  </a:schemeClr>
                </a:solidFill>
                <a:latin typeface="+mj-lt"/>
              </a:rPr>
              <a:t> in the house </a:t>
            </a:r>
            <a:r>
              <a:rPr lang="en-MY" sz="1100" dirty="0" err="1">
                <a:solidFill>
                  <a:schemeClr val="tx1">
                    <a:lumMod val="50000"/>
                    <a:lumOff val="50000"/>
                  </a:schemeClr>
                </a:solidFill>
                <a:latin typeface="+mj-lt"/>
              </a:rPr>
              <a:t>yooooo</a:t>
            </a:r>
            <a:r>
              <a:rPr lang="en-MY" sz="1100" dirty="0">
                <a:solidFill>
                  <a:schemeClr val="tx1">
                    <a:lumMod val="50000"/>
                    <a:lumOff val="50000"/>
                  </a:schemeClr>
                </a:solidFill>
                <a:latin typeface="+mj-lt"/>
              </a:rPr>
              <a:t>. Drop some money, dropping some money yeah…</a:t>
            </a:r>
          </a:p>
        </p:txBody>
      </p:sp>
      <p:grpSp>
        <p:nvGrpSpPr>
          <p:cNvPr id="80" name="Group 79">
            <a:extLst>
              <a:ext uri="{FF2B5EF4-FFF2-40B4-BE49-F238E27FC236}">
                <a16:creationId xmlns:a16="http://schemas.microsoft.com/office/drawing/2014/main" id="{DEE947F0-A076-48AA-BC32-D455DE7B36BA}"/>
              </a:ext>
            </a:extLst>
          </p:cNvPr>
          <p:cNvGrpSpPr/>
          <p:nvPr/>
        </p:nvGrpSpPr>
        <p:grpSpPr>
          <a:xfrm>
            <a:off x="2871050" y="5968775"/>
            <a:ext cx="1895474" cy="335864"/>
            <a:chOff x="1647263" y="5753100"/>
            <a:chExt cx="1703376" cy="441960"/>
          </a:xfrm>
          <a:gradFill>
            <a:gsLst>
              <a:gs pos="0">
                <a:srgbClr val="C570EC"/>
              </a:gs>
              <a:gs pos="50000">
                <a:srgbClr val="C371EB"/>
              </a:gs>
              <a:gs pos="100000">
                <a:srgbClr val="A577D7"/>
              </a:gs>
            </a:gsLst>
            <a:lin ang="10800000" scaled="1"/>
          </a:gradFill>
          <a:effectLst/>
        </p:grpSpPr>
        <p:sp>
          <p:nvSpPr>
            <p:cNvPr id="81" name="Rectangle: Rounded Corners 80">
              <a:extLst>
                <a:ext uri="{FF2B5EF4-FFF2-40B4-BE49-F238E27FC236}">
                  <a16:creationId xmlns:a16="http://schemas.microsoft.com/office/drawing/2014/main" id="{0274C5AA-9F89-4B8A-81E7-CD0CF52CDCB7}"/>
                </a:ext>
              </a:extLst>
            </p:cNvPr>
            <p:cNvSpPr/>
            <p:nvPr/>
          </p:nvSpPr>
          <p:spPr>
            <a:xfrm>
              <a:off x="1647263" y="5753100"/>
              <a:ext cx="1703376" cy="441960"/>
            </a:xfrm>
            <a:prstGeom prst="roundRect">
              <a:avLst>
                <a:gd name="adj" fmla="val 41492"/>
              </a:avLst>
            </a:prstGeom>
            <a:solidFill>
              <a:srgbClr val="4B4A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b="1" dirty="0">
                <a:solidFill>
                  <a:srgbClr val="7030A0"/>
                </a:solidFill>
                <a:latin typeface="Century Gothic" panose="020B0502020202020204" pitchFamily="34" charset="0"/>
              </a:endParaRPr>
            </a:p>
          </p:txBody>
        </p:sp>
        <p:sp>
          <p:nvSpPr>
            <p:cNvPr id="82" name="TextBox 81">
              <a:extLst>
                <a:ext uri="{FF2B5EF4-FFF2-40B4-BE49-F238E27FC236}">
                  <a16:creationId xmlns:a16="http://schemas.microsoft.com/office/drawing/2014/main" id="{593FA130-E895-471C-9534-7A2041ABB43B}"/>
                </a:ext>
              </a:extLst>
            </p:cNvPr>
            <p:cNvSpPr txBox="1"/>
            <p:nvPr/>
          </p:nvSpPr>
          <p:spPr>
            <a:xfrm>
              <a:off x="2242265" y="5793400"/>
              <a:ext cx="529706" cy="364500"/>
            </a:xfrm>
            <a:prstGeom prst="rect">
              <a:avLst/>
            </a:prstGeom>
            <a:noFill/>
          </p:spPr>
          <p:txBody>
            <a:bodyPr wrap="square">
              <a:spAutoFit/>
            </a:bodyPr>
            <a:lstStyle/>
            <a:p>
              <a:r>
                <a:rPr lang="en-MY" sz="1200" b="1" dirty="0">
                  <a:solidFill>
                    <a:schemeClr val="bg1"/>
                  </a:solidFill>
                  <a:latin typeface="Century Gothic" panose="020B0502020202020204" pitchFamily="34" charset="0"/>
                </a:rPr>
                <a:t>more</a:t>
              </a:r>
              <a:endParaRPr lang="en-MY" b="1" dirty="0">
                <a:solidFill>
                  <a:schemeClr val="bg1"/>
                </a:solidFill>
              </a:endParaRPr>
            </a:p>
          </p:txBody>
        </p:sp>
      </p:grpSp>
      <p:sp>
        <p:nvSpPr>
          <p:cNvPr id="95" name="Rectangle: Rounded Corners 94">
            <a:extLst>
              <a:ext uri="{FF2B5EF4-FFF2-40B4-BE49-F238E27FC236}">
                <a16:creationId xmlns:a16="http://schemas.microsoft.com/office/drawing/2014/main" id="{3ADBE372-F0C1-45A2-81D9-EB621E963F7B}"/>
              </a:ext>
            </a:extLst>
          </p:cNvPr>
          <p:cNvSpPr/>
          <p:nvPr/>
        </p:nvSpPr>
        <p:spPr>
          <a:xfrm>
            <a:off x="3336527" y="473616"/>
            <a:ext cx="964520" cy="94179"/>
          </a:xfrm>
          <a:prstGeom prst="roundRect">
            <a:avLst>
              <a:gd name="adj" fmla="val 50000"/>
            </a:avLst>
          </a:prstGeom>
          <a:solidFill>
            <a:srgbClr val="CA9DF5"/>
          </a:solidFill>
          <a:ln>
            <a:noFill/>
          </a:ln>
          <a:effectLst>
            <a:outerShdw blurRad="50800" dist="38100" dir="5400000" algn="ctr" rotWithShape="0">
              <a:schemeClr val="tx1">
                <a:lumMod val="50000"/>
                <a:lumOff val="50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104" name="Picture 103">
            <a:extLst>
              <a:ext uri="{FF2B5EF4-FFF2-40B4-BE49-F238E27FC236}">
                <a16:creationId xmlns:a16="http://schemas.microsoft.com/office/drawing/2014/main" id="{670918A6-9276-4A05-9DA1-8F2D3F9B2727}"/>
              </a:ext>
            </a:extLst>
          </p:cNvPr>
          <p:cNvPicPr>
            <a:picLocks noChangeAspect="1"/>
          </p:cNvPicPr>
          <p:nvPr/>
        </p:nvPicPr>
        <p:blipFill>
          <a:blip r:embed="rId5"/>
          <a:stretch>
            <a:fillRect/>
          </a:stretch>
        </p:blipFill>
        <p:spPr>
          <a:xfrm rot="19733165" flipH="1">
            <a:off x="12915870" y="719948"/>
            <a:ext cx="832518" cy="832518"/>
          </a:xfrm>
          <a:prstGeom prst="rect">
            <a:avLst/>
          </a:prstGeom>
        </p:spPr>
      </p:pic>
      <p:pic>
        <p:nvPicPr>
          <p:cNvPr id="103" name="Picture 102">
            <a:extLst>
              <a:ext uri="{FF2B5EF4-FFF2-40B4-BE49-F238E27FC236}">
                <a16:creationId xmlns:a16="http://schemas.microsoft.com/office/drawing/2014/main" id="{1377CCB7-C208-47D1-B6C8-7122CBD5B654}"/>
              </a:ext>
            </a:extLst>
          </p:cNvPr>
          <p:cNvPicPr>
            <a:picLocks noChangeAspect="1"/>
          </p:cNvPicPr>
          <p:nvPr/>
        </p:nvPicPr>
        <p:blipFill>
          <a:blip r:embed="rId6"/>
          <a:stretch>
            <a:fillRect/>
          </a:stretch>
        </p:blipFill>
        <p:spPr>
          <a:xfrm rot="900000">
            <a:off x="13049034" y="2737203"/>
            <a:ext cx="1727420" cy="1166008"/>
          </a:xfrm>
          <a:prstGeom prst="rect">
            <a:avLst/>
          </a:prstGeom>
          <a:effectLst>
            <a:outerShdw blurRad="50800" dist="38100" dir="8100000" algn="tr" rotWithShape="0">
              <a:prstClr val="black">
                <a:alpha val="40000"/>
              </a:prstClr>
            </a:outerShdw>
          </a:effectLst>
        </p:spPr>
      </p:pic>
      <p:sp>
        <p:nvSpPr>
          <p:cNvPr id="123" name="Rectangle: Rounded Corners 122">
            <a:extLst>
              <a:ext uri="{FF2B5EF4-FFF2-40B4-BE49-F238E27FC236}">
                <a16:creationId xmlns:a16="http://schemas.microsoft.com/office/drawing/2014/main" id="{50B35275-DC76-49D2-B16F-CDDDD144480E}"/>
              </a:ext>
            </a:extLst>
          </p:cNvPr>
          <p:cNvSpPr/>
          <p:nvPr/>
        </p:nvSpPr>
        <p:spPr>
          <a:xfrm>
            <a:off x="359404" y="4655580"/>
            <a:ext cx="471367" cy="449125"/>
          </a:xfrm>
          <a:prstGeom prst="roundRect">
            <a:avLst>
              <a:gd name="adj" fmla="val 50000"/>
            </a:avLst>
          </a:prstGeom>
          <a:solidFill>
            <a:srgbClr val="E7D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24" name="Rectangle: Rounded Corners 123">
            <a:extLst>
              <a:ext uri="{FF2B5EF4-FFF2-40B4-BE49-F238E27FC236}">
                <a16:creationId xmlns:a16="http://schemas.microsoft.com/office/drawing/2014/main" id="{8DC03E30-B28A-490F-9363-F5725ED82CA4}"/>
              </a:ext>
            </a:extLst>
          </p:cNvPr>
          <p:cNvSpPr/>
          <p:nvPr/>
        </p:nvSpPr>
        <p:spPr>
          <a:xfrm>
            <a:off x="359404" y="5320609"/>
            <a:ext cx="471367" cy="449125"/>
          </a:xfrm>
          <a:prstGeom prst="roundRect">
            <a:avLst>
              <a:gd name="adj" fmla="val 50000"/>
            </a:avLst>
          </a:prstGeom>
          <a:solidFill>
            <a:srgbClr val="E7D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25" name="Rectangle: Rounded Corners 124">
            <a:extLst>
              <a:ext uri="{FF2B5EF4-FFF2-40B4-BE49-F238E27FC236}">
                <a16:creationId xmlns:a16="http://schemas.microsoft.com/office/drawing/2014/main" id="{4A66C533-9E23-4D74-A382-040D008310BE}"/>
              </a:ext>
            </a:extLst>
          </p:cNvPr>
          <p:cNvSpPr/>
          <p:nvPr/>
        </p:nvSpPr>
        <p:spPr>
          <a:xfrm>
            <a:off x="355523" y="6008790"/>
            <a:ext cx="471367" cy="449125"/>
          </a:xfrm>
          <a:prstGeom prst="roundRect">
            <a:avLst>
              <a:gd name="adj" fmla="val 24551"/>
            </a:avLst>
          </a:prstGeom>
          <a:solidFill>
            <a:srgbClr val="E7D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126" name="Graphic 125" descr="Home with solid fill">
            <a:extLst>
              <a:ext uri="{FF2B5EF4-FFF2-40B4-BE49-F238E27FC236}">
                <a16:creationId xmlns:a16="http://schemas.microsoft.com/office/drawing/2014/main" id="{74742216-BA44-4100-BF62-8157A407A54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0962" y="6053701"/>
            <a:ext cx="320489" cy="320489"/>
          </a:xfrm>
          <a:prstGeom prst="rect">
            <a:avLst/>
          </a:prstGeom>
        </p:spPr>
      </p:pic>
      <p:pic>
        <p:nvPicPr>
          <p:cNvPr id="127" name="Graphic 126" descr="Caret Up with solid fill">
            <a:extLst>
              <a:ext uri="{FF2B5EF4-FFF2-40B4-BE49-F238E27FC236}">
                <a16:creationId xmlns:a16="http://schemas.microsoft.com/office/drawing/2014/main" id="{531A3611-D8D4-4519-AEF3-2EDBEC7DE65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98917" y="4676085"/>
            <a:ext cx="392341" cy="392341"/>
          </a:xfrm>
          <a:prstGeom prst="rect">
            <a:avLst/>
          </a:prstGeom>
        </p:spPr>
      </p:pic>
      <p:pic>
        <p:nvPicPr>
          <p:cNvPr id="128" name="Graphic 127" descr="Caret Up with solid fill">
            <a:extLst>
              <a:ext uri="{FF2B5EF4-FFF2-40B4-BE49-F238E27FC236}">
                <a16:creationId xmlns:a16="http://schemas.microsoft.com/office/drawing/2014/main" id="{9016880B-C8B5-428D-B70B-D39FC5C29E3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flipV="1">
            <a:off x="398917" y="5359905"/>
            <a:ext cx="392341" cy="392341"/>
          </a:xfrm>
          <a:prstGeom prst="rect">
            <a:avLst/>
          </a:prstGeom>
        </p:spPr>
      </p:pic>
      <p:sp>
        <p:nvSpPr>
          <p:cNvPr id="51" name="TextBox 50">
            <a:extLst>
              <a:ext uri="{FF2B5EF4-FFF2-40B4-BE49-F238E27FC236}">
                <a16:creationId xmlns:a16="http://schemas.microsoft.com/office/drawing/2014/main" id="{046DE633-9B13-4284-B0AC-932E00D2F180}"/>
              </a:ext>
            </a:extLst>
          </p:cNvPr>
          <p:cNvSpPr txBox="1"/>
          <p:nvPr/>
        </p:nvSpPr>
        <p:spPr>
          <a:xfrm>
            <a:off x="7219238" y="2106929"/>
            <a:ext cx="7601964" cy="2646878"/>
          </a:xfrm>
          <a:prstGeom prst="rect">
            <a:avLst/>
          </a:prstGeom>
          <a:noFill/>
          <a:effectLst/>
        </p:spPr>
        <p:txBody>
          <a:bodyPr wrap="square">
            <a:spAutoFit/>
          </a:bodyPr>
          <a:lstStyle/>
          <a:p>
            <a:r>
              <a:rPr kumimoji="0" lang="vi-VN" sz="16600" b="1" i="0" u="none" strike="noStrike" kern="1200" cap="none" spc="0" normalizeH="0" baseline="0" noProof="0" dirty="0">
                <a:ln>
                  <a:noFill/>
                </a:ln>
                <a:solidFill>
                  <a:srgbClr val="A776D9"/>
                </a:solidFill>
                <a:uLnTx/>
                <a:uFillTx/>
                <a:latin typeface="Century Gothic" panose="020B0502020202020204" pitchFamily="34" charset="0"/>
                <a:ea typeface="+mn-ea"/>
                <a:cs typeface="+mn-cs"/>
              </a:rPr>
              <a:t>self</a:t>
            </a:r>
            <a:endParaRPr lang="en-MY" sz="1600" dirty="0">
              <a:solidFill>
                <a:srgbClr val="A776D9"/>
              </a:solidFill>
            </a:endParaRPr>
          </a:p>
        </p:txBody>
      </p:sp>
      <p:sp>
        <p:nvSpPr>
          <p:cNvPr id="53" name="TextBox 52">
            <a:extLst>
              <a:ext uri="{FF2B5EF4-FFF2-40B4-BE49-F238E27FC236}">
                <a16:creationId xmlns:a16="http://schemas.microsoft.com/office/drawing/2014/main" id="{9D2109C0-C1F6-4049-AE19-7985190C9EA7}"/>
              </a:ext>
            </a:extLst>
          </p:cNvPr>
          <p:cNvSpPr txBox="1"/>
          <p:nvPr/>
        </p:nvSpPr>
        <p:spPr>
          <a:xfrm>
            <a:off x="6122038" y="3449111"/>
            <a:ext cx="4803891" cy="2800767"/>
          </a:xfrm>
          <a:prstGeom prst="rect">
            <a:avLst/>
          </a:prstGeom>
          <a:noFill/>
          <a:effectLst/>
        </p:spPr>
        <p:txBody>
          <a:bodyPr wrap="square">
            <a:spAutoFit/>
          </a:bodyPr>
          <a:lstStyle/>
          <a:p>
            <a:r>
              <a:rPr kumimoji="0" lang="vi-VN" sz="8800" b="1" i="0" u="none" strike="noStrike" kern="1200" cap="none" spc="0" normalizeH="0" baseline="0" noProof="0" dirty="0">
                <a:ln>
                  <a:noFill/>
                </a:ln>
                <a:solidFill>
                  <a:schemeClr val="bg1"/>
                </a:solidFill>
                <a:uLnTx/>
                <a:uFillTx/>
                <a:latin typeface="Century Gothic" panose="020B0502020202020204" pitchFamily="34" charset="0"/>
                <a:ea typeface="+mn-ea"/>
                <a:cs typeface="+mn-cs"/>
              </a:rPr>
              <a:t>BALANC-ING</a:t>
            </a:r>
            <a:endParaRPr lang="en-MY" sz="1050" dirty="0">
              <a:solidFill>
                <a:schemeClr val="bg1"/>
              </a:solidFill>
            </a:endParaRPr>
          </a:p>
        </p:txBody>
      </p:sp>
      <p:sp>
        <p:nvSpPr>
          <p:cNvPr id="6" name="TextBox 5">
            <a:extLst>
              <a:ext uri="{FF2B5EF4-FFF2-40B4-BE49-F238E27FC236}">
                <a16:creationId xmlns:a16="http://schemas.microsoft.com/office/drawing/2014/main" id="{A917A805-C5D7-BB2C-0342-B0EF08E0D853}"/>
              </a:ext>
            </a:extLst>
          </p:cNvPr>
          <p:cNvSpPr txBox="1"/>
          <p:nvPr/>
        </p:nvSpPr>
        <p:spPr>
          <a:xfrm rot="5400000">
            <a:off x="-417154" y="1897981"/>
            <a:ext cx="2056174" cy="523220"/>
          </a:xfrm>
          <a:prstGeom prst="rect">
            <a:avLst/>
          </a:prstGeom>
          <a:noFill/>
        </p:spPr>
        <p:txBody>
          <a:bodyPr wrap="square" rtlCol="0">
            <a:spAutoFit/>
          </a:bodyPr>
          <a:lstStyle/>
          <a:p>
            <a:r>
              <a:rPr lang="vi-VN" sz="2800" b="1" dirty="0">
                <a:solidFill>
                  <a:srgbClr val="A776D9"/>
                </a:solidFill>
                <a:latin typeface="Century Gothic" panose="020B0502020202020204" pitchFamily="34" charset="0"/>
              </a:rPr>
              <a:t>- Nhóm 4 -</a:t>
            </a:r>
            <a:endParaRPr lang="en-MY" sz="2800" b="1" dirty="0">
              <a:solidFill>
                <a:srgbClr val="A776D9"/>
              </a:solidFill>
              <a:latin typeface="Century Gothic" panose="020B0502020202020204" pitchFamily="34" charset="0"/>
            </a:endParaRPr>
          </a:p>
        </p:txBody>
      </p:sp>
      <p:sp>
        <p:nvSpPr>
          <p:cNvPr id="7" name="TextBox 6">
            <a:extLst>
              <a:ext uri="{FF2B5EF4-FFF2-40B4-BE49-F238E27FC236}">
                <a16:creationId xmlns:a16="http://schemas.microsoft.com/office/drawing/2014/main" id="{FAB450EB-E584-FCB1-5323-1BA9F8292FDD}"/>
              </a:ext>
            </a:extLst>
          </p:cNvPr>
          <p:cNvSpPr txBox="1"/>
          <p:nvPr/>
        </p:nvSpPr>
        <p:spPr>
          <a:xfrm>
            <a:off x="18745629" y="4855838"/>
            <a:ext cx="2455293" cy="646331"/>
          </a:xfrm>
          <a:prstGeom prst="rect">
            <a:avLst/>
          </a:prstGeom>
          <a:noFill/>
        </p:spPr>
        <p:txBody>
          <a:bodyPr wrap="square">
            <a:spAutoFit/>
          </a:bodyPr>
          <a:lstStyle/>
          <a:p>
            <a:r>
              <a:rPr lang="vi-VN" sz="3600" b="1" dirty="0">
                <a:solidFill>
                  <a:prstClr val="black">
                    <a:lumMod val="75000"/>
                    <a:lumOff val="25000"/>
                  </a:prstClr>
                </a:solidFill>
                <a:effectLst>
                  <a:outerShdw blurRad="50800" dist="38100" dir="5400000" algn="t" rotWithShape="0">
                    <a:prstClr val="black">
                      <a:alpha val="40000"/>
                    </a:prstClr>
                  </a:outerShdw>
                </a:effectLst>
                <a:latin typeface="Bahnschrift" panose="020B0502040204020203" pitchFamily="34" charset="0"/>
              </a:rPr>
              <a:t>VTCB trên</a:t>
            </a:r>
            <a:endParaRPr lang="en-MY" dirty="0">
              <a:latin typeface="Bahnschrift" panose="020B0502040204020203" pitchFamily="34" charset="0"/>
            </a:endParaRPr>
          </a:p>
        </p:txBody>
      </p:sp>
      <p:sp>
        <p:nvSpPr>
          <p:cNvPr id="8" name="TextBox 7">
            <a:extLst>
              <a:ext uri="{FF2B5EF4-FFF2-40B4-BE49-F238E27FC236}">
                <a16:creationId xmlns:a16="http://schemas.microsoft.com/office/drawing/2014/main" id="{56B7D43C-329C-6B0D-D368-4F655E3CA63E}"/>
              </a:ext>
            </a:extLst>
          </p:cNvPr>
          <p:cNvSpPr txBox="1"/>
          <p:nvPr/>
        </p:nvSpPr>
        <p:spPr>
          <a:xfrm>
            <a:off x="18380648" y="5323661"/>
            <a:ext cx="3224688" cy="646331"/>
          </a:xfrm>
          <a:prstGeom prst="rect">
            <a:avLst/>
          </a:prstGeom>
          <a:noFill/>
        </p:spPr>
        <p:txBody>
          <a:bodyPr wrap="square">
            <a:spAutoFit/>
          </a:bodyPr>
          <a:lstStyle/>
          <a:p>
            <a:r>
              <a:rPr lang="vi-VN" sz="3600" b="1" dirty="0">
                <a:solidFill>
                  <a:prstClr val="black">
                    <a:lumMod val="75000"/>
                    <a:lumOff val="25000"/>
                  </a:prstClr>
                </a:solidFill>
                <a:effectLst>
                  <a:outerShdw blurRad="50800" dist="38100" dir="5400000" algn="t" rotWithShape="0">
                    <a:prstClr val="black">
                      <a:alpha val="40000"/>
                    </a:prstClr>
                  </a:outerShdw>
                </a:effectLst>
                <a:latin typeface="Bahnschrift" panose="020B0502040204020203" pitchFamily="34" charset="0"/>
              </a:rPr>
              <a:t>đỉnh của khối</a:t>
            </a:r>
            <a:endParaRPr lang="en-MY" sz="3600" dirty="0">
              <a:latin typeface="Bahnschrift" panose="020B0502040204020203" pitchFamily="34" charset="0"/>
            </a:endParaRPr>
          </a:p>
        </p:txBody>
      </p:sp>
      <p:grpSp>
        <p:nvGrpSpPr>
          <p:cNvPr id="9" name="Group 8">
            <a:extLst>
              <a:ext uri="{FF2B5EF4-FFF2-40B4-BE49-F238E27FC236}">
                <a16:creationId xmlns:a16="http://schemas.microsoft.com/office/drawing/2014/main" id="{73B189A8-F2CC-2BF7-384B-DC9842CD702B}"/>
              </a:ext>
            </a:extLst>
          </p:cNvPr>
          <p:cNvGrpSpPr/>
          <p:nvPr/>
        </p:nvGrpSpPr>
        <p:grpSpPr>
          <a:xfrm>
            <a:off x="18888132" y="6085528"/>
            <a:ext cx="1895474" cy="335864"/>
            <a:chOff x="1647263" y="5753100"/>
            <a:chExt cx="1703376" cy="441960"/>
          </a:xfrm>
          <a:gradFill>
            <a:gsLst>
              <a:gs pos="0">
                <a:srgbClr val="C570EC"/>
              </a:gs>
              <a:gs pos="50000">
                <a:srgbClr val="C371EB"/>
              </a:gs>
              <a:gs pos="100000">
                <a:srgbClr val="A577D7"/>
              </a:gs>
            </a:gsLst>
            <a:lin ang="10800000" scaled="1"/>
          </a:gradFill>
          <a:effectLst/>
        </p:grpSpPr>
        <p:sp>
          <p:nvSpPr>
            <p:cNvPr id="10" name="Rectangle: Rounded Corners 9">
              <a:extLst>
                <a:ext uri="{FF2B5EF4-FFF2-40B4-BE49-F238E27FC236}">
                  <a16:creationId xmlns:a16="http://schemas.microsoft.com/office/drawing/2014/main" id="{E9BD172F-E8E8-E962-E496-737071EC65DE}"/>
                </a:ext>
              </a:extLst>
            </p:cNvPr>
            <p:cNvSpPr/>
            <p:nvPr/>
          </p:nvSpPr>
          <p:spPr>
            <a:xfrm>
              <a:off x="1647263" y="5753100"/>
              <a:ext cx="1703376" cy="441960"/>
            </a:xfrm>
            <a:prstGeom prst="roundRect">
              <a:avLst>
                <a:gd name="adj" fmla="val 41492"/>
              </a:avLst>
            </a:prstGeom>
            <a:solidFill>
              <a:srgbClr val="4B4A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b="1" dirty="0">
                <a:solidFill>
                  <a:srgbClr val="7030A0"/>
                </a:solidFill>
                <a:latin typeface="Century Gothic" panose="020B0502020202020204" pitchFamily="34" charset="0"/>
              </a:endParaRPr>
            </a:p>
          </p:txBody>
        </p:sp>
        <p:sp>
          <p:nvSpPr>
            <p:cNvPr id="11" name="TextBox 10">
              <a:extLst>
                <a:ext uri="{FF2B5EF4-FFF2-40B4-BE49-F238E27FC236}">
                  <a16:creationId xmlns:a16="http://schemas.microsoft.com/office/drawing/2014/main" id="{82C23EEF-50E1-7A39-180F-337A1CCBEED1}"/>
                </a:ext>
              </a:extLst>
            </p:cNvPr>
            <p:cNvSpPr txBox="1"/>
            <p:nvPr/>
          </p:nvSpPr>
          <p:spPr>
            <a:xfrm>
              <a:off x="2242265" y="5793400"/>
              <a:ext cx="529706" cy="364500"/>
            </a:xfrm>
            <a:prstGeom prst="rect">
              <a:avLst/>
            </a:prstGeom>
            <a:noFill/>
          </p:spPr>
          <p:txBody>
            <a:bodyPr wrap="square">
              <a:spAutoFit/>
            </a:bodyPr>
            <a:lstStyle/>
            <a:p>
              <a:r>
                <a:rPr lang="en-MY" sz="1200" b="1" dirty="0">
                  <a:solidFill>
                    <a:schemeClr val="bg1"/>
                  </a:solidFill>
                  <a:latin typeface="Century Gothic" panose="020B0502020202020204" pitchFamily="34" charset="0"/>
                </a:rPr>
                <a:t>more</a:t>
              </a:r>
              <a:endParaRPr lang="en-MY" b="1" dirty="0">
                <a:solidFill>
                  <a:schemeClr val="bg1"/>
                </a:solidFill>
              </a:endParaRPr>
            </a:p>
          </p:txBody>
        </p:sp>
      </p:grpSp>
      <p:sp>
        <p:nvSpPr>
          <p:cNvPr id="12" name="TextBox 11">
            <a:extLst>
              <a:ext uri="{FF2B5EF4-FFF2-40B4-BE49-F238E27FC236}">
                <a16:creationId xmlns:a16="http://schemas.microsoft.com/office/drawing/2014/main" id="{BE01D437-9722-4FA5-1FA0-33AF6F184CCD}"/>
              </a:ext>
            </a:extLst>
          </p:cNvPr>
          <p:cNvSpPr txBox="1"/>
          <p:nvPr/>
        </p:nvSpPr>
        <p:spPr>
          <a:xfrm>
            <a:off x="13486522" y="4422095"/>
            <a:ext cx="2184559" cy="646331"/>
          </a:xfrm>
          <a:prstGeom prst="rect">
            <a:avLst/>
          </a:prstGeom>
          <a:noFill/>
        </p:spPr>
        <p:txBody>
          <a:bodyPr wrap="square">
            <a:spAutoFit/>
          </a:bodyPr>
          <a:lstStyle/>
          <a:p>
            <a:r>
              <a:rPr lang="vi-VN" sz="3600" b="1" dirty="0">
                <a:solidFill>
                  <a:prstClr val="black">
                    <a:lumMod val="75000"/>
                    <a:lumOff val="25000"/>
                  </a:prstClr>
                </a:solidFill>
                <a:effectLst>
                  <a:outerShdw blurRad="50800" dist="38100" dir="5400000" algn="t" rotWithShape="0">
                    <a:prstClr val="black">
                      <a:alpha val="40000"/>
                    </a:prstClr>
                  </a:outerShdw>
                </a:effectLst>
                <a:latin typeface="Bahnschrift" panose="020B0502040204020203" pitchFamily="34" charset="0"/>
              </a:rPr>
              <a:t>VTCB</a:t>
            </a:r>
            <a:endParaRPr lang="en-MY" dirty="0">
              <a:latin typeface="Bahnschrift" panose="020B0502040204020203" pitchFamily="34" charset="0"/>
            </a:endParaRPr>
          </a:p>
        </p:txBody>
      </p:sp>
      <p:grpSp>
        <p:nvGrpSpPr>
          <p:cNvPr id="13" name="Group 12">
            <a:extLst>
              <a:ext uri="{FF2B5EF4-FFF2-40B4-BE49-F238E27FC236}">
                <a16:creationId xmlns:a16="http://schemas.microsoft.com/office/drawing/2014/main" id="{1C25C802-FC35-B804-DCE8-6842DC860CC4}"/>
              </a:ext>
            </a:extLst>
          </p:cNvPr>
          <p:cNvGrpSpPr/>
          <p:nvPr/>
        </p:nvGrpSpPr>
        <p:grpSpPr>
          <a:xfrm>
            <a:off x="14159099" y="6065006"/>
            <a:ext cx="1895474" cy="335864"/>
            <a:chOff x="1647263" y="5753100"/>
            <a:chExt cx="1703376" cy="441960"/>
          </a:xfrm>
          <a:gradFill>
            <a:gsLst>
              <a:gs pos="0">
                <a:srgbClr val="C570EC"/>
              </a:gs>
              <a:gs pos="50000">
                <a:srgbClr val="C371EB"/>
              </a:gs>
              <a:gs pos="100000">
                <a:srgbClr val="A577D7"/>
              </a:gs>
            </a:gsLst>
            <a:lin ang="10800000" scaled="1"/>
          </a:gradFill>
          <a:effectLst/>
        </p:grpSpPr>
        <p:sp>
          <p:nvSpPr>
            <p:cNvPr id="14" name="Rectangle: Rounded Corners 13">
              <a:extLst>
                <a:ext uri="{FF2B5EF4-FFF2-40B4-BE49-F238E27FC236}">
                  <a16:creationId xmlns:a16="http://schemas.microsoft.com/office/drawing/2014/main" id="{E9C096BA-2D37-A3C6-7D78-A076F48EA05E}"/>
                </a:ext>
              </a:extLst>
            </p:cNvPr>
            <p:cNvSpPr/>
            <p:nvPr/>
          </p:nvSpPr>
          <p:spPr>
            <a:xfrm>
              <a:off x="1647263" y="5753100"/>
              <a:ext cx="1703376" cy="441960"/>
            </a:xfrm>
            <a:prstGeom prst="roundRect">
              <a:avLst>
                <a:gd name="adj" fmla="val 41492"/>
              </a:avLst>
            </a:prstGeom>
            <a:solidFill>
              <a:srgbClr val="4B4A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b="1" dirty="0">
                <a:solidFill>
                  <a:srgbClr val="7030A0"/>
                </a:solidFill>
                <a:latin typeface="Century Gothic" panose="020B0502020202020204" pitchFamily="34" charset="0"/>
              </a:endParaRPr>
            </a:p>
          </p:txBody>
        </p:sp>
        <p:sp>
          <p:nvSpPr>
            <p:cNvPr id="15" name="TextBox 14">
              <a:extLst>
                <a:ext uri="{FF2B5EF4-FFF2-40B4-BE49-F238E27FC236}">
                  <a16:creationId xmlns:a16="http://schemas.microsoft.com/office/drawing/2014/main" id="{6FB9E132-9698-08F1-CFCB-0BB616A1B1C6}"/>
                </a:ext>
              </a:extLst>
            </p:cNvPr>
            <p:cNvSpPr txBox="1"/>
            <p:nvPr/>
          </p:nvSpPr>
          <p:spPr>
            <a:xfrm>
              <a:off x="2242265" y="5793400"/>
              <a:ext cx="529706" cy="364500"/>
            </a:xfrm>
            <a:prstGeom prst="rect">
              <a:avLst/>
            </a:prstGeom>
            <a:noFill/>
          </p:spPr>
          <p:txBody>
            <a:bodyPr wrap="square">
              <a:spAutoFit/>
            </a:bodyPr>
            <a:lstStyle/>
            <a:p>
              <a:r>
                <a:rPr lang="en-MY" sz="1200" b="1" dirty="0">
                  <a:solidFill>
                    <a:schemeClr val="bg1"/>
                  </a:solidFill>
                  <a:latin typeface="Century Gothic" panose="020B0502020202020204" pitchFamily="34" charset="0"/>
                </a:rPr>
                <a:t>more</a:t>
              </a:r>
              <a:endParaRPr lang="en-MY" b="1" dirty="0">
                <a:solidFill>
                  <a:schemeClr val="bg1"/>
                </a:solidFill>
              </a:endParaRPr>
            </a:p>
          </p:txBody>
        </p:sp>
      </p:grpSp>
      <p:pic>
        <p:nvPicPr>
          <p:cNvPr id="16" name="Picture 15">
            <a:extLst>
              <a:ext uri="{FF2B5EF4-FFF2-40B4-BE49-F238E27FC236}">
                <a16:creationId xmlns:a16="http://schemas.microsoft.com/office/drawing/2014/main" id="{1FAD9E47-31CC-42A6-B848-F21BA3CA962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rot="18668801">
            <a:off x="14504980" y="2205330"/>
            <a:ext cx="3310844" cy="2672115"/>
          </a:xfrm>
          <a:prstGeom prst="rect">
            <a:avLst/>
          </a:prstGeom>
        </p:spPr>
      </p:pic>
      <p:pic>
        <p:nvPicPr>
          <p:cNvPr id="18" name="Picture 17" descr="Diagram, engineering drawing&#10;&#10;Description automatically generated">
            <a:extLst>
              <a:ext uri="{FF2B5EF4-FFF2-40B4-BE49-F238E27FC236}">
                <a16:creationId xmlns:a16="http://schemas.microsoft.com/office/drawing/2014/main" id="{1CDF781F-C3F0-BA6A-C307-2013A8812529}"/>
              </a:ext>
            </a:extLst>
          </p:cNvPr>
          <p:cNvPicPr>
            <a:picLocks noChangeAspect="1"/>
          </p:cNvPicPr>
          <p:nvPr/>
        </p:nvPicPr>
        <p:blipFill rotWithShape="1">
          <a:blip r:embed="rId12">
            <a:extLst>
              <a:ext uri="{BEBA8EAE-BF5A-486C-A8C5-ECC9F3942E4B}">
                <a14:imgProps xmlns:a14="http://schemas.microsoft.com/office/drawing/2010/main">
                  <a14:imgLayer r:embed="rId13">
                    <a14:imgEffect>
                      <a14:backgroundRemoval t="4167" b="98264" l="4102" r="98633">
                        <a14:foregroundMark x1="13127" y1="66829" x2="7850" y2="55402"/>
                        <a14:foregroundMark x1="43816" y1="5602" x2="46484" y2="4514"/>
                        <a14:foregroundMark x1="46484" y1="4514" x2="56694" y2="7023"/>
                        <a14:foregroundMark x1="87896" y1="31073" x2="89004" y2="32390"/>
                        <a14:foregroundMark x1="50151" y1="94041" x2="54883" y2="92882"/>
                        <a14:foregroundMark x1="54883" y1="92882" x2="46094" y2="70486"/>
                        <a14:foregroundMark x1="46094" y1="70486" x2="22656" y2="61111"/>
                        <a14:foregroundMark x1="22656" y1="61111" x2="9200" y2="63638"/>
                        <a14:foregroundMark x1="47852" y1="37847" x2="73438" y2="50174"/>
                        <a14:foregroundMark x1="73438" y1="50174" x2="86719" y2="41840"/>
                        <a14:foregroundMark x1="86719" y1="41840" x2="67969" y2="22743"/>
                        <a14:foregroundMark x1="67969" y1="22743" x2="49609" y2="23611"/>
                        <a14:foregroundMark x1="49609" y1="23611" x2="44336" y2="40104"/>
                        <a14:foregroundMark x1="44336" y1="40104" x2="45703" y2="43056"/>
                        <a14:foregroundMark x1="44141" y1="28125" x2="17188" y2="55208"/>
                        <a14:foregroundMark x1="17188" y1="55208" x2="33789" y2="61458"/>
                        <a14:foregroundMark x1="33789" y1="61458" x2="53125" y2="37674"/>
                        <a14:foregroundMark x1="53125" y1="37674" x2="51758" y2="27604"/>
                        <a14:foregroundMark x1="42383" y1="27083" x2="48242" y2="51910"/>
                        <a14:foregroundMark x1="48242" y1="51910" x2="50195" y2="33507"/>
                        <a14:foregroundMark x1="50195" y1="33507" x2="35547" y2="28646"/>
                        <a14:foregroundMark x1="35547" y1="28646" x2="34180" y2="29514"/>
                        <a14:foregroundMark x1="31055" y1="31944" x2="41153" y2="11473"/>
                        <a14:foregroundMark x1="43140" y1="9056" x2="57227" y2="4340"/>
                        <a14:foregroundMark x1="61926" y1="11546" x2="65039" y2="16319"/>
                        <a14:foregroundMark x1="57227" y1="4340" x2="58158" y2="5768"/>
                        <a14:foregroundMark x1="65039" y1="16319" x2="58203" y2="28646"/>
                        <a14:foregroundMark x1="16797" y1="24653" x2="8347" y2="29433"/>
                        <a14:foregroundMark x1="7844" y1="41676" x2="15820" y2="25174"/>
                        <a14:foregroundMark x1="15820" y1="25174" x2="15103" y2="25009"/>
                        <a14:foregroundMark x1="19531" y1="61632" x2="16329" y2="69432"/>
                        <a14:foregroundMark x1="36766" y1="86041" x2="45313" y2="73264"/>
                        <a14:foregroundMark x1="45313" y1="73264" x2="26953" y2="66146"/>
                        <a14:foregroundMark x1="26953" y1="66146" x2="22453" y2="74146"/>
                        <a14:foregroundMark x1="42039" y1="90326" x2="50000" y2="85243"/>
                        <a14:foregroundMark x1="50000" y1="85243" x2="37891" y2="68056"/>
                        <a14:foregroundMark x1="37891" y1="68056" x2="29297" y2="66840"/>
                        <a14:foregroundMark x1="58203" y1="79514" x2="65712" y2="86189"/>
                        <a14:foregroundMark x1="92276" y1="47203" x2="90820" y2="45139"/>
                        <a14:foregroundMark x1="90820" y1="45139" x2="72266" y2="46528"/>
                        <a14:foregroundMark x1="72266" y1="46528" x2="60352" y2="72049"/>
                        <a14:foregroundMark x1="60352" y1="72049" x2="59961" y2="84375"/>
                        <a14:foregroundMark x1="56055" y1="45486" x2="76758" y2="46875"/>
                        <a14:foregroundMark x1="76758" y1="46875" x2="79297" y2="33681"/>
                        <a14:foregroundMark x1="79297" y1="33681" x2="66211" y2="24306"/>
                        <a14:foregroundMark x1="66211" y1="24306" x2="51953" y2="22917"/>
                        <a14:foregroundMark x1="51953" y1="22917" x2="49414" y2="23785"/>
                        <a14:foregroundMark x1="59961" y1="21354" x2="72070" y2="45139"/>
                        <a14:foregroundMark x1="72070" y1="45139" x2="79102" y2="31944"/>
                        <a14:foregroundMark x1="79102" y1="31944" x2="58594" y2="22743"/>
                        <a14:foregroundMark x1="58594" y1="22743" x2="51758" y2="28646"/>
                        <a14:foregroundMark x1="40884" y1="90132" x2="42867" y2="91916"/>
                        <a14:foregroundMark x1="11328" y1="63542" x2="40735" y2="89998"/>
                        <a14:foregroundMark x1="43205" y1="91611" x2="37695" y2="77083"/>
                        <a14:foregroundMark x1="37695" y1="77083" x2="20508" y2="60590"/>
                        <a14:foregroundMark x1="15234" y1="63021" x2="23310" y2="74908"/>
                        <a14:foregroundMark x1="37607" y1="87617" x2="21094" y2="62500"/>
                        <a14:foregroundMark x1="11328" y1="66319" x2="11328" y2="66319"/>
                        <a14:foregroundMark x1="15234" y1="62500" x2="20312" y2="72979"/>
                        <a14:foregroundMark x1="23443" y1="75025" x2="31055" y2="78472"/>
                        <a14:foregroundMark x1="11914" y1="65451" x2="30664" y2="77951"/>
                        <a14:foregroundMark x1="30664" y1="77951" x2="38672" y2="75174"/>
                        <a14:foregroundMark x1="57813" y1="5035" x2="82227" y2="25868"/>
                        <a14:foregroundMark x1="82227" y1="25868" x2="66211" y2="18403"/>
                        <a14:foregroundMark x1="66211" y1="18403" x2="58789" y2="6597"/>
                        <a14:foregroundMark x1="81055" y1="25174" x2="80859" y2="26389"/>
                        <a14:foregroundMark x1="81836" y1="24826" x2="89140" y2="33001"/>
                        <a14:foregroundMark x1="90199" y1="37797" x2="88477" y2="38715"/>
                        <a14:foregroundMark x1="72269" y1="82317" x2="68164" y2="83333"/>
                        <a14:foregroundMark x1="68164" y1="83333" x2="65047" y2="86581"/>
                        <a14:foregroundMark x1="49158" y1="96020" x2="49805" y2="96528"/>
                        <a14:foregroundMark x1="40991" y1="89608" x2="43362" y2="91470"/>
                        <a14:foregroundMark x1="31198" y1="81919" x2="40907" y2="89543"/>
                        <a14:foregroundMark x1="11328" y1="66319" x2="20047" y2="73164"/>
                        <a14:foregroundMark x1="44578" y1="91594" x2="43359" y2="87326"/>
                        <a14:foregroundMark x1="50391" y1="92882" x2="49207" y2="94870"/>
                        <a14:foregroundMark x1="40770" y1="90432" x2="41211" y2="90799"/>
                        <a14:foregroundMark x1="17188" y1="70833" x2="40619" y2="90307"/>
                        <a14:foregroundMark x1="41211" y1="90799" x2="41992" y2="91146"/>
                        <a14:foregroundMark x1="8780" y1="47155" x2="9766" y2="47917"/>
                        <a14:foregroundMark x1="5078" y1="33854" x2="46094" y2="6424"/>
                        <a14:foregroundMark x1="44727" y1="7292" x2="15625" y2="24132"/>
                        <a14:foregroundMark x1="15625" y1="24132" x2="6445" y2="32118"/>
                        <a14:foregroundMark x1="46094" y1="5208" x2="5859" y2="30729"/>
                        <a14:foregroundMark x1="5859" y1="30729" x2="6445" y2="36111"/>
                        <a14:foregroundMark x1="44141" y1="5729" x2="54102" y2="5035"/>
                        <a14:foregroundMark x1="7422" y1="30729" x2="6055" y2="40625"/>
                        <a14:foregroundMark x1="6836" y1="31250" x2="6250" y2="38889"/>
                        <a14:foregroundMark x1="49609" y1="97222" x2="49609" y2="97222"/>
                        <a14:foregroundMark x1="49414" y1="96875" x2="43555" y2="88889"/>
                        <a14:foregroundMark x1="49609" y1="96701" x2="40625" y2="89931"/>
                        <a14:foregroundMark x1="5469" y1="32292" x2="4102" y2="35938"/>
                        <a14:backgroundMark x1="22931" y1="14221" x2="27930" y2="10417"/>
                        <a14:backgroundMark x1="43964" y1="3407" x2="51758" y2="0"/>
                        <a14:backgroundMark x1="40596" y1="4880" x2="41883" y2="4317"/>
                        <a14:backgroundMark x1="27930" y1="10417" x2="29681" y2="9652"/>
                        <a14:backgroundMark x1="4302" y1="49075" x2="4168" y2="48656"/>
                        <a14:backgroundMark x1="8129" y1="61090" x2="4368" y2="49283"/>
                        <a14:backgroundMark x1="13348" y1="20708" x2="15430" y2="18576"/>
                        <a14:backgroundMark x1="15430" y1="18576" x2="18723" y2="17069"/>
                        <a14:backgroundMark x1="57952" y1="3095" x2="61133" y2="2431"/>
                        <a14:backgroundMark x1="78329" y1="14792" x2="83594" y2="18576"/>
                        <a14:backgroundMark x1="71173" y1="9648" x2="71475" y2="9865"/>
                        <a14:backgroundMark x1="61133" y1="2431" x2="67145" y2="6752"/>
                        <a14:backgroundMark x1="83594" y1="18576" x2="85804" y2="23258"/>
                        <a14:backgroundMark x1="5273" y1="64410" x2="9405" y2="67768"/>
                        <a14:backgroundMark x1="41013" y1="97442" x2="31055" y2="96875"/>
                        <a14:backgroundMark x1="31055" y1="96875" x2="13672" y2="87847"/>
                        <a14:backgroundMark x1="13672" y1="87847" x2="7031" y2="65972"/>
                        <a14:backgroundMark x1="5273" y1="69792" x2="24731" y2="82421"/>
                        <a14:backgroundMark x1="30774" y1="87989" x2="34961" y2="98438"/>
                        <a14:backgroundMark x1="34961" y1="98438" x2="21875" y2="90972"/>
                        <a14:backgroundMark x1="21875" y1="90972" x2="7031" y2="69792"/>
                        <a14:backgroundMark x1="7031" y1="76563" x2="24805" y2="84549"/>
                        <a14:backgroundMark x1="24805" y1="84549" x2="33008" y2="94965"/>
                        <a14:backgroundMark x1="33008" y1="94965" x2="4688" y2="83681"/>
                        <a14:backgroundMark x1="4688" y1="83681" x2="8008" y2="74132"/>
                        <a14:backgroundMark x1="7422" y1="80903" x2="20117" y2="96875"/>
                        <a14:backgroundMark x1="20117" y1="96875" x2="23828" y2="82639"/>
                        <a14:backgroundMark x1="23828" y1="82639" x2="10547" y2="79514"/>
                        <a14:backgroundMark x1="10547" y1="79514" x2="7031" y2="88715"/>
                        <a14:backgroundMark x1="56055" y1="99826" x2="83020" y2="82498"/>
                        <a14:backgroundMark x1="84276" y1="82187" x2="77344" y2="91667"/>
                        <a14:backgroundMark x1="77344" y1="91667" x2="59375" y2="97396"/>
                        <a14:backgroundMark x1="59375" y1="97396" x2="59375" y2="97396"/>
                        <a14:backgroundMark x1="81479" y1="82879" x2="70313" y2="92014"/>
                        <a14:backgroundMark x1="77450" y1="17648" x2="77296" y2="17600"/>
                        <a14:backgroundMark x1="84375" y1="19792" x2="78272" y2="17903"/>
                        <a14:backgroundMark x1="11683" y1="23461" x2="3711" y2="27604"/>
                        <a14:backgroundMark x1="34766" y1="8160" x2="37528" y2="7080"/>
                        <a14:backgroundMark x1="68452" y1="8522" x2="78906" y2="11111"/>
                        <a14:backgroundMark x1="76836" y1="17208" x2="77930" y2="17882"/>
                        <a14:backgroundMark x1="89261" y1="28404" x2="91992" y2="30035"/>
                        <a14:backgroundMark x1="91992" y1="30035" x2="91992" y2="30035"/>
                        <a14:backgroundMark x1="91602" y1="28819" x2="97852" y2="57118"/>
                        <a14:backgroundMark x1="97852" y1="57118" x2="99805" y2="30729"/>
                        <a14:backgroundMark x1="97070" y1="56424" x2="99414" y2="65278"/>
                        <a14:backgroundMark x1="97656" y1="62674" x2="99219" y2="63889"/>
                        <a14:backgroundMark x1="98242" y1="64410" x2="87891" y2="76563"/>
                        <a14:backgroundMark x1="87891" y1="76563" x2="61133" y2="92361"/>
                        <a14:backgroundMark x1="61133" y1="92361" x2="80664" y2="91840"/>
                        <a14:backgroundMark x1="80664" y1="91840" x2="97266" y2="82813"/>
                        <a14:backgroundMark x1="97266" y1="82813" x2="99219" y2="67708"/>
                        <a14:backgroundMark x1="63281" y1="89410" x2="62891" y2="89410"/>
                        <a14:backgroundMark x1="61328" y1="92014" x2="56641" y2="98264"/>
                        <a14:backgroundMark x1="52031" y1="97222" x2="51172" y2="97569"/>
                        <a14:backgroundMark x1="57617" y1="94965" x2="52031" y2="97222"/>
                        <a14:backgroundMark x1="87695" y1="81771" x2="99805" y2="71528"/>
                        <a14:backgroundMark x1="84570" y1="82118" x2="98438" y2="68056"/>
                        <a14:backgroundMark x1="85352" y1="77604" x2="96680" y2="69965"/>
                        <a14:backgroundMark x1="96680" y1="72049" x2="93359" y2="74826"/>
                        <a14:backgroundMark x1="90430" y1="76910" x2="94727" y2="73090"/>
                        <a14:backgroundMark x1="89648" y1="72396" x2="83008" y2="78125"/>
                        <a14:backgroundMark x1="38994" y1="92995" x2="40625" y2="94444"/>
                        <a14:backgroundMark x1="18164" y1="74479" x2="38986" y2="92988"/>
                        <a14:backgroundMark x1="39110" y1="92866" x2="38806" y2="92550"/>
                        <a14:backgroundMark x1="40625" y1="94444" x2="39661" y2="93440"/>
                        <a14:backgroundMark x1="40039" y1="93403" x2="39648" y2="92882"/>
                        <a14:backgroundMark x1="41406" y1="93229" x2="42969" y2="94097"/>
                        <a14:backgroundMark x1="39844" y1="92882" x2="40039" y2="91840"/>
                        <a14:backgroundMark x1="41406" y1="93403" x2="40430" y2="93056"/>
                        <a14:backgroundMark x1="1529" y1="32291" x2="1172" y2="30035"/>
                        <a14:backgroundMark x1="3651" y1="45678" x2="3473" y2="44557"/>
                        <a14:backgroundMark x1="5078" y1="54688" x2="3900" y2="47253"/>
                        <a14:backgroundMark x1="7031" y1="54688" x2="6468" y2="49238"/>
                        <a14:backgroundMark x1="5469" y1="52951" x2="195" y2="34028"/>
                        <a14:backgroundMark x1="3994" y1="40401" x2="4883" y2="43229"/>
                        <a14:backgroundMark x1="2442" y1="35463" x2="3122" y2="37627"/>
                        <a14:backgroundMark x1="1172" y1="31424" x2="1683" y2="33050"/>
                        <a14:backgroundMark x1="3093" y1="36639" x2="2801" y2="35566"/>
                        <a14:backgroundMark x1="4883" y1="43229" x2="4119" y2="40415"/>
                        <a14:backgroundMark x1="3680" y1="28887" x2="195" y2="29861"/>
                        <a14:backgroundMark x1="4102" y1="41840" x2="6445" y2="51563"/>
                        <a14:backgroundMark x1="47330" y1="97222" x2="47656" y2="97396"/>
                        <a14:backgroundMark x1="40820" y1="93750" x2="47330" y2="97222"/>
                        <a14:backgroundMark x1="26367" y1="93750" x2="15234" y2="81250"/>
                        <a14:backgroundMark x1="15234" y1="81250" x2="28125" y2="94271"/>
                        <a14:backgroundMark x1="95117" y1="74826" x2="96680" y2="74653"/>
                        <a14:backgroundMark x1="93945" y1="74653" x2="99805" y2="67361"/>
                      </a14:backgroundRemoval>
                    </a14:imgEffect>
                  </a14:imgLayer>
                </a14:imgProps>
              </a:ext>
            </a:extLst>
          </a:blip>
          <a:srcRect l="2735" t="1216" r="1563" b="1736"/>
          <a:stretch/>
        </p:blipFill>
        <p:spPr bwMode="auto">
          <a:xfrm>
            <a:off x="18166868" y="838298"/>
            <a:ext cx="3564806" cy="4066659"/>
          </a:xfrm>
          <a:prstGeom prst="rect">
            <a:avLst/>
          </a:prstGeom>
          <a:ln>
            <a:noFill/>
          </a:ln>
          <a:extLst>
            <a:ext uri="{53640926-AAD7-44D8-BBD7-CCE9431645EC}">
              <a14:shadowObscured xmlns:a14="http://schemas.microsoft.com/office/drawing/2010/main"/>
            </a:ext>
          </a:extLst>
        </p:spPr>
      </p:pic>
      <p:pic>
        <p:nvPicPr>
          <p:cNvPr id="19" name="Picture 18">
            <a:extLst>
              <a:ext uri="{FF2B5EF4-FFF2-40B4-BE49-F238E27FC236}">
                <a16:creationId xmlns:a16="http://schemas.microsoft.com/office/drawing/2014/main" id="{20C20567-7834-5BF6-3A06-6962B907C1F4}"/>
              </a:ext>
            </a:extLst>
          </p:cNvPr>
          <p:cNvPicPr>
            <a:picLocks noChangeAspect="1"/>
          </p:cNvPicPr>
          <p:nvPr/>
        </p:nvPicPr>
        <p:blipFill>
          <a:blip r:embed="rId5"/>
          <a:stretch>
            <a:fillRect/>
          </a:stretch>
        </p:blipFill>
        <p:spPr>
          <a:xfrm rot="1044862">
            <a:off x="20578201" y="3761129"/>
            <a:ext cx="1245442" cy="1245442"/>
          </a:xfrm>
          <a:prstGeom prst="rect">
            <a:avLst/>
          </a:prstGeom>
        </p:spPr>
      </p:pic>
      <p:pic>
        <p:nvPicPr>
          <p:cNvPr id="20" name="Picture 19" descr="Diagram&#10;&#10;Description automatically generated">
            <a:extLst>
              <a:ext uri="{FF2B5EF4-FFF2-40B4-BE49-F238E27FC236}">
                <a16:creationId xmlns:a16="http://schemas.microsoft.com/office/drawing/2014/main" id="{306C6832-F7F2-75D5-AF51-C6FD67C8AE1D}"/>
              </a:ext>
            </a:extLst>
          </p:cNvPr>
          <p:cNvPicPr>
            <a:picLocks noChangeAspect="1"/>
          </p:cNvPicPr>
          <p:nvPr/>
        </p:nvPicPr>
        <p:blipFill>
          <a:blip r:embed="rId14">
            <a:extLst>
              <a:ext uri="{BEBA8EAE-BF5A-486C-A8C5-ECC9F3942E4B}">
                <a14:imgProps xmlns:a14="http://schemas.microsoft.com/office/drawing/2010/main">
                  <a14:imgLayer r:embed="rId15">
                    <a14:imgEffect>
                      <a14:backgroundRemoval t="3138" b="94561" l="3818" r="95091">
                        <a14:foregroundMark x1="25636" y1="87029" x2="14545" y2="73640"/>
                        <a14:foregroundMark x1="14545" y1="73640" x2="11091" y2="53138"/>
                        <a14:foregroundMark x1="11091" y1="53138" x2="31273" y2="44979"/>
                        <a14:foregroundMark x1="31273" y1="44979" x2="48545" y2="52301"/>
                        <a14:foregroundMark x1="48545" y1="52301" x2="34727" y2="67364"/>
                        <a14:foregroundMark x1="34727" y1="67364" x2="25273" y2="69874"/>
                        <a14:foregroundMark x1="14000" y1="69247" x2="6727" y2="55230"/>
                        <a14:foregroundMark x1="6727" y1="55230" x2="22182" y2="34937"/>
                        <a14:foregroundMark x1="22182" y1="34937" x2="36727" y2="26151"/>
                        <a14:foregroundMark x1="36727" y1="26151" x2="50182" y2="24895"/>
                        <a14:foregroundMark x1="50182" y1="24895" x2="52000" y2="49791"/>
                        <a14:foregroundMark x1="52000" y1="49791" x2="11273" y2="57950"/>
                        <a14:foregroundMark x1="16909" y1="48117" x2="15818" y2="29498"/>
                        <a14:foregroundMark x1="15818" y1="29498" x2="20000" y2="13808"/>
                        <a14:foregroundMark x1="20000" y1="13808" x2="36364" y2="7113"/>
                        <a14:foregroundMark x1="36364" y1="7113" x2="57273" y2="8787"/>
                        <a14:foregroundMark x1="74182" y1="20921" x2="87273" y2="29498"/>
                        <a14:foregroundMark x1="87273" y1="29498" x2="95091" y2="43305"/>
                        <a14:foregroundMark x1="95091" y1="43305" x2="73455" y2="69456"/>
                        <a14:foregroundMark x1="73455" y1="69456" x2="71455" y2="66946"/>
                        <a14:foregroundMark x1="29273" y1="85983" x2="60545" y2="94561"/>
                        <a14:foregroundMark x1="60545" y1="94561" x2="73091" y2="94561"/>
                        <a14:foregroundMark x1="73091" y1="94561" x2="79636" y2="78452"/>
                        <a14:foregroundMark x1="23091" y1="3347" x2="7273" y2="48326"/>
                        <a14:foregroundMark x1="7273" y1="48326" x2="7818" y2="62762"/>
                        <a14:foregroundMark x1="7818" y1="62762" x2="10000" y2="62762"/>
                        <a14:foregroundMark x1="31091" y1="30126" x2="51091" y2="42887"/>
                        <a14:foregroundMark x1="51091" y1="42887" x2="42727" y2="25941"/>
                        <a14:foregroundMark x1="42727" y1="25941" x2="30545" y2="31590"/>
                        <a14:foregroundMark x1="30545" y1="31590" x2="30909" y2="37238"/>
                        <a14:foregroundMark x1="43818" y1="18619" x2="70909" y2="26987"/>
                        <a14:foregroundMark x1="70909" y1="26987" x2="64909" y2="11506"/>
                        <a14:foregroundMark x1="64909" y1="11506" x2="50909" y2="15063"/>
                        <a14:foregroundMark x1="50909" y1="15063" x2="52000" y2="21548"/>
                        <a14:foregroundMark x1="8000" y1="46234" x2="3818" y2="60879"/>
                        <a14:foregroundMark x1="3818" y1="60879" x2="33455" y2="90795"/>
                        <a14:foregroundMark x1="6364" y1="64017" x2="29273" y2="90795"/>
                        <a14:foregroundMark x1="29273" y1="90795" x2="24182" y2="76569"/>
                        <a14:foregroundMark x1="24182" y1="76569" x2="12545" y2="62343"/>
                        <a14:foregroundMark x1="12545" y1="62343" x2="6727" y2="64226"/>
                        <a14:foregroundMark x1="94545" y1="44351" x2="78364" y2="93933"/>
                        <a14:foregroundMark x1="78364" y1="93933" x2="92727" y2="46234"/>
                        <a14:foregroundMark x1="93273" y1="44770" x2="78727" y2="81381"/>
                        <a14:foregroundMark x1="78727" y1="81381" x2="93636" y2="47908"/>
                      </a14:backgroundRemoval>
                    </a14:imgEffect>
                  </a14:imgLayer>
                </a14:imgProps>
              </a:ext>
            </a:extLst>
          </a:blip>
          <a:stretch>
            <a:fillRect/>
          </a:stretch>
        </p:blipFill>
        <p:spPr>
          <a:xfrm rot="432687">
            <a:off x="13117746" y="986955"/>
            <a:ext cx="3903523" cy="3392654"/>
          </a:xfrm>
          <a:prstGeom prst="rect">
            <a:avLst/>
          </a:prstGeom>
        </p:spPr>
      </p:pic>
      <p:sp>
        <p:nvSpPr>
          <p:cNvPr id="21" name="TextBox 20">
            <a:extLst>
              <a:ext uri="{FF2B5EF4-FFF2-40B4-BE49-F238E27FC236}">
                <a16:creationId xmlns:a16="http://schemas.microsoft.com/office/drawing/2014/main" id="{C8EABF99-9A93-E3AE-BF0E-C0517E247E03}"/>
              </a:ext>
            </a:extLst>
          </p:cNvPr>
          <p:cNvSpPr txBox="1"/>
          <p:nvPr/>
        </p:nvSpPr>
        <p:spPr>
          <a:xfrm>
            <a:off x="14666868" y="4434770"/>
            <a:ext cx="3564806" cy="646331"/>
          </a:xfrm>
          <a:prstGeom prst="rect">
            <a:avLst/>
          </a:prstGeom>
          <a:noFill/>
        </p:spPr>
        <p:txBody>
          <a:bodyPr wrap="square">
            <a:spAutoFit/>
          </a:bodyPr>
          <a:lstStyle/>
          <a:p>
            <a:r>
              <a:rPr kumimoji="0" lang="vi-VN" sz="3600" b="1" i="0" u="none" strike="noStrike" kern="1200" cap="none" spc="0" normalizeH="0" baseline="0" noProof="0" dirty="0">
                <a:ln>
                  <a:noFill/>
                </a:ln>
                <a:solidFill>
                  <a:prstClr val="black">
                    <a:lumMod val="75000"/>
                    <a:lumOff val="25000"/>
                  </a:prstClr>
                </a:solidFill>
                <a:effectLst>
                  <a:outerShdw blurRad="50800" dist="38100" dir="5400000" algn="t" rotWithShape="0">
                    <a:prstClr val="black">
                      <a:alpha val="40000"/>
                    </a:prstClr>
                  </a:outerShdw>
                </a:effectLst>
                <a:uLnTx/>
                <a:uFillTx/>
                <a:latin typeface="Bahnschrift" panose="020B0502040204020203" pitchFamily="34" charset="0"/>
              </a:rPr>
              <a:t>trên cạnh </a:t>
            </a:r>
            <a:endParaRPr lang="en-MY" sz="1050" dirty="0">
              <a:latin typeface="Bahnschrift" panose="020B0502040204020203" pitchFamily="34" charset="0"/>
            </a:endParaRPr>
          </a:p>
        </p:txBody>
      </p:sp>
      <p:sp>
        <p:nvSpPr>
          <p:cNvPr id="22" name="TextBox 21">
            <a:extLst>
              <a:ext uri="{FF2B5EF4-FFF2-40B4-BE49-F238E27FC236}">
                <a16:creationId xmlns:a16="http://schemas.microsoft.com/office/drawing/2014/main" id="{42DD3C16-B5EF-320A-9AE9-5A4A6C27B06D}"/>
              </a:ext>
            </a:extLst>
          </p:cNvPr>
          <p:cNvSpPr txBox="1"/>
          <p:nvPr/>
        </p:nvSpPr>
        <p:spPr>
          <a:xfrm>
            <a:off x="2248052" y="812853"/>
            <a:ext cx="1802731" cy="646331"/>
          </a:xfrm>
          <a:prstGeom prst="rect">
            <a:avLst/>
          </a:prstGeom>
          <a:noFill/>
        </p:spPr>
        <p:txBody>
          <a:bodyPr wrap="square">
            <a:spAutoFit/>
          </a:bodyPr>
          <a:lstStyle/>
          <a:p>
            <a:r>
              <a:rPr kumimoji="0" lang="vi-VN" sz="3600" b="1" i="0" u="none" strike="noStrike" kern="1200" cap="none" spc="0" normalizeH="0" baseline="0" noProof="0" dirty="0">
                <a:ln>
                  <a:noFill/>
                </a:ln>
                <a:solidFill>
                  <a:schemeClr val="tx1">
                    <a:lumMod val="75000"/>
                    <a:lumOff val="25000"/>
                  </a:schemeClr>
                </a:solidFill>
                <a:effectLst>
                  <a:outerShdw blurRad="38100" dist="38100" dir="2700000" algn="tl">
                    <a:srgbClr val="000000">
                      <a:alpha val="43137"/>
                    </a:srgbClr>
                  </a:outerShdw>
                </a:effectLst>
                <a:uLnTx/>
                <a:uFillTx/>
                <a:latin typeface="Century Gothic" panose="020B0502020202020204" pitchFamily="34" charset="0"/>
                <a:ea typeface="+mn-ea"/>
                <a:cs typeface="+mn-cs"/>
              </a:rPr>
              <a:t>2. Run</a:t>
            </a:r>
            <a:endParaRPr lang="en-MY" sz="3600" dirty="0">
              <a:solidFill>
                <a:schemeClr val="tx1">
                  <a:lumMod val="75000"/>
                  <a:lumOff val="25000"/>
                </a:schemeClr>
              </a:solidFill>
              <a:effectLst>
                <a:outerShdw blurRad="38100" dist="38100" dir="2700000" algn="tl">
                  <a:srgbClr val="000000">
                    <a:alpha val="43137"/>
                  </a:srgbClr>
                </a:outerShdw>
              </a:effectLst>
            </a:endParaRPr>
          </a:p>
        </p:txBody>
      </p:sp>
      <p:sp>
        <p:nvSpPr>
          <p:cNvPr id="23" name="TextBox 22">
            <a:extLst>
              <a:ext uri="{FF2B5EF4-FFF2-40B4-BE49-F238E27FC236}">
                <a16:creationId xmlns:a16="http://schemas.microsoft.com/office/drawing/2014/main" id="{FB089C2D-6A3E-72AC-3A67-470A1655BE0F}"/>
              </a:ext>
            </a:extLst>
          </p:cNvPr>
          <p:cNvSpPr txBox="1"/>
          <p:nvPr/>
        </p:nvSpPr>
        <p:spPr>
          <a:xfrm>
            <a:off x="2215664" y="1300498"/>
            <a:ext cx="2425339" cy="1200329"/>
          </a:xfrm>
          <a:prstGeom prst="rect">
            <a:avLst/>
          </a:prstGeom>
          <a:noFill/>
        </p:spPr>
        <p:txBody>
          <a:bodyPr wrap="square">
            <a:spAutoFit/>
          </a:bodyPr>
          <a:lstStyle/>
          <a:p>
            <a:r>
              <a:rPr kumimoji="0" lang="vi-VN" sz="3600" b="1" i="0" u="none" strike="noStrike" kern="1200" cap="none" spc="0" normalizeH="0" baseline="0" noProof="0" dirty="0">
                <a:ln>
                  <a:noFill/>
                </a:ln>
                <a:solidFill>
                  <a:prstClr val="black">
                    <a:lumMod val="75000"/>
                    <a:lumOff val="25000"/>
                  </a:prstClr>
                </a:solidFill>
                <a:effectLst>
                  <a:outerShdw blurRad="50800" dist="38100" dir="5400000" algn="t" rotWithShape="0">
                    <a:prstClr val="black">
                      <a:alpha val="40000"/>
                    </a:prstClr>
                  </a:outerShdw>
                </a:effectLst>
                <a:uLnTx/>
                <a:uFillTx/>
                <a:latin typeface="Bahnschrift" panose="020B0502040204020203" pitchFamily="34" charset="0"/>
              </a:rPr>
              <a:t>Thực hiện cân bằng</a:t>
            </a:r>
            <a:endParaRPr lang="en-MY" sz="1050" dirty="0">
              <a:latin typeface="Bahnschrift" panose="020B0502040204020203" pitchFamily="34" charset="0"/>
            </a:endParaRPr>
          </a:p>
        </p:txBody>
      </p:sp>
      <p:sp>
        <p:nvSpPr>
          <p:cNvPr id="24" name="TextBox 23">
            <a:extLst>
              <a:ext uri="{FF2B5EF4-FFF2-40B4-BE49-F238E27FC236}">
                <a16:creationId xmlns:a16="http://schemas.microsoft.com/office/drawing/2014/main" id="{CBEA4CB7-FB7B-7B34-324A-6BDC0FABB983}"/>
              </a:ext>
            </a:extLst>
          </p:cNvPr>
          <p:cNvSpPr txBox="1"/>
          <p:nvPr/>
        </p:nvSpPr>
        <p:spPr>
          <a:xfrm>
            <a:off x="2188293" y="2463172"/>
            <a:ext cx="3241026" cy="3366243"/>
          </a:xfrm>
          <a:prstGeom prst="rect">
            <a:avLst/>
          </a:prstGeom>
          <a:noFill/>
        </p:spPr>
        <p:txBody>
          <a:bodyPr wrap="square">
            <a:spAutoFit/>
          </a:bodyPr>
          <a:lstStyle/>
          <a:p>
            <a:pPr algn="just">
              <a:lnSpc>
                <a:spcPct val="150000"/>
              </a:lnSpc>
            </a:pPr>
            <a:r>
              <a:rPr lang="vi-VN" sz="1600" dirty="0">
                <a:solidFill>
                  <a:schemeClr val="tx1">
                    <a:lumMod val="50000"/>
                    <a:lumOff val="50000"/>
                  </a:schemeClr>
                </a:solidFill>
                <a:latin typeface="Bahnschrift" panose="020B0502040204020203" pitchFamily="34" charset="0"/>
              </a:rPr>
              <a:t>Sử dụng hệ điều khiển LQR.</a:t>
            </a:r>
          </a:p>
          <a:p>
            <a:pPr algn="just">
              <a:lnSpc>
                <a:spcPct val="150000"/>
              </a:lnSpc>
            </a:pPr>
            <a:endParaRPr lang="vi-VN" sz="1600" dirty="0">
              <a:solidFill>
                <a:schemeClr val="tx1">
                  <a:lumMod val="50000"/>
                  <a:lumOff val="50000"/>
                </a:schemeClr>
              </a:solidFill>
              <a:latin typeface="Bahnschrift" panose="020B0502040204020203" pitchFamily="34" charset="0"/>
            </a:endParaRPr>
          </a:p>
          <a:p>
            <a:pPr algn="just">
              <a:lnSpc>
                <a:spcPct val="150000"/>
              </a:lnSpc>
            </a:pPr>
            <a:r>
              <a:rPr lang="vi-VN" sz="1600" dirty="0">
                <a:solidFill>
                  <a:schemeClr val="tx1">
                    <a:lumMod val="50000"/>
                    <a:lumOff val="50000"/>
                  </a:schemeClr>
                </a:solidFill>
                <a:latin typeface="Bahnschrift" panose="020B0502040204020203" pitchFamily="34" charset="0"/>
              </a:rPr>
              <a:t>Chương trình đọc giá trị góc và gia tốc tính được trực tiếp và sử dụng nó để tính sai số so với VTCB tìm được ở trên, sau đó tinh chỉnh các hệ số của bộ điều khiển sao cho phù hợp với quá trình cân bằng của robot.</a:t>
            </a:r>
          </a:p>
        </p:txBody>
      </p:sp>
    </p:spTree>
    <p:extLst>
      <p:ext uri="{BB962C8B-B14F-4D97-AF65-F5344CB8AC3E}">
        <p14:creationId xmlns:p14="http://schemas.microsoft.com/office/powerpoint/2010/main" val="24687358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6EAF3"/>
        </a:solidFill>
        <a:effectLst/>
      </p:bgPr>
    </p:bg>
    <p:spTree>
      <p:nvGrpSpPr>
        <p:cNvPr id="1" name=""/>
        <p:cNvGrpSpPr/>
        <p:nvPr/>
      </p:nvGrpSpPr>
      <p:grpSpPr>
        <a:xfrm>
          <a:off x="0" y="0"/>
          <a:ext cx="0" cy="0"/>
          <a:chOff x="0" y="0"/>
          <a:chExt cx="0" cy="0"/>
        </a:xfrm>
      </p:grpSpPr>
      <p:sp>
        <p:nvSpPr>
          <p:cNvPr id="15" name="Freeform 5">
            <a:extLst>
              <a:ext uri="{FF2B5EF4-FFF2-40B4-BE49-F238E27FC236}">
                <a16:creationId xmlns:a16="http://schemas.microsoft.com/office/drawing/2014/main" id="{ECD7D018-CB0A-4815-9956-52A13AD4106C}"/>
              </a:ext>
            </a:extLst>
          </p:cNvPr>
          <p:cNvSpPr>
            <a:spLocks/>
          </p:cNvSpPr>
          <p:nvPr/>
        </p:nvSpPr>
        <p:spPr bwMode="auto">
          <a:xfrm>
            <a:off x="1172923" y="2691508"/>
            <a:ext cx="5644490" cy="2514678"/>
          </a:xfrm>
          <a:custGeom>
            <a:avLst/>
            <a:gdLst>
              <a:gd name="T0" fmla="*/ 0 w 4316"/>
              <a:gd name="T1" fmla="*/ 296 h 1420"/>
              <a:gd name="T2" fmla="*/ 1288 w 4316"/>
              <a:gd name="T3" fmla="*/ 1280 h 1420"/>
              <a:gd name="T4" fmla="*/ 3312 w 4316"/>
              <a:gd name="T5" fmla="*/ 128 h 1420"/>
              <a:gd name="T6" fmla="*/ 4288 w 4316"/>
              <a:gd name="T7" fmla="*/ 1180 h 1420"/>
              <a:gd name="connsiteX0" fmla="*/ 0 w 9941"/>
              <a:gd name="connsiteY0" fmla="*/ 1240 h 8566"/>
              <a:gd name="connsiteX1" fmla="*/ 2992 w 9941"/>
              <a:gd name="connsiteY1" fmla="*/ 8500 h 8566"/>
              <a:gd name="connsiteX2" fmla="*/ 7674 w 9941"/>
              <a:gd name="connsiteY2" fmla="*/ 56 h 8566"/>
              <a:gd name="connsiteX3" fmla="*/ 9935 w 9941"/>
              <a:gd name="connsiteY3" fmla="*/ 7465 h 8566"/>
              <a:gd name="connsiteX0" fmla="*/ 0 w 10000"/>
              <a:gd name="connsiteY0" fmla="*/ 1453 h 9930"/>
              <a:gd name="connsiteX1" fmla="*/ 3010 w 10000"/>
              <a:gd name="connsiteY1" fmla="*/ 9928 h 9930"/>
              <a:gd name="connsiteX2" fmla="*/ 7720 w 10000"/>
              <a:gd name="connsiteY2" fmla="*/ 70 h 9930"/>
              <a:gd name="connsiteX3" fmla="*/ 9994 w 10000"/>
              <a:gd name="connsiteY3" fmla="*/ 8720 h 9930"/>
              <a:gd name="connsiteX0" fmla="*/ 0 w 9998"/>
              <a:gd name="connsiteY0" fmla="*/ 1162 h 9699"/>
              <a:gd name="connsiteX1" fmla="*/ 3010 w 9998"/>
              <a:gd name="connsiteY1" fmla="*/ 9697 h 9699"/>
              <a:gd name="connsiteX2" fmla="*/ 7555 w 9998"/>
              <a:gd name="connsiteY2" fmla="*/ 75 h 9699"/>
              <a:gd name="connsiteX3" fmla="*/ 9994 w 9998"/>
              <a:gd name="connsiteY3" fmla="*/ 8480 h 9699"/>
              <a:gd name="connsiteX0" fmla="*/ 0 w 10000"/>
              <a:gd name="connsiteY0" fmla="*/ 1121 h 9923"/>
              <a:gd name="connsiteX1" fmla="*/ 3011 w 10000"/>
              <a:gd name="connsiteY1" fmla="*/ 9921 h 9923"/>
              <a:gd name="connsiteX2" fmla="*/ 7557 w 10000"/>
              <a:gd name="connsiteY2" fmla="*/ 0 h 9923"/>
              <a:gd name="connsiteX3" fmla="*/ 9996 w 10000"/>
              <a:gd name="connsiteY3" fmla="*/ 8666 h 9923"/>
              <a:gd name="connsiteX0" fmla="*/ 0 w 10002"/>
              <a:gd name="connsiteY0" fmla="*/ 1130 h 10000"/>
              <a:gd name="connsiteX1" fmla="*/ 3011 w 10002"/>
              <a:gd name="connsiteY1" fmla="*/ 9998 h 10000"/>
              <a:gd name="connsiteX2" fmla="*/ 7557 w 10002"/>
              <a:gd name="connsiteY2" fmla="*/ 0 h 10000"/>
              <a:gd name="connsiteX3" fmla="*/ 9996 w 10002"/>
              <a:gd name="connsiteY3" fmla="*/ 8733 h 10000"/>
              <a:gd name="connsiteX0" fmla="*/ 0 w 9998"/>
              <a:gd name="connsiteY0" fmla="*/ 1131 h 10001"/>
              <a:gd name="connsiteX1" fmla="*/ 3011 w 9998"/>
              <a:gd name="connsiteY1" fmla="*/ 9999 h 10001"/>
              <a:gd name="connsiteX2" fmla="*/ 7557 w 9998"/>
              <a:gd name="connsiteY2" fmla="*/ 1 h 10001"/>
              <a:gd name="connsiteX3" fmla="*/ 9996 w 9998"/>
              <a:gd name="connsiteY3" fmla="*/ 8734 h 10001"/>
              <a:gd name="connsiteX0" fmla="*/ 0 w 9969"/>
              <a:gd name="connsiteY0" fmla="*/ 7115 h 10214"/>
              <a:gd name="connsiteX1" fmla="*/ 2981 w 9969"/>
              <a:gd name="connsiteY1" fmla="*/ 9998 h 10214"/>
              <a:gd name="connsiteX2" fmla="*/ 7528 w 9969"/>
              <a:gd name="connsiteY2" fmla="*/ 1 h 10214"/>
              <a:gd name="connsiteX3" fmla="*/ 9967 w 9969"/>
              <a:gd name="connsiteY3" fmla="*/ 8733 h 10214"/>
              <a:gd name="connsiteX0" fmla="*/ 0 w 10000"/>
              <a:gd name="connsiteY0" fmla="*/ 6966 h 10142"/>
              <a:gd name="connsiteX1" fmla="*/ 2990 w 10000"/>
              <a:gd name="connsiteY1" fmla="*/ 9789 h 10142"/>
              <a:gd name="connsiteX2" fmla="*/ 7551 w 10000"/>
              <a:gd name="connsiteY2" fmla="*/ 1 h 10142"/>
              <a:gd name="connsiteX3" fmla="*/ 9998 w 10000"/>
              <a:gd name="connsiteY3" fmla="*/ 8550 h 10142"/>
            </a:gdLst>
            <a:ahLst/>
            <a:cxnLst>
              <a:cxn ang="0">
                <a:pos x="connsiteX0" y="connsiteY0"/>
              </a:cxn>
              <a:cxn ang="0">
                <a:pos x="connsiteX1" y="connsiteY1"/>
              </a:cxn>
              <a:cxn ang="0">
                <a:pos x="connsiteX2" y="connsiteY2"/>
              </a:cxn>
              <a:cxn ang="0">
                <a:pos x="connsiteX3" y="connsiteY3"/>
              </a:cxn>
            </a:cxnLst>
            <a:rect l="l" t="t" r="r" b="b"/>
            <a:pathLst>
              <a:path w="10000" h="10142">
                <a:moveTo>
                  <a:pt x="0" y="6966"/>
                </a:moveTo>
                <a:cubicBezTo>
                  <a:pt x="0" y="6966"/>
                  <a:pt x="707" y="11404"/>
                  <a:pt x="2990" y="9789"/>
                </a:cubicBezTo>
                <a:cubicBezTo>
                  <a:pt x="5273" y="8174"/>
                  <a:pt x="5309" y="482"/>
                  <a:pt x="7551" y="1"/>
                </a:cubicBezTo>
                <a:cubicBezTo>
                  <a:pt x="9010" y="-109"/>
                  <a:pt x="10063" y="6360"/>
                  <a:pt x="9998" y="8550"/>
                </a:cubicBezTo>
              </a:path>
            </a:pathLst>
          </a:custGeom>
          <a:noFill/>
          <a:ln w="19050" cap="flat">
            <a:solidFill>
              <a:schemeClr val="accent2"/>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2" name="Oval 1">
            <a:extLst>
              <a:ext uri="{FF2B5EF4-FFF2-40B4-BE49-F238E27FC236}">
                <a16:creationId xmlns:a16="http://schemas.microsoft.com/office/drawing/2014/main" id="{75D396BC-B774-4536-ABDF-476D01AC3844}"/>
              </a:ext>
            </a:extLst>
          </p:cNvPr>
          <p:cNvSpPr/>
          <p:nvPr/>
        </p:nvSpPr>
        <p:spPr>
          <a:xfrm>
            <a:off x="980632" y="4127550"/>
            <a:ext cx="522380" cy="522380"/>
          </a:xfrm>
          <a:prstGeom prst="ellipse">
            <a:avLst/>
          </a:prstGeom>
          <a:solidFill>
            <a:schemeClr val="bg1"/>
          </a:solidFill>
          <a:ln>
            <a:noFill/>
          </a:ln>
          <a:effectLst>
            <a:outerShdw blurRad="787400" sx="102000" sy="102000" algn="ctr" rotWithShape="0">
              <a:schemeClr val="accent2">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09">
              <a:defRPr/>
            </a:pPr>
            <a:r>
              <a:rPr lang="vi-VN" sz="3299" dirty="0">
                <a:solidFill>
                  <a:srgbClr val="FCB736"/>
                </a:solidFill>
                <a:latin typeface="Designball-Communication-01" pitchFamily="2" charset="0"/>
                <a:ea typeface="Open Sans" panose="020B0606030504020204" pitchFamily="34" charset="0"/>
                <a:cs typeface="Arial" panose="020B0604020202020204" pitchFamily="34" charset="0"/>
              </a:rPr>
              <a:t>0</a:t>
            </a:r>
            <a:endParaRPr lang="en-US" sz="3299" dirty="0">
              <a:solidFill>
                <a:srgbClr val="FCB736"/>
              </a:solidFill>
              <a:latin typeface="Designball-Communication-01" pitchFamily="2" charset="0"/>
              <a:ea typeface="Open Sans" panose="020B0606030504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7A6A850-7B2A-4CB4-8C73-1094747CD21C}"/>
              </a:ext>
            </a:extLst>
          </p:cNvPr>
          <p:cNvSpPr txBox="1"/>
          <p:nvPr/>
        </p:nvSpPr>
        <p:spPr>
          <a:xfrm>
            <a:off x="792963" y="3632129"/>
            <a:ext cx="2030716" cy="400110"/>
          </a:xfrm>
          <a:prstGeom prst="rect">
            <a:avLst/>
          </a:prstGeom>
          <a:noFill/>
        </p:spPr>
        <p:txBody>
          <a:bodyPr wrap="square" rtlCol="0">
            <a:spAutoFit/>
          </a:bodyPr>
          <a:lstStyle/>
          <a:p>
            <a:pPr defTabSz="228508"/>
            <a:r>
              <a:rPr lang="vi-VN" sz="2000" b="1" dirty="0">
                <a:solidFill>
                  <a:srgbClr val="172144">
                    <a:lumMod val="90000"/>
                    <a:lumOff val="10000"/>
                  </a:srgbClr>
                </a:solidFill>
                <a:latin typeface="Bahnschrift" panose="020B0502040204020203" pitchFamily="34" charset="0"/>
              </a:rPr>
              <a:t>Setup</a:t>
            </a:r>
          </a:p>
        </p:txBody>
      </p:sp>
      <p:sp>
        <p:nvSpPr>
          <p:cNvPr id="4" name="TextBox 3">
            <a:extLst>
              <a:ext uri="{FF2B5EF4-FFF2-40B4-BE49-F238E27FC236}">
                <a16:creationId xmlns:a16="http://schemas.microsoft.com/office/drawing/2014/main" id="{A25E4270-3F16-4BC2-A1EB-7FC787094761}"/>
              </a:ext>
            </a:extLst>
          </p:cNvPr>
          <p:cNvSpPr txBox="1"/>
          <p:nvPr/>
        </p:nvSpPr>
        <p:spPr>
          <a:xfrm>
            <a:off x="4088224" y="1722432"/>
            <a:ext cx="2030716" cy="707886"/>
          </a:xfrm>
          <a:prstGeom prst="rect">
            <a:avLst/>
          </a:prstGeom>
          <a:noFill/>
        </p:spPr>
        <p:txBody>
          <a:bodyPr wrap="square" rtlCol="0">
            <a:spAutoFit/>
          </a:bodyPr>
          <a:lstStyle/>
          <a:p>
            <a:pPr algn="ctr" defTabSz="228508"/>
            <a:r>
              <a:rPr lang="vi-VN" sz="2000" b="1" dirty="0">
                <a:solidFill>
                  <a:srgbClr val="172144">
                    <a:lumMod val="90000"/>
                    <a:lumOff val="10000"/>
                  </a:srgbClr>
                </a:solidFill>
                <a:latin typeface="Bahnschrift" panose="020B0502040204020203" pitchFamily="34" charset="0"/>
              </a:rPr>
              <a:t>Đo và lưu các vị trí cân bằng</a:t>
            </a:r>
            <a:endParaRPr lang="en-US" sz="2000" b="1" dirty="0">
              <a:solidFill>
                <a:srgbClr val="172144">
                  <a:lumMod val="90000"/>
                  <a:lumOff val="10000"/>
                </a:srgbClr>
              </a:solidFill>
              <a:latin typeface="Bahnschrift" panose="020B0502040204020203" pitchFamily="34" charset="0"/>
            </a:endParaRPr>
          </a:p>
        </p:txBody>
      </p:sp>
      <p:sp>
        <p:nvSpPr>
          <p:cNvPr id="5" name="Oval 4">
            <a:extLst>
              <a:ext uri="{FF2B5EF4-FFF2-40B4-BE49-F238E27FC236}">
                <a16:creationId xmlns:a16="http://schemas.microsoft.com/office/drawing/2014/main" id="{20C98CC8-76B0-4F26-912A-2C977B4C5586}"/>
              </a:ext>
            </a:extLst>
          </p:cNvPr>
          <p:cNvSpPr/>
          <p:nvPr/>
        </p:nvSpPr>
        <p:spPr>
          <a:xfrm>
            <a:off x="4842392" y="2500886"/>
            <a:ext cx="522380" cy="522380"/>
          </a:xfrm>
          <a:prstGeom prst="ellipse">
            <a:avLst/>
          </a:prstGeom>
          <a:solidFill>
            <a:schemeClr val="bg1"/>
          </a:solidFill>
          <a:ln>
            <a:noFill/>
          </a:ln>
          <a:effectLst>
            <a:outerShdw blurRad="787400" sx="102000" sy="102000" algn="ctr" rotWithShape="0">
              <a:schemeClr val="accent2">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09">
              <a:defRPr/>
            </a:pPr>
            <a:r>
              <a:rPr lang="vi-VN" sz="3299" dirty="0">
                <a:solidFill>
                  <a:srgbClr val="0D0884"/>
                </a:solidFill>
                <a:latin typeface="Designball-Communication-01" pitchFamily="2" charset="0"/>
                <a:ea typeface="Open Sans" panose="020B0606030504020204" pitchFamily="34" charset="0"/>
                <a:cs typeface="Arial" panose="020B0604020202020204" pitchFamily="34" charset="0"/>
              </a:rPr>
              <a:t>2</a:t>
            </a:r>
            <a:endParaRPr lang="en-US" sz="3299" dirty="0">
              <a:solidFill>
                <a:srgbClr val="0D0884"/>
              </a:solidFill>
              <a:latin typeface="Designball-Communication-01" pitchFamily="2" charset="0"/>
              <a:ea typeface="Open Sans" panose="020B0606030504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06FE8CA-BB11-4F25-9CEE-D87BCB6E705F}"/>
              </a:ext>
            </a:extLst>
          </p:cNvPr>
          <p:cNvSpPr txBox="1"/>
          <p:nvPr/>
        </p:nvSpPr>
        <p:spPr>
          <a:xfrm>
            <a:off x="2208644" y="5265482"/>
            <a:ext cx="2239776" cy="707886"/>
          </a:xfrm>
          <a:prstGeom prst="rect">
            <a:avLst/>
          </a:prstGeom>
          <a:noFill/>
        </p:spPr>
        <p:txBody>
          <a:bodyPr wrap="square" rtlCol="0">
            <a:spAutoFit/>
          </a:bodyPr>
          <a:lstStyle/>
          <a:p>
            <a:pPr algn="ctr" defTabSz="228508"/>
            <a:r>
              <a:rPr lang="vi-VN" sz="2000" b="1" dirty="0">
                <a:solidFill>
                  <a:srgbClr val="172144">
                    <a:lumMod val="90000"/>
                    <a:lumOff val="10000"/>
                  </a:srgbClr>
                </a:solidFill>
                <a:latin typeface="Bahnschrift" panose="020B0502040204020203" pitchFamily="34" charset="0"/>
              </a:rPr>
              <a:t>Tính toán từ giá trị đo của MPU</a:t>
            </a:r>
            <a:endParaRPr lang="en-US" sz="900" dirty="0">
              <a:solidFill>
                <a:srgbClr val="172144">
                  <a:lumMod val="90000"/>
                  <a:lumOff val="10000"/>
                </a:srgbClr>
              </a:solidFill>
              <a:latin typeface="Bahnschrift" panose="020B0502040204020203" pitchFamily="34" charset="0"/>
            </a:endParaRPr>
          </a:p>
        </p:txBody>
      </p:sp>
      <p:sp>
        <p:nvSpPr>
          <p:cNvPr id="7" name="Oval 6">
            <a:extLst>
              <a:ext uri="{FF2B5EF4-FFF2-40B4-BE49-F238E27FC236}">
                <a16:creationId xmlns:a16="http://schemas.microsoft.com/office/drawing/2014/main" id="{B99CB5F2-8E8B-4A65-BDF8-2B605C958C72}"/>
              </a:ext>
            </a:extLst>
          </p:cNvPr>
          <p:cNvSpPr/>
          <p:nvPr/>
        </p:nvSpPr>
        <p:spPr>
          <a:xfrm>
            <a:off x="3067342" y="4683806"/>
            <a:ext cx="522380" cy="522380"/>
          </a:xfrm>
          <a:prstGeom prst="ellipse">
            <a:avLst/>
          </a:prstGeom>
          <a:solidFill>
            <a:schemeClr val="bg1"/>
          </a:solidFill>
          <a:ln>
            <a:noFill/>
          </a:ln>
          <a:effectLst>
            <a:outerShdw blurRad="787400" sx="102000" sy="102000" algn="ctr" rotWithShape="0">
              <a:schemeClr val="accent2">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09">
              <a:defRPr/>
            </a:pPr>
            <a:r>
              <a:rPr lang="vi-VN" sz="3299" dirty="0">
                <a:solidFill>
                  <a:srgbClr val="172144"/>
                </a:solidFill>
                <a:latin typeface="Designball-Charts-01" pitchFamily="2" charset="0"/>
                <a:ea typeface="Open Sans" panose="020B0606030504020204" pitchFamily="34" charset="0"/>
                <a:cs typeface="Arial" panose="020B0604020202020204" pitchFamily="34" charset="0"/>
              </a:rPr>
              <a:t>1</a:t>
            </a:r>
            <a:endParaRPr lang="en-US" sz="3299" dirty="0">
              <a:solidFill>
                <a:srgbClr val="172144"/>
              </a:solidFill>
              <a:latin typeface="Designball-Charts-01" pitchFamily="2" charset="0"/>
              <a:ea typeface="Open Sans" panose="020B0606030504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0837743F-DE95-4E6C-B936-3F3CB92B840F}"/>
              </a:ext>
            </a:extLst>
          </p:cNvPr>
          <p:cNvSpPr txBox="1"/>
          <p:nvPr/>
        </p:nvSpPr>
        <p:spPr>
          <a:xfrm>
            <a:off x="6081650" y="5127395"/>
            <a:ext cx="2329196" cy="1015663"/>
          </a:xfrm>
          <a:prstGeom prst="rect">
            <a:avLst/>
          </a:prstGeom>
          <a:noFill/>
        </p:spPr>
        <p:txBody>
          <a:bodyPr wrap="square" rtlCol="0">
            <a:spAutoFit/>
          </a:bodyPr>
          <a:lstStyle/>
          <a:p>
            <a:pPr algn="ctr" defTabSz="228508"/>
            <a:r>
              <a:rPr lang="vi-VN" sz="2000" b="1" dirty="0">
                <a:solidFill>
                  <a:srgbClr val="172144">
                    <a:lumMod val="90000"/>
                    <a:lumOff val="10000"/>
                  </a:srgbClr>
                </a:solidFill>
                <a:latin typeface="Bahnschrift SemiBold" panose="020B0502040204020203" pitchFamily="34" charset="0"/>
              </a:rPr>
              <a:t>Tính vận  tốc tương ứng truyền vào động cơ</a:t>
            </a:r>
            <a:endParaRPr lang="en-US" sz="900" dirty="0">
              <a:solidFill>
                <a:srgbClr val="172144">
                  <a:lumMod val="90000"/>
                  <a:lumOff val="10000"/>
                </a:srgbClr>
              </a:solidFill>
              <a:latin typeface="Bahnschrift SemiBold" panose="020B0502040204020203" pitchFamily="34" charset="0"/>
            </a:endParaRPr>
          </a:p>
        </p:txBody>
      </p:sp>
      <p:sp>
        <p:nvSpPr>
          <p:cNvPr id="16" name="TextBox 15">
            <a:extLst>
              <a:ext uri="{FF2B5EF4-FFF2-40B4-BE49-F238E27FC236}">
                <a16:creationId xmlns:a16="http://schemas.microsoft.com/office/drawing/2014/main" id="{E43BB4FB-8AF4-4497-B9CE-0FF828C9057F}"/>
              </a:ext>
            </a:extLst>
          </p:cNvPr>
          <p:cNvSpPr txBox="1"/>
          <p:nvPr/>
        </p:nvSpPr>
        <p:spPr>
          <a:xfrm>
            <a:off x="792963" y="1022719"/>
            <a:ext cx="2796759" cy="1569660"/>
          </a:xfrm>
          <a:prstGeom prst="rect">
            <a:avLst/>
          </a:prstGeom>
          <a:noFill/>
        </p:spPr>
        <p:txBody>
          <a:bodyPr wrap="square" rtlCol="0">
            <a:spAutoFit/>
          </a:bodyPr>
          <a:lstStyle/>
          <a:p>
            <a:pPr defTabSz="228554"/>
            <a:r>
              <a:rPr lang="vi-VN" sz="2400" b="1" dirty="0">
                <a:solidFill>
                  <a:srgbClr val="172144"/>
                </a:solidFill>
                <a:latin typeface="Open Sans Extrabold" panose="020B0906030804020204" pitchFamily="34" charset="0"/>
                <a:ea typeface="Open Sans Extrabold" panose="020B0906030804020204" pitchFamily="34" charset="0"/>
                <a:cs typeface="Open Sans Extrabold" panose="020B0906030804020204" pitchFamily="34" charset="0"/>
              </a:rPr>
              <a:t>Chương trình điều khiển robot gồm các bước sau đây:</a:t>
            </a:r>
            <a:endParaRPr lang="en-US" sz="2400" b="1" dirty="0">
              <a:solidFill>
                <a:srgbClr val="172144"/>
              </a:solidFill>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22" name="Freeform 5">
            <a:extLst>
              <a:ext uri="{FF2B5EF4-FFF2-40B4-BE49-F238E27FC236}">
                <a16:creationId xmlns:a16="http://schemas.microsoft.com/office/drawing/2014/main" id="{B65F87A4-AA82-B965-740C-BEA540F38258}"/>
              </a:ext>
            </a:extLst>
          </p:cNvPr>
          <p:cNvSpPr>
            <a:spLocks/>
          </p:cNvSpPr>
          <p:nvPr/>
        </p:nvSpPr>
        <p:spPr bwMode="auto">
          <a:xfrm>
            <a:off x="6829527" y="3170009"/>
            <a:ext cx="4097330" cy="1876551"/>
          </a:xfrm>
          <a:custGeom>
            <a:avLst/>
            <a:gdLst>
              <a:gd name="T0" fmla="*/ 0 w 4316"/>
              <a:gd name="T1" fmla="*/ 296 h 1420"/>
              <a:gd name="T2" fmla="*/ 1288 w 4316"/>
              <a:gd name="T3" fmla="*/ 1280 h 1420"/>
              <a:gd name="T4" fmla="*/ 3312 w 4316"/>
              <a:gd name="T5" fmla="*/ 128 h 1420"/>
              <a:gd name="T6" fmla="*/ 4288 w 4316"/>
              <a:gd name="T7" fmla="*/ 1180 h 1420"/>
              <a:gd name="connsiteX0" fmla="*/ 0 w 9941"/>
              <a:gd name="connsiteY0" fmla="*/ 1240 h 8566"/>
              <a:gd name="connsiteX1" fmla="*/ 2992 w 9941"/>
              <a:gd name="connsiteY1" fmla="*/ 8500 h 8566"/>
              <a:gd name="connsiteX2" fmla="*/ 7674 w 9941"/>
              <a:gd name="connsiteY2" fmla="*/ 56 h 8566"/>
              <a:gd name="connsiteX3" fmla="*/ 9935 w 9941"/>
              <a:gd name="connsiteY3" fmla="*/ 7465 h 8566"/>
              <a:gd name="connsiteX0" fmla="*/ 0 w 10000"/>
              <a:gd name="connsiteY0" fmla="*/ 1453 h 9930"/>
              <a:gd name="connsiteX1" fmla="*/ 3010 w 10000"/>
              <a:gd name="connsiteY1" fmla="*/ 9928 h 9930"/>
              <a:gd name="connsiteX2" fmla="*/ 7720 w 10000"/>
              <a:gd name="connsiteY2" fmla="*/ 70 h 9930"/>
              <a:gd name="connsiteX3" fmla="*/ 9994 w 10000"/>
              <a:gd name="connsiteY3" fmla="*/ 8720 h 9930"/>
              <a:gd name="connsiteX0" fmla="*/ 0 w 9998"/>
              <a:gd name="connsiteY0" fmla="*/ 1162 h 9699"/>
              <a:gd name="connsiteX1" fmla="*/ 3010 w 9998"/>
              <a:gd name="connsiteY1" fmla="*/ 9697 h 9699"/>
              <a:gd name="connsiteX2" fmla="*/ 7555 w 9998"/>
              <a:gd name="connsiteY2" fmla="*/ 75 h 9699"/>
              <a:gd name="connsiteX3" fmla="*/ 9994 w 9998"/>
              <a:gd name="connsiteY3" fmla="*/ 8480 h 9699"/>
              <a:gd name="connsiteX0" fmla="*/ 0 w 10000"/>
              <a:gd name="connsiteY0" fmla="*/ 1121 h 9923"/>
              <a:gd name="connsiteX1" fmla="*/ 3011 w 10000"/>
              <a:gd name="connsiteY1" fmla="*/ 9921 h 9923"/>
              <a:gd name="connsiteX2" fmla="*/ 7557 w 10000"/>
              <a:gd name="connsiteY2" fmla="*/ 0 h 9923"/>
              <a:gd name="connsiteX3" fmla="*/ 9996 w 10000"/>
              <a:gd name="connsiteY3" fmla="*/ 8666 h 9923"/>
              <a:gd name="connsiteX0" fmla="*/ 0 w 10002"/>
              <a:gd name="connsiteY0" fmla="*/ 1130 h 10000"/>
              <a:gd name="connsiteX1" fmla="*/ 3011 w 10002"/>
              <a:gd name="connsiteY1" fmla="*/ 9998 h 10000"/>
              <a:gd name="connsiteX2" fmla="*/ 7557 w 10002"/>
              <a:gd name="connsiteY2" fmla="*/ 0 h 10000"/>
              <a:gd name="connsiteX3" fmla="*/ 9996 w 10002"/>
              <a:gd name="connsiteY3" fmla="*/ 8733 h 10000"/>
              <a:gd name="connsiteX0" fmla="*/ 0 w 9998"/>
              <a:gd name="connsiteY0" fmla="*/ 1131 h 10001"/>
              <a:gd name="connsiteX1" fmla="*/ 3011 w 9998"/>
              <a:gd name="connsiteY1" fmla="*/ 9999 h 10001"/>
              <a:gd name="connsiteX2" fmla="*/ 7557 w 9998"/>
              <a:gd name="connsiteY2" fmla="*/ 1 h 10001"/>
              <a:gd name="connsiteX3" fmla="*/ 9996 w 9998"/>
              <a:gd name="connsiteY3" fmla="*/ 8734 h 10001"/>
              <a:gd name="connsiteX0" fmla="*/ 0 w 9969"/>
              <a:gd name="connsiteY0" fmla="*/ 7115 h 10214"/>
              <a:gd name="connsiteX1" fmla="*/ 2981 w 9969"/>
              <a:gd name="connsiteY1" fmla="*/ 9998 h 10214"/>
              <a:gd name="connsiteX2" fmla="*/ 7528 w 9969"/>
              <a:gd name="connsiteY2" fmla="*/ 1 h 10214"/>
              <a:gd name="connsiteX3" fmla="*/ 9967 w 9969"/>
              <a:gd name="connsiteY3" fmla="*/ 8733 h 10214"/>
              <a:gd name="connsiteX0" fmla="*/ 0 w 10000"/>
              <a:gd name="connsiteY0" fmla="*/ 6966 h 10142"/>
              <a:gd name="connsiteX1" fmla="*/ 2990 w 10000"/>
              <a:gd name="connsiteY1" fmla="*/ 9789 h 10142"/>
              <a:gd name="connsiteX2" fmla="*/ 7551 w 10000"/>
              <a:gd name="connsiteY2" fmla="*/ 1 h 10142"/>
              <a:gd name="connsiteX3" fmla="*/ 9998 w 10000"/>
              <a:gd name="connsiteY3" fmla="*/ 8550 h 10142"/>
            </a:gdLst>
            <a:ahLst/>
            <a:cxnLst>
              <a:cxn ang="0">
                <a:pos x="connsiteX0" y="connsiteY0"/>
              </a:cxn>
              <a:cxn ang="0">
                <a:pos x="connsiteX1" y="connsiteY1"/>
              </a:cxn>
              <a:cxn ang="0">
                <a:pos x="connsiteX2" y="connsiteY2"/>
              </a:cxn>
              <a:cxn ang="0">
                <a:pos x="connsiteX3" y="connsiteY3"/>
              </a:cxn>
            </a:cxnLst>
            <a:rect l="l" t="t" r="r" b="b"/>
            <a:pathLst>
              <a:path w="10000" h="10142">
                <a:moveTo>
                  <a:pt x="0" y="6966"/>
                </a:moveTo>
                <a:cubicBezTo>
                  <a:pt x="0" y="6966"/>
                  <a:pt x="707" y="11404"/>
                  <a:pt x="2990" y="9789"/>
                </a:cubicBezTo>
                <a:cubicBezTo>
                  <a:pt x="5273" y="8174"/>
                  <a:pt x="5309" y="482"/>
                  <a:pt x="7551" y="1"/>
                </a:cubicBezTo>
                <a:cubicBezTo>
                  <a:pt x="9010" y="-109"/>
                  <a:pt x="10063" y="6360"/>
                  <a:pt x="9998" y="8550"/>
                </a:cubicBezTo>
              </a:path>
            </a:pathLst>
          </a:custGeom>
          <a:noFill/>
          <a:ln w="19050" cap="flat">
            <a:solidFill>
              <a:schemeClr val="accent2"/>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45714" tIns="22857" rIns="45714" bIns="22857" numCol="1" anchor="t" anchorCtr="0" compatLnSpc="1">
            <a:prstTxWarp prst="textNoShape">
              <a:avLst/>
            </a:prstTxWarp>
          </a:bodyPr>
          <a:lstStyle/>
          <a:p>
            <a:pPr defTabSz="228554"/>
            <a:endParaRPr lang="en-US" sz="900" dirty="0">
              <a:solidFill>
                <a:srgbClr val="172144"/>
              </a:solidFill>
              <a:latin typeface="Calibri"/>
            </a:endParaRPr>
          </a:p>
        </p:txBody>
      </p:sp>
      <p:sp>
        <p:nvSpPr>
          <p:cNvPr id="8" name="Oval 7">
            <a:extLst>
              <a:ext uri="{FF2B5EF4-FFF2-40B4-BE49-F238E27FC236}">
                <a16:creationId xmlns:a16="http://schemas.microsoft.com/office/drawing/2014/main" id="{F6B28AF6-8682-46F8-8516-CCE9589907E8}"/>
              </a:ext>
            </a:extLst>
          </p:cNvPr>
          <p:cNvSpPr/>
          <p:nvPr/>
        </p:nvSpPr>
        <p:spPr>
          <a:xfrm>
            <a:off x="6568337" y="4289974"/>
            <a:ext cx="522380" cy="522380"/>
          </a:xfrm>
          <a:prstGeom prst="ellipse">
            <a:avLst/>
          </a:prstGeom>
          <a:solidFill>
            <a:schemeClr val="bg1"/>
          </a:solidFill>
          <a:ln>
            <a:noFill/>
          </a:ln>
          <a:effectLst>
            <a:outerShdw blurRad="787400" sx="102000" sy="102000" algn="ctr" rotWithShape="0">
              <a:schemeClr val="accent2">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09">
              <a:defRPr/>
            </a:pPr>
            <a:r>
              <a:rPr lang="vi-VN" sz="3299" dirty="0">
                <a:solidFill>
                  <a:srgbClr val="FF4D9E"/>
                </a:solidFill>
                <a:latin typeface="Designball-Electronic-Device-02" pitchFamily="2" charset="0"/>
                <a:ea typeface="Open Sans" panose="020B0606030504020204" pitchFamily="34" charset="0"/>
                <a:cs typeface="Arial" panose="020B0604020202020204" pitchFamily="34" charset="0"/>
              </a:rPr>
              <a:t>3</a:t>
            </a:r>
            <a:endParaRPr lang="en-US" sz="3299" dirty="0">
              <a:solidFill>
                <a:srgbClr val="FF4D9E"/>
              </a:solidFill>
              <a:latin typeface="Designball-Electronic-Device-02" pitchFamily="2" charset="0"/>
              <a:ea typeface="Open Sans" panose="020B0606030504020204" pitchFamily="34" charset="0"/>
              <a:cs typeface="Arial" panose="020B0604020202020204" pitchFamily="34" charset="0"/>
            </a:endParaRPr>
          </a:p>
        </p:txBody>
      </p:sp>
      <p:sp>
        <p:nvSpPr>
          <p:cNvPr id="23" name="Oval 22">
            <a:extLst>
              <a:ext uri="{FF2B5EF4-FFF2-40B4-BE49-F238E27FC236}">
                <a16:creationId xmlns:a16="http://schemas.microsoft.com/office/drawing/2014/main" id="{49ECDA96-819D-2038-5415-A2673F3C3FE4}"/>
              </a:ext>
            </a:extLst>
          </p:cNvPr>
          <p:cNvSpPr/>
          <p:nvPr/>
        </p:nvSpPr>
        <p:spPr>
          <a:xfrm>
            <a:off x="9014342" y="3331043"/>
            <a:ext cx="522380" cy="522380"/>
          </a:xfrm>
          <a:prstGeom prst="ellipse">
            <a:avLst/>
          </a:prstGeom>
          <a:solidFill>
            <a:schemeClr val="bg1"/>
          </a:solidFill>
          <a:ln>
            <a:noFill/>
          </a:ln>
          <a:effectLst>
            <a:outerShdw blurRad="787400" sx="102000" sy="102000" algn="ctr" rotWithShape="0">
              <a:schemeClr val="accent2">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09">
              <a:defRPr/>
            </a:pPr>
            <a:r>
              <a:rPr lang="vi-VN" sz="3299" dirty="0">
                <a:solidFill>
                  <a:srgbClr val="0D0884"/>
                </a:solidFill>
                <a:latin typeface="Designball-Communication-01" pitchFamily="2" charset="0"/>
                <a:ea typeface="Open Sans" panose="020B0606030504020204" pitchFamily="34" charset="0"/>
                <a:cs typeface="Arial" panose="020B0604020202020204" pitchFamily="34" charset="0"/>
              </a:rPr>
              <a:t>4</a:t>
            </a:r>
            <a:endParaRPr lang="en-US" sz="3299" dirty="0">
              <a:solidFill>
                <a:srgbClr val="0D0884"/>
              </a:solidFill>
              <a:latin typeface="Designball-Communication-01" pitchFamily="2" charset="0"/>
              <a:ea typeface="Open Sans" panose="020B0606030504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70255E24-4416-6885-1013-32C51D8161A8}"/>
              </a:ext>
            </a:extLst>
          </p:cNvPr>
          <p:cNvSpPr txBox="1"/>
          <p:nvPr/>
        </p:nvSpPr>
        <p:spPr>
          <a:xfrm>
            <a:off x="8483566" y="2084547"/>
            <a:ext cx="1583931" cy="1015663"/>
          </a:xfrm>
          <a:prstGeom prst="rect">
            <a:avLst/>
          </a:prstGeom>
          <a:noFill/>
        </p:spPr>
        <p:txBody>
          <a:bodyPr wrap="square" rtlCol="0">
            <a:spAutoFit/>
          </a:bodyPr>
          <a:lstStyle/>
          <a:p>
            <a:pPr algn="ctr" defTabSz="228508"/>
            <a:r>
              <a:rPr lang="vi-VN" sz="2000" b="1" dirty="0">
                <a:solidFill>
                  <a:srgbClr val="172144">
                    <a:lumMod val="90000"/>
                    <a:lumOff val="10000"/>
                  </a:srgbClr>
                </a:solidFill>
                <a:latin typeface="Bahnschrift" panose="020B0502040204020203" pitchFamily="34" charset="0"/>
              </a:rPr>
              <a:t>Căn chỉnh thông số bộ điều khiển</a:t>
            </a:r>
            <a:endParaRPr lang="en-US" sz="2000" b="1" dirty="0">
              <a:solidFill>
                <a:srgbClr val="172144">
                  <a:lumMod val="90000"/>
                  <a:lumOff val="10000"/>
                </a:srgbClr>
              </a:solidFill>
              <a:latin typeface="Bahnschrift" panose="020B0502040204020203" pitchFamily="34" charset="0"/>
            </a:endParaRPr>
          </a:p>
        </p:txBody>
      </p:sp>
      <p:sp>
        <p:nvSpPr>
          <p:cNvPr id="25" name="Oval 24">
            <a:extLst>
              <a:ext uri="{FF2B5EF4-FFF2-40B4-BE49-F238E27FC236}">
                <a16:creationId xmlns:a16="http://schemas.microsoft.com/office/drawing/2014/main" id="{D76BB615-8BAB-003E-5905-20206C75D1B7}"/>
              </a:ext>
            </a:extLst>
          </p:cNvPr>
          <p:cNvSpPr/>
          <p:nvPr/>
        </p:nvSpPr>
        <p:spPr>
          <a:xfrm>
            <a:off x="10641584" y="4605015"/>
            <a:ext cx="522380" cy="522380"/>
          </a:xfrm>
          <a:prstGeom prst="ellipse">
            <a:avLst/>
          </a:prstGeom>
          <a:solidFill>
            <a:schemeClr val="bg1"/>
          </a:solidFill>
          <a:ln>
            <a:noFill/>
          </a:ln>
          <a:effectLst>
            <a:outerShdw blurRad="787400" sx="102000" sy="102000" algn="ctr" rotWithShape="0">
              <a:schemeClr val="accent2">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09">
              <a:defRPr/>
            </a:pPr>
            <a:r>
              <a:rPr lang="vi-VN" sz="3299" dirty="0">
                <a:solidFill>
                  <a:srgbClr val="FCB736"/>
                </a:solidFill>
                <a:latin typeface="Designball-Communication-01" pitchFamily="2" charset="0"/>
                <a:ea typeface="Open Sans" panose="020B0606030504020204" pitchFamily="34" charset="0"/>
                <a:cs typeface="Arial" panose="020B0604020202020204" pitchFamily="34" charset="0"/>
              </a:rPr>
              <a:t>5</a:t>
            </a:r>
            <a:endParaRPr lang="en-US" sz="3299" dirty="0">
              <a:solidFill>
                <a:srgbClr val="FCB736"/>
              </a:solidFill>
              <a:latin typeface="Designball-Communication-01" pitchFamily="2" charset="0"/>
              <a:ea typeface="Open Sans" panose="020B0606030504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55ACE96A-0B65-4EC7-A85A-3AFDC3FF9D76}"/>
              </a:ext>
            </a:extLst>
          </p:cNvPr>
          <p:cNvSpPr txBox="1"/>
          <p:nvPr/>
        </p:nvSpPr>
        <p:spPr>
          <a:xfrm>
            <a:off x="9738176" y="5127395"/>
            <a:ext cx="2329196" cy="707886"/>
          </a:xfrm>
          <a:prstGeom prst="rect">
            <a:avLst/>
          </a:prstGeom>
          <a:noFill/>
        </p:spPr>
        <p:txBody>
          <a:bodyPr wrap="square" rtlCol="0">
            <a:spAutoFit/>
          </a:bodyPr>
          <a:lstStyle/>
          <a:p>
            <a:pPr algn="ctr" defTabSz="228508"/>
            <a:r>
              <a:rPr lang="vi-VN" sz="2000" b="1" dirty="0">
                <a:solidFill>
                  <a:srgbClr val="172144">
                    <a:lumMod val="90000"/>
                    <a:lumOff val="10000"/>
                  </a:srgbClr>
                </a:solidFill>
                <a:latin typeface="Bahnschrift" panose="020B0502040204020203" pitchFamily="34" charset="0"/>
              </a:rPr>
              <a:t>Điều khiển </a:t>
            </a:r>
          </a:p>
          <a:p>
            <a:pPr algn="ctr" defTabSz="228508"/>
            <a:r>
              <a:rPr lang="vi-VN" sz="2000" b="1" dirty="0">
                <a:solidFill>
                  <a:srgbClr val="172144">
                    <a:lumMod val="90000"/>
                    <a:lumOff val="10000"/>
                  </a:srgbClr>
                </a:solidFill>
                <a:latin typeface="Bahnschrift" panose="020B0502040204020203" pitchFamily="34" charset="0"/>
              </a:rPr>
              <a:t>động cơ</a:t>
            </a:r>
            <a:endParaRPr lang="en-US" sz="900" dirty="0">
              <a:solidFill>
                <a:srgbClr val="172144">
                  <a:lumMod val="90000"/>
                  <a:lumOff val="10000"/>
                </a:srgbClr>
              </a:solidFill>
              <a:latin typeface="Bahnschrift" panose="020B0502040204020203" pitchFamily="34" charset="0"/>
            </a:endParaRPr>
          </a:p>
        </p:txBody>
      </p:sp>
    </p:spTree>
    <p:extLst>
      <p:ext uri="{BB962C8B-B14F-4D97-AF65-F5344CB8AC3E}">
        <p14:creationId xmlns:p14="http://schemas.microsoft.com/office/powerpoint/2010/main" val="2561995902"/>
      </p:ext>
    </p:extLst>
  </p:cSld>
  <p:clrMapOvr>
    <a:overrideClrMapping bg1="lt1" tx1="dk1" bg2="lt2" tx2="dk2" accent1="accent1" accent2="accent2" accent3="accent3" accent4="accent4" accent5="accent5" accent6="accent6" hlink="hlink" folHlink="folHlink"/>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000"/>
                                        <p:tgtEl>
                                          <p:spTgt spid="15"/>
                                        </p:tgtEl>
                                      </p:cBhvr>
                                    </p:animEffect>
                                  </p:childTnLst>
                                </p:cTn>
                              </p:par>
                              <p:par>
                                <p:cTn id="8" presetID="49" presetClass="entr" presetSubtype="0" decel="10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p:cTn id="10" dur="500" fill="hold"/>
                                        <p:tgtEl>
                                          <p:spTgt spid="2"/>
                                        </p:tgtEl>
                                        <p:attrNameLst>
                                          <p:attrName>ppt_w</p:attrName>
                                        </p:attrNameLst>
                                      </p:cBhvr>
                                      <p:tavLst>
                                        <p:tav tm="0">
                                          <p:val>
                                            <p:fltVal val="0"/>
                                          </p:val>
                                        </p:tav>
                                        <p:tav tm="100000">
                                          <p:val>
                                            <p:strVal val="#ppt_w"/>
                                          </p:val>
                                        </p:tav>
                                      </p:tavLst>
                                    </p:anim>
                                    <p:anim calcmode="lin" valueType="num">
                                      <p:cBhvr>
                                        <p:cTn id="11" dur="500" fill="hold"/>
                                        <p:tgtEl>
                                          <p:spTgt spid="2"/>
                                        </p:tgtEl>
                                        <p:attrNameLst>
                                          <p:attrName>ppt_h</p:attrName>
                                        </p:attrNameLst>
                                      </p:cBhvr>
                                      <p:tavLst>
                                        <p:tav tm="0">
                                          <p:val>
                                            <p:fltVal val="0"/>
                                          </p:val>
                                        </p:tav>
                                        <p:tav tm="100000">
                                          <p:val>
                                            <p:strVal val="#ppt_h"/>
                                          </p:val>
                                        </p:tav>
                                      </p:tavLst>
                                    </p:anim>
                                    <p:anim calcmode="lin" valueType="num">
                                      <p:cBhvr>
                                        <p:cTn id="12" dur="500" fill="hold"/>
                                        <p:tgtEl>
                                          <p:spTgt spid="2"/>
                                        </p:tgtEl>
                                        <p:attrNameLst>
                                          <p:attrName>style.rotation</p:attrName>
                                        </p:attrNameLst>
                                      </p:cBhvr>
                                      <p:tavLst>
                                        <p:tav tm="0">
                                          <p:val>
                                            <p:fltVal val="360"/>
                                          </p:val>
                                        </p:tav>
                                        <p:tav tm="100000">
                                          <p:val>
                                            <p:fltVal val="0"/>
                                          </p:val>
                                        </p:tav>
                                      </p:tavLst>
                                    </p:anim>
                                    <p:animEffect transition="in" filter="fade">
                                      <p:cBhvr>
                                        <p:cTn id="13" dur="500"/>
                                        <p:tgtEl>
                                          <p:spTgt spid="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300"/>
                                        <p:tgtEl>
                                          <p:spTgt spid="3"/>
                                        </p:tgtEl>
                                      </p:cBhvr>
                                    </p:animEffect>
                                  </p:childTnLst>
                                </p:cTn>
                              </p:par>
                              <p:par>
                                <p:cTn id="17" presetID="49" presetClass="entr" presetSubtype="0" decel="100000" fill="hold" grpId="0" nodeType="withEffect">
                                  <p:stCondLst>
                                    <p:cond delay="50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 calcmode="lin" valueType="num">
                                      <p:cBhvr>
                                        <p:cTn id="21" dur="500" fill="hold"/>
                                        <p:tgtEl>
                                          <p:spTgt spid="7"/>
                                        </p:tgtEl>
                                        <p:attrNameLst>
                                          <p:attrName>style.rotation</p:attrName>
                                        </p:attrNameLst>
                                      </p:cBhvr>
                                      <p:tavLst>
                                        <p:tav tm="0">
                                          <p:val>
                                            <p:fltVal val="360"/>
                                          </p:val>
                                        </p:tav>
                                        <p:tav tm="100000">
                                          <p:val>
                                            <p:fltVal val="0"/>
                                          </p:val>
                                        </p:tav>
                                      </p:tavLst>
                                    </p:anim>
                                    <p:animEffect transition="in" filter="fade">
                                      <p:cBhvr>
                                        <p:cTn id="22" dur="500"/>
                                        <p:tgtEl>
                                          <p:spTgt spid="7"/>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300"/>
                                        <p:tgtEl>
                                          <p:spTgt spid="6"/>
                                        </p:tgtEl>
                                      </p:cBhvr>
                                    </p:animEffect>
                                  </p:childTnLst>
                                </p:cTn>
                              </p:par>
                              <p:par>
                                <p:cTn id="26" presetID="49" presetClass="entr" presetSubtype="0" decel="100000" fill="hold" grpId="0" nodeType="withEffect">
                                  <p:stCondLst>
                                    <p:cond delay="100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fltVal val="0"/>
                                          </p:val>
                                        </p:tav>
                                        <p:tav tm="100000">
                                          <p:val>
                                            <p:strVal val="#ppt_h"/>
                                          </p:val>
                                        </p:tav>
                                      </p:tavLst>
                                    </p:anim>
                                    <p:anim calcmode="lin" valueType="num">
                                      <p:cBhvr>
                                        <p:cTn id="30" dur="500" fill="hold"/>
                                        <p:tgtEl>
                                          <p:spTgt spid="5"/>
                                        </p:tgtEl>
                                        <p:attrNameLst>
                                          <p:attrName>style.rotation</p:attrName>
                                        </p:attrNameLst>
                                      </p:cBhvr>
                                      <p:tavLst>
                                        <p:tav tm="0">
                                          <p:val>
                                            <p:fltVal val="360"/>
                                          </p:val>
                                        </p:tav>
                                        <p:tav tm="100000">
                                          <p:val>
                                            <p:fltVal val="0"/>
                                          </p:val>
                                        </p:tav>
                                      </p:tavLst>
                                    </p:anim>
                                    <p:animEffect transition="in" filter="fade">
                                      <p:cBhvr>
                                        <p:cTn id="31" dur="500"/>
                                        <p:tgtEl>
                                          <p:spTgt spid="5"/>
                                        </p:tgtEl>
                                      </p:cBhvr>
                                    </p:animEffect>
                                  </p:childTnLst>
                                </p:cTn>
                              </p:par>
                              <p:par>
                                <p:cTn id="32" presetID="10" presetClass="entr" presetSubtype="0" fill="hold" grpId="0" nodeType="withEffect">
                                  <p:stCondLst>
                                    <p:cond delay="100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300"/>
                                        <p:tgtEl>
                                          <p:spTgt spid="4"/>
                                        </p:tgtEl>
                                      </p:cBhvr>
                                    </p:animEffect>
                                  </p:childTnLst>
                                </p:cTn>
                              </p:par>
                              <p:par>
                                <p:cTn id="35" presetID="49" presetClass="entr" presetSubtype="0" decel="100000" fill="hold" grpId="0" nodeType="withEffect">
                                  <p:stCondLst>
                                    <p:cond delay="1500"/>
                                  </p:stCondLst>
                                  <p:childTnLst>
                                    <p:set>
                                      <p:cBhvr>
                                        <p:cTn id="36" dur="1" fill="hold">
                                          <p:stCondLst>
                                            <p:cond delay="0"/>
                                          </p:stCondLst>
                                        </p:cTn>
                                        <p:tgtEl>
                                          <p:spTgt spid="8"/>
                                        </p:tgtEl>
                                        <p:attrNameLst>
                                          <p:attrName>style.visibility</p:attrName>
                                        </p:attrNameLst>
                                      </p:cBhvr>
                                      <p:to>
                                        <p:strVal val="visible"/>
                                      </p:to>
                                    </p:set>
                                    <p:anim calcmode="lin" valueType="num">
                                      <p:cBhvr>
                                        <p:cTn id="37" dur="500" fill="hold"/>
                                        <p:tgtEl>
                                          <p:spTgt spid="8"/>
                                        </p:tgtEl>
                                        <p:attrNameLst>
                                          <p:attrName>ppt_w</p:attrName>
                                        </p:attrNameLst>
                                      </p:cBhvr>
                                      <p:tavLst>
                                        <p:tav tm="0">
                                          <p:val>
                                            <p:fltVal val="0"/>
                                          </p:val>
                                        </p:tav>
                                        <p:tav tm="100000">
                                          <p:val>
                                            <p:strVal val="#ppt_w"/>
                                          </p:val>
                                        </p:tav>
                                      </p:tavLst>
                                    </p:anim>
                                    <p:anim calcmode="lin" valueType="num">
                                      <p:cBhvr>
                                        <p:cTn id="38" dur="500" fill="hold"/>
                                        <p:tgtEl>
                                          <p:spTgt spid="8"/>
                                        </p:tgtEl>
                                        <p:attrNameLst>
                                          <p:attrName>ppt_h</p:attrName>
                                        </p:attrNameLst>
                                      </p:cBhvr>
                                      <p:tavLst>
                                        <p:tav tm="0">
                                          <p:val>
                                            <p:fltVal val="0"/>
                                          </p:val>
                                        </p:tav>
                                        <p:tav tm="100000">
                                          <p:val>
                                            <p:strVal val="#ppt_h"/>
                                          </p:val>
                                        </p:tav>
                                      </p:tavLst>
                                    </p:anim>
                                    <p:anim calcmode="lin" valueType="num">
                                      <p:cBhvr>
                                        <p:cTn id="39" dur="500" fill="hold"/>
                                        <p:tgtEl>
                                          <p:spTgt spid="8"/>
                                        </p:tgtEl>
                                        <p:attrNameLst>
                                          <p:attrName>style.rotation</p:attrName>
                                        </p:attrNameLst>
                                      </p:cBhvr>
                                      <p:tavLst>
                                        <p:tav tm="0">
                                          <p:val>
                                            <p:fltVal val="360"/>
                                          </p:val>
                                        </p:tav>
                                        <p:tav tm="100000">
                                          <p:val>
                                            <p:fltVal val="0"/>
                                          </p:val>
                                        </p:tav>
                                      </p:tavLst>
                                    </p:anim>
                                    <p:animEffect transition="in" filter="fade">
                                      <p:cBhvr>
                                        <p:cTn id="40" dur="500"/>
                                        <p:tgtEl>
                                          <p:spTgt spid="8"/>
                                        </p:tgtEl>
                                      </p:cBhvr>
                                    </p:animEffect>
                                  </p:childTnLst>
                                </p:cTn>
                              </p:par>
                              <p:par>
                                <p:cTn id="41" presetID="10" presetClass="entr" presetSubtype="0" fill="hold" grpId="0" nodeType="withEffect">
                                  <p:stCondLst>
                                    <p:cond delay="150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300"/>
                                        <p:tgtEl>
                                          <p:spTgt spid="9"/>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wipe(left)">
                                      <p:cBhvr>
                                        <p:cTn id="46" dur="2000"/>
                                        <p:tgtEl>
                                          <p:spTgt spid="22"/>
                                        </p:tgtEl>
                                      </p:cBhvr>
                                    </p:animEffect>
                                  </p:childTnLst>
                                </p:cTn>
                              </p:par>
                              <p:par>
                                <p:cTn id="47" presetID="49" presetClass="entr" presetSubtype="0" decel="100000" fill="hold" grpId="0" nodeType="withEffect">
                                  <p:stCondLst>
                                    <p:cond delay="1000"/>
                                  </p:stCondLst>
                                  <p:childTnLst>
                                    <p:set>
                                      <p:cBhvr>
                                        <p:cTn id="48" dur="1" fill="hold">
                                          <p:stCondLst>
                                            <p:cond delay="0"/>
                                          </p:stCondLst>
                                        </p:cTn>
                                        <p:tgtEl>
                                          <p:spTgt spid="23"/>
                                        </p:tgtEl>
                                        <p:attrNameLst>
                                          <p:attrName>style.visibility</p:attrName>
                                        </p:attrNameLst>
                                      </p:cBhvr>
                                      <p:to>
                                        <p:strVal val="visible"/>
                                      </p:to>
                                    </p:set>
                                    <p:anim calcmode="lin" valueType="num">
                                      <p:cBhvr>
                                        <p:cTn id="49" dur="500" fill="hold"/>
                                        <p:tgtEl>
                                          <p:spTgt spid="23"/>
                                        </p:tgtEl>
                                        <p:attrNameLst>
                                          <p:attrName>ppt_w</p:attrName>
                                        </p:attrNameLst>
                                      </p:cBhvr>
                                      <p:tavLst>
                                        <p:tav tm="0">
                                          <p:val>
                                            <p:fltVal val="0"/>
                                          </p:val>
                                        </p:tav>
                                        <p:tav tm="100000">
                                          <p:val>
                                            <p:strVal val="#ppt_w"/>
                                          </p:val>
                                        </p:tav>
                                      </p:tavLst>
                                    </p:anim>
                                    <p:anim calcmode="lin" valueType="num">
                                      <p:cBhvr>
                                        <p:cTn id="50" dur="500" fill="hold"/>
                                        <p:tgtEl>
                                          <p:spTgt spid="23"/>
                                        </p:tgtEl>
                                        <p:attrNameLst>
                                          <p:attrName>ppt_h</p:attrName>
                                        </p:attrNameLst>
                                      </p:cBhvr>
                                      <p:tavLst>
                                        <p:tav tm="0">
                                          <p:val>
                                            <p:fltVal val="0"/>
                                          </p:val>
                                        </p:tav>
                                        <p:tav tm="100000">
                                          <p:val>
                                            <p:strVal val="#ppt_h"/>
                                          </p:val>
                                        </p:tav>
                                      </p:tavLst>
                                    </p:anim>
                                    <p:anim calcmode="lin" valueType="num">
                                      <p:cBhvr>
                                        <p:cTn id="51" dur="500" fill="hold"/>
                                        <p:tgtEl>
                                          <p:spTgt spid="23"/>
                                        </p:tgtEl>
                                        <p:attrNameLst>
                                          <p:attrName>style.rotation</p:attrName>
                                        </p:attrNameLst>
                                      </p:cBhvr>
                                      <p:tavLst>
                                        <p:tav tm="0">
                                          <p:val>
                                            <p:fltVal val="360"/>
                                          </p:val>
                                        </p:tav>
                                        <p:tav tm="100000">
                                          <p:val>
                                            <p:fltVal val="0"/>
                                          </p:val>
                                        </p:tav>
                                      </p:tavLst>
                                    </p:anim>
                                    <p:animEffect transition="in" filter="fade">
                                      <p:cBhvr>
                                        <p:cTn id="52" dur="500"/>
                                        <p:tgtEl>
                                          <p:spTgt spid="23"/>
                                        </p:tgtEl>
                                      </p:cBhvr>
                                    </p:animEffect>
                                  </p:childTnLst>
                                </p:cTn>
                              </p:par>
                              <p:par>
                                <p:cTn id="53" presetID="10" presetClass="entr" presetSubtype="0" fill="hold" grpId="0" nodeType="withEffect">
                                  <p:stCondLst>
                                    <p:cond delay="100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300"/>
                                        <p:tgtEl>
                                          <p:spTgt spid="24"/>
                                        </p:tgtEl>
                                      </p:cBhvr>
                                    </p:animEffect>
                                  </p:childTnLst>
                                </p:cTn>
                              </p:par>
                              <p:par>
                                <p:cTn id="56" presetID="49" presetClass="entr" presetSubtype="0" decel="10000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 calcmode="lin" valueType="num">
                                      <p:cBhvr>
                                        <p:cTn id="58" dur="500" fill="hold"/>
                                        <p:tgtEl>
                                          <p:spTgt spid="25"/>
                                        </p:tgtEl>
                                        <p:attrNameLst>
                                          <p:attrName>ppt_w</p:attrName>
                                        </p:attrNameLst>
                                      </p:cBhvr>
                                      <p:tavLst>
                                        <p:tav tm="0">
                                          <p:val>
                                            <p:fltVal val="0"/>
                                          </p:val>
                                        </p:tav>
                                        <p:tav tm="100000">
                                          <p:val>
                                            <p:strVal val="#ppt_w"/>
                                          </p:val>
                                        </p:tav>
                                      </p:tavLst>
                                    </p:anim>
                                    <p:anim calcmode="lin" valueType="num">
                                      <p:cBhvr>
                                        <p:cTn id="59" dur="500" fill="hold"/>
                                        <p:tgtEl>
                                          <p:spTgt spid="25"/>
                                        </p:tgtEl>
                                        <p:attrNameLst>
                                          <p:attrName>ppt_h</p:attrName>
                                        </p:attrNameLst>
                                      </p:cBhvr>
                                      <p:tavLst>
                                        <p:tav tm="0">
                                          <p:val>
                                            <p:fltVal val="0"/>
                                          </p:val>
                                        </p:tav>
                                        <p:tav tm="100000">
                                          <p:val>
                                            <p:strVal val="#ppt_h"/>
                                          </p:val>
                                        </p:tav>
                                      </p:tavLst>
                                    </p:anim>
                                    <p:anim calcmode="lin" valueType="num">
                                      <p:cBhvr>
                                        <p:cTn id="60" dur="500" fill="hold"/>
                                        <p:tgtEl>
                                          <p:spTgt spid="25"/>
                                        </p:tgtEl>
                                        <p:attrNameLst>
                                          <p:attrName>style.rotation</p:attrName>
                                        </p:attrNameLst>
                                      </p:cBhvr>
                                      <p:tavLst>
                                        <p:tav tm="0">
                                          <p:val>
                                            <p:fltVal val="360"/>
                                          </p:val>
                                        </p:tav>
                                        <p:tav tm="100000">
                                          <p:val>
                                            <p:fltVal val="0"/>
                                          </p:val>
                                        </p:tav>
                                      </p:tavLst>
                                    </p:anim>
                                    <p:animEffect transition="in" filter="fade">
                                      <p:cBhvr>
                                        <p:cTn id="61" dur="500"/>
                                        <p:tgtEl>
                                          <p:spTgt spid="25"/>
                                        </p:tgtEl>
                                      </p:cBhvr>
                                    </p:animEffect>
                                  </p:childTnLst>
                                </p:cTn>
                              </p:par>
                              <p:par>
                                <p:cTn id="62" presetID="10" presetClass="entr" presetSubtype="0" fill="hold" grpId="0" nodeType="withEffect">
                                  <p:stCondLst>
                                    <p:cond delay="150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3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 grpId="0" animBg="1"/>
      <p:bldP spid="3" grpId="0"/>
      <p:bldP spid="4" grpId="0"/>
      <p:bldP spid="5" grpId="0" animBg="1"/>
      <p:bldP spid="6" grpId="0"/>
      <p:bldP spid="7" grpId="0" animBg="1"/>
      <p:bldP spid="9" grpId="0"/>
      <p:bldP spid="22" grpId="0" animBg="1"/>
      <p:bldP spid="8" grpId="0" animBg="1"/>
      <p:bldP spid="23" grpId="0" animBg="1"/>
      <p:bldP spid="24" grpId="0"/>
      <p:bldP spid="25" grpId="0" animBg="1"/>
      <p:bldP spid="26"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Placeholder 4" descr="A picture containing text, wall, indoor&#10;&#10;Description automatically generated">
            <a:extLst>
              <a:ext uri="{FF2B5EF4-FFF2-40B4-BE49-F238E27FC236}">
                <a16:creationId xmlns:a16="http://schemas.microsoft.com/office/drawing/2014/main" id="{A4014773-FC8D-228E-5A8E-2BEC067D8A41}"/>
              </a:ext>
            </a:extLst>
          </p:cNvPr>
          <p:cNvPicPr>
            <a:picLocks noGrp="1" noChangeAspect="1"/>
          </p:cNvPicPr>
          <p:nvPr>
            <p:ph type="pic" sz="quarter" idx="11"/>
          </p:nvPr>
        </p:nvPicPr>
        <p:blipFill rotWithShape="1">
          <a:blip r:embed="rId3">
            <a:extLst>
              <a:ext uri="{28A0092B-C50C-407E-A947-70E740481C1C}">
                <a14:useLocalDpi xmlns:a14="http://schemas.microsoft.com/office/drawing/2010/main" val="0"/>
              </a:ext>
            </a:extLst>
          </a:blip>
          <a:srcRect l="29678" t="11308" r="13749" b="11710"/>
          <a:stretch/>
        </p:blipFill>
        <p:spPr>
          <a:xfrm rot="5400000">
            <a:off x="6214740" y="1339268"/>
            <a:ext cx="4320662" cy="4411685"/>
          </a:xfrm>
        </p:spPr>
      </p:pic>
      <p:sp>
        <p:nvSpPr>
          <p:cNvPr id="3" name="Freeform: Shape 2">
            <a:extLst>
              <a:ext uri="{FF2B5EF4-FFF2-40B4-BE49-F238E27FC236}">
                <a16:creationId xmlns:a16="http://schemas.microsoft.com/office/drawing/2014/main" id="{296578E8-104A-4B10-8777-9D2F49231415}"/>
              </a:ext>
            </a:extLst>
          </p:cNvPr>
          <p:cNvSpPr>
            <a:spLocks/>
          </p:cNvSpPr>
          <p:nvPr/>
        </p:nvSpPr>
        <p:spPr bwMode="auto">
          <a:xfrm>
            <a:off x="10094933" y="-1682422"/>
            <a:ext cx="10455066" cy="10455066"/>
          </a:xfrm>
          <a:custGeom>
            <a:avLst/>
            <a:gdLst>
              <a:gd name="connsiteX0" fmla="*/ 10456427 w 20912854"/>
              <a:gd name="connsiteY0" fmla="*/ 6028864 h 20912855"/>
              <a:gd name="connsiteX1" fmla="*/ 7821943 w 20912854"/>
              <a:gd name="connsiteY1" fmla="*/ 7120044 h 20912855"/>
              <a:gd name="connsiteX2" fmla="*/ 7121444 w 20912854"/>
              <a:gd name="connsiteY2" fmla="*/ 7820837 h 20912855"/>
              <a:gd name="connsiteX3" fmla="*/ 7121444 w 20912854"/>
              <a:gd name="connsiteY3" fmla="*/ 13092017 h 20912855"/>
              <a:gd name="connsiteX4" fmla="*/ 7821943 w 20912854"/>
              <a:gd name="connsiteY4" fmla="*/ 13792810 h 20912855"/>
              <a:gd name="connsiteX5" fmla="*/ 13090911 w 20912854"/>
              <a:gd name="connsiteY5" fmla="*/ 13792810 h 20912855"/>
              <a:gd name="connsiteX6" fmla="*/ 13791410 w 20912854"/>
              <a:gd name="connsiteY6" fmla="*/ 13092017 h 20912855"/>
              <a:gd name="connsiteX7" fmla="*/ 13791410 w 20912854"/>
              <a:gd name="connsiteY7" fmla="*/ 7820837 h 20912855"/>
              <a:gd name="connsiteX8" fmla="*/ 13090911 w 20912854"/>
              <a:gd name="connsiteY8" fmla="*/ 7120044 h 20912855"/>
              <a:gd name="connsiteX9" fmla="*/ 10456427 w 20912854"/>
              <a:gd name="connsiteY9" fmla="*/ 6028864 h 20912855"/>
              <a:gd name="connsiteX10" fmla="*/ 10456427 w 20912854"/>
              <a:gd name="connsiteY10" fmla="*/ 0 h 20912855"/>
              <a:gd name="connsiteX11" fmla="*/ 20912854 w 20912854"/>
              <a:gd name="connsiteY11" fmla="*/ 10456428 h 20912855"/>
              <a:gd name="connsiteX12" fmla="*/ 10456427 w 20912854"/>
              <a:gd name="connsiteY12" fmla="*/ 20912855 h 20912855"/>
              <a:gd name="connsiteX13" fmla="*/ 0 w 20912854"/>
              <a:gd name="connsiteY13" fmla="*/ 10456428 h 20912855"/>
              <a:gd name="connsiteX14" fmla="*/ 10456427 w 20912854"/>
              <a:gd name="connsiteY14" fmla="*/ 0 h 20912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912854" h="20912855">
                <a:moveTo>
                  <a:pt x="10456427" y="6028864"/>
                </a:moveTo>
                <a:cubicBezTo>
                  <a:pt x="9502759" y="6028864"/>
                  <a:pt x="8549091" y="6392591"/>
                  <a:pt x="7821943" y="7120044"/>
                </a:cubicBezTo>
                <a:cubicBezTo>
                  <a:pt x="7821943" y="7120044"/>
                  <a:pt x="7821943" y="7120044"/>
                  <a:pt x="7121444" y="7820837"/>
                </a:cubicBezTo>
                <a:cubicBezTo>
                  <a:pt x="5667149" y="9275744"/>
                  <a:pt x="5667149" y="11637111"/>
                  <a:pt x="7121444" y="13092017"/>
                </a:cubicBezTo>
                <a:cubicBezTo>
                  <a:pt x="7121444" y="13092017"/>
                  <a:pt x="7121444" y="13092017"/>
                  <a:pt x="7821943" y="13792810"/>
                </a:cubicBezTo>
                <a:cubicBezTo>
                  <a:pt x="9276239" y="15247717"/>
                  <a:pt x="11636615" y="15247717"/>
                  <a:pt x="13090911" y="13792810"/>
                </a:cubicBezTo>
                <a:cubicBezTo>
                  <a:pt x="13090911" y="13792810"/>
                  <a:pt x="13090911" y="13792810"/>
                  <a:pt x="13791410" y="13092017"/>
                </a:cubicBezTo>
                <a:cubicBezTo>
                  <a:pt x="15245706" y="11637111"/>
                  <a:pt x="15245706" y="9275744"/>
                  <a:pt x="13791410" y="7820837"/>
                </a:cubicBezTo>
                <a:cubicBezTo>
                  <a:pt x="13791410" y="7820837"/>
                  <a:pt x="13791410" y="7820837"/>
                  <a:pt x="13090911" y="7120044"/>
                </a:cubicBezTo>
                <a:cubicBezTo>
                  <a:pt x="12363763" y="6392591"/>
                  <a:pt x="11410095" y="6028864"/>
                  <a:pt x="10456427" y="6028864"/>
                </a:cubicBezTo>
                <a:close/>
                <a:moveTo>
                  <a:pt x="10456427" y="0"/>
                </a:moveTo>
                <a:cubicBezTo>
                  <a:pt x="16231352" y="0"/>
                  <a:pt x="20912854" y="4681502"/>
                  <a:pt x="20912854" y="10456428"/>
                </a:cubicBezTo>
                <a:cubicBezTo>
                  <a:pt x="20912854" y="16231352"/>
                  <a:pt x="16231352" y="20912855"/>
                  <a:pt x="10456427" y="20912855"/>
                </a:cubicBezTo>
                <a:cubicBezTo>
                  <a:pt x="4681502" y="20912855"/>
                  <a:pt x="0" y="16231352"/>
                  <a:pt x="0" y="10456428"/>
                </a:cubicBezTo>
                <a:cubicBezTo>
                  <a:pt x="0" y="4681502"/>
                  <a:pt x="4681502" y="0"/>
                  <a:pt x="10456427" y="0"/>
                </a:cubicBezTo>
                <a:close/>
              </a:path>
            </a:pathLst>
          </a:custGeom>
          <a:gradFill>
            <a:gsLst>
              <a:gs pos="0">
                <a:schemeClr val="tx2"/>
              </a:gs>
              <a:gs pos="100000">
                <a:schemeClr val="accent1"/>
              </a:gs>
            </a:gsLst>
            <a:lin ang="5400000" scaled="1"/>
          </a:gradFill>
          <a:ln>
            <a:noFill/>
          </a:ln>
          <a:effectLst/>
        </p:spPr>
        <p:txBody>
          <a:bodyPr vert="horz" wrap="square" lIns="45714" tIns="22857" rIns="45714" bIns="22857" numCol="1" anchor="t" anchorCtr="0" compatLnSpc="1">
            <a:prstTxWarp prst="textNoShape">
              <a:avLst/>
            </a:prstTxWarp>
            <a:noAutofit/>
          </a:bodyPr>
          <a:lstStyle/>
          <a:p>
            <a:pPr defTabSz="228554"/>
            <a:endParaRPr lang="en-US" sz="900">
              <a:solidFill>
                <a:srgbClr val="FFFFFF"/>
              </a:solidFill>
              <a:latin typeface="Calibri"/>
            </a:endParaRPr>
          </a:p>
        </p:txBody>
      </p:sp>
      <p:sp>
        <p:nvSpPr>
          <p:cNvPr id="25" name="TextBox 24">
            <a:extLst>
              <a:ext uri="{FF2B5EF4-FFF2-40B4-BE49-F238E27FC236}">
                <a16:creationId xmlns:a16="http://schemas.microsoft.com/office/drawing/2014/main" id="{8040527E-CC88-4EB5-89C8-5078E2634671}"/>
              </a:ext>
            </a:extLst>
          </p:cNvPr>
          <p:cNvSpPr txBox="1"/>
          <p:nvPr/>
        </p:nvSpPr>
        <p:spPr>
          <a:xfrm>
            <a:off x="3081759" y="1876938"/>
            <a:ext cx="2629831" cy="461665"/>
          </a:xfrm>
          <a:prstGeom prst="rect">
            <a:avLst/>
          </a:prstGeom>
          <a:noFill/>
        </p:spPr>
        <p:txBody>
          <a:bodyPr wrap="square" rtlCol="0" anchor="b">
            <a:spAutoFit/>
          </a:bodyPr>
          <a:lstStyle/>
          <a:p>
            <a:pPr algn="r" defTabSz="228554"/>
            <a:r>
              <a:rPr lang="vi-VN" sz="2400" b="1" dirty="0">
                <a:solidFill>
                  <a:srgbClr val="FFFFFF"/>
                </a:solidFill>
                <a:latin typeface="Bahnschrift" panose="020B0502040204020203" pitchFamily="34" charset="0"/>
              </a:rPr>
              <a:t>Khung robot</a:t>
            </a:r>
            <a:endParaRPr lang="en-US" sz="2400" b="1" dirty="0">
              <a:solidFill>
                <a:srgbClr val="FFFFFF"/>
              </a:solidFill>
              <a:latin typeface="Bahnschrift" panose="020B0502040204020203" pitchFamily="34" charset="0"/>
            </a:endParaRPr>
          </a:p>
        </p:txBody>
      </p:sp>
      <p:grpSp>
        <p:nvGrpSpPr>
          <p:cNvPr id="26" name="Group 25">
            <a:extLst>
              <a:ext uri="{FF2B5EF4-FFF2-40B4-BE49-F238E27FC236}">
                <a16:creationId xmlns:a16="http://schemas.microsoft.com/office/drawing/2014/main" id="{A6D77045-7C80-4C2D-8695-F5A449BFD1DC}"/>
              </a:ext>
            </a:extLst>
          </p:cNvPr>
          <p:cNvGrpSpPr/>
          <p:nvPr/>
        </p:nvGrpSpPr>
        <p:grpSpPr>
          <a:xfrm>
            <a:off x="3477988" y="2415537"/>
            <a:ext cx="2233602" cy="0"/>
            <a:chOff x="16620565" y="4448175"/>
            <a:chExt cx="4467785" cy="0"/>
          </a:xfrm>
        </p:grpSpPr>
        <p:cxnSp>
          <p:nvCxnSpPr>
            <p:cNvPr id="27" name="Straight Connector 26">
              <a:extLst>
                <a:ext uri="{FF2B5EF4-FFF2-40B4-BE49-F238E27FC236}">
                  <a16:creationId xmlns:a16="http://schemas.microsoft.com/office/drawing/2014/main" id="{55BDD534-0EAE-40D6-8404-5F9644480EF2}"/>
                </a:ext>
              </a:extLst>
            </p:cNvPr>
            <p:cNvCxnSpPr/>
            <p:nvPr/>
          </p:nvCxnSpPr>
          <p:spPr>
            <a:xfrm>
              <a:off x="16620565" y="4448175"/>
              <a:ext cx="44677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AF64D32-F4E5-43E4-80E8-6E559A42CED2}"/>
                </a:ext>
              </a:extLst>
            </p:cNvPr>
            <p:cNvCxnSpPr>
              <a:cxnSpLocks/>
            </p:cNvCxnSpPr>
            <p:nvPr/>
          </p:nvCxnSpPr>
          <p:spPr>
            <a:xfrm>
              <a:off x="16620565" y="4448175"/>
              <a:ext cx="1114985" cy="0"/>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E82952D8-5004-45BF-849D-C3D4FD534D04}"/>
              </a:ext>
            </a:extLst>
          </p:cNvPr>
          <p:cNvSpPr txBox="1"/>
          <p:nvPr/>
        </p:nvSpPr>
        <p:spPr>
          <a:xfrm>
            <a:off x="5775155" y="2184706"/>
            <a:ext cx="247618" cy="461665"/>
          </a:xfrm>
          <a:prstGeom prst="rect">
            <a:avLst/>
          </a:prstGeom>
          <a:noFill/>
        </p:spPr>
        <p:txBody>
          <a:bodyPr wrap="square" rtlCol="0" anchor="ctr">
            <a:spAutoFit/>
          </a:bodyPr>
          <a:lstStyle/>
          <a:p>
            <a:pPr algn="ctr" defTabSz="228554"/>
            <a:r>
              <a:rPr lang="en-US" sz="1200" b="1" dirty="0">
                <a:solidFill>
                  <a:srgbClr val="FFFFFF"/>
                </a:solidFill>
                <a:latin typeface="Calibri"/>
              </a:rPr>
              <a:t>01</a:t>
            </a:r>
          </a:p>
        </p:txBody>
      </p:sp>
      <p:sp>
        <p:nvSpPr>
          <p:cNvPr id="30" name="TextBox 29">
            <a:extLst>
              <a:ext uri="{FF2B5EF4-FFF2-40B4-BE49-F238E27FC236}">
                <a16:creationId xmlns:a16="http://schemas.microsoft.com/office/drawing/2014/main" id="{0DE5F4CB-DCE3-47D2-AF96-DFAA49F1A280}"/>
              </a:ext>
            </a:extLst>
          </p:cNvPr>
          <p:cNvSpPr txBox="1"/>
          <p:nvPr/>
        </p:nvSpPr>
        <p:spPr>
          <a:xfrm>
            <a:off x="3674063" y="2492471"/>
            <a:ext cx="2037527" cy="230832"/>
          </a:xfrm>
          <a:prstGeom prst="rect">
            <a:avLst/>
          </a:prstGeom>
          <a:noFill/>
        </p:spPr>
        <p:txBody>
          <a:bodyPr wrap="square" rtlCol="0">
            <a:spAutoFit/>
          </a:bodyPr>
          <a:lstStyle/>
          <a:p>
            <a:pPr algn="r" defTabSz="228554"/>
            <a:r>
              <a:rPr lang="vi-VN" sz="900" dirty="0">
                <a:solidFill>
                  <a:srgbClr val="FFFFFF"/>
                </a:solidFill>
                <a:latin typeface="Calibri"/>
              </a:rPr>
              <a:t>Được in 3D, chất liệu nhựa PLA</a:t>
            </a:r>
            <a:endParaRPr lang="en-US" sz="900" dirty="0">
              <a:solidFill>
                <a:srgbClr val="FFFFFF"/>
              </a:solidFill>
              <a:latin typeface="Calibri"/>
            </a:endParaRPr>
          </a:p>
        </p:txBody>
      </p:sp>
      <p:sp>
        <p:nvSpPr>
          <p:cNvPr id="31" name="TextBox 30">
            <a:extLst>
              <a:ext uri="{FF2B5EF4-FFF2-40B4-BE49-F238E27FC236}">
                <a16:creationId xmlns:a16="http://schemas.microsoft.com/office/drawing/2014/main" id="{EA37D778-9C87-4113-B37A-5049E2B0308D}"/>
              </a:ext>
            </a:extLst>
          </p:cNvPr>
          <p:cNvSpPr txBox="1"/>
          <p:nvPr/>
        </p:nvSpPr>
        <p:spPr>
          <a:xfrm>
            <a:off x="3015189" y="3046337"/>
            <a:ext cx="2696401" cy="461665"/>
          </a:xfrm>
          <a:prstGeom prst="rect">
            <a:avLst/>
          </a:prstGeom>
          <a:noFill/>
        </p:spPr>
        <p:txBody>
          <a:bodyPr wrap="square" rtlCol="0" anchor="b">
            <a:spAutoFit/>
          </a:bodyPr>
          <a:lstStyle/>
          <a:p>
            <a:pPr algn="r" defTabSz="228554"/>
            <a:r>
              <a:rPr lang="vi-VN" sz="2400" b="1" dirty="0">
                <a:solidFill>
                  <a:srgbClr val="FFFFFF"/>
                </a:solidFill>
                <a:latin typeface="Bahnschrift" panose="020B0502040204020203" pitchFamily="34" charset="0"/>
              </a:rPr>
              <a:t>Mạch điều khiển</a:t>
            </a:r>
            <a:endParaRPr lang="en-US" sz="2400" b="1" dirty="0">
              <a:solidFill>
                <a:srgbClr val="FFFFFF"/>
              </a:solidFill>
              <a:latin typeface="Bahnschrift" panose="020B0502040204020203" pitchFamily="34" charset="0"/>
            </a:endParaRPr>
          </a:p>
        </p:txBody>
      </p:sp>
      <p:cxnSp>
        <p:nvCxnSpPr>
          <p:cNvPr id="32" name="Straight Connector 31">
            <a:extLst>
              <a:ext uri="{FF2B5EF4-FFF2-40B4-BE49-F238E27FC236}">
                <a16:creationId xmlns:a16="http://schemas.microsoft.com/office/drawing/2014/main" id="{96EF31E7-0FD2-47AC-9F42-B4E330AA081E}"/>
              </a:ext>
            </a:extLst>
          </p:cNvPr>
          <p:cNvCxnSpPr>
            <a:cxnSpLocks/>
          </p:cNvCxnSpPr>
          <p:nvPr/>
        </p:nvCxnSpPr>
        <p:spPr>
          <a:xfrm>
            <a:off x="4035408" y="3584937"/>
            <a:ext cx="1676182" cy="0"/>
          </a:xfrm>
          <a:prstGeom prst="line">
            <a:avLst/>
          </a:prstGeom>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F70CD09-5568-4672-84D5-FFAB09658DFB}"/>
              </a:ext>
            </a:extLst>
          </p:cNvPr>
          <p:cNvSpPr txBox="1"/>
          <p:nvPr/>
        </p:nvSpPr>
        <p:spPr>
          <a:xfrm>
            <a:off x="5775155" y="3354106"/>
            <a:ext cx="247618" cy="461665"/>
          </a:xfrm>
          <a:prstGeom prst="rect">
            <a:avLst/>
          </a:prstGeom>
          <a:noFill/>
        </p:spPr>
        <p:txBody>
          <a:bodyPr wrap="square" rtlCol="0" anchor="ctr">
            <a:spAutoFit/>
          </a:bodyPr>
          <a:lstStyle/>
          <a:p>
            <a:pPr algn="ctr" defTabSz="228554"/>
            <a:r>
              <a:rPr lang="en-US" sz="1200" b="1" dirty="0">
                <a:solidFill>
                  <a:srgbClr val="FFFFFF"/>
                </a:solidFill>
                <a:latin typeface="Calibri"/>
              </a:rPr>
              <a:t>02</a:t>
            </a:r>
          </a:p>
        </p:txBody>
      </p:sp>
      <p:sp>
        <p:nvSpPr>
          <p:cNvPr id="34" name="TextBox 33">
            <a:extLst>
              <a:ext uri="{FF2B5EF4-FFF2-40B4-BE49-F238E27FC236}">
                <a16:creationId xmlns:a16="http://schemas.microsoft.com/office/drawing/2014/main" id="{EEE53770-EC48-4E73-88BD-6B16B76624B7}"/>
              </a:ext>
            </a:extLst>
          </p:cNvPr>
          <p:cNvSpPr txBox="1"/>
          <p:nvPr/>
        </p:nvSpPr>
        <p:spPr>
          <a:xfrm>
            <a:off x="3674063" y="3661871"/>
            <a:ext cx="2037527" cy="230832"/>
          </a:xfrm>
          <a:prstGeom prst="rect">
            <a:avLst/>
          </a:prstGeom>
          <a:noFill/>
        </p:spPr>
        <p:txBody>
          <a:bodyPr wrap="square" rtlCol="0">
            <a:spAutoFit/>
          </a:bodyPr>
          <a:lstStyle/>
          <a:p>
            <a:pPr algn="r" defTabSz="228554"/>
            <a:r>
              <a:rPr lang="vi-VN" sz="900" dirty="0">
                <a:solidFill>
                  <a:srgbClr val="FFFFFF"/>
                </a:solidFill>
                <a:latin typeface="Calibri"/>
              </a:rPr>
              <a:t>Sử dụng bộ điều khiển ESP32</a:t>
            </a:r>
            <a:endParaRPr lang="en-US" sz="900" dirty="0">
              <a:solidFill>
                <a:srgbClr val="FFFFFF"/>
              </a:solidFill>
              <a:latin typeface="Calibri"/>
            </a:endParaRPr>
          </a:p>
        </p:txBody>
      </p:sp>
      <p:sp>
        <p:nvSpPr>
          <p:cNvPr id="35" name="TextBox 34">
            <a:extLst>
              <a:ext uri="{FF2B5EF4-FFF2-40B4-BE49-F238E27FC236}">
                <a16:creationId xmlns:a16="http://schemas.microsoft.com/office/drawing/2014/main" id="{779CFAD5-B9C9-4BB5-B9E9-DCA5A319FCC1}"/>
              </a:ext>
            </a:extLst>
          </p:cNvPr>
          <p:cNvSpPr txBox="1"/>
          <p:nvPr/>
        </p:nvSpPr>
        <p:spPr>
          <a:xfrm>
            <a:off x="2365829" y="4210471"/>
            <a:ext cx="3345761" cy="461665"/>
          </a:xfrm>
          <a:prstGeom prst="rect">
            <a:avLst/>
          </a:prstGeom>
          <a:noFill/>
        </p:spPr>
        <p:txBody>
          <a:bodyPr wrap="square" rtlCol="0" anchor="b">
            <a:spAutoFit/>
          </a:bodyPr>
          <a:lstStyle/>
          <a:p>
            <a:pPr algn="r" defTabSz="228554"/>
            <a:r>
              <a:rPr lang="vi-VN" sz="2400" b="1" dirty="0">
                <a:solidFill>
                  <a:srgbClr val="FFFFFF"/>
                </a:solidFill>
                <a:latin typeface="Bahnschrift" panose="020B0502040204020203" pitchFamily="34" charset="0"/>
              </a:rPr>
              <a:t>Cơ cấu chấp hành</a:t>
            </a:r>
            <a:endParaRPr lang="en-US" sz="2400" b="1" dirty="0">
              <a:solidFill>
                <a:srgbClr val="FFFFFF"/>
              </a:solidFill>
              <a:latin typeface="Bahnschrift" panose="020B0502040204020203" pitchFamily="34" charset="0"/>
            </a:endParaRPr>
          </a:p>
        </p:txBody>
      </p:sp>
      <p:cxnSp>
        <p:nvCxnSpPr>
          <p:cNvPr id="36" name="Straight Connector 35">
            <a:extLst>
              <a:ext uri="{FF2B5EF4-FFF2-40B4-BE49-F238E27FC236}">
                <a16:creationId xmlns:a16="http://schemas.microsoft.com/office/drawing/2014/main" id="{6C396D05-CA79-4E18-B6A7-50F87CA7A27E}"/>
              </a:ext>
            </a:extLst>
          </p:cNvPr>
          <p:cNvCxnSpPr>
            <a:cxnSpLocks/>
          </p:cNvCxnSpPr>
          <p:nvPr/>
        </p:nvCxnSpPr>
        <p:spPr>
          <a:xfrm>
            <a:off x="3605494" y="4749071"/>
            <a:ext cx="2106096"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EB561107-71CA-4FD2-8300-02C83C776A2A}"/>
              </a:ext>
            </a:extLst>
          </p:cNvPr>
          <p:cNvSpPr txBox="1"/>
          <p:nvPr/>
        </p:nvSpPr>
        <p:spPr>
          <a:xfrm>
            <a:off x="5775155" y="4518240"/>
            <a:ext cx="247618" cy="461665"/>
          </a:xfrm>
          <a:prstGeom prst="rect">
            <a:avLst/>
          </a:prstGeom>
          <a:noFill/>
        </p:spPr>
        <p:txBody>
          <a:bodyPr wrap="square" rtlCol="0" anchor="ctr">
            <a:spAutoFit/>
          </a:bodyPr>
          <a:lstStyle/>
          <a:p>
            <a:pPr algn="ctr" defTabSz="228554"/>
            <a:r>
              <a:rPr lang="en-US" sz="1200" b="1" dirty="0">
                <a:solidFill>
                  <a:srgbClr val="FFFFFF"/>
                </a:solidFill>
                <a:latin typeface="Calibri"/>
              </a:rPr>
              <a:t>03</a:t>
            </a:r>
          </a:p>
        </p:txBody>
      </p:sp>
      <p:sp>
        <p:nvSpPr>
          <p:cNvPr id="38" name="TextBox 37">
            <a:extLst>
              <a:ext uri="{FF2B5EF4-FFF2-40B4-BE49-F238E27FC236}">
                <a16:creationId xmlns:a16="http://schemas.microsoft.com/office/drawing/2014/main" id="{8824EB13-AEF2-4F9C-85B9-791C50F4ACAE}"/>
              </a:ext>
            </a:extLst>
          </p:cNvPr>
          <p:cNvSpPr txBox="1"/>
          <p:nvPr/>
        </p:nvSpPr>
        <p:spPr>
          <a:xfrm>
            <a:off x="3674063" y="4826005"/>
            <a:ext cx="2037527" cy="369332"/>
          </a:xfrm>
          <a:prstGeom prst="rect">
            <a:avLst/>
          </a:prstGeom>
          <a:noFill/>
        </p:spPr>
        <p:txBody>
          <a:bodyPr wrap="square" rtlCol="0">
            <a:spAutoFit/>
          </a:bodyPr>
          <a:lstStyle/>
          <a:p>
            <a:pPr algn="r" defTabSz="228554"/>
            <a:r>
              <a:rPr lang="vi-VN" sz="900" dirty="0">
                <a:solidFill>
                  <a:srgbClr val="FFFFFF"/>
                </a:solidFill>
                <a:latin typeface="Calibri"/>
              </a:rPr>
              <a:t>Gồm Cảm biển gia tốc MPU6050 và dộng cơ BLDC Nidec</a:t>
            </a:r>
            <a:endParaRPr lang="en-US" sz="900" dirty="0">
              <a:solidFill>
                <a:srgbClr val="FFFFFF"/>
              </a:solidFill>
              <a:latin typeface="Calibri"/>
            </a:endParaRPr>
          </a:p>
        </p:txBody>
      </p:sp>
      <p:sp>
        <p:nvSpPr>
          <p:cNvPr id="39" name="TextBox 38">
            <a:extLst>
              <a:ext uri="{FF2B5EF4-FFF2-40B4-BE49-F238E27FC236}">
                <a16:creationId xmlns:a16="http://schemas.microsoft.com/office/drawing/2014/main" id="{7DFFC315-2C5F-428A-86AD-0079186A9FA0}"/>
              </a:ext>
            </a:extLst>
          </p:cNvPr>
          <p:cNvSpPr txBox="1"/>
          <p:nvPr/>
        </p:nvSpPr>
        <p:spPr>
          <a:xfrm>
            <a:off x="987251" y="625164"/>
            <a:ext cx="2233602" cy="1446550"/>
          </a:xfrm>
          <a:prstGeom prst="rect">
            <a:avLst/>
          </a:prstGeom>
          <a:noFill/>
        </p:spPr>
        <p:txBody>
          <a:bodyPr wrap="square" rtlCol="0">
            <a:spAutoFit/>
          </a:bodyPr>
          <a:lstStyle/>
          <a:p>
            <a:pPr defTabSz="228554"/>
            <a:r>
              <a:rPr lang="vi-VN" sz="4400" b="1" dirty="0">
                <a:solidFill>
                  <a:srgbClr val="FFFFFF"/>
                </a:solidFill>
                <a:latin typeface="Bahnschrift" panose="020B0502040204020203" pitchFamily="34" charset="0"/>
              </a:rPr>
              <a:t>Cấu tạo robot</a:t>
            </a:r>
            <a:endParaRPr lang="en-US" sz="4400" b="1" dirty="0">
              <a:solidFill>
                <a:srgbClr val="FFFFFF"/>
              </a:solidFill>
              <a:latin typeface="Bahnschrift" panose="020B0502040204020203" pitchFamily="34" charset="0"/>
            </a:endParaRPr>
          </a:p>
        </p:txBody>
      </p:sp>
      <p:sp>
        <p:nvSpPr>
          <p:cNvPr id="40" name="TextBox 39">
            <a:extLst>
              <a:ext uri="{FF2B5EF4-FFF2-40B4-BE49-F238E27FC236}">
                <a16:creationId xmlns:a16="http://schemas.microsoft.com/office/drawing/2014/main" id="{FC984386-A270-4BE5-9842-98244524879E}"/>
              </a:ext>
            </a:extLst>
          </p:cNvPr>
          <p:cNvSpPr txBox="1"/>
          <p:nvPr/>
        </p:nvSpPr>
        <p:spPr>
          <a:xfrm>
            <a:off x="1021764" y="3157995"/>
            <a:ext cx="1929860" cy="1615827"/>
          </a:xfrm>
          <a:prstGeom prst="rect">
            <a:avLst/>
          </a:prstGeom>
          <a:noFill/>
        </p:spPr>
        <p:txBody>
          <a:bodyPr wrap="square" rtlCol="0">
            <a:spAutoFit/>
          </a:bodyPr>
          <a:lstStyle/>
          <a:p>
            <a:pPr defTabSz="228554"/>
            <a:r>
              <a:rPr lang="en-US" sz="900" dirty="0">
                <a:solidFill>
                  <a:srgbClr val="FFFFFF"/>
                </a:solidFill>
                <a:latin typeface="Calibri"/>
              </a:rPr>
              <a:t>Donec </a:t>
            </a:r>
            <a:r>
              <a:rPr lang="en-US" sz="900" dirty="0" err="1">
                <a:solidFill>
                  <a:srgbClr val="FFFFFF"/>
                </a:solidFill>
                <a:latin typeface="Calibri"/>
              </a:rPr>
              <a:t>eget</a:t>
            </a:r>
            <a:r>
              <a:rPr lang="en-US" sz="900" dirty="0">
                <a:solidFill>
                  <a:srgbClr val="FFFFFF"/>
                </a:solidFill>
                <a:latin typeface="Calibri"/>
              </a:rPr>
              <a:t> </a:t>
            </a:r>
            <a:r>
              <a:rPr lang="en-US" sz="900" dirty="0" err="1">
                <a:solidFill>
                  <a:srgbClr val="FFFFFF"/>
                </a:solidFill>
                <a:latin typeface="Calibri"/>
              </a:rPr>
              <a:t>viverra</a:t>
            </a:r>
            <a:r>
              <a:rPr lang="en-US" sz="900" dirty="0">
                <a:solidFill>
                  <a:srgbClr val="FFFFFF"/>
                </a:solidFill>
                <a:latin typeface="Calibri"/>
              </a:rPr>
              <a:t> nisi, non </a:t>
            </a:r>
            <a:r>
              <a:rPr lang="en-US" sz="900" dirty="0" err="1">
                <a:solidFill>
                  <a:srgbClr val="FFFFFF"/>
                </a:solidFill>
                <a:latin typeface="Calibri"/>
              </a:rPr>
              <a:t>luctus</a:t>
            </a:r>
            <a:r>
              <a:rPr lang="en-US" sz="900" dirty="0">
                <a:solidFill>
                  <a:srgbClr val="FFFFFF"/>
                </a:solidFill>
                <a:latin typeface="Calibri"/>
              </a:rPr>
              <a:t> </a:t>
            </a:r>
            <a:r>
              <a:rPr lang="en-US" sz="900" dirty="0" err="1">
                <a:solidFill>
                  <a:srgbClr val="FFFFFF"/>
                </a:solidFill>
                <a:latin typeface="Calibri"/>
              </a:rPr>
              <a:t>arcu</a:t>
            </a:r>
            <a:r>
              <a:rPr lang="en-US" sz="900" dirty="0">
                <a:solidFill>
                  <a:srgbClr val="FFFFFF"/>
                </a:solidFill>
                <a:latin typeface="Calibri"/>
              </a:rPr>
              <a:t>. Sed ipsum </a:t>
            </a:r>
            <a:r>
              <a:rPr lang="en-US" sz="900" dirty="0" err="1">
                <a:solidFill>
                  <a:srgbClr val="FFFFFF"/>
                </a:solidFill>
                <a:latin typeface="Calibri"/>
              </a:rPr>
              <a:t>leo</a:t>
            </a:r>
            <a:r>
              <a:rPr lang="en-US" sz="900" dirty="0">
                <a:solidFill>
                  <a:srgbClr val="FFFFFF"/>
                </a:solidFill>
                <a:latin typeface="Calibri"/>
              </a:rPr>
              <a:t>, </a:t>
            </a:r>
            <a:r>
              <a:rPr lang="en-US" sz="900" dirty="0" err="1">
                <a:solidFill>
                  <a:srgbClr val="FFFFFF"/>
                </a:solidFill>
                <a:latin typeface="Calibri"/>
              </a:rPr>
              <a:t>volutpat</a:t>
            </a:r>
            <a:r>
              <a:rPr lang="en-US" sz="900" dirty="0">
                <a:solidFill>
                  <a:srgbClr val="FFFFFF"/>
                </a:solidFill>
                <a:latin typeface="Calibri"/>
              </a:rPr>
              <a:t> id convallis vitae, </a:t>
            </a:r>
            <a:r>
              <a:rPr lang="en-US" sz="900" dirty="0" err="1">
                <a:solidFill>
                  <a:srgbClr val="FFFFFF"/>
                </a:solidFill>
                <a:latin typeface="Calibri"/>
              </a:rPr>
              <a:t>mollis</a:t>
            </a:r>
            <a:r>
              <a:rPr lang="en-US" sz="900" dirty="0">
                <a:solidFill>
                  <a:srgbClr val="FFFFFF"/>
                </a:solidFill>
                <a:latin typeface="Calibri"/>
              </a:rPr>
              <a:t> ac dui. Cum sociis </a:t>
            </a:r>
            <a:r>
              <a:rPr lang="en-US" sz="900" dirty="0" err="1">
                <a:solidFill>
                  <a:srgbClr val="FFFFFF"/>
                </a:solidFill>
                <a:latin typeface="Calibri"/>
              </a:rPr>
              <a:t>natoque</a:t>
            </a:r>
            <a:r>
              <a:rPr lang="en-US" sz="900" dirty="0">
                <a:solidFill>
                  <a:srgbClr val="FFFFFF"/>
                </a:solidFill>
                <a:latin typeface="Calibri"/>
              </a:rPr>
              <a:t> </a:t>
            </a:r>
            <a:r>
              <a:rPr lang="en-US" sz="900" dirty="0" err="1">
                <a:solidFill>
                  <a:srgbClr val="FFFFFF"/>
                </a:solidFill>
                <a:latin typeface="Calibri"/>
              </a:rPr>
              <a:t>penatibus</a:t>
            </a:r>
            <a:r>
              <a:rPr lang="en-US" sz="900" dirty="0">
                <a:solidFill>
                  <a:srgbClr val="FFFFFF"/>
                </a:solidFill>
                <a:latin typeface="Calibri"/>
              </a:rPr>
              <a:t> et </a:t>
            </a:r>
            <a:r>
              <a:rPr lang="en-US" sz="900" dirty="0" err="1">
                <a:solidFill>
                  <a:srgbClr val="FFFFFF"/>
                </a:solidFill>
                <a:latin typeface="Calibri"/>
              </a:rPr>
              <a:t>magnis</a:t>
            </a:r>
            <a:r>
              <a:rPr lang="en-US" sz="900" dirty="0">
                <a:solidFill>
                  <a:srgbClr val="FFFFFF"/>
                </a:solidFill>
                <a:latin typeface="Calibri"/>
              </a:rPr>
              <a:t> dis parturient </a:t>
            </a:r>
            <a:r>
              <a:rPr lang="en-US" sz="900" dirty="0" err="1">
                <a:solidFill>
                  <a:srgbClr val="FFFFFF"/>
                </a:solidFill>
                <a:latin typeface="Calibri"/>
              </a:rPr>
              <a:t>montes</a:t>
            </a:r>
            <a:r>
              <a:rPr lang="en-US" sz="900" dirty="0">
                <a:solidFill>
                  <a:srgbClr val="FFFFFF"/>
                </a:solidFill>
                <a:latin typeface="Calibri"/>
              </a:rPr>
              <a:t>, </a:t>
            </a:r>
            <a:r>
              <a:rPr lang="en-US" sz="900" dirty="0" err="1">
                <a:solidFill>
                  <a:srgbClr val="FFFFFF"/>
                </a:solidFill>
                <a:latin typeface="Calibri"/>
              </a:rPr>
              <a:t>nascetur</a:t>
            </a:r>
            <a:r>
              <a:rPr lang="en-US" sz="900" dirty="0">
                <a:solidFill>
                  <a:srgbClr val="FFFFFF"/>
                </a:solidFill>
                <a:latin typeface="Calibri"/>
              </a:rPr>
              <a:t> </a:t>
            </a:r>
            <a:r>
              <a:rPr lang="en-US" sz="900" dirty="0" err="1">
                <a:solidFill>
                  <a:srgbClr val="FFFFFF"/>
                </a:solidFill>
                <a:latin typeface="Calibri"/>
              </a:rPr>
              <a:t>ridiculus</a:t>
            </a:r>
            <a:r>
              <a:rPr lang="en-US" sz="900" dirty="0">
                <a:solidFill>
                  <a:srgbClr val="FFFFFF"/>
                </a:solidFill>
                <a:latin typeface="Calibri"/>
              </a:rPr>
              <a:t> mus. </a:t>
            </a:r>
            <a:r>
              <a:rPr lang="en-US" sz="900" dirty="0" err="1">
                <a:solidFill>
                  <a:srgbClr val="FFFFFF"/>
                </a:solidFill>
                <a:latin typeface="Calibri"/>
              </a:rPr>
              <a:t>Nulla</a:t>
            </a:r>
            <a:r>
              <a:rPr lang="en-US" sz="900" dirty="0">
                <a:solidFill>
                  <a:srgbClr val="FFFFFF"/>
                </a:solidFill>
                <a:latin typeface="Calibri"/>
              </a:rPr>
              <a:t> </a:t>
            </a:r>
            <a:r>
              <a:rPr lang="en-US" sz="900" dirty="0" err="1">
                <a:solidFill>
                  <a:srgbClr val="FFFFFF"/>
                </a:solidFill>
                <a:latin typeface="Calibri"/>
              </a:rPr>
              <a:t>luctus</a:t>
            </a:r>
            <a:r>
              <a:rPr lang="en-US" sz="900" dirty="0">
                <a:solidFill>
                  <a:srgbClr val="FFFFFF"/>
                </a:solidFill>
                <a:latin typeface="Calibri"/>
              </a:rPr>
              <a:t> </a:t>
            </a:r>
            <a:r>
              <a:rPr lang="en-US" sz="900" dirty="0" err="1">
                <a:solidFill>
                  <a:srgbClr val="FFFFFF"/>
                </a:solidFill>
                <a:latin typeface="Calibri"/>
              </a:rPr>
              <a:t>dapibus</a:t>
            </a:r>
            <a:r>
              <a:rPr lang="en-US" sz="900" dirty="0">
                <a:solidFill>
                  <a:srgbClr val="FFFFFF"/>
                </a:solidFill>
                <a:latin typeface="Calibri"/>
              </a:rPr>
              <a:t> </a:t>
            </a:r>
            <a:r>
              <a:rPr lang="en-US" sz="900" dirty="0" err="1">
                <a:solidFill>
                  <a:srgbClr val="FFFFFF"/>
                </a:solidFill>
                <a:latin typeface="Calibri"/>
              </a:rPr>
              <a:t>metus</a:t>
            </a:r>
            <a:r>
              <a:rPr lang="en-US" sz="900" dirty="0">
                <a:solidFill>
                  <a:srgbClr val="FFFFFF"/>
                </a:solidFill>
                <a:latin typeface="Calibri"/>
              </a:rPr>
              <a:t> </a:t>
            </a:r>
            <a:r>
              <a:rPr lang="en-US" sz="900" dirty="0" err="1">
                <a:solidFill>
                  <a:srgbClr val="FFFFFF"/>
                </a:solidFill>
                <a:latin typeface="Calibri"/>
              </a:rPr>
              <a:t>nec</a:t>
            </a:r>
            <a:r>
              <a:rPr lang="en-US" sz="900" dirty="0">
                <a:solidFill>
                  <a:srgbClr val="FFFFFF"/>
                </a:solidFill>
                <a:latin typeface="Calibri"/>
              </a:rPr>
              <a:t> </a:t>
            </a:r>
            <a:r>
              <a:rPr lang="en-US" sz="900" dirty="0" err="1">
                <a:solidFill>
                  <a:srgbClr val="FFFFFF"/>
                </a:solidFill>
                <a:latin typeface="Calibri"/>
              </a:rPr>
              <a:t>mollis</a:t>
            </a:r>
            <a:r>
              <a:rPr lang="en-US" sz="900" dirty="0">
                <a:solidFill>
                  <a:srgbClr val="FFFFFF"/>
                </a:solidFill>
                <a:latin typeface="Calibri"/>
              </a:rPr>
              <a:t>. </a:t>
            </a:r>
            <a:r>
              <a:rPr lang="en-US" sz="900" dirty="0" err="1">
                <a:solidFill>
                  <a:srgbClr val="FFFFFF"/>
                </a:solidFill>
                <a:latin typeface="Calibri"/>
              </a:rPr>
              <a:t>Etiam</a:t>
            </a:r>
            <a:r>
              <a:rPr lang="en-US" sz="900" dirty="0">
                <a:solidFill>
                  <a:srgbClr val="FFFFFF"/>
                </a:solidFill>
                <a:latin typeface="Calibri"/>
              </a:rPr>
              <a:t> </a:t>
            </a:r>
            <a:r>
              <a:rPr lang="en-US" sz="900" dirty="0" err="1">
                <a:solidFill>
                  <a:srgbClr val="FFFFFF"/>
                </a:solidFill>
                <a:latin typeface="Calibri"/>
              </a:rPr>
              <a:t>lacus</a:t>
            </a:r>
            <a:r>
              <a:rPr lang="en-US" sz="900" dirty="0">
                <a:solidFill>
                  <a:srgbClr val="FFFFFF"/>
                </a:solidFill>
                <a:latin typeface="Calibri"/>
              </a:rPr>
              <a:t> </a:t>
            </a:r>
            <a:r>
              <a:rPr lang="en-US" sz="900" dirty="0" err="1">
                <a:solidFill>
                  <a:srgbClr val="FFFFFF"/>
                </a:solidFill>
                <a:latin typeface="Calibri"/>
              </a:rPr>
              <a:t>nulla</a:t>
            </a:r>
            <a:r>
              <a:rPr lang="en-US" sz="900" dirty="0">
                <a:solidFill>
                  <a:srgbClr val="FFFFFF"/>
                </a:solidFill>
                <a:latin typeface="Calibri"/>
              </a:rPr>
              <a:t>, </a:t>
            </a:r>
            <a:r>
              <a:rPr lang="en-US" sz="900" dirty="0" err="1">
                <a:solidFill>
                  <a:srgbClr val="FFFFFF"/>
                </a:solidFill>
                <a:latin typeface="Calibri"/>
              </a:rPr>
              <a:t>bibendum</a:t>
            </a:r>
            <a:r>
              <a:rPr lang="en-US" sz="900" dirty="0">
                <a:solidFill>
                  <a:srgbClr val="FFFFFF"/>
                </a:solidFill>
                <a:latin typeface="Calibri"/>
              </a:rPr>
              <a:t> </a:t>
            </a:r>
            <a:r>
              <a:rPr lang="en-US" sz="900" dirty="0" err="1">
                <a:solidFill>
                  <a:srgbClr val="FFFFFF"/>
                </a:solidFill>
                <a:latin typeface="Calibri"/>
              </a:rPr>
              <a:t>egestas</a:t>
            </a:r>
            <a:r>
              <a:rPr lang="en-US" sz="900" dirty="0">
                <a:solidFill>
                  <a:srgbClr val="FFFFFF"/>
                </a:solidFill>
                <a:latin typeface="Calibri"/>
              </a:rPr>
              <a:t> </a:t>
            </a:r>
            <a:r>
              <a:rPr lang="en-US" sz="900" dirty="0" err="1">
                <a:solidFill>
                  <a:srgbClr val="FFFFFF"/>
                </a:solidFill>
                <a:latin typeface="Calibri"/>
              </a:rPr>
              <a:t>suscipit</a:t>
            </a:r>
            <a:r>
              <a:rPr lang="en-US" sz="900" dirty="0">
                <a:solidFill>
                  <a:srgbClr val="FFFFFF"/>
                </a:solidFill>
                <a:latin typeface="Calibri"/>
              </a:rPr>
              <a:t> </a:t>
            </a:r>
            <a:r>
              <a:rPr lang="en-US" sz="900" dirty="0" err="1">
                <a:solidFill>
                  <a:srgbClr val="FFFFFF"/>
                </a:solidFill>
                <a:latin typeface="Calibri"/>
              </a:rPr>
              <a:t>ut</a:t>
            </a:r>
            <a:r>
              <a:rPr lang="en-US" sz="900" dirty="0">
                <a:solidFill>
                  <a:srgbClr val="FFFFFF"/>
                </a:solidFill>
                <a:latin typeface="Calibri"/>
              </a:rPr>
              <a:t>, </a:t>
            </a:r>
            <a:r>
              <a:rPr lang="en-US" sz="900" dirty="0" err="1">
                <a:solidFill>
                  <a:srgbClr val="FFFFFF"/>
                </a:solidFill>
                <a:latin typeface="Calibri"/>
              </a:rPr>
              <a:t>sollicitudin</a:t>
            </a:r>
            <a:r>
              <a:rPr lang="en-US" sz="900" dirty="0">
                <a:solidFill>
                  <a:srgbClr val="FFFFFF"/>
                </a:solidFill>
                <a:latin typeface="Calibri"/>
              </a:rPr>
              <a:t> </a:t>
            </a:r>
            <a:r>
              <a:rPr lang="en-US" sz="900" dirty="0" err="1">
                <a:solidFill>
                  <a:srgbClr val="FFFFFF"/>
                </a:solidFill>
                <a:latin typeface="Calibri"/>
              </a:rPr>
              <a:t>eu</a:t>
            </a:r>
            <a:r>
              <a:rPr lang="en-US" sz="900" dirty="0">
                <a:solidFill>
                  <a:srgbClr val="FFFFFF"/>
                </a:solidFill>
                <a:latin typeface="Calibri"/>
              </a:rPr>
              <a:t> </a:t>
            </a:r>
            <a:r>
              <a:rPr lang="en-US" sz="900" dirty="0" err="1">
                <a:solidFill>
                  <a:srgbClr val="FFFFFF"/>
                </a:solidFill>
                <a:latin typeface="Calibri"/>
              </a:rPr>
              <a:t>massa</a:t>
            </a:r>
            <a:r>
              <a:rPr lang="en-US" sz="900" dirty="0">
                <a:solidFill>
                  <a:srgbClr val="FFFFFF"/>
                </a:solidFill>
                <a:latin typeface="Calibri"/>
              </a:rPr>
              <a:t>. </a:t>
            </a:r>
            <a:r>
              <a:rPr lang="en-US" sz="900" dirty="0" err="1">
                <a:solidFill>
                  <a:srgbClr val="FFFFFF"/>
                </a:solidFill>
                <a:latin typeface="Calibri"/>
              </a:rPr>
              <a:t>Phasellus</a:t>
            </a:r>
            <a:r>
              <a:rPr lang="en-US" sz="900" dirty="0">
                <a:solidFill>
                  <a:srgbClr val="FFFFFF"/>
                </a:solidFill>
                <a:latin typeface="Calibri"/>
              </a:rPr>
              <a:t> semper </a:t>
            </a:r>
            <a:r>
              <a:rPr lang="en-US" sz="900" dirty="0" err="1">
                <a:solidFill>
                  <a:srgbClr val="FFFFFF"/>
                </a:solidFill>
                <a:latin typeface="Calibri"/>
              </a:rPr>
              <a:t>quam</a:t>
            </a:r>
            <a:r>
              <a:rPr lang="en-US" sz="900" dirty="0">
                <a:solidFill>
                  <a:srgbClr val="FFFFFF"/>
                </a:solidFill>
                <a:latin typeface="Calibri"/>
              </a:rPr>
              <a:t> </a:t>
            </a:r>
            <a:r>
              <a:rPr lang="en-US" sz="900" dirty="0" err="1">
                <a:solidFill>
                  <a:srgbClr val="FFFFFF"/>
                </a:solidFill>
                <a:latin typeface="Calibri"/>
              </a:rPr>
              <a:t>justo</a:t>
            </a:r>
            <a:r>
              <a:rPr lang="en-US" sz="900" dirty="0">
                <a:solidFill>
                  <a:srgbClr val="FFFFFF"/>
                </a:solidFill>
                <a:latin typeface="Calibri"/>
              </a:rPr>
              <a:t>, vel </a:t>
            </a:r>
            <a:r>
              <a:rPr lang="en-US" sz="900" dirty="0" err="1">
                <a:solidFill>
                  <a:srgbClr val="FFFFFF"/>
                </a:solidFill>
                <a:latin typeface="Calibri"/>
              </a:rPr>
              <a:t>aliquam</a:t>
            </a:r>
            <a:r>
              <a:rPr lang="en-US" sz="900" dirty="0">
                <a:solidFill>
                  <a:srgbClr val="FFFFFF"/>
                </a:solidFill>
                <a:latin typeface="Calibri"/>
              </a:rPr>
              <a:t> magna </a:t>
            </a:r>
            <a:r>
              <a:rPr lang="en-US" sz="900" dirty="0" err="1">
                <a:solidFill>
                  <a:srgbClr val="FFFFFF"/>
                </a:solidFill>
                <a:latin typeface="Calibri"/>
              </a:rPr>
              <a:t>lobortis</a:t>
            </a:r>
            <a:r>
              <a:rPr lang="en-US" sz="900" dirty="0">
                <a:solidFill>
                  <a:srgbClr val="FFFFFF"/>
                </a:solidFill>
                <a:latin typeface="Calibri"/>
              </a:rPr>
              <a:t> at. </a:t>
            </a:r>
          </a:p>
        </p:txBody>
      </p:sp>
      <p:sp>
        <p:nvSpPr>
          <p:cNvPr id="7" name="Rectangle 6">
            <a:extLst>
              <a:ext uri="{FF2B5EF4-FFF2-40B4-BE49-F238E27FC236}">
                <a16:creationId xmlns:a16="http://schemas.microsoft.com/office/drawing/2014/main" id="{FFCEAE87-B2E9-4719-80F6-DB373DD8251B}"/>
              </a:ext>
            </a:extLst>
          </p:cNvPr>
          <p:cNvSpPr/>
          <p:nvPr/>
        </p:nvSpPr>
        <p:spPr>
          <a:xfrm>
            <a:off x="4459900" y="7239001"/>
            <a:ext cx="3387466" cy="230832"/>
          </a:xfrm>
          <a:prstGeom prst="rect">
            <a:avLst/>
          </a:prstGeom>
        </p:spPr>
        <p:txBody>
          <a:bodyPr wrap="none">
            <a:spAutoFit/>
          </a:bodyPr>
          <a:lstStyle/>
          <a:p>
            <a:pPr defTabSz="228554"/>
            <a:r>
              <a:rPr lang="en-US" sz="900">
                <a:solidFill>
                  <a:srgbClr val="FFFFFF"/>
                </a:solidFill>
                <a:latin typeface="Calibri"/>
              </a:rPr>
              <a:t>https://pixabay.com/en/metro-st-petersburg-tube-tunnel-3714290/</a:t>
            </a:r>
          </a:p>
        </p:txBody>
      </p:sp>
    </p:spTree>
    <p:extLst>
      <p:ext uri="{BB962C8B-B14F-4D97-AF65-F5344CB8AC3E}">
        <p14:creationId xmlns:p14="http://schemas.microsoft.com/office/powerpoint/2010/main" val="3390933226"/>
      </p:ext>
    </p:extLst>
  </p:cSld>
  <p:clrMapOvr>
    <a:overrideClrMapping bg1="dk1" tx1="lt1" bg2="dk2" tx2="lt2" accent1="accent1" accent2="accent2" accent3="accent3" accent4="accent4" accent5="accent5" accent6="accent6" hlink="hlink" folHlink="folHlink"/>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300"/>
                                        <p:tgtEl>
                                          <p:spTgt spid="25"/>
                                        </p:tgtEl>
                                      </p:cBhvr>
                                    </p:animEffect>
                                  </p:childTnLst>
                                </p:cTn>
                              </p:par>
                              <p:par>
                                <p:cTn id="8" presetID="22" presetClass="entr" presetSubtype="8" fill="hold" nodeType="withEffect">
                                  <p:stCondLst>
                                    <p:cond delay="100"/>
                                  </p:stCondLst>
                                  <p:childTnLst>
                                    <p:set>
                                      <p:cBhvr>
                                        <p:cTn id="9" dur="1" fill="hold">
                                          <p:stCondLst>
                                            <p:cond delay="0"/>
                                          </p:stCondLst>
                                        </p:cTn>
                                        <p:tgtEl>
                                          <p:spTgt spid="26"/>
                                        </p:tgtEl>
                                        <p:attrNameLst>
                                          <p:attrName>style.visibility</p:attrName>
                                        </p:attrNameLst>
                                      </p:cBhvr>
                                      <p:to>
                                        <p:strVal val="visible"/>
                                      </p:to>
                                    </p:set>
                                    <p:animEffect transition="in" filter="wipe(left)">
                                      <p:cBhvr>
                                        <p:cTn id="10" dur="500"/>
                                        <p:tgtEl>
                                          <p:spTgt spid="26"/>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300"/>
                                        <p:tgtEl>
                                          <p:spTgt spid="29"/>
                                        </p:tgtEl>
                                      </p:cBhvr>
                                    </p:animEffect>
                                  </p:childTnLst>
                                </p:cTn>
                              </p:par>
                              <p:par>
                                <p:cTn id="14" presetID="10" presetClass="entr" presetSubtype="0" fill="hold" grpId="0" nodeType="withEffect">
                                  <p:stCondLst>
                                    <p:cond delay="40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300"/>
                                        <p:tgtEl>
                                          <p:spTgt spid="30"/>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300"/>
                                        <p:tgtEl>
                                          <p:spTgt spid="31"/>
                                        </p:tgtEl>
                                      </p:cBhvr>
                                    </p:animEffect>
                                  </p:childTnLst>
                                </p:cTn>
                              </p:par>
                              <p:par>
                                <p:cTn id="20" presetID="22" presetClass="entr" presetSubtype="8" fill="hold" nodeType="withEffect">
                                  <p:stCondLst>
                                    <p:cond delay="20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500"/>
                                        <p:tgtEl>
                                          <p:spTgt spid="32"/>
                                        </p:tgtEl>
                                      </p:cBhvr>
                                    </p:animEffect>
                                  </p:childTnLst>
                                </p:cTn>
                              </p:par>
                              <p:par>
                                <p:cTn id="23" presetID="10" presetClass="entr" presetSubtype="0" fill="hold" grpId="0" nodeType="withEffect">
                                  <p:stCondLst>
                                    <p:cond delay="30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300"/>
                                        <p:tgtEl>
                                          <p:spTgt spid="33"/>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300"/>
                                        <p:tgtEl>
                                          <p:spTgt spid="34"/>
                                        </p:tgtEl>
                                      </p:cBhvr>
                                    </p:animEffect>
                                  </p:childTnLst>
                                </p:cTn>
                              </p:par>
                              <p:par>
                                <p:cTn id="29" presetID="10" presetClass="entr" presetSubtype="0" fill="hold" grpId="0" nodeType="withEffect">
                                  <p:stCondLst>
                                    <p:cond delay="20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300"/>
                                        <p:tgtEl>
                                          <p:spTgt spid="35"/>
                                        </p:tgtEl>
                                      </p:cBhvr>
                                    </p:animEffect>
                                  </p:childTnLst>
                                </p:cTn>
                              </p:par>
                              <p:par>
                                <p:cTn id="32" presetID="22" presetClass="entr" presetSubtype="8" fill="hold" nodeType="withEffect">
                                  <p:stCondLst>
                                    <p:cond delay="300"/>
                                  </p:stCondLst>
                                  <p:childTnLst>
                                    <p:set>
                                      <p:cBhvr>
                                        <p:cTn id="33" dur="1" fill="hold">
                                          <p:stCondLst>
                                            <p:cond delay="0"/>
                                          </p:stCondLst>
                                        </p:cTn>
                                        <p:tgtEl>
                                          <p:spTgt spid="36"/>
                                        </p:tgtEl>
                                        <p:attrNameLst>
                                          <p:attrName>style.visibility</p:attrName>
                                        </p:attrNameLst>
                                      </p:cBhvr>
                                      <p:to>
                                        <p:strVal val="visible"/>
                                      </p:to>
                                    </p:set>
                                    <p:animEffect transition="in" filter="wipe(left)">
                                      <p:cBhvr>
                                        <p:cTn id="34" dur="500"/>
                                        <p:tgtEl>
                                          <p:spTgt spid="36"/>
                                        </p:tgtEl>
                                      </p:cBhvr>
                                    </p:animEffect>
                                  </p:childTnLst>
                                </p:cTn>
                              </p:par>
                              <p:par>
                                <p:cTn id="35" presetID="10" presetClass="entr" presetSubtype="0" fill="hold" grpId="0" nodeType="withEffect">
                                  <p:stCondLst>
                                    <p:cond delay="40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300"/>
                                        <p:tgtEl>
                                          <p:spTgt spid="37"/>
                                        </p:tgtEl>
                                      </p:cBhvr>
                                    </p:animEffect>
                                  </p:childTnLst>
                                </p:cTn>
                              </p:par>
                              <p:par>
                                <p:cTn id="38" presetID="10" presetClass="entr" presetSubtype="0" fill="hold" grpId="0" nodeType="withEffect">
                                  <p:stCondLst>
                                    <p:cond delay="60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3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9" grpId="0"/>
      <p:bldP spid="30" grpId="0"/>
      <p:bldP spid="31" grpId="0"/>
      <p:bldP spid="33" grpId="0"/>
      <p:bldP spid="34" grpId="0"/>
      <p:bldP spid="35" grpId="0"/>
      <p:bldP spid="37" grpId="0"/>
      <p:bldP spid="3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A picture containing electronics, circuit&#10;&#10;Description automatically generated">
            <a:extLst>
              <a:ext uri="{FF2B5EF4-FFF2-40B4-BE49-F238E27FC236}">
                <a16:creationId xmlns:a16="http://schemas.microsoft.com/office/drawing/2014/main" id="{0C44AF98-A2D5-B611-9A9E-A24177AD8818}"/>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6687" r="16687"/>
          <a:stretch>
            <a:fillRect/>
          </a:stretch>
        </p:blipFill>
        <p:spPr/>
      </p:pic>
      <p:pic>
        <p:nvPicPr>
          <p:cNvPr id="11" name="Picture Placeholder 10" descr="A picture containing gear&#10;&#10;Description automatically generated">
            <a:extLst>
              <a:ext uri="{FF2B5EF4-FFF2-40B4-BE49-F238E27FC236}">
                <a16:creationId xmlns:a16="http://schemas.microsoft.com/office/drawing/2014/main" id="{971E050A-76A8-B66A-6034-95C15C0B9033}"/>
              </a:ext>
            </a:extLst>
          </p:cNvPr>
          <p:cNvPicPr>
            <a:picLocks noGrp="1" noChangeAspect="1"/>
          </p:cNvPicPr>
          <p:nvPr>
            <p:ph type="pic" sz="quarter" idx="13"/>
          </p:nvPr>
        </p:nvPicPr>
        <p:blipFill>
          <a:blip r:embed="rId4">
            <a:extLst>
              <a:ext uri="{28A0092B-C50C-407E-A947-70E740481C1C}">
                <a14:useLocalDpi xmlns:a14="http://schemas.microsoft.com/office/drawing/2010/main" val="0"/>
              </a:ext>
            </a:extLst>
          </a:blip>
          <a:srcRect l="31" r="31"/>
          <a:stretch>
            <a:fillRect/>
          </a:stretch>
        </p:blipFill>
        <p:spPr/>
      </p:pic>
      <p:pic>
        <p:nvPicPr>
          <p:cNvPr id="4" name="Picture Placeholder 3" descr="Diagram, schematic&#10;&#10;Description automatically generated">
            <a:extLst>
              <a:ext uri="{FF2B5EF4-FFF2-40B4-BE49-F238E27FC236}">
                <a16:creationId xmlns:a16="http://schemas.microsoft.com/office/drawing/2014/main" id="{471E035D-1A69-AF83-2600-46A086399960}"/>
              </a:ext>
            </a:extLst>
          </p:cNvPr>
          <p:cNvPicPr>
            <a:picLocks noGrp="1" noChangeAspect="1"/>
          </p:cNvPicPr>
          <p:nvPr>
            <p:ph type="pic" sz="quarter" idx="15"/>
          </p:nvPr>
        </p:nvPicPr>
        <p:blipFill rotWithShape="1">
          <a:blip r:embed="rId5">
            <a:extLst>
              <a:ext uri="{28A0092B-C50C-407E-A947-70E740481C1C}">
                <a14:useLocalDpi xmlns:a14="http://schemas.microsoft.com/office/drawing/2010/main" val="0"/>
              </a:ext>
            </a:extLst>
          </a:blip>
          <a:srcRect l="25692" t="19018" r="29809" b="2250"/>
          <a:stretch/>
        </p:blipFill>
        <p:spPr>
          <a:xfrm>
            <a:off x="6215552" y="776289"/>
            <a:ext cx="5343744" cy="5315980"/>
          </a:xfrm>
        </p:spPr>
      </p:pic>
      <p:sp>
        <p:nvSpPr>
          <p:cNvPr id="8" name="Rectangle 7">
            <a:extLst>
              <a:ext uri="{FF2B5EF4-FFF2-40B4-BE49-F238E27FC236}">
                <a16:creationId xmlns:a16="http://schemas.microsoft.com/office/drawing/2014/main" id="{58AC099C-E41C-4134-86EF-F579AC9A0162}"/>
              </a:ext>
            </a:extLst>
          </p:cNvPr>
          <p:cNvSpPr/>
          <p:nvPr/>
        </p:nvSpPr>
        <p:spPr>
          <a:xfrm>
            <a:off x="3553493" y="776633"/>
            <a:ext cx="2594922" cy="531425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26" name="Rectangle 25">
            <a:extLst>
              <a:ext uri="{FF2B5EF4-FFF2-40B4-BE49-F238E27FC236}">
                <a16:creationId xmlns:a16="http://schemas.microsoft.com/office/drawing/2014/main" id="{95BC87B5-CBAE-443C-8493-7E7E4F7F407D}"/>
              </a:ext>
            </a:extLst>
          </p:cNvPr>
          <p:cNvSpPr/>
          <p:nvPr/>
        </p:nvSpPr>
        <p:spPr>
          <a:xfrm>
            <a:off x="781742" y="-5739206"/>
            <a:ext cx="2612912" cy="63914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27" name="Rectangle 26">
            <a:extLst>
              <a:ext uri="{FF2B5EF4-FFF2-40B4-BE49-F238E27FC236}">
                <a16:creationId xmlns:a16="http://schemas.microsoft.com/office/drawing/2014/main" id="{BE8E3431-8BA5-4EA8-B572-4166B8A0EBD5}"/>
              </a:ext>
            </a:extLst>
          </p:cNvPr>
          <p:cNvSpPr/>
          <p:nvPr/>
        </p:nvSpPr>
        <p:spPr>
          <a:xfrm>
            <a:off x="6220413" y="-5739206"/>
            <a:ext cx="5171855" cy="63872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28" name="Rectangle 27">
            <a:extLst>
              <a:ext uri="{FF2B5EF4-FFF2-40B4-BE49-F238E27FC236}">
                <a16:creationId xmlns:a16="http://schemas.microsoft.com/office/drawing/2014/main" id="{140E2ACF-47FD-4E05-9000-03AB0BC9F0C0}"/>
              </a:ext>
            </a:extLst>
          </p:cNvPr>
          <p:cNvSpPr/>
          <p:nvPr/>
        </p:nvSpPr>
        <p:spPr>
          <a:xfrm>
            <a:off x="781742" y="6090890"/>
            <a:ext cx="10628516" cy="7666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29" name="Rectangle 28">
            <a:extLst>
              <a:ext uri="{FF2B5EF4-FFF2-40B4-BE49-F238E27FC236}">
                <a16:creationId xmlns:a16="http://schemas.microsoft.com/office/drawing/2014/main" id="{5F93C6FB-ABDD-44BC-9337-FA74AA642131}"/>
              </a:ext>
            </a:extLst>
          </p:cNvPr>
          <p:cNvSpPr/>
          <p:nvPr/>
        </p:nvSpPr>
        <p:spPr>
          <a:xfrm>
            <a:off x="4768069" y="7207732"/>
            <a:ext cx="2760692" cy="230832"/>
          </a:xfrm>
          <a:prstGeom prst="rect">
            <a:avLst/>
          </a:prstGeom>
        </p:spPr>
        <p:txBody>
          <a:bodyPr wrap="none">
            <a:spAutoFit/>
          </a:bodyPr>
          <a:lstStyle/>
          <a:p>
            <a:pPr defTabSz="228554">
              <a:defRPr/>
            </a:pPr>
            <a:r>
              <a:rPr lang="en-US" sz="900">
                <a:solidFill>
                  <a:srgbClr val="172144"/>
                </a:solidFill>
                <a:latin typeface="Calibri"/>
              </a:rPr>
              <a:t>https://www.behance.net/gallery/70404455/Wave-On</a:t>
            </a:r>
          </a:p>
        </p:txBody>
      </p:sp>
      <p:sp>
        <p:nvSpPr>
          <p:cNvPr id="22" name="TextBox 21">
            <a:extLst>
              <a:ext uri="{FF2B5EF4-FFF2-40B4-BE49-F238E27FC236}">
                <a16:creationId xmlns:a16="http://schemas.microsoft.com/office/drawing/2014/main" id="{D21E6A83-1CDF-4C72-B5B8-C0B31EFAAA20}"/>
              </a:ext>
            </a:extLst>
          </p:cNvPr>
          <p:cNvSpPr txBox="1"/>
          <p:nvPr/>
        </p:nvSpPr>
        <p:spPr>
          <a:xfrm>
            <a:off x="3790340" y="2086082"/>
            <a:ext cx="2059030" cy="3539430"/>
          </a:xfrm>
          <a:prstGeom prst="rect">
            <a:avLst/>
          </a:prstGeom>
          <a:noFill/>
        </p:spPr>
        <p:txBody>
          <a:bodyPr wrap="square" rtlCol="0">
            <a:spAutoFit/>
          </a:bodyPr>
          <a:lstStyle/>
          <a:p>
            <a:pPr defTabSz="228554">
              <a:defRPr/>
            </a:pPr>
            <a:r>
              <a:rPr lang="vi-VN" sz="1600" dirty="0">
                <a:solidFill>
                  <a:srgbClr val="172144"/>
                </a:solidFill>
                <a:latin typeface="Bahnschrift" panose="020B0502040204020203" pitchFamily="34" charset="0"/>
              </a:rPr>
              <a:t>Gồm:</a:t>
            </a:r>
          </a:p>
          <a:p>
            <a:pPr marL="285750" indent="-285750" algn="just" defTabSz="228554">
              <a:lnSpc>
                <a:spcPct val="150000"/>
              </a:lnSpc>
              <a:buFont typeface="Arial" panose="020B0604020202020204" pitchFamily="34" charset="0"/>
              <a:buChar char="•"/>
              <a:defRPr/>
            </a:pPr>
            <a:r>
              <a:rPr lang="vi-VN" sz="1600" dirty="0">
                <a:solidFill>
                  <a:srgbClr val="172144"/>
                </a:solidFill>
                <a:latin typeface="Bahnschrift" panose="020B0502040204020203" pitchFamily="34" charset="0"/>
              </a:rPr>
              <a:t>Cơ cấu chấp hành: 3 BLDC và 1 MPU6050</a:t>
            </a:r>
          </a:p>
          <a:p>
            <a:pPr marL="285750" indent="-285750" algn="just" defTabSz="228554">
              <a:lnSpc>
                <a:spcPct val="150000"/>
              </a:lnSpc>
              <a:buFont typeface="Arial" panose="020B0604020202020204" pitchFamily="34" charset="0"/>
              <a:buChar char="•"/>
              <a:defRPr/>
            </a:pPr>
            <a:r>
              <a:rPr lang="vi-VN" sz="1600" dirty="0">
                <a:solidFill>
                  <a:srgbClr val="172144"/>
                </a:solidFill>
                <a:latin typeface="Bahnschrift" panose="020B0502040204020203" pitchFamily="34" charset="0"/>
              </a:rPr>
              <a:t>Khung ngoài</a:t>
            </a:r>
          </a:p>
          <a:p>
            <a:pPr marL="285750" indent="-285750" algn="just" defTabSz="228554">
              <a:lnSpc>
                <a:spcPct val="150000"/>
              </a:lnSpc>
              <a:buFont typeface="Arial" panose="020B0604020202020204" pitchFamily="34" charset="0"/>
              <a:buChar char="•"/>
              <a:defRPr/>
            </a:pPr>
            <a:r>
              <a:rPr lang="vi-VN" sz="1600" dirty="0">
                <a:solidFill>
                  <a:srgbClr val="172144"/>
                </a:solidFill>
                <a:latin typeface="Bahnschrift" panose="020B0502040204020203" pitchFamily="34" charset="0"/>
              </a:rPr>
              <a:t>3 bánh quán tính</a:t>
            </a:r>
          </a:p>
          <a:p>
            <a:pPr marL="285750" indent="-285750" algn="just" defTabSz="228554">
              <a:lnSpc>
                <a:spcPct val="150000"/>
              </a:lnSpc>
              <a:buFont typeface="Arial" panose="020B0604020202020204" pitchFamily="34" charset="0"/>
              <a:buChar char="•"/>
              <a:defRPr/>
            </a:pPr>
            <a:r>
              <a:rPr lang="vi-VN" sz="1600" dirty="0">
                <a:solidFill>
                  <a:srgbClr val="172144"/>
                </a:solidFill>
                <a:latin typeface="Bahnschrift" panose="020B0502040204020203" pitchFamily="34" charset="0"/>
              </a:rPr>
              <a:t>Mạch điều khiển</a:t>
            </a:r>
          </a:p>
          <a:p>
            <a:pPr marL="285750" indent="-285750" algn="just" defTabSz="228554">
              <a:lnSpc>
                <a:spcPct val="150000"/>
              </a:lnSpc>
              <a:buFont typeface="Arial" panose="020B0604020202020204" pitchFamily="34" charset="0"/>
              <a:buChar char="•"/>
              <a:defRPr/>
            </a:pPr>
            <a:r>
              <a:rPr lang="vi-VN" sz="1600" dirty="0">
                <a:solidFill>
                  <a:srgbClr val="172144"/>
                </a:solidFill>
                <a:latin typeface="Bahnschrift" panose="020B0502040204020203" pitchFamily="34" charset="0"/>
              </a:rPr>
              <a:t>Nguồn cấp 12V bằng pin LiPo 3S</a:t>
            </a:r>
          </a:p>
          <a:p>
            <a:pPr defTabSz="228554">
              <a:defRPr/>
            </a:pPr>
            <a:r>
              <a:rPr lang="vi-VN" sz="1600" dirty="0">
                <a:solidFill>
                  <a:srgbClr val="172144"/>
                </a:solidFill>
                <a:latin typeface="Bahnschrift" panose="020B0502040204020203" pitchFamily="34" charset="0"/>
              </a:rPr>
              <a:t>	</a:t>
            </a:r>
            <a:endParaRPr lang="en-US" sz="1600" dirty="0">
              <a:solidFill>
                <a:srgbClr val="172144"/>
              </a:solidFill>
              <a:latin typeface="Bahnschrift" panose="020B0502040204020203" pitchFamily="34" charset="0"/>
            </a:endParaRPr>
          </a:p>
        </p:txBody>
      </p:sp>
      <p:sp>
        <p:nvSpPr>
          <p:cNvPr id="24" name="Rectangle: Rounded Corners 23">
            <a:extLst>
              <a:ext uri="{FF2B5EF4-FFF2-40B4-BE49-F238E27FC236}">
                <a16:creationId xmlns:a16="http://schemas.microsoft.com/office/drawing/2014/main" id="{3761339A-602C-4D5F-A874-B405337CAF36}"/>
              </a:ext>
            </a:extLst>
          </p:cNvPr>
          <p:cNvSpPr/>
          <p:nvPr/>
        </p:nvSpPr>
        <p:spPr>
          <a:xfrm>
            <a:off x="4190263" y="5451676"/>
            <a:ext cx="1259183" cy="347672"/>
          </a:xfrm>
          <a:prstGeom prst="roundRect">
            <a:avLst>
              <a:gd name="adj" fmla="val 50000"/>
            </a:avLst>
          </a:prstGeom>
          <a:solidFill>
            <a:srgbClr val="1721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900" b="1">
                <a:solidFill>
                  <a:srgbClr val="FFFFFF"/>
                </a:solidFill>
                <a:latin typeface="Calibri"/>
              </a:rPr>
              <a:t>Discover All Features</a:t>
            </a:r>
          </a:p>
        </p:txBody>
      </p:sp>
      <p:sp>
        <p:nvSpPr>
          <p:cNvPr id="12" name="TextBox 11">
            <a:extLst>
              <a:ext uri="{FF2B5EF4-FFF2-40B4-BE49-F238E27FC236}">
                <a16:creationId xmlns:a16="http://schemas.microsoft.com/office/drawing/2014/main" id="{D9980AAE-97F4-958E-31CD-47F53B207343}"/>
              </a:ext>
            </a:extLst>
          </p:cNvPr>
          <p:cNvSpPr txBox="1"/>
          <p:nvPr/>
        </p:nvSpPr>
        <p:spPr>
          <a:xfrm>
            <a:off x="3746056" y="997737"/>
            <a:ext cx="2233602" cy="769441"/>
          </a:xfrm>
          <a:prstGeom prst="rect">
            <a:avLst/>
          </a:prstGeom>
          <a:noFill/>
        </p:spPr>
        <p:txBody>
          <a:bodyPr wrap="square" rtlCol="0">
            <a:spAutoFit/>
          </a:bodyPr>
          <a:lstStyle/>
          <a:p>
            <a:pPr defTabSz="228554"/>
            <a:r>
              <a:rPr lang="vi-VN" sz="4400" b="1" dirty="0">
                <a:solidFill>
                  <a:srgbClr val="172144"/>
                </a:solidFill>
                <a:latin typeface="Bahnschrift" panose="020B0502040204020203" pitchFamily="34" charset="0"/>
              </a:rPr>
              <a:t>Cấu tạo </a:t>
            </a:r>
            <a:endParaRPr lang="en-US" sz="4400" b="1" dirty="0">
              <a:solidFill>
                <a:srgbClr val="172144"/>
              </a:solidFill>
              <a:latin typeface="Bahnschrift" panose="020B0502040204020203" pitchFamily="34" charset="0"/>
            </a:endParaRPr>
          </a:p>
        </p:txBody>
      </p:sp>
    </p:spTree>
    <p:extLst>
      <p:ext uri="{BB962C8B-B14F-4D97-AF65-F5344CB8AC3E}">
        <p14:creationId xmlns:p14="http://schemas.microsoft.com/office/powerpoint/2010/main" val="44402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2200" fill="hold"/>
                                        <p:tgtEl>
                                          <p:spTgt spid="22"/>
                                        </p:tgtEl>
                                        <p:attrNameLst>
                                          <p:attrName>ppt_x</p:attrName>
                                        </p:attrNameLst>
                                      </p:cBhvr>
                                      <p:tavLst>
                                        <p:tav tm="0">
                                          <p:val>
                                            <p:strVal val="0-#ppt_w/2"/>
                                          </p:val>
                                        </p:tav>
                                        <p:tav tm="100000">
                                          <p:val>
                                            <p:strVal val="#ppt_x"/>
                                          </p:val>
                                        </p:tav>
                                      </p:tavLst>
                                    </p:anim>
                                    <p:anim calcmode="lin" valueType="num">
                                      <p:cBhvr additive="base">
                                        <p:cTn id="8" dur="22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1700" fill="hold"/>
                                        <p:tgtEl>
                                          <p:spTgt spid="24"/>
                                        </p:tgtEl>
                                        <p:attrNameLst>
                                          <p:attrName>ppt_x</p:attrName>
                                        </p:attrNameLst>
                                      </p:cBhvr>
                                      <p:tavLst>
                                        <p:tav tm="0">
                                          <p:val>
                                            <p:strVal val="0-#ppt_w/2"/>
                                          </p:val>
                                        </p:tav>
                                        <p:tav tm="100000">
                                          <p:val>
                                            <p:strVal val="#ppt_x"/>
                                          </p:val>
                                        </p:tav>
                                      </p:tavLst>
                                    </p:anim>
                                    <p:anim calcmode="lin" valueType="num">
                                      <p:cBhvr additive="base">
                                        <p:cTn id="12" dur="1700" fill="hold"/>
                                        <p:tgtEl>
                                          <p:spTgt spid="24"/>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2600" fill="hold"/>
                                        <p:tgtEl>
                                          <p:spTgt spid="26"/>
                                        </p:tgtEl>
                                        <p:attrNameLst>
                                          <p:attrName>ppt_x</p:attrName>
                                        </p:attrNameLst>
                                      </p:cBhvr>
                                      <p:tavLst>
                                        <p:tav tm="0">
                                          <p:val>
                                            <p:strVal val="#ppt_x"/>
                                          </p:val>
                                        </p:tav>
                                        <p:tav tm="100000">
                                          <p:val>
                                            <p:strVal val="#ppt_x"/>
                                          </p:val>
                                        </p:tav>
                                      </p:tavLst>
                                    </p:anim>
                                    <p:anim calcmode="lin" valueType="num">
                                      <p:cBhvr additive="base">
                                        <p:cTn id="16" dur="2600" fill="hold"/>
                                        <p:tgtEl>
                                          <p:spTgt spid="26"/>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10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2800" fill="hold"/>
                                        <p:tgtEl>
                                          <p:spTgt spid="27"/>
                                        </p:tgtEl>
                                        <p:attrNameLst>
                                          <p:attrName>ppt_x</p:attrName>
                                        </p:attrNameLst>
                                      </p:cBhvr>
                                      <p:tavLst>
                                        <p:tav tm="0">
                                          <p:val>
                                            <p:strVal val="#ppt_x"/>
                                          </p:val>
                                        </p:tav>
                                        <p:tav tm="100000">
                                          <p:val>
                                            <p:strVal val="#ppt_x"/>
                                          </p:val>
                                        </p:tav>
                                      </p:tavLst>
                                    </p:anim>
                                    <p:anim calcmode="lin" valueType="num">
                                      <p:cBhvr additive="base">
                                        <p:cTn id="20" dur="2800" fill="hold"/>
                                        <p:tgtEl>
                                          <p:spTgt spid="27"/>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p:stCondLst>
                                    <p:cond delay="30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2000" fill="hold"/>
                                        <p:tgtEl>
                                          <p:spTgt spid="8"/>
                                        </p:tgtEl>
                                        <p:attrNameLst>
                                          <p:attrName>ppt_x</p:attrName>
                                        </p:attrNameLst>
                                      </p:cBhvr>
                                      <p:tavLst>
                                        <p:tav tm="0">
                                          <p:val>
                                            <p:strVal val="#ppt_x"/>
                                          </p:val>
                                        </p:tav>
                                        <p:tav tm="100000">
                                          <p:val>
                                            <p:strVal val="#ppt_x"/>
                                          </p:val>
                                        </p:tav>
                                      </p:tavLst>
                                    </p:anim>
                                    <p:anim calcmode="lin" valueType="num">
                                      <p:cBhvr additive="base">
                                        <p:cTn id="24" dur="20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6" grpId="0" animBg="1"/>
      <p:bldP spid="27" grpId="0" animBg="1"/>
      <p:bldP spid="22" grpId="0"/>
      <p:bldP spid="2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8AC099C-E41C-4134-86EF-F579AC9A0162}"/>
              </a:ext>
            </a:extLst>
          </p:cNvPr>
          <p:cNvSpPr/>
          <p:nvPr/>
        </p:nvSpPr>
        <p:spPr>
          <a:xfrm>
            <a:off x="7994863" y="776288"/>
            <a:ext cx="3066713" cy="549388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dirty="0">
              <a:solidFill>
                <a:srgbClr val="FFFFFF"/>
              </a:solidFill>
              <a:latin typeface="Calibri"/>
            </a:endParaRPr>
          </a:p>
        </p:txBody>
      </p:sp>
      <p:sp>
        <p:nvSpPr>
          <p:cNvPr id="26" name="Rectangle 25">
            <a:extLst>
              <a:ext uri="{FF2B5EF4-FFF2-40B4-BE49-F238E27FC236}">
                <a16:creationId xmlns:a16="http://schemas.microsoft.com/office/drawing/2014/main" id="{95BC87B5-CBAE-443C-8493-7E7E4F7F407D}"/>
              </a:ext>
            </a:extLst>
          </p:cNvPr>
          <p:cNvSpPr/>
          <p:nvPr/>
        </p:nvSpPr>
        <p:spPr>
          <a:xfrm>
            <a:off x="781742" y="-5739206"/>
            <a:ext cx="2612912" cy="63914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dirty="0">
              <a:solidFill>
                <a:srgbClr val="FFFFFF"/>
              </a:solidFill>
              <a:latin typeface="Calibri"/>
            </a:endParaRPr>
          </a:p>
        </p:txBody>
      </p:sp>
      <p:sp>
        <p:nvSpPr>
          <p:cNvPr id="27" name="Rectangle 26">
            <a:extLst>
              <a:ext uri="{FF2B5EF4-FFF2-40B4-BE49-F238E27FC236}">
                <a16:creationId xmlns:a16="http://schemas.microsoft.com/office/drawing/2014/main" id="{BE8E3431-8BA5-4EA8-B572-4166B8A0EBD5}"/>
              </a:ext>
            </a:extLst>
          </p:cNvPr>
          <p:cNvSpPr/>
          <p:nvPr/>
        </p:nvSpPr>
        <p:spPr>
          <a:xfrm>
            <a:off x="6220413" y="-5739206"/>
            <a:ext cx="5171855" cy="63872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28" name="Rectangle 27">
            <a:extLst>
              <a:ext uri="{FF2B5EF4-FFF2-40B4-BE49-F238E27FC236}">
                <a16:creationId xmlns:a16="http://schemas.microsoft.com/office/drawing/2014/main" id="{140E2ACF-47FD-4E05-9000-03AB0BC9F0C0}"/>
              </a:ext>
            </a:extLst>
          </p:cNvPr>
          <p:cNvSpPr/>
          <p:nvPr/>
        </p:nvSpPr>
        <p:spPr>
          <a:xfrm>
            <a:off x="781742" y="6090890"/>
            <a:ext cx="10628516" cy="7666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29" name="Rectangle 28">
            <a:extLst>
              <a:ext uri="{FF2B5EF4-FFF2-40B4-BE49-F238E27FC236}">
                <a16:creationId xmlns:a16="http://schemas.microsoft.com/office/drawing/2014/main" id="{5F93C6FB-ABDD-44BC-9337-FA74AA642131}"/>
              </a:ext>
            </a:extLst>
          </p:cNvPr>
          <p:cNvSpPr/>
          <p:nvPr/>
        </p:nvSpPr>
        <p:spPr>
          <a:xfrm>
            <a:off x="4768069" y="7207732"/>
            <a:ext cx="2760692" cy="230832"/>
          </a:xfrm>
          <a:prstGeom prst="rect">
            <a:avLst/>
          </a:prstGeom>
        </p:spPr>
        <p:txBody>
          <a:bodyPr wrap="none">
            <a:spAutoFit/>
          </a:bodyPr>
          <a:lstStyle/>
          <a:p>
            <a:pPr defTabSz="228554">
              <a:defRPr/>
            </a:pPr>
            <a:r>
              <a:rPr lang="en-US" sz="900">
                <a:solidFill>
                  <a:srgbClr val="172144"/>
                </a:solidFill>
                <a:latin typeface="Calibri"/>
              </a:rPr>
              <a:t>https://www.behance.net/gallery/70404455/Wave-On</a:t>
            </a:r>
          </a:p>
        </p:txBody>
      </p:sp>
      <p:sp>
        <p:nvSpPr>
          <p:cNvPr id="24" name="Rectangle: Rounded Corners 23">
            <a:extLst>
              <a:ext uri="{FF2B5EF4-FFF2-40B4-BE49-F238E27FC236}">
                <a16:creationId xmlns:a16="http://schemas.microsoft.com/office/drawing/2014/main" id="{3761339A-602C-4D5F-A874-B405337CAF36}"/>
              </a:ext>
            </a:extLst>
          </p:cNvPr>
          <p:cNvSpPr/>
          <p:nvPr/>
        </p:nvSpPr>
        <p:spPr>
          <a:xfrm>
            <a:off x="8631634" y="5513891"/>
            <a:ext cx="1259183" cy="347672"/>
          </a:xfrm>
          <a:prstGeom prst="roundRect">
            <a:avLst>
              <a:gd name="adj" fmla="val 50000"/>
            </a:avLst>
          </a:prstGeom>
          <a:solidFill>
            <a:srgbClr val="1721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900" b="1">
                <a:solidFill>
                  <a:srgbClr val="FFFFFF"/>
                </a:solidFill>
                <a:latin typeface="Calibri"/>
              </a:rPr>
              <a:t>Discover All Features</a:t>
            </a:r>
          </a:p>
        </p:txBody>
      </p:sp>
      <p:sp>
        <p:nvSpPr>
          <p:cNvPr id="12" name="TextBox 11">
            <a:extLst>
              <a:ext uri="{FF2B5EF4-FFF2-40B4-BE49-F238E27FC236}">
                <a16:creationId xmlns:a16="http://schemas.microsoft.com/office/drawing/2014/main" id="{D9980AAE-97F4-958E-31CD-47F53B207343}"/>
              </a:ext>
            </a:extLst>
          </p:cNvPr>
          <p:cNvSpPr txBox="1"/>
          <p:nvPr/>
        </p:nvSpPr>
        <p:spPr>
          <a:xfrm>
            <a:off x="7937661" y="908690"/>
            <a:ext cx="2741830" cy="646331"/>
          </a:xfrm>
          <a:prstGeom prst="rect">
            <a:avLst/>
          </a:prstGeom>
          <a:noFill/>
        </p:spPr>
        <p:txBody>
          <a:bodyPr wrap="square" rtlCol="0">
            <a:spAutoFit/>
          </a:bodyPr>
          <a:lstStyle/>
          <a:p>
            <a:pPr defTabSz="228554"/>
            <a:r>
              <a:rPr lang="vi-VN" sz="3600" b="1">
                <a:solidFill>
                  <a:srgbClr val="172144"/>
                </a:solidFill>
                <a:latin typeface="Bahnschrift" panose="020B0502040204020203" pitchFamily="34" charset="0"/>
              </a:rPr>
              <a:t>Khung robot</a:t>
            </a:r>
            <a:endParaRPr lang="en-US" sz="3600" b="1" dirty="0">
              <a:solidFill>
                <a:srgbClr val="172144"/>
              </a:solidFill>
              <a:latin typeface="Bahnschrift" panose="020B0502040204020203" pitchFamily="34" charset="0"/>
            </a:endParaRPr>
          </a:p>
        </p:txBody>
      </p:sp>
      <p:pic>
        <p:nvPicPr>
          <p:cNvPr id="14" name="Picture Placeholder 13" descr="Diagram, engineering drawing&#10;&#10;Description automatically generated">
            <a:extLst>
              <a:ext uri="{FF2B5EF4-FFF2-40B4-BE49-F238E27FC236}">
                <a16:creationId xmlns:a16="http://schemas.microsoft.com/office/drawing/2014/main" id="{0194BCAB-09A1-744E-972A-3570833625BB}"/>
              </a:ext>
            </a:extLst>
          </p:cNvPr>
          <p:cNvPicPr>
            <a:picLocks noGrp="1" noChangeAspect="1"/>
          </p:cNvPicPr>
          <p:nvPr>
            <p:ph type="pic" sz="quarter" idx="14"/>
          </p:nvPr>
        </p:nvPicPr>
        <p:blipFill rotWithShape="1">
          <a:blip r:embed="rId3"/>
          <a:srcRect t="487" b="487"/>
          <a:stretch/>
        </p:blipFill>
        <p:spPr bwMode="auto">
          <a:xfrm>
            <a:off x="800100" y="776288"/>
            <a:ext cx="7008813" cy="2595562"/>
          </a:xfrm>
          <a:prstGeom prst="rect">
            <a:avLst/>
          </a:prstGeom>
          <a:ln>
            <a:noFill/>
          </a:ln>
          <a:extLst>
            <a:ext uri="{53640926-AAD7-44D8-BBD7-CCE9431645EC}">
              <a14:shadowObscured xmlns:a14="http://schemas.microsoft.com/office/drawing/2010/main"/>
            </a:ext>
          </a:extLst>
        </p:spPr>
      </p:pic>
      <p:pic>
        <p:nvPicPr>
          <p:cNvPr id="21" name="Picture Placeholder 20" descr="Diagram&#10;&#10;Description automatically generated with medium confidence">
            <a:extLst>
              <a:ext uri="{FF2B5EF4-FFF2-40B4-BE49-F238E27FC236}">
                <a16:creationId xmlns:a16="http://schemas.microsoft.com/office/drawing/2014/main" id="{06F0FB7C-0688-1637-B75B-53E123E47E8B}"/>
              </a:ext>
            </a:extLst>
          </p:cNvPr>
          <p:cNvPicPr>
            <a:picLocks noGrp="1" noChangeAspect="1"/>
          </p:cNvPicPr>
          <p:nvPr>
            <p:ph type="pic" sz="quarter" idx="13"/>
          </p:nvPr>
        </p:nvPicPr>
        <p:blipFill rotWithShape="1">
          <a:blip r:embed="rId4"/>
          <a:srcRect l="-20240" t="3827" r="-12058" b="6202"/>
          <a:stretch/>
        </p:blipFill>
        <p:spPr bwMode="auto">
          <a:xfrm>
            <a:off x="800100" y="3495675"/>
            <a:ext cx="7008813" cy="2595563"/>
          </a:xfrm>
          <a:prstGeom prst="rect">
            <a:avLst/>
          </a:prstGeom>
          <a:solidFill>
            <a:srgbClr val="EAECF2"/>
          </a:solidFill>
          <a:ln>
            <a:noFill/>
          </a:ln>
          <a:extLst>
            <a:ext uri="{53640926-AAD7-44D8-BBD7-CCE9431645EC}">
              <a14:shadowObscured xmlns:a14="http://schemas.microsoft.com/office/drawing/2010/main"/>
            </a:ext>
          </a:extLst>
        </p:spPr>
      </p:pic>
      <p:sp>
        <p:nvSpPr>
          <p:cNvPr id="23" name="TextBox 22">
            <a:extLst>
              <a:ext uri="{FF2B5EF4-FFF2-40B4-BE49-F238E27FC236}">
                <a16:creationId xmlns:a16="http://schemas.microsoft.com/office/drawing/2014/main" id="{66CDBDF4-1FC6-09B7-36A9-96FF8AE036FB}"/>
              </a:ext>
            </a:extLst>
          </p:cNvPr>
          <p:cNvSpPr txBox="1"/>
          <p:nvPr/>
        </p:nvSpPr>
        <p:spPr>
          <a:xfrm>
            <a:off x="8182701" y="1555021"/>
            <a:ext cx="3416231" cy="2135136"/>
          </a:xfrm>
          <a:prstGeom prst="rect">
            <a:avLst/>
          </a:prstGeom>
          <a:noFill/>
        </p:spPr>
        <p:txBody>
          <a:bodyPr wrap="square" rtlCol="0">
            <a:spAutoFit/>
          </a:bodyPr>
          <a:lstStyle/>
          <a:p>
            <a:pPr defTabSz="228554">
              <a:defRPr/>
            </a:pPr>
            <a:r>
              <a:rPr lang="vi-VN" sz="1600" dirty="0">
                <a:solidFill>
                  <a:srgbClr val="172144"/>
                </a:solidFill>
                <a:latin typeface="Bahnschrift" panose="020B0502040204020203" pitchFamily="34" charset="0"/>
              </a:rPr>
              <a:t>Gồm:</a:t>
            </a:r>
          </a:p>
          <a:p>
            <a:pPr marL="285750" indent="-285750" algn="just" defTabSz="228554">
              <a:lnSpc>
                <a:spcPct val="150000"/>
              </a:lnSpc>
              <a:buFont typeface="Arial" panose="020B0604020202020204" pitchFamily="34" charset="0"/>
              <a:buChar char="•"/>
              <a:defRPr/>
            </a:pPr>
            <a:r>
              <a:rPr lang="vi-VN" sz="1600" dirty="0">
                <a:solidFill>
                  <a:srgbClr val="172144"/>
                </a:solidFill>
                <a:latin typeface="Bahnschrift" panose="020B0502040204020203" pitchFamily="34" charset="0"/>
              </a:rPr>
              <a:t>6 mặt khung ngoài</a:t>
            </a:r>
          </a:p>
          <a:p>
            <a:pPr marL="285750" indent="-285750" algn="just" defTabSz="228554">
              <a:lnSpc>
                <a:spcPct val="150000"/>
              </a:lnSpc>
              <a:buFont typeface="Arial" panose="020B0604020202020204" pitchFamily="34" charset="0"/>
              <a:buChar char="•"/>
              <a:defRPr/>
            </a:pPr>
            <a:r>
              <a:rPr lang="vi-VN" sz="1600" dirty="0">
                <a:solidFill>
                  <a:srgbClr val="172144"/>
                </a:solidFill>
                <a:latin typeface="Bahnschrift" panose="020B0502040204020203" pitchFamily="34" charset="0"/>
              </a:rPr>
              <a:t>3 giá cố định động cơ</a:t>
            </a:r>
          </a:p>
          <a:p>
            <a:pPr marL="285750" indent="-285750" defTabSz="228554">
              <a:lnSpc>
                <a:spcPct val="150000"/>
              </a:lnSpc>
              <a:buFont typeface="Arial" panose="020B0604020202020204" pitchFamily="34" charset="0"/>
              <a:buChar char="•"/>
              <a:defRPr/>
            </a:pPr>
            <a:r>
              <a:rPr lang="vi-VN" sz="1600" dirty="0">
                <a:solidFill>
                  <a:srgbClr val="172144"/>
                </a:solidFill>
                <a:latin typeface="Bahnschrift" panose="020B0502040204020203" pitchFamily="34" charset="0"/>
              </a:rPr>
              <a:t>3 bánh quán tính</a:t>
            </a:r>
          </a:p>
          <a:p>
            <a:pPr marL="285750" indent="-285750" defTabSz="228554">
              <a:lnSpc>
                <a:spcPct val="150000"/>
              </a:lnSpc>
              <a:buFont typeface="Arial" panose="020B0604020202020204" pitchFamily="34" charset="0"/>
              <a:buChar char="•"/>
              <a:defRPr/>
            </a:pPr>
            <a:r>
              <a:rPr lang="vi-VN" sz="1600" dirty="0">
                <a:solidFill>
                  <a:srgbClr val="172144"/>
                </a:solidFill>
                <a:latin typeface="Bahnschrift" panose="020B0502040204020203" pitchFamily="34" charset="0"/>
              </a:rPr>
              <a:t>1 giá cố định mạch</a:t>
            </a:r>
          </a:p>
          <a:p>
            <a:pPr marL="285750" indent="-285750" defTabSz="228554">
              <a:lnSpc>
                <a:spcPct val="150000"/>
              </a:lnSpc>
              <a:buFont typeface="Arial" panose="020B0604020202020204" pitchFamily="34" charset="0"/>
              <a:buChar char="•"/>
              <a:defRPr/>
            </a:pPr>
            <a:r>
              <a:rPr lang="vi-VN" sz="1600" dirty="0">
                <a:solidFill>
                  <a:srgbClr val="172144"/>
                </a:solidFill>
                <a:latin typeface="Bahnschrift" panose="020B0502040204020203" pitchFamily="34" charset="0"/>
              </a:rPr>
              <a:t>1 số chi tiết khớp nối nhỏ	</a:t>
            </a:r>
            <a:endParaRPr lang="en-US" sz="1600" dirty="0">
              <a:solidFill>
                <a:srgbClr val="172144"/>
              </a:solidFill>
              <a:latin typeface="Bahnschrift" panose="020B0502040204020203" pitchFamily="34" charset="0"/>
            </a:endParaRPr>
          </a:p>
        </p:txBody>
      </p:sp>
    </p:spTree>
    <p:extLst>
      <p:ext uri="{BB962C8B-B14F-4D97-AF65-F5344CB8AC3E}">
        <p14:creationId xmlns:p14="http://schemas.microsoft.com/office/powerpoint/2010/main" val="3216549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1700" fill="hold"/>
                                        <p:tgtEl>
                                          <p:spTgt spid="24"/>
                                        </p:tgtEl>
                                        <p:attrNameLst>
                                          <p:attrName>ppt_x</p:attrName>
                                        </p:attrNameLst>
                                      </p:cBhvr>
                                      <p:tavLst>
                                        <p:tav tm="0">
                                          <p:val>
                                            <p:strVal val="0-#ppt_w/2"/>
                                          </p:val>
                                        </p:tav>
                                        <p:tav tm="100000">
                                          <p:val>
                                            <p:strVal val="#ppt_x"/>
                                          </p:val>
                                        </p:tav>
                                      </p:tavLst>
                                    </p:anim>
                                    <p:anim calcmode="lin" valueType="num">
                                      <p:cBhvr additive="base">
                                        <p:cTn id="8" dur="1700" fill="hold"/>
                                        <p:tgtEl>
                                          <p:spTgt spid="24"/>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2600" fill="hold"/>
                                        <p:tgtEl>
                                          <p:spTgt spid="26"/>
                                        </p:tgtEl>
                                        <p:attrNameLst>
                                          <p:attrName>ppt_x</p:attrName>
                                        </p:attrNameLst>
                                      </p:cBhvr>
                                      <p:tavLst>
                                        <p:tav tm="0">
                                          <p:val>
                                            <p:strVal val="#ppt_x"/>
                                          </p:val>
                                        </p:tav>
                                        <p:tav tm="100000">
                                          <p:val>
                                            <p:strVal val="#ppt_x"/>
                                          </p:val>
                                        </p:tav>
                                      </p:tavLst>
                                    </p:anim>
                                    <p:anim calcmode="lin" valueType="num">
                                      <p:cBhvr additive="base">
                                        <p:cTn id="12" dur="2600" fill="hold"/>
                                        <p:tgtEl>
                                          <p:spTgt spid="26"/>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100"/>
                                  </p:stCondLst>
                                  <p:childTnLst>
                                    <p:set>
                                      <p:cBhvr>
                                        <p:cTn id="14" dur="1" fill="hold">
                                          <p:stCondLst>
                                            <p:cond delay="0"/>
                                          </p:stCondLst>
                                        </p:cTn>
                                        <p:tgtEl>
                                          <p:spTgt spid="27"/>
                                        </p:tgtEl>
                                        <p:attrNameLst>
                                          <p:attrName>style.visibility</p:attrName>
                                        </p:attrNameLst>
                                      </p:cBhvr>
                                      <p:to>
                                        <p:strVal val="visible"/>
                                      </p:to>
                                    </p:set>
                                    <p:anim calcmode="lin" valueType="num">
                                      <p:cBhvr additive="base">
                                        <p:cTn id="15" dur="2800" fill="hold"/>
                                        <p:tgtEl>
                                          <p:spTgt spid="27"/>
                                        </p:tgtEl>
                                        <p:attrNameLst>
                                          <p:attrName>ppt_x</p:attrName>
                                        </p:attrNameLst>
                                      </p:cBhvr>
                                      <p:tavLst>
                                        <p:tav tm="0">
                                          <p:val>
                                            <p:strVal val="#ppt_x"/>
                                          </p:val>
                                        </p:tav>
                                        <p:tav tm="100000">
                                          <p:val>
                                            <p:strVal val="#ppt_x"/>
                                          </p:val>
                                        </p:tav>
                                      </p:tavLst>
                                    </p:anim>
                                    <p:anim calcmode="lin" valueType="num">
                                      <p:cBhvr additive="base">
                                        <p:cTn id="16" dur="2800" fill="hold"/>
                                        <p:tgtEl>
                                          <p:spTgt spid="27"/>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30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2000" fill="hold"/>
                                        <p:tgtEl>
                                          <p:spTgt spid="8"/>
                                        </p:tgtEl>
                                        <p:attrNameLst>
                                          <p:attrName>ppt_x</p:attrName>
                                        </p:attrNameLst>
                                      </p:cBhvr>
                                      <p:tavLst>
                                        <p:tav tm="0">
                                          <p:val>
                                            <p:strVal val="#ppt_x"/>
                                          </p:val>
                                        </p:tav>
                                        <p:tav tm="100000">
                                          <p:val>
                                            <p:strVal val="#ppt_x"/>
                                          </p:val>
                                        </p:tav>
                                      </p:tavLst>
                                    </p:anim>
                                    <p:anim calcmode="lin" valueType="num">
                                      <p:cBhvr additive="base">
                                        <p:cTn id="20" dur="20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8" decel="10000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2200" fill="hold"/>
                                        <p:tgtEl>
                                          <p:spTgt spid="23"/>
                                        </p:tgtEl>
                                        <p:attrNameLst>
                                          <p:attrName>ppt_x</p:attrName>
                                        </p:attrNameLst>
                                      </p:cBhvr>
                                      <p:tavLst>
                                        <p:tav tm="0">
                                          <p:val>
                                            <p:strVal val="0-#ppt_w/2"/>
                                          </p:val>
                                        </p:tav>
                                        <p:tav tm="100000">
                                          <p:val>
                                            <p:strVal val="#ppt_x"/>
                                          </p:val>
                                        </p:tav>
                                      </p:tavLst>
                                    </p:anim>
                                    <p:anim calcmode="lin" valueType="num">
                                      <p:cBhvr additive="base">
                                        <p:cTn id="24" dur="22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6" grpId="0" animBg="1"/>
      <p:bldP spid="27" grpId="0" animBg="1"/>
      <p:bldP spid="24" grpId="0" animBg="1"/>
      <p:bldP spid="2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8AC099C-E41C-4134-86EF-F579AC9A0162}"/>
              </a:ext>
            </a:extLst>
          </p:cNvPr>
          <p:cNvSpPr/>
          <p:nvPr/>
        </p:nvSpPr>
        <p:spPr>
          <a:xfrm>
            <a:off x="6295385" y="776288"/>
            <a:ext cx="5171855" cy="549388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dirty="0">
              <a:solidFill>
                <a:srgbClr val="FFFFFF"/>
              </a:solidFill>
              <a:latin typeface="Calibri"/>
            </a:endParaRPr>
          </a:p>
        </p:txBody>
      </p:sp>
      <p:sp>
        <p:nvSpPr>
          <p:cNvPr id="26" name="Rectangle 25">
            <a:extLst>
              <a:ext uri="{FF2B5EF4-FFF2-40B4-BE49-F238E27FC236}">
                <a16:creationId xmlns:a16="http://schemas.microsoft.com/office/drawing/2014/main" id="{95BC87B5-CBAE-443C-8493-7E7E4F7F407D}"/>
              </a:ext>
            </a:extLst>
          </p:cNvPr>
          <p:cNvSpPr/>
          <p:nvPr/>
        </p:nvSpPr>
        <p:spPr>
          <a:xfrm>
            <a:off x="781742" y="-5739206"/>
            <a:ext cx="2612912" cy="63914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dirty="0">
              <a:solidFill>
                <a:srgbClr val="FFFFFF"/>
              </a:solidFill>
              <a:latin typeface="Calibri"/>
            </a:endParaRPr>
          </a:p>
        </p:txBody>
      </p:sp>
      <p:sp>
        <p:nvSpPr>
          <p:cNvPr id="27" name="Rectangle 26">
            <a:extLst>
              <a:ext uri="{FF2B5EF4-FFF2-40B4-BE49-F238E27FC236}">
                <a16:creationId xmlns:a16="http://schemas.microsoft.com/office/drawing/2014/main" id="{BE8E3431-8BA5-4EA8-B572-4166B8A0EBD5}"/>
              </a:ext>
            </a:extLst>
          </p:cNvPr>
          <p:cNvSpPr/>
          <p:nvPr/>
        </p:nvSpPr>
        <p:spPr>
          <a:xfrm>
            <a:off x="6220413" y="-5739206"/>
            <a:ext cx="5171855" cy="63872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28" name="Rectangle 27">
            <a:extLst>
              <a:ext uri="{FF2B5EF4-FFF2-40B4-BE49-F238E27FC236}">
                <a16:creationId xmlns:a16="http://schemas.microsoft.com/office/drawing/2014/main" id="{140E2ACF-47FD-4E05-9000-03AB0BC9F0C0}"/>
              </a:ext>
            </a:extLst>
          </p:cNvPr>
          <p:cNvSpPr/>
          <p:nvPr/>
        </p:nvSpPr>
        <p:spPr>
          <a:xfrm>
            <a:off x="781742" y="6090890"/>
            <a:ext cx="10628516" cy="7666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29" name="Rectangle 28">
            <a:extLst>
              <a:ext uri="{FF2B5EF4-FFF2-40B4-BE49-F238E27FC236}">
                <a16:creationId xmlns:a16="http://schemas.microsoft.com/office/drawing/2014/main" id="{5F93C6FB-ABDD-44BC-9337-FA74AA642131}"/>
              </a:ext>
            </a:extLst>
          </p:cNvPr>
          <p:cNvSpPr/>
          <p:nvPr/>
        </p:nvSpPr>
        <p:spPr>
          <a:xfrm>
            <a:off x="4768069" y="7207732"/>
            <a:ext cx="2760692" cy="230832"/>
          </a:xfrm>
          <a:prstGeom prst="rect">
            <a:avLst/>
          </a:prstGeom>
        </p:spPr>
        <p:txBody>
          <a:bodyPr wrap="none">
            <a:spAutoFit/>
          </a:bodyPr>
          <a:lstStyle/>
          <a:p>
            <a:pPr defTabSz="228554">
              <a:defRPr/>
            </a:pPr>
            <a:r>
              <a:rPr lang="en-US" sz="900">
                <a:solidFill>
                  <a:srgbClr val="172144"/>
                </a:solidFill>
                <a:latin typeface="Calibri"/>
              </a:rPr>
              <a:t>https://www.behance.net/gallery/70404455/Wave-On</a:t>
            </a:r>
          </a:p>
        </p:txBody>
      </p:sp>
      <p:sp>
        <p:nvSpPr>
          <p:cNvPr id="22" name="TextBox 21">
            <a:extLst>
              <a:ext uri="{FF2B5EF4-FFF2-40B4-BE49-F238E27FC236}">
                <a16:creationId xmlns:a16="http://schemas.microsoft.com/office/drawing/2014/main" id="{D21E6A83-1CDF-4C72-B5B8-C0B31EFAAA20}"/>
              </a:ext>
            </a:extLst>
          </p:cNvPr>
          <p:cNvSpPr txBox="1"/>
          <p:nvPr/>
        </p:nvSpPr>
        <p:spPr>
          <a:xfrm>
            <a:off x="6483223" y="1612668"/>
            <a:ext cx="3416231" cy="2135136"/>
          </a:xfrm>
          <a:prstGeom prst="rect">
            <a:avLst/>
          </a:prstGeom>
          <a:noFill/>
        </p:spPr>
        <p:txBody>
          <a:bodyPr wrap="square" rtlCol="0">
            <a:spAutoFit/>
          </a:bodyPr>
          <a:lstStyle/>
          <a:p>
            <a:pPr defTabSz="228554">
              <a:defRPr/>
            </a:pPr>
            <a:r>
              <a:rPr lang="vi-VN" sz="1600" dirty="0">
                <a:solidFill>
                  <a:srgbClr val="172144"/>
                </a:solidFill>
                <a:latin typeface="Bahnschrift" panose="020B0502040204020203" pitchFamily="34" charset="0"/>
              </a:rPr>
              <a:t>Gồm:</a:t>
            </a:r>
          </a:p>
          <a:p>
            <a:pPr marL="285750" indent="-285750" algn="just" defTabSz="228554">
              <a:lnSpc>
                <a:spcPct val="150000"/>
              </a:lnSpc>
              <a:buFont typeface="Arial" panose="020B0604020202020204" pitchFamily="34" charset="0"/>
              <a:buChar char="•"/>
              <a:defRPr/>
            </a:pPr>
            <a:r>
              <a:rPr lang="vi-VN" sz="1600" dirty="0">
                <a:solidFill>
                  <a:srgbClr val="172144"/>
                </a:solidFill>
                <a:latin typeface="Bahnschrift" panose="020B0502040204020203" pitchFamily="34" charset="0"/>
              </a:rPr>
              <a:t>6 mặt khung ngoài</a:t>
            </a:r>
          </a:p>
          <a:p>
            <a:pPr marL="285750" indent="-285750" algn="just" defTabSz="228554">
              <a:lnSpc>
                <a:spcPct val="150000"/>
              </a:lnSpc>
              <a:buFont typeface="Arial" panose="020B0604020202020204" pitchFamily="34" charset="0"/>
              <a:buChar char="•"/>
              <a:defRPr/>
            </a:pPr>
            <a:r>
              <a:rPr lang="vi-VN" sz="1600" dirty="0">
                <a:solidFill>
                  <a:srgbClr val="172144"/>
                </a:solidFill>
                <a:latin typeface="Bahnschrift" panose="020B0502040204020203" pitchFamily="34" charset="0"/>
              </a:rPr>
              <a:t>3 giá cố định động cơ</a:t>
            </a:r>
          </a:p>
          <a:p>
            <a:pPr marL="285750" indent="-285750" defTabSz="228554">
              <a:lnSpc>
                <a:spcPct val="150000"/>
              </a:lnSpc>
              <a:buFont typeface="Arial" panose="020B0604020202020204" pitchFamily="34" charset="0"/>
              <a:buChar char="•"/>
              <a:defRPr/>
            </a:pPr>
            <a:r>
              <a:rPr lang="vi-VN" sz="1600" dirty="0">
                <a:solidFill>
                  <a:srgbClr val="172144"/>
                </a:solidFill>
                <a:latin typeface="Bahnschrift" panose="020B0502040204020203" pitchFamily="34" charset="0"/>
              </a:rPr>
              <a:t>3 bánh quán tính</a:t>
            </a:r>
          </a:p>
          <a:p>
            <a:pPr marL="285750" indent="-285750" defTabSz="228554">
              <a:lnSpc>
                <a:spcPct val="150000"/>
              </a:lnSpc>
              <a:buFont typeface="Arial" panose="020B0604020202020204" pitchFamily="34" charset="0"/>
              <a:buChar char="•"/>
              <a:defRPr/>
            </a:pPr>
            <a:r>
              <a:rPr lang="vi-VN" sz="1600" dirty="0">
                <a:solidFill>
                  <a:srgbClr val="172144"/>
                </a:solidFill>
                <a:latin typeface="Bahnschrift" panose="020B0502040204020203" pitchFamily="34" charset="0"/>
              </a:rPr>
              <a:t>1 giá cố định mạch</a:t>
            </a:r>
          </a:p>
          <a:p>
            <a:pPr marL="285750" indent="-285750" defTabSz="228554">
              <a:lnSpc>
                <a:spcPct val="150000"/>
              </a:lnSpc>
              <a:buFont typeface="Arial" panose="020B0604020202020204" pitchFamily="34" charset="0"/>
              <a:buChar char="•"/>
              <a:defRPr/>
            </a:pPr>
            <a:r>
              <a:rPr lang="vi-VN" sz="1600" dirty="0">
                <a:solidFill>
                  <a:srgbClr val="172144"/>
                </a:solidFill>
                <a:latin typeface="Bahnschrift" panose="020B0502040204020203" pitchFamily="34" charset="0"/>
              </a:rPr>
              <a:t>1 số chi tiết khớp nối nhỏ	</a:t>
            </a:r>
            <a:endParaRPr lang="en-US" sz="1600" dirty="0">
              <a:solidFill>
                <a:srgbClr val="172144"/>
              </a:solidFill>
              <a:latin typeface="Bahnschrift" panose="020B0502040204020203" pitchFamily="34" charset="0"/>
            </a:endParaRPr>
          </a:p>
        </p:txBody>
      </p:sp>
      <p:sp>
        <p:nvSpPr>
          <p:cNvPr id="24" name="Rectangle: Rounded Corners 23">
            <a:extLst>
              <a:ext uri="{FF2B5EF4-FFF2-40B4-BE49-F238E27FC236}">
                <a16:creationId xmlns:a16="http://schemas.microsoft.com/office/drawing/2014/main" id="{3761339A-602C-4D5F-A874-B405337CAF36}"/>
              </a:ext>
            </a:extLst>
          </p:cNvPr>
          <p:cNvSpPr/>
          <p:nvPr/>
        </p:nvSpPr>
        <p:spPr>
          <a:xfrm>
            <a:off x="6932156" y="5513891"/>
            <a:ext cx="1259183" cy="347672"/>
          </a:xfrm>
          <a:prstGeom prst="roundRect">
            <a:avLst>
              <a:gd name="adj" fmla="val 50000"/>
            </a:avLst>
          </a:prstGeom>
          <a:solidFill>
            <a:srgbClr val="1721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900" b="1">
                <a:solidFill>
                  <a:srgbClr val="FFFFFF"/>
                </a:solidFill>
                <a:latin typeface="Calibri"/>
              </a:rPr>
              <a:t>Discover All Features</a:t>
            </a:r>
          </a:p>
        </p:txBody>
      </p:sp>
      <p:sp>
        <p:nvSpPr>
          <p:cNvPr id="12" name="TextBox 11">
            <a:extLst>
              <a:ext uri="{FF2B5EF4-FFF2-40B4-BE49-F238E27FC236}">
                <a16:creationId xmlns:a16="http://schemas.microsoft.com/office/drawing/2014/main" id="{D9980AAE-97F4-958E-31CD-47F53B207343}"/>
              </a:ext>
            </a:extLst>
          </p:cNvPr>
          <p:cNvSpPr txBox="1"/>
          <p:nvPr/>
        </p:nvSpPr>
        <p:spPr>
          <a:xfrm>
            <a:off x="6483223" y="939324"/>
            <a:ext cx="2741830" cy="646331"/>
          </a:xfrm>
          <a:prstGeom prst="rect">
            <a:avLst/>
          </a:prstGeom>
          <a:noFill/>
        </p:spPr>
        <p:txBody>
          <a:bodyPr wrap="square" rtlCol="0">
            <a:spAutoFit/>
          </a:bodyPr>
          <a:lstStyle/>
          <a:p>
            <a:pPr defTabSz="228554"/>
            <a:r>
              <a:rPr lang="vi-VN" sz="3600" b="1" dirty="0">
                <a:solidFill>
                  <a:srgbClr val="172144"/>
                </a:solidFill>
                <a:latin typeface="Bahnschrift" panose="020B0502040204020203" pitchFamily="34" charset="0"/>
              </a:rPr>
              <a:t>Khung robot</a:t>
            </a:r>
            <a:endParaRPr lang="en-US" sz="3600" b="1" dirty="0">
              <a:solidFill>
                <a:srgbClr val="172144"/>
              </a:solidFill>
              <a:latin typeface="Bahnschrift" panose="020B0502040204020203" pitchFamily="34" charset="0"/>
            </a:endParaRPr>
          </a:p>
        </p:txBody>
      </p:sp>
      <p:pic>
        <p:nvPicPr>
          <p:cNvPr id="7" name="Picture Placeholder 6" descr="A picture containing kitchenware, opener, tool, scissors&#10;&#10;Description automatically generated">
            <a:extLst>
              <a:ext uri="{FF2B5EF4-FFF2-40B4-BE49-F238E27FC236}">
                <a16:creationId xmlns:a16="http://schemas.microsoft.com/office/drawing/2014/main" id="{44104261-EDEA-46B1-B677-8B0058CDB84F}"/>
              </a:ext>
            </a:extLst>
          </p:cNvPr>
          <p:cNvPicPr>
            <a:picLocks noGrp="1" noChangeAspect="1"/>
          </p:cNvPicPr>
          <p:nvPr>
            <p:ph type="pic" sz="quarter" idx="13"/>
          </p:nvPr>
        </p:nvPicPr>
        <p:blipFill>
          <a:blip r:embed="rId3"/>
          <a:srcRect l="845" r="845"/>
          <a:stretch>
            <a:fillRect/>
          </a:stretch>
        </p:blipFill>
        <p:spPr>
          <a:xfrm>
            <a:off x="800100" y="3495675"/>
            <a:ext cx="5419725" cy="2595563"/>
          </a:xfrm>
          <a:prstGeom prst="rect">
            <a:avLst/>
          </a:prstGeom>
        </p:spPr>
      </p:pic>
      <p:pic>
        <p:nvPicPr>
          <p:cNvPr id="9" name="Picture Placeholder 8" descr="A picture containing diagram&#10;&#10;Description automatically generated">
            <a:extLst>
              <a:ext uri="{FF2B5EF4-FFF2-40B4-BE49-F238E27FC236}">
                <a16:creationId xmlns:a16="http://schemas.microsoft.com/office/drawing/2014/main" id="{88021180-F69E-ABCD-0D66-119021DF57BA}"/>
              </a:ext>
            </a:extLst>
          </p:cNvPr>
          <p:cNvPicPr>
            <a:picLocks noGrp="1" noChangeAspect="1"/>
          </p:cNvPicPr>
          <p:nvPr>
            <p:ph type="pic" sz="quarter" idx="14"/>
          </p:nvPr>
        </p:nvPicPr>
        <p:blipFill>
          <a:blip r:embed="rId4"/>
          <a:srcRect t="3403" b="3403"/>
          <a:stretch>
            <a:fillRect/>
          </a:stretch>
        </p:blipFill>
        <p:spPr>
          <a:xfrm>
            <a:off x="800100" y="776288"/>
            <a:ext cx="5419725" cy="2595562"/>
          </a:xfrm>
          <a:prstGeom prst="rect">
            <a:avLst/>
          </a:prstGeom>
        </p:spPr>
      </p:pic>
      <p:sp>
        <p:nvSpPr>
          <p:cNvPr id="10" name="TextBox 9">
            <a:extLst>
              <a:ext uri="{FF2B5EF4-FFF2-40B4-BE49-F238E27FC236}">
                <a16:creationId xmlns:a16="http://schemas.microsoft.com/office/drawing/2014/main" id="{161E3951-9B38-7080-BEF8-296708D15E1B}"/>
              </a:ext>
            </a:extLst>
          </p:cNvPr>
          <p:cNvSpPr txBox="1"/>
          <p:nvPr/>
        </p:nvSpPr>
        <p:spPr>
          <a:xfrm>
            <a:off x="6483223" y="3757573"/>
            <a:ext cx="4461260" cy="584775"/>
          </a:xfrm>
          <a:prstGeom prst="rect">
            <a:avLst/>
          </a:prstGeom>
          <a:noFill/>
        </p:spPr>
        <p:txBody>
          <a:bodyPr wrap="square" rtlCol="0">
            <a:spAutoFit/>
          </a:bodyPr>
          <a:lstStyle/>
          <a:p>
            <a:pPr defTabSz="228554">
              <a:defRPr/>
            </a:pPr>
            <a:r>
              <a:rPr lang="vi-VN" sz="1600" dirty="0">
                <a:solidFill>
                  <a:srgbClr val="172144"/>
                </a:solidFill>
                <a:latin typeface="Bahnschrift" panose="020B0502040204020203" pitchFamily="34" charset="0"/>
              </a:rPr>
              <a:t>Được in 3D bằng nhựa PLA, thời gian in xong toàn bộ khung khoảng hơn 50h.</a:t>
            </a:r>
            <a:endParaRPr lang="en-US" sz="1600" dirty="0">
              <a:solidFill>
                <a:srgbClr val="172144"/>
              </a:solidFill>
              <a:latin typeface="Bahnschrift" panose="020B0502040204020203" pitchFamily="34" charset="0"/>
            </a:endParaRPr>
          </a:p>
        </p:txBody>
      </p:sp>
    </p:spTree>
    <p:extLst>
      <p:ext uri="{BB962C8B-B14F-4D97-AF65-F5344CB8AC3E}">
        <p14:creationId xmlns:p14="http://schemas.microsoft.com/office/powerpoint/2010/main" val="442664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2200" fill="hold"/>
                                        <p:tgtEl>
                                          <p:spTgt spid="22"/>
                                        </p:tgtEl>
                                        <p:attrNameLst>
                                          <p:attrName>ppt_x</p:attrName>
                                        </p:attrNameLst>
                                      </p:cBhvr>
                                      <p:tavLst>
                                        <p:tav tm="0">
                                          <p:val>
                                            <p:strVal val="0-#ppt_w/2"/>
                                          </p:val>
                                        </p:tav>
                                        <p:tav tm="100000">
                                          <p:val>
                                            <p:strVal val="#ppt_x"/>
                                          </p:val>
                                        </p:tav>
                                      </p:tavLst>
                                    </p:anim>
                                    <p:anim calcmode="lin" valueType="num">
                                      <p:cBhvr additive="base">
                                        <p:cTn id="8" dur="22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1700" fill="hold"/>
                                        <p:tgtEl>
                                          <p:spTgt spid="24"/>
                                        </p:tgtEl>
                                        <p:attrNameLst>
                                          <p:attrName>ppt_x</p:attrName>
                                        </p:attrNameLst>
                                      </p:cBhvr>
                                      <p:tavLst>
                                        <p:tav tm="0">
                                          <p:val>
                                            <p:strVal val="0-#ppt_w/2"/>
                                          </p:val>
                                        </p:tav>
                                        <p:tav tm="100000">
                                          <p:val>
                                            <p:strVal val="#ppt_x"/>
                                          </p:val>
                                        </p:tav>
                                      </p:tavLst>
                                    </p:anim>
                                    <p:anim calcmode="lin" valueType="num">
                                      <p:cBhvr additive="base">
                                        <p:cTn id="12" dur="1700" fill="hold"/>
                                        <p:tgtEl>
                                          <p:spTgt spid="24"/>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2600" fill="hold"/>
                                        <p:tgtEl>
                                          <p:spTgt spid="26"/>
                                        </p:tgtEl>
                                        <p:attrNameLst>
                                          <p:attrName>ppt_x</p:attrName>
                                        </p:attrNameLst>
                                      </p:cBhvr>
                                      <p:tavLst>
                                        <p:tav tm="0">
                                          <p:val>
                                            <p:strVal val="#ppt_x"/>
                                          </p:val>
                                        </p:tav>
                                        <p:tav tm="100000">
                                          <p:val>
                                            <p:strVal val="#ppt_x"/>
                                          </p:val>
                                        </p:tav>
                                      </p:tavLst>
                                    </p:anim>
                                    <p:anim calcmode="lin" valueType="num">
                                      <p:cBhvr additive="base">
                                        <p:cTn id="16" dur="2600" fill="hold"/>
                                        <p:tgtEl>
                                          <p:spTgt spid="26"/>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10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2800" fill="hold"/>
                                        <p:tgtEl>
                                          <p:spTgt spid="27"/>
                                        </p:tgtEl>
                                        <p:attrNameLst>
                                          <p:attrName>ppt_x</p:attrName>
                                        </p:attrNameLst>
                                      </p:cBhvr>
                                      <p:tavLst>
                                        <p:tav tm="0">
                                          <p:val>
                                            <p:strVal val="#ppt_x"/>
                                          </p:val>
                                        </p:tav>
                                        <p:tav tm="100000">
                                          <p:val>
                                            <p:strVal val="#ppt_x"/>
                                          </p:val>
                                        </p:tav>
                                      </p:tavLst>
                                    </p:anim>
                                    <p:anim calcmode="lin" valueType="num">
                                      <p:cBhvr additive="base">
                                        <p:cTn id="20" dur="2800" fill="hold"/>
                                        <p:tgtEl>
                                          <p:spTgt spid="27"/>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p:stCondLst>
                                    <p:cond delay="30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2000" fill="hold"/>
                                        <p:tgtEl>
                                          <p:spTgt spid="8"/>
                                        </p:tgtEl>
                                        <p:attrNameLst>
                                          <p:attrName>ppt_x</p:attrName>
                                        </p:attrNameLst>
                                      </p:cBhvr>
                                      <p:tavLst>
                                        <p:tav tm="0">
                                          <p:val>
                                            <p:strVal val="#ppt_x"/>
                                          </p:val>
                                        </p:tav>
                                        <p:tav tm="100000">
                                          <p:val>
                                            <p:strVal val="#ppt_x"/>
                                          </p:val>
                                        </p:tav>
                                      </p:tavLst>
                                    </p:anim>
                                    <p:anim calcmode="lin" valueType="num">
                                      <p:cBhvr additive="base">
                                        <p:cTn id="24" dur="20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8" decel="10000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2200" fill="hold"/>
                                        <p:tgtEl>
                                          <p:spTgt spid="10"/>
                                        </p:tgtEl>
                                        <p:attrNameLst>
                                          <p:attrName>ppt_x</p:attrName>
                                        </p:attrNameLst>
                                      </p:cBhvr>
                                      <p:tavLst>
                                        <p:tav tm="0">
                                          <p:val>
                                            <p:strVal val="0-#ppt_w/2"/>
                                          </p:val>
                                        </p:tav>
                                        <p:tav tm="100000">
                                          <p:val>
                                            <p:strVal val="#ppt_x"/>
                                          </p:val>
                                        </p:tav>
                                      </p:tavLst>
                                    </p:anim>
                                    <p:anim calcmode="lin" valueType="num">
                                      <p:cBhvr additive="base">
                                        <p:cTn id="28" dur="22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6" grpId="0" animBg="1"/>
      <p:bldP spid="27" grpId="0" animBg="1"/>
      <p:bldP spid="22" grpId="0"/>
      <p:bldP spid="24" grpId="0" animBg="1"/>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8AC099C-E41C-4134-86EF-F579AC9A0162}"/>
              </a:ext>
            </a:extLst>
          </p:cNvPr>
          <p:cNvSpPr/>
          <p:nvPr/>
        </p:nvSpPr>
        <p:spPr>
          <a:xfrm>
            <a:off x="5898291" y="3476565"/>
            <a:ext cx="5525650" cy="279360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dirty="0">
              <a:solidFill>
                <a:srgbClr val="FFFFFF"/>
              </a:solidFill>
              <a:latin typeface="Calibri"/>
            </a:endParaRPr>
          </a:p>
        </p:txBody>
      </p:sp>
      <p:sp>
        <p:nvSpPr>
          <p:cNvPr id="26" name="Rectangle 25">
            <a:extLst>
              <a:ext uri="{FF2B5EF4-FFF2-40B4-BE49-F238E27FC236}">
                <a16:creationId xmlns:a16="http://schemas.microsoft.com/office/drawing/2014/main" id="{95BC87B5-CBAE-443C-8493-7E7E4F7F407D}"/>
              </a:ext>
            </a:extLst>
          </p:cNvPr>
          <p:cNvSpPr/>
          <p:nvPr/>
        </p:nvSpPr>
        <p:spPr>
          <a:xfrm>
            <a:off x="781742" y="-5739206"/>
            <a:ext cx="2612912" cy="63914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dirty="0">
              <a:solidFill>
                <a:srgbClr val="FFFFFF"/>
              </a:solidFill>
              <a:latin typeface="Calibri"/>
            </a:endParaRPr>
          </a:p>
        </p:txBody>
      </p:sp>
      <p:sp>
        <p:nvSpPr>
          <p:cNvPr id="27" name="Rectangle 26">
            <a:extLst>
              <a:ext uri="{FF2B5EF4-FFF2-40B4-BE49-F238E27FC236}">
                <a16:creationId xmlns:a16="http://schemas.microsoft.com/office/drawing/2014/main" id="{BE8E3431-8BA5-4EA8-B572-4166B8A0EBD5}"/>
              </a:ext>
            </a:extLst>
          </p:cNvPr>
          <p:cNvSpPr/>
          <p:nvPr/>
        </p:nvSpPr>
        <p:spPr>
          <a:xfrm>
            <a:off x="6220413" y="-5739206"/>
            <a:ext cx="5171855" cy="63872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28" name="Rectangle 27">
            <a:extLst>
              <a:ext uri="{FF2B5EF4-FFF2-40B4-BE49-F238E27FC236}">
                <a16:creationId xmlns:a16="http://schemas.microsoft.com/office/drawing/2014/main" id="{140E2ACF-47FD-4E05-9000-03AB0BC9F0C0}"/>
              </a:ext>
            </a:extLst>
          </p:cNvPr>
          <p:cNvSpPr/>
          <p:nvPr/>
        </p:nvSpPr>
        <p:spPr>
          <a:xfrm>
            <a:off x="781742" y="6090890"/>
            <a:ext cx="10628516" cy="7666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29" name="Rectangle 28">
            <a:extLst>
              <a:ext uri="{FF2B5EF4-FFF2-40B4-BE49-F238E27FC236}">
                <a16:creationId xmlns:a16="http://schemas.microsoft.com/office/drawing/2014/main" id="{5F93C6FB-ABDD-44BC-9337-FA74AA642131}"/>
              </a:ext>
            </a:extLst>
          </p:cNvPr>
          <p:cNvSpPr/>
          <p:nvPr/>
        </p:nvSpPr>
        <p:spPr>
          <a:xfrm>
            <a:off x="4768069" y="7207732"/>
            <a:ext cx="2760692" cy="230832"/>
          </a:xfrm>
          <a:prstGeom prst="rect">
            <a:avLst/>
          </a:prstGeom>
        </p:spPr>
        <p:txBody>
          <a:bodyPr wrap="none">
            <a:spAutoFit/>
          </a:bodyPr>
          <a:lstStyle/>
          <a:p>
            <a:pPr defTabSz="228554">
              <a:defRPr/>
            </a:pPr>
            <a:r>
              <a:rPr lang="en-US" sz="900">
                <a:solidFill>
                  <a:srgbClr val="172144"/>
                </a:solidFill>
                <a:latin typeface="Calibri"/>
              </a:rPr>
              <a:t>https://www.behance.net/gallery/70404455/Wave-On</a:t>
            </a:r>
          </a:p>
        </p:txBody>
      </p:sp>
      <p:sp>
        <p:nvSpPr>
          <p:cNvPr id="22" name="TextBox 21">
            <a:extLst>
              <a:ext uri="{FF2B5EF4-FFF2-40B4-BE49-F238E27FC236}">
                <a16:creationId xmlns:a16="http://schemas.microsoft.com/office/drawing/2014/main" id="{D21E6A83-1CDF-4C72-B5B8-C0B31EFAAA20}"/>
              </a:ext>
            </a:extLst>
          </p:cNvPr>
          <p:cNvSpPr txBox="1"/>
          <p:nvPr/>
        </p:nvSpPr>
        <p:spPr>
          <a:xfrm>
            <a:off x="6117529" y="4090548"/>
            <a:ext cx="2822464" cy="1765804"/>
          </a:xfrm>
          <a:prstGeom prst="rect">
            <a:avLst/>
          </a:prstGeom>
          <a:noFill/>
        </p:spPr>
        <p:txBody>
          <a:bodyPr wrap="square" rtlCol="0">
            <a:spAutoFit/>
          </a:bodyPr>
          <a:lstStyle/>
          <a:p>
            <a:pPr defTabSz="228554">
              <a:defRPr/>
            </a:pPr>
            <a:r>
              <a:rPr lang="vi-VN" sz="1600" dirty="0">
                <a:solidFill>
                  <a:srgbClr val="172144"/>
                </a:solidFill>
                <a:latin typeface="Bahnschrift" panose="020B0502040204020203" pitchFamily="34" charset="0"/>
              </a:rPr>
              <a:t>Gồm:</a:t>
            </a:r>
          </a:p>
          <a:p>
            <a:pPr marL="285750" indent="-285750" defTabSz="228554">
              <a:lnSpc>
                <a:spcPct val="150000"/>
              </a:lnSpc>
              <a:buFont typeface="Arial" panose="020B0604020202020204" pitchFamily="34" charset="0"/>
              <a:buChar char="•"/>
              <a:defRPr/>
            </a:pPr>
            <a:r>
              <a:rPr lang="vi-VN" sz="1600" dirty="0">
                <a:solidFill>
                  <a:srgbClr val="172144"/>
                </a:solidFill>
                <a:latin typeface="Bahnschrift" panose="020B0502040204020203" pitchFamily="34" charset="0"/>
              </a:rPr>
              <a:t>3 khớp tam giác nhỏ để ghép khung với nhau.</a:t>
            </a:r>
          </a:p>
          <a:p>
            <a:pPr marL="285750" indent="-285750" defTabSz="228554">
              <a:lnSpc>
                <a:spcPct val="150000"/>
              </a:lnSpc>
              <a:buFont typeface="Arial" panose="020B0604020202020204" pitchFamily="34" charset="0"/>
              <a:buChar char="•"/>
              <a:defRPr/>
            </a:pPr>
            <a:r>
              <a:rPr lang="vi-VN" sz="1600" dirty="0">
                <a:solidFill>
                  <a:srgbClr val="172144"/>
                </a:solidFill>
                <a:latin typeface="Bahnschrift" panose="020B0502040204020203" pitchFamily="34" charset="0"/>
              </a:rPr>
              <a:t>1 khung gắn pin và mạch điều khiển	</a:t>
            </a:r>
            <a:endParaRPr lang="en-US" sz="1600" dirty="0">
              <a:solidFill>
                <a:srgbClr val="172144"/>
              </a:solidFill>
              <a:latin typeface="Bahnschrift" panose="020B0502040204020203" pitchFamily="34" charset="0"/>
            </a:endParaRPr>
          </a:p>
        </p:txBody>
      </p:sp>
      <p:sp>
        <p:nvSpPr>
          <p:cNvPr id="24" name="Rectangle: Rounded Corners 23">
            <a:extLst>
              <a:ext uri="{FF2B5EF4-FFF2-40B4-BE49-F238E27FC236}">
                <a16:creationId xmlns:a16="http://schemas.microsoft.com/office/drawing/2014/main" id="{3761339A-602C-4D5F-A874-B405337CAF36}"/>
              </a:ext>
            </a:extLst>
          </p:cNvPr>
          <p:cNvSpPr/>
          <p:nvPr/>
        </p:nvSpPr>
        <p:spPr>
          <a:xfrm>
            <a:off x="9552375" y="5384000"/>
            <a:ext cx="1259183" cy="347672"/>
          </a:xfrm>
          <a:prstGeom prst="roundRect">
            <a:avLst>
              <a:gd name="adj" fmla="val 50000"/>
            </a:avLst>
          </a:prstGeom>
          <a:solidFill>
            <a:srgbClr val="1721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900" b="1">
                <a:solidFill>
                  <a:srgbClr val="FFFFFF"/>
                </a:solidFill>
                <a:latin typeface="Calibri"/>
              </a:rPr>
              <a:t>Discover All Features</a:t>
            </a:r>
          </a:p>
        </p:txBody>
      </p:sp>
      <p:sp>
        <p:nvSpPr>
          <p:cNvPr id="12" name="TextBox 11">
            <a:extLst>
              <a:ext uri="{FF2B5EF4-FFF2-40B4-BE49-F238E27FC236}">
                <a16:creationId xmlns:a16="http://schemas.microsoft.com/office/drawing/2014/main" id="{D9980AAE-97F4-958E-31CD-47F53B207343}"/>
              </a:ext>
            </a:extLst>
          </p:cNvPr>
          <p:cNvSpPr txBox="1"/>
          <p:nvPr/>
        </p:nvSpPr>
        <p:spPr>
          <a:xfrm>
            <a:off x="6027925" y="3537388"/>
            <a:ext cx="2741830" cy="646331"/>
          </a:xfrm>
          <a:prstGeom prst="rect">
            <a:avLst/>
          </a:prstGeom>
          <a:noFill/>
        </p:spPr>
        <p:txBody>
          <a:bodyPr wrap="square" rtlCol="0">
            <a:spAutoFit/>
          </a:bodyPr>
          <a:lstStyle/>
          <a:p>
            <a:pPr defTabSz="228554"/>
            <a:r>
              <a:rPr lang="vi-VN" sz="3600" b="1" dirty="0">
                <a:solidFill>
                  <a:srgbClr val="172144"/>
                </a:solidFill>
                <a:latin typeface="Bahnschrift" panose="020B0502040204020203" pitchFamily="34" charset="0"/>
              </a:rPr>
              <a:t>Giá đỡ mạch</a:t>
            </a:r>
            <a:endParaRPr lang="en-US" sz="3600" b="1" dirty="0">
              <a:solidFill>
                <a:srgbClr val="172144"/>
              </a:solidFill>
              <a:latin typeface="Bahnschrift" panose="020B0502040204020203" pitchFamily="34" charset="0"/>
            </a:endParaRPr>
          </a:p>
        </p:txBody>
      </p:sp>
      <p:pic>
        <p:nvPicPr>
          <p:cNvPr id="11" name="Picture Placeholder 10" descr="A picture containing graphical user interface&#10;&#10;Description automatically generated">
            <a:extLst>
              <a:ext uri="{FF2B5EF4-FFF2-40B4-BE49-F238E27FC236}">
                <a16:creationId xmlns:a16="http://schemas.microsoft.com/office/drawing/2014/main" id="{DEE9977E-C922-C160-8C88-BEC95EA15EEC}"/>
              </a:ext>
            </a:extLst>
          </p:cNvPr>
          <p:cNvPicPr>
            <a:picLocks noGrp="1" noChangeAspect="1"/>
          </p:cNvPicPr>
          <p:nvPr>
            <p:ph type="pic" sz="quarter" idx="14"/>
          </p:nvPr>
        </p:nvPicPr>
        <p:blipFill>
          <a:blip r:embed="rId3"/>
          <a:srcRect t="2148" b="2148"/>
          <a:stretch>
            <a:fillRect/>
          </a:stretch>
        </p:blipFill>
        <p:spPr>
          <a:xfrm>
            <a:off x="800100" y="776288"/>
            <a:ext cx="2166847" cy="2649547"/>
          </a:xfrm>
          <a:prstGeom prst="rect">
            <a:avLst/>
          </a:prstGeom>
        </p:spPr>
      </p:pic>
      <p:pic>
        <p:nvPicPr>
          <p:cNvPr id="23" name="Picture Placeholder 13" descr="Diagram, engineering drawing&#10;&#10;Description automatically generated">
            <a:extLst>
              <a:ext uri="{FF2B5EF4-FFF2-40B4-BE49-F238E27FC236}">
                <a16:creationId xmlns:a16="http://schemas.microsoft.com/office/drawing/2014/main" id="{ED8E5D3F-AA84-6F53-7D34-36F8B181EAD3}"/>
              </a:ext>
            </a:extLst>
          </p:cNvPr>
          <p:cNvPicPr>
            <a:picLocks noGrp="1" noChangeAspect="1"/>
          </p:cNvPicPr>
          <p:nvPr>
            <p:ph type="pic" sz="quarter" idx="13"/>
          </p:nvPr>
        </p:nvPicPr>
        <p:blipFill>
          <a:blip r:embed="rId4"/>
          <a:srcRect t="858" b="858"/>
          <a:stretch>
            <a:fillRect/>
          </a:stretch>
        </p:blipFill>
        <p:spPr>
          <a:xfrm>
            <a:off x="800100" y="3495675"/>
            <a:ext cx="4960938" cy="2595563"/>
          </a:xfrm>
          <a:prstGeom prst="rect">
            <a:avLst/>
          </a:prstGeom>
        </p:spPr>
      </p:pic>
      <p:pic>
        <p:nvPicPr>
          <p:cNvPr id="30" name="Picture 29" descr="A picture containing text, metalware, hinge&#10;&#10;Description automatically generated">
            <a:extLst>
              <a:ext uri="{FF2B5EF4-FFF2-40B4-BE49-F238E27FC236}">
                <a16:creationId xmlns:a16="http://schemas.microsoft.com/office/drawing/2014/main" id="{6959676B-88E7-B259-A014-DF635BC2A6B6}"/>
              </a:ext>
            </a:extLst>
          </p:cNvPr>
          <p:cNvPicPr>
            <a:picLocks noChangeAspect="1"/>
          </p:cNvPicPr>
          <p:nvPr/>
        </p:nvPicPr>
        <p:blipFill>
          <a:blip r:embed="rId5"/>
          <a:stretch>
            <a:fillRect/>
          </a:stretch>
        </p:blipFill>
        <p:spPr>
          <a:xfrm>
            <a:off x="3200805" y="737012"/>
            <a:ext cx="6044246" cy="2739553"/>
          </a:xfrm>
          <a:prstGeom prst="rect">
            <a:avLst/>
          </a:prstGeom>
        </p:spPr>
      </p:pic>
      <p:sp>
        <p:nvSpPr>
          <p:cNvPr id="31" name="TextBox 30">
            <a:extLst>
              <a:ext uri="{FF2B5EF4-FFF2-40B4-BE49-F238E27FC236}">
                <a16:creationId xmlns:a16="http://schemas.microsoft.com/office/drawing/2014/main" id="{877BAEC7-E956-FAB6-D2CD-C39FFA177ED5}"/>
              </a:ext>
            </a:extLst>
          </p:cNvPr>
          <p:cNvSpPr txBox="1"/>
          <p:nvPr/>
        </p:nvSpPr>
        <p:spPr>
          <a:xfrm>
            <a:off x="8838381" y="4090548"/>
            <a:ext cx="2585560" cy="1027141"/>
          </a:xfrm>
          <a:prstGeom prst="rect">
            <a:avLst/>
          </a:prstGeom>
          <a:noFill/>
        </p:spPr>
        <p:txBody>
          <a:bodyPr wrap="square" rtlCol="0">
            <a:spAutoFit/>
          </a:bodyPr>
          <a:lstStyle/>
          <a:p>
            <a:pPr defTabSz="228554">
              <a:defRPr/>
            </a:pPr>
            <a:endParaRPr lang="vi-VN" sz="1600" dirty="0">
              <a:solidFill>
                <a:srgbClr val="172144"/>
              </a:solidFill>
              <a:latin typeface="Bahnschrift" panose="020B0502040204020203" pitchFamily="34" charset="0"/>
            </a:endParaRPr>
          </a:p>
          <a:p>
            <a:pPr marL="285750" indent="-285750" defTabSz="228554">
              <a:lnSpc>
                <a:spcPct val="150000"/>
              </a:lnSpc>
              <a:buFont typeface="Arial" panose="020B0604020202020204" pitchFamily="34" charset="0"/>
              <a:buChar char="•"/>
              <a:defRPr/>
            </a:pPr>
            <a:r>
              <a:rPr lang="vi-VN" sz="1600" dirty="0">
                <a:solidFill>
                  <a:srgbClr val="172144"/>
                </a:solidFill>
                <a:latin typeface="Bahnschrift" panose="020B0502040204020203" pitchFamily="34" charset="0"/>
              </a:rPr>
              <a:t>1 miếng gắn cảm biến và gắn mạch, pin	.</a:t>
            </a:r>
            <a:endParaRPr lang="en-US" sz="1600" dirty="0">
              <a:solidFill>
                <a:srgbClr val="172144"/>
              </a:solidFill>
              <a:latin typeface="Bahnschrift" panose="020B0502040204020203" pitchFamily="34" charset="0"/>
            </a:endParaRPr>
          </a:p>
        </p:txBody>
      </p:sp>
    </p:spTree>
    <p:extLst>
      <p:ext uri="{BB962C8B-B14F-4D97-AF65-F5344CB8AC3E}">
        <p14:creationId xmlns:p14="http://schemas.microsoft.com/office/powerpoint/2010/main" val="1959902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2200" fill="hold"/>
                                        <p:tgtEl>
                                          <p:spTgt spid="22"/>
                                        </p:tgtEl>
                                        <p:attrNameLst>
                                          <p:attrName>ppt_x</p:attrName>
                                        </p:attrNameLst>
                                      </p:cBhvr>
                                      <p:tavLst>
                                        <p:tav tm="0">
                                          <p:val>
                                            <p:strVal val="0-#ppt_w/2"/>
                                          </p:val>
                                        </p:tav>
                                        <p:tav tm="100000">
                                          <p:val>
                                            <p:strVal val="#ppt_x"/>
                                          </p:val>
                                        </p:tav>
                                      </p:tavLst>
                                    </p:anim>
                                    <p:anim calcmode="lin" valueType="num">
                                      <p:cBhvr additive="base">
                                        <p:cTn id="8" dur="22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1700" fill="hold"/>
                                        <p:tgtEl>
                                          <p:spTgt spid="24"/>
                                        </p:tgtEl>
                                        <p:attrNameLst>
                                          <p:attrName>ppt_x</p:attrName>
                                        </p:attrNameLst>
                                      </p:cBhvr>
                                      <p:tavLst>
                                        <p:tav tm="0">
                                          <p:val>
                                            <p:strVal val="0-#ppt_w/2"/>
                                          </p:val>
                                        </p:tav>
                                        <p:tav tm="100000">
                                          <p:val>
                                            <p:strVal val="#ppt_x"/>
                                          </p:val>
                                        </p:tav>
                                      </p:tavLst>
                                    </p:anim>
                                    <p:anim calcmode="lin" valueType="num">
                                      <p:cBhvr additive="base">
                                        <p:cTn id="12" dur="1700" fill="hold"/>
                                        <p:tgtEl>
                                          <p:spTgt spid="24"/>
                                        </p:tgtEl>
                                        <p:attrNameLst>
                                          <p:attrName>ppt_y</p:attrName>
                                        </p:attrNameLst>
                                      </p:cBhvr>
                                      <p:tavLst>
                                        <p:tav tm="0">
                                          <p:val>
                                            <p:strVal val="#ppt_y"/>
                                          </p:val>
                                        </p:tav>
                                        <p:tav tm="100000">
                                          <p:val>
                                            <p:strVal val="#ppt_y"/>
                                          </p:val>
                                        </p:tav>
                                      </p:tavLst>
                                    </p:anim>
                                  </p:childTnLst>
                                </p:cTn>
                              </p:par>
                              <p:par>
                                <p:cTn id="13" presetID="2" presetClass="entr" presetSubtype="4" decel="10000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2600" fill="hold"/>
                                        <p:tgtEl>
                                          <p:spTgt spid="26"/>
                                        </p:tgtEl>
                                        <p:attrNameLst>
                                          <p:attrName>ppt_x</p:attrName>
                                        </p:attrNameLst>
                                      </p:cBhvr>
                                      <p:tavLst>
                                        <p:tav tm="0">
                                          <p:val>
                                            <p:strVal val="#ppt_x"/>
                                          </p:val>
                                        </p:tav>
                                        <p:tav tm="100000">
                                          <p:val>
                                            <p:strVal val="#ppt_x"/>
                                          </p:val>
                                        </p:tav>
                                      </p:tavLst>
                                    </p:anim>
                                    <p:anim calcmode="lin" valueType="num">
                                      <p:cBhvr additive="base">
                                        <p:cTn id="16" dur="2600" fill="hold"/>
                                        <p:tgtEl>
                                          <p:spTgt spid="26"/>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10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2800" fill="hold"/>
                                        <p:tgtEl>
                                          <p:spTgt spid="27"/>
                                        </p:tgtEl>
                                        <p:attrNameLst>
                                          <p:attrName>ppt_x</p:attrName>
                                        </p:attrNameLst>
                                      </p:cBhvr>
                                      <p:tavLst>
                                        <p:tav tm="0">
                                          <p:val>
                                            <p:strVal val="#ppt_x"/>
                                          </p:val>
                                        </p:tav>
                                        <p:tav tm="100000">
                                          <p:val>
                                            <p:strVal val="#ppt_x"/>
                                          </p:val>
                                        </p:tav>
                                      </p:tavLst>
                                    </p:anim>
                                    <p:anim calcmode="lin" valueType="num">
                                      <p:cBhvr additive="base">
                                        <p:cTn id="20" dur="2800" fill="hold"/>
                                        <p:tgtEl>
                                          <p:spTgt spid="27"/>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p:stCondLst>
                                    <p:cond delay="30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2000" fill="hold"/>
                                        <p:tgtEl>
                                          <p:spTgt spid="8"/>
                                        </p:tgtEl>
                                        <p:attrNameLst>
                                          <p:attrName>ppt_x</p:attrName>
                                        </p:attrNameLst>
                                      </p:cBhvr>
                                      <p:tavLst>
                                        <p:tav tm="0">
                                          <p:val>
                                            <p:strVal val="#ppt_x"/>
                                          </p:val>
                                        </p:tav>
                                        <p:tav tm="100000">
                                          <p:val>
                                            <p:strVal val="#ppt_x"/>
                                          </p:val>
                                        </p:tav>
                                      </p:tavLst>
                                    </p:anim>
                                    <p:anim calcmode="lin" valueType="num">
                                      <p:cBhvr additive="base">
                                        <p:cTn id="24" dur="20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8" decel="10000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2200" fill="hold"/>
                                        <p:tgtEl>
                                          <p:spTgt spid="31"/>
                                        </p:tgtEl>
                                        <p:attrNameLst>
                                          <p:attrName>ppt_x</p:attrName>
                                        </p:attrNameLst>
                                      </p:cBhvr>
                                      <p:tavLst>
                                        <p:tav tm="0">
                                          <p:val>
                                            <p:strVal val="0-#ppt_w/2"/>
                                          </p:val>
                                        </p:tav>
                                        <p:tav tm="100000">
                                          <p:val>
                                            <p:strVal val="#ppt_x"/>
                                          </p:val>
                                        </p:tav>
                                      </p:tavLst>
                                    </p:anim>
                                    <p:anim calcmode="lin" valueType="num">
                                      <p:cBhvr additive="base">
                                        <p:cTn id="28" dur="2200" fill="hold"/>
                                        <p:tgtEl>
                                          <p:spTgt spid="31"/>
                                        </p:tgtEl>
                                        <p:attrNameLst>
                                          <p:attrName>ppt_y</p:attrName>
                                        </p:attrNameLst>
                                      </p:cBhvr>
                                      <p:tavLst>
                                        <p:tav tm="0">
                                          <p:val>
                                            <p:strVal val="#ppt_y"/>
                                          </p:val>
                                        </p:tav>
                                        <p:tav tm="100000">
                                          <p:val>
                                            <p:strVal val="#ppt_y"/>
                                          </p:val>
                                        </p:tav>
                                      </p:tavLst>
                                    </p:anim>
                                  </p:childTnLst>
                                </p:cTn>
                              </p:par>
                            </p:childTnLst>
                          </p:cTn>
                        </p:par>
                        <p:par>
                          <p:cTn id="29" fill="hold">
                            <p:stCondLst>
                              <p:cond delay="2900"/>
                            </p:stCondLst>
                            <p:childTnLst>
                              <p:par>
                                <p:cTn id="30" presetID="1" presetClass="entr" presetSubtype="0" fill="hold" nodeType="afterEffect">
                                  <p:stCondLst>
                                    <p:cond delay="0"/>
                                  </p:stCondLst>
                                  <p:childTnLst>
                                    <p:set>
                                      <p:cBhvr>
                                        <p:cTn id="31"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6" grpId="0" animBg="1"/>
      <p:bldP spid="27" grpId="0" animBg="1"/>
      <p:bldP spid="22" grpId="0"/>
      <p:bldP spid="24" grpId="0" animBg="1"/>
      <p:bldP spid="3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descr="A picture containing transport, disk brake, wheel&#10;&#10;Description automatically generated">
            <a:extLst>
              <a:ext uri="{FF2B5EF4-FFF2-40B4-BE49-F238E27FC236}">
                <a16:creationId xmlns:a16="http://schemas.microsoft.com/office/drawing/2014/main" id="{731EDC9B-2C5B-10D8-E1B1-0FFBC3B6129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1812" r="1812"/>
          <a:stretch/>
        </p:blipFill>
        <p:spPr bwMode="auto">
          <a:prstGeom prst="rect">
            <a:avLst/>
          </a:prstGeom>
          <a:ln>
            <a:noFill/>
          </a:ln>
          <a:extLst>
            <a:ext uri="{53640926-AAD7-44D8-BBD7-CCE9431645EC}">
              <a14:shadowObscured xmlns:a14="http://schemas.microsoft.com/office/drawing/2010/main"/>
            </a:ext>
          </a:extLst>
        </p:spPr>
      </p:pic>
      <p:pic>
        <p:nvPicPr>
          <p:cNvPr id="5" name="Picture Placeholder 4" descr="Diagram, engineering drawing&#10;&#10;Description automatically generated">
            <a:extLst>
              <a:ext uri="{FF2B5EF4-FFF2-40B4-BE49-F238E27FC236}">
                <a16:creationId xmlns:a16="http://schemas.microsoft.com/office/drawing/2014/main" id="{F2758CAF-C7A6-77FD-EE40-995C808AEDD8}"/>
              </a:ext>
            </a:extLst>
          </p:cNvPr>
          <p:cNvPicPr>
            <a:picLocks noGrp="1" noChangeAspect="1"/>
          </p:cNvPicPr>
          <p:nvPr>
            <p:ph type="pic" sz="quarter" idx="14"/>
          </p:nvPr>
        </p:nvPicPr>
        <p:blipFill>
          <a:blip r:embed="rId4"/>
          <a:srcRect l="1436" r="1436"/>
          <a:stretch>
            <a:fillRect/>
          </a:stretch>
        </p:blipFill>
        <p:spPr>
          <a:prstGeom prst="rect">
            <a:avLst/>
          </a:prstGeom>
        </p:spPr>
      </p:pic>
    </p:spTree>
    <p:extLst>
      <p:ext uri="{BB962C8B-B14F-4D97-AF65-F5344CB8AC3E}">
        <p14:creationId xmlns:p14="http://schemas.microsoft.com/office/powerpoint/2010/main" val="2097767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picture containing text, wall, indoor&#10;&#10;Description automatically generated">
            <a:extLst>
              <a:ext uri="{FF2B5EF4-FFF2-40B4-BE49-F238E27FC236}">
                <a16:creationId xmlns:a16="http://schemas.microsoft.com/office/drawing/2014/main" id="{1A1872E1-220C-2DAB-B124-2CBBE14270ED}"/>
              </a:ext>
            </a:extLst>
          </p:cNvPr>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l="26305" t="10341" r="10510" b="5455"/>
          <a:stretch/>
        </p:blipFill>
        <p:spPr>
          <a:xfrm rot="5400000">
            <a:off x="6400800" y="1057275"/>
            <a:ext cx="4705350" cy="4705350"/>
          </a:xfrm>
        </p:spPr>
      </p:pic>
      <p:pic>
        <p:nvPicPr>
          <p:cNvPr id="5" name="Picture Placeholder 4" descr="Diagram&#10;&#10;Description automatically generated">
            <a:extLst>
              <a:ext uri="{FF2B5EF4-FFF2-40B4-BE49-F238E27FC236}">
                <a16:creationId xmlns:a16="http://schemas.microsoft.com/office/drawing/2014/main" id="{18D4475E-4021-8255-B8B2-DA638CE1B26B}"/>
              </a:ext>
            </a:extLst>
          </p:cNvPr>
          <p:cNvPicPr>
            <a:picLocks noGrp="1" noChangeAspect="1"/>
          </p:cNvPicPr>
          <p:nvPr>
            <p:ph type="pic" sz="quarter" idx="13"/>
          </p:nvPr>
        </p:nvPicPr>
        <p:blipFill rotWithShape="1">
          <a:blip r:embed="rId3"/>
          <a:srcRect t="5367" b="5367"/>
          <a:stretch/>
        </p:blipFill>
        <p:spPr bwMode="auto">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688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2396757A-DB9F-9E23-1F1C-DD17AD84C6BE}"/>
              </a:ext>
            </a:extLst>
          </p:cNvPr>
          <p:cNvPicPr>
            <a:picLocks noGrp="1" noChangeAspect="1"/>
          </p:cNvPicPr>
          <p:nvPr>
            <p:ph type="pic" sz="quarter" idx="13"/>
          </p:nvPr>
        </p:nvPicPr>
        <p:blipFill>
          <a:blip r:embed="rId3"/>
          <a:srcRect l="714" r="714"/>
          <a:stretch>
            <a:fillRect/>
          </a:stretch>
        </p:blipFill>
        <p:spPr>
          <a:prstGeom prst="rect">
            <a:avLst/>
          </a:prstGeom>
        </p:spPr>
      </p:pic>
      <p:pic>
        <p:nvPicPr>
          <p:cNvPr id="5" name="Picture Placeholder 4">
            <a:extLst>
              <a:ext uri="{FF2B5EF4-FFF2-40B4-BE49-F238E27FC236}">
                <a16:creationId xmlns:a16="http://schemas.microsoft.com/office/drawing/2014/main" id="{32D8CB30-DD58-01E4-0969-1D4B59E2F5EE}"/>
              </a:ext>
            </a:extLst>
          </p:cNvPr>
          <p:cNvPicPr>
            <a:picLocks noGrp="1" noChangeAspect="1"/>
          </p:cNvPicPr>
          <p:nvPr>
            <p:ph type="pic" sz="quarter" idx="14"/>
          </p:nvPr>
        </p:nvPicPr>
        <p:blipFill>
          <a:blip r:embed="rId4"/>
          <a:srcRect t="5755" b="5755"/>
          <a:stretch>
            <a:fillRect/>
          </a:stretch>
        </p:blipFill>
        <p:spPr>
          <a:prstGeom prst="rect">
            <a:avLst/>
          </a:prstGeom>
        </p:spPr>
      </p:pic>
    </p:spTree>
    <p:extLst>
      <p:ext uri="{BB962C8B-B14F-4D97-AF65-F5344CB8AC3E}">
        <p14:creationId xmlns:p14="http://schemas.microsoft.com/office/powerpoint/2010/main" val="130669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34BDF7E2-D205-F95B-7296-BF33DCEC2128}"/>
              </a:ext>
            </a:extLst>
          </p:cNvPr>
          <p:cNvCxnSpPr/>
          <p:nvPr/>
        </p:nvCxnSpPr>
        <p:spPr>
          <a:xfrm>
            <a:off x="880708" y="438148"/>
            <a:ext cx="909458" cy="0"/>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55B02C0-0A4B-2EA0-5A87-C70246C44405}"/>
              </a:ext>
            </a:extLst>
          </p:cNvPr>
          <p:cNvSpPr txBox="1"/>
          <p:nvPr/>
        </p:nvSpPr>
        <p:spPr>
          <a:xfrm>
            <a:off x="694284" y="644230"/>
            <a:ext cx="4838447" cy="646331"/>
          </a:xfrm>
          <a:prstGeom prst="rect">
            <a:avLst/>
          </a:prstGeom>
          <a:noFill/>
        </p:spPr>
        <p:txBody>
          <a:bodyPr wrap="square" rtlCol="0">
            <a:spAutoFit/>
          </a:bodyPr>
          <a:lstStyle/>
          <a:p>
            <a:pPr defTabSz="228554"/>
            <a:r>
              <a:rPr lang="vi-VN" sz="3600" b="1" dirty="0">
                <a:solidFill>
                  <a:srgbClr val="172144"/>
                </a:solidFill>
                <a:latin typeface="Bahnschrift" panose="020B0502040204020203" pitchFamily="34" charset="0"/>
              </a:rPr>
              <a:t>Các vấn đề nảy sinh</a:t>
            </a:r>
            <a:endParaRPr lang="en-US" sz="3600" b="1" dirty="0">
              <a:solidFill>
                <a:srgbClr val="172144"/>
              </a:solidFill>
              <a:latin typeface="Bahnschrift" panose="020B0502040204020203" pitchFamily="34" charset="0"/>
            </a:endParaRPr>
          </a:p>
        </p:txBody>
      </p:sp>
      <p:sp>
        <p:nvSpPr>
          <p:cNvPr id="4" name="TextBox 3">
            <a:extLst>
              <a:ext uri="{FF2B5EF4-FFF2-40B4-BE49-F238E27FC236}">
                <a16:creationId xmlns:a16="http://schemas.microsoft.com/office/drawing/2014/main" id="{07721BCF-EF33-B554-A598-5F851E601F87}"/>
              </a:ext>
            </a:extLst>
          </p:cNvPr>
          <p:cNvSpPr txBox="1"/>
          <p:nvPr/>
        </p:nvSpPr>
        <p:spPr>
          <a:xfrm>
            <a:off x="880708" y="1178353"/>
            <a:ext cx="10191844" cy="4915705"/>
          </a:xfrm>
          <a:prstGeom prst="rect">
            <a:avLst/>
          </a:prstGeom>
          <a:noFill/>
        </p:spPr>
        <p:txBody>
          <a:bodyPr wrap="square" rtlCol="0">
            <a:spAutoFit/>
          </a:bodyPr>
          <a:lstStyle/>
          <a:p>
            <a:pPr marL="342900" indent="-342900" defTabSz="228554">
              <a:lnSpc>
                <a:spcPct val="200000"/>
              </a:lnSpc>
              <a:buFont typeface="Arial" panose="020B0604020202020204" pitchFamily="34" charset="0"/>
              <a:buChar char="•"/>
              <a:defRPr/>
            </a:pPr>
            <a:r>
              <a:rPr lang="vi-VN" sz="2000" dirty="0">
                <a:solidFill>
                  <a:srgbClr val="172144"/>
                </a:solidFill>
                <a:latin typeface="Bahnschrift" panose="020B0502040204020203" pitchFamily="34" charset="0"/>
              </a:rPr>
              <a:t>Kích thước vẽ và kích thước in có sự chênh lệch. Quá trình thiết kế phần cứng khi vẽ 3D trên Solidworks còn chưa có kinh nghiệm và chưa được kiểm tra kỹ lưỡng dẫn đến một số kích thước sai. Các mối nối không khớp, không lắp vào nhau được.</a:t>
            </a:r>
          </a:p>
          <a:p>
            <a:pPr marL="342900" indent="-342900" defTabSz="228554">
              <a:lnSpc>
                <a:spcPct val="200000"/>
              </a:lnSpc>
              <a:buFont typeface="Arial" panose="020B0604020202020204" pitchFamily="34" charset="0"/>
              <a:buChar char="•"/>
              <a:defRPr/>
            </a:pPr>
            <a:r>
              <a:rPr lang="vi-VN" sz="2000" dirty="0">
                <a:solidFill>
                  <a:srgbClr val="172144"/>
                </a:solidFill>
                <a:latin typeface="Bahnschrift" panose="020B0502040204020203" pitchFamily="34" charset="0"/>
              </a:rPr>
              <a:t>Bánh chạm vào nhau khi quay; trục bánh bé, không vừa trục động cơ.</a:t>
            </a:r>
          </a:p>
          <a:p>
            <a:pPr marL="342900" indent="-342900" defTabSz="228554">
              <a:lnSpc>
                <a:spcPct val="200000"/>
              </a:lnSpc>
              <a:buFont typeface="Arial" panose="020B0604020202020204" pitchFamily="34" charset="0"/>
              <a:buChar char="•"/>
              <a:defRPr/>
            </a:pPr>
            <a:r>
              <a:rPr lang="vi-VN" sz="2000" dirty="0">
                <a:solidFill>
                  <a:srgbClr val="172144"/>
                </a:solidFill>
                <a:latin typeface="Bahnschrift" panose="020B0502040204020203" pitchFamily="34" charset="0"/>
              </a:rPr>
              <a:t>Trục giữ động cơ yếu, không thể chịu được khối lượng động cơ và bánh; chiều cao của trục quá lớn nên khi ghép các mặt bị chạm nhau.</a:t>
            </a:r>
          </a:p>
          <a:p>
            <a:pPr marL="342900" indent="-342900" defTabSz="228554">
              <a:lnSpc>
                <a:spcPct val="200000"/>
              </a:lnSpc>
              <a:buFont typeface="Arial" panose="020B0604020202020204" pitchFamily="34" charset="0"/>
              <a:buChar char="•"/>
              <a:defRPr/>
            </a:pPr>
            <a:r>
              <a:rPr lang="vi-VN" sz="2000" dirty="0">
                <a:solidFill>
                  <a:srgbClr val="172144"/>
                </a:solidFill>
                <a:latin typeface="Bahnschrift" panose="020B0502040204020203" pitchFamily="34" charset="0"/>
              </a:rPr>
              <a:t>Quá trình hàn mạch còn hàn sai, hỏng bảng mạch, phải hàn lại nhiều lần.</a:t>
            </a:r>
          </a:p>
          <a:p>
            <a:pPr marL="342900" indent="-342900" defTabSz="228554">
              <a:lnSpc>
                <a:spcPct val="200000"/>
              </a:lnSpc>
              <a:buFont typeface="Arial" panose="020B0604020202020204" pitchFamily="34" charset="0"/>
              <a:buChar char="•"/>
              <a:defRPr/>
            </a:pPr>
            <a:r>
              <a:rPr lang="vi-VN" sz="2000" dirty="0">
                <a:solidFill>
                  <a:srgbClr val="172144"/>
                </a:solidFill>
                <a:latin typeface="Bahnschrift" panose="020B0502040204020203" pitchFamily="34" charset="0"/>
              </a:rPr>
              <a:t>Giải quyết: đo, cắt gọt, mài thủ công để các chi tiết vừa khớp.</a:t>
            </a:r>
          </a:p>
        </p:txBody>
      </p:sp>
      <p:sp>
        <p:nvSpPr>
          <p:cNvPr id="5" name="TextBox 4">
            <a:extLst>
              <a:ext uri="{FF2B5EF4-FFF2-40B4-BE49-F238E27FC236}">
                <a16:creationId xmlns:a16="http://schemas.microsoft.com/office/drawing/2014/main" id="{50499554-22D0-FBF6-E9A2-D16952124A4C}"/>
              </a:ext>
            </a:extLst>
          </p:cNvPr>
          <p:cNvSpPr txBox="1"/>
          <p:nvPr/>
        </p:nvSpPr>
        <p:spPr>
          <a:xfrm>
            <a:off x="2716895" y="10522208"/>
            <a:ext cx="6519471" cy="2308324"/>
          </a:xfrm>
          <a:prstGeom prst="rect">
            <a:avLst/>
          </a:prstGeom>
          <a:noFill/>
        </p:spPr>
        <p:txBody>
          <a:bodyPr wrap="square">
            <a:spAutoFit/>
          </a:bodyPr>
          <a:lstStyle/>
          <a:p>
            <a:pPr algn="ctr"/>
            <a:r>
              <a:rPr kumimoji="0" lang="vi-VN" sz="7200" b="1" i="0" u="none" strike="noStrike" kern="1200" cap="none" spc="0" normalizeH="0" baseline="0" noProof="0" dirty="0">
                <a:ln>
                  <a:noFill/>
                </a:ln>
                <a:blipFill dpi="0" rotWithShape="1">
                  <a:blip r:embed="rId2">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CÁC CƠ CẤU CHẤP HÀNH</a:t>
            </a:r>
            <a:endParaRPr lang="en-MY" dirty="0">
              <a:blipFill dpi="0" rotWithShape="1">
                <a:blip r:embed="rId2">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pic>
        <p:nvPicPr>
          <p:cNvPr id="6" name="Picture 5">
            <a:extLst>
              <a:ext uri="{FF2B5EF4-FFF2-40B4-BE49-F238E27FC236}">
                <a16:creationId xmlns:a16="http://schemas.microsoft.com/office/drawing/2014/main" id="{8039EF71-4BDA-AF6F-ED98-CFF8C483016A}"/>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Layer>
                </a14:imgProps>
              </a:ext>
              <a:ext uri="{28A0092B-C50C-407E-A947-70E740481C1C}">
                <a14:useLocalDpi xmlns:a14="http://schemas.microsoft.com/office/drawing/2010/main" val="0"/>
              </a:ext>
            </a:extLst>
          </a:blip>
          <a:srcRect/>
          <a:stretch/>
        </p:blipFill>
        <p:spPr>
          <a:xfrm>
            <a:off x="-8956010" y="-11670067"/>
            <a:ext cx="19827209" cy="8420270"/>
          </a:xfrm>
          <a:prstGeom prst="roundRect">
            <a:avLst>
              <a:gd name="adj" fmla="val 50000"/>
            </a:avLst>
          </a:prstGeom>
        </p:spPr>
      </p:pic>
      <p:sp>
        <p:nvSpPr>
          <p:cNvPr id="7" name="TextBox 6">
            <a:extLst>
              <a:ext uri="{FF2B5EF4-FFF2-40B4-BE49-F238E27FC236}">
                <a16:creationId xmlns:a16="http://schemas.microsoft.com/office/drawing/2014/main" id="{C32ED8DA-02A5-3F7E-A164-3B0D0981A1CB}"/>
              </a:ext>
            </a:extLst>
          </p:cNvPr>
          <p:cNvSpPr txBox="1"/>
          <p:nvPr/>
        </p:nvSpPr>
        <p:spPr>
          <a:xfrm>
            <a:off x="12941127" y="-7282285"/>
            <a:ext cx="4146121"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solidFill>
                    <a:prstClr val="white"/>
                  </a:solidFill>
                </a:ln>
                <a:noFill/>
                <a:effectLst/>
                <a:uLnTx/>
                <a:uFillTx/>
                <a:latin typeface="Century Gothic" panose="020B0502020202020204" pitchFamily="34" charset="0"/>
                <a:ea typeface="+mn-ea"/>
                <a:cs typeface="+mn-cs"/>
              </a:rPr>
              <a:t>IN TEXT </a:t>
            </a:r>
            <a:endParaRPr kumimoji="0" lang="en-MY"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86CEB4FA-9BB7-BF16-A005-1C1CE0DB1AB0}"/>
              </a:ext>
            </a:extLst>
          </p:cNvPr>
          <p:cNvSpPr/>
          <p:nvPr/>
        </p:nvSpPr>
        <p:spPr>
          <a:xfrm>
            <a:off x="8742835" y="-14795079"/>
            <a:ext cx="14687411" cy="15471777"/>
          </a:xfrm>
          <a:prstGeom prst="ellipse">
            <a:avLst/>
          </a:prstGeom>
          <a:solidFill>
            <a:schemeClr val="tx1">
              <a:lumMod val="85000"/>
              <a:lumOff val="1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pic>
        <p:nvPicPr>
          <p:cNvPr id="9" name="Picture 8">
            <a:extLst>
              <a:ext uri="{FF2B5EF4-FFF2-40B4-BE49-F238E27FC236}">
                <a16:creationId xmlns:a16="http://schemas.microsoft.com/office/drawing/2014/main" id="{FEECEC2F-1C64-DD44-48C3-A84E84614407}"/>
              </a:ext>
            </a:extLst>
          </p:cNvPr>
          <p:cNvPicPr>
            <a:picLocks noChangeAspect="1"/>
          </p:cNvPicPr>
          <p:nvPr/>
        </p:nvPicPr>
        <p:blipFill>
          <a:blip r:embed="rId5">
            <a:duotone>
              <a:prstClr val="black"/>
              <a:srgbClr val="7030A0">
                <a:tint val="45000"/>
                <a:satMod val="400000"/>
              </a:srgbClr>
            </a:duotone>
          </a:blip>
          <a:stretch>
            <a:fillRect/>
          </a:stretch>
        </p:blipFill>
        <p:spPr>
          <a:xfrm>
            <a:off x="8902204" y="-7459932"/>
            <a:ext cx="452118" cy="801484"/>
          </a:xfrm>
          <a:prstGeom prst="rect">
            <a:avLst/>
          </a:prstGeom>
          <a:noFill/>
        </p:spPr>
      </p:pic>
      <p:grpSp>
        <p:nvGrpSpPr>
          <p:cNvPr id="10" name="Group 9">
            <a:extLst>
              <a:ext uri="{FF2B5EF4-FFF2-40B4-BE49-F238E27FC236}">
                <a16:creationId xmlns:a16="http://schemas.microsoft.com/office/drawing/2014/main" id="{92DED5F7-D889-487D-D212-7D5E583C6F6C}"/>
              </a:ext>
            </a:extLst>
          </p:cNvPr>
          <p:cNvGrpSpPr/>
          <p:nvPr/>
        </p:nvGrpSpPr>
        <p:grpSpPr>
          <a:xfrm>
            <a:off x="5113680" y="-17629932"/>
            <a:ext cx="8211469" cy="7641093"/>
            <a:chOff x="-7359647" y="3481383"/>
            <a:chExt cx="8211469" cy="7641093"/>
          </a:xfrm>
          <a:solidFill>
            <a:srgbClr val="FEFEFE"/>
          </a:solidFill>
        </p:grpSpPr>
        <p:sp>
          <p:nvSpPr>
            <p:cNvPr id="11" name="Freeform: Shape 10">
              <a:extLst>
                <a:ext uri="{FF2B5EF4-FFF2-40B4-BE49-F238E27FC236}">
                  <a16:creationId xmlns:a16="http://schemas.microsoft.com/office/drawing/2014/main" id="{B753FE01-6DB0-1293-9510-CBF432CB5754}"/>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12" name="Freeform: Shape 11">
              <a:extLst>
                <a:ext uri="{FF2B5EF4-FFF2-40B4-BE49-F238E27FC236}">
                  <a16:creationId xmlns:a16="http://schemas.microsoft.com/office/drawing/2014/main" id="{2FD1C31E-893F-F804-FE40-D1916B7CAF4A}"/>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13" name="TextBox 12">
            <a:extLst>
              <a:ext uri="{FF2B5EF4-FFF2-40B4-BE49-F238E27FC236}">
                <a16:creationId xmlns:a16="http://schemas.microsoft.com/office/drawing/2014/main" id="{7C0F7417-5330-011D-868C-0C585821C0BC}"/>
              </a:ext>
            </a:extLst>
          </p:cNvPr>
          <p:cNvSpPr txBox="1"/>
          <p:nvPr/>
        </p:nvSpPr>
        <p:spPr>
          <a:xfrm>
            <a:off x="4726630" y="-9214271"/>
            <a:ext cx="3178871" cy="2554545"/>
          </a:xfrm>
          <a:prstGeom prst="rect">
            <a:avLst/>
          </a:prstGeom>
          <a:noFill/>
        </p:spPr>
        <p:txBody>
          <a:bodyPr wrap="square" rtlCol="0">
            <a:spAutoFit/>
          </a:bodyPr>
          <a:lstStyle/>
          <a:p>
            <a:r>
              <a:rPr lang="vi-VN" sz="8000" b="1" dirty="0">
                <a:solidFill>
                  <a:schemeClr val="bg1"/>
                </a:solidFill>
                <a:latin typeface="Bahnschrift" panose="020B0502040204020203" pitchFamily="34" charset="0"/>
              </a:rPr>
              <a:t>GIỚI THIỆU</a:t>
            </a:r>
            <a:endParaRPr lang="en-US" sz="8800" b="1" dirty="0">
              <a:solidFill>
                <a:schemeClr val="bg1"/>
              </a:solidFill>
              <a:latin typeface="Bahnschrift" panose="020B0502040204020203" pitchFamily="34" charset="0"/>
            </a:endParaRPr>
          </a:p>
        </p:txBody>
      </p:sp>
      <p:sp>
        <p:nvSpPr>
          <p:cNvPr id="14" name="TextBox 13">
            <a:extLst>
              <a:ext uri="{FF2B5EF4-FFF2-40B4-BE49-F238E27FC236}">
                <a16:creationId xmlns:a16="http://schemas.microsoft.com/office/drawing/2014/main" id="{B7F8EACE-7BF9-5FDE-5210-056385EDAB4E}"/>
              </a:ext>
            </a:extLst>
          </p:cNvPr>
          <p:cNvSpPr txBox="1"/>
          <p:nvPr/>
        </p:nvSpPr>
        <p:spPr>
          <a:xfrm>
            <a:off x="4346858" y="-6719889"/>
            <a:ext cx="4198647" cy="1323439"/>
          </a:xfrm>
          <a:prstGeom prst="rect">
            <a:avLst/>
          </a:prstGeom>
          <a:noFill/>
        </p:spPr>
        <p:txBody>
          <a:bodyPr wrap="square">
            <a:spAutoFit/>
          </a:bodyPr>
          <a:lstStyle/>
          <a:p>
            <a:r>
              <a:rPr kumimoji="0" lang="vi-VN" sz="8000" b="1" i="0" u="none" strike="noStrike" kern="1200" cap="none" spc="0" normalizeH="0" baseline="0" noProof="0" dirty="0">
                <a:ln>
                  <a:solidFill>
                    <a:schemeClr val="bg1"/>
                  </a:solidFill>
                </a:ln>
                <a:noFill/>
                <a:effectLst/>
                <a:uLnTx/>
                <a:uFillTx/>
                <a:latin typeface="Bahnschrift" panose="020B0502040204020203" pitchFamily="34" charset="0"/>
              </a:rPr>
              <a:t>CHUNG</a:t>
            </a:r>
            <a:endParaRPr lang="en-MY" sz="2000" dirty="0">
              <a:solidFill>
                <a:schemeClr val="bg1"/>
              </a:solidFill>
              <a:latin typeface="Bahnschrift" panose="020B0502040204020203" pitchFamily="34" charset="0"/>
            </a:endParaRPr>
          </a:p>
        </p:txBody>
      </p:sp>
      <p:sp>
        <p:nvSpPr>
          <p:cNvPr id="15" name="TextBox 14">
            <a:extLst>
              <a:ext uri="{FF2B5EF4-FFF2-40B4-BE49-F238E27FC236}">
                <a16:creationId xmlns:a16="http://schemas.microsoft.com/office/drawing/2014/main" id="{ADAF438C-02D9-CA20-085C-669D50A66562}"/>
              </a:ext>
            </a:extLst>
          </p:cNvPr>
          <p:cNvSpPr txBox="1"/>
          <p:nvPr/>
        </p:nvSpPr>
        <p:spPr>
          <a:xfrm>
            <a:off x="-3473469" y="-12480371"/>
            <a:ext cx="1153039" cy="461665"/>
          </a:xfrm>
          <a:prstGeom prst="rect">
            <a:avLst/>
          </a:prstGeom>
          <a:noFill/>
        </p:spPr>
        <p:txBody>
          <a:bodyPr wrap="square">
            <a:spAutoFit/>
          </a:bodyPr>
          <a:lstStyle/>
          <a:p>
            <a:r>
              <a:rPr kumimoji="0" lang="en-US" sz="2400" b="1" i="0" u="none" strike="noStrike" kern="1200" cap="none" spc="0" normalizeH="0" baseline="0" noProof="0" dirty="0">
                <a:ln>
                  <a:noFill/>
                </a:ln>
                <a:blipFill dpi="0" rotWithShape="1">
                  <a:blip r:embed="rId2">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hmppt</a:t>
            </a:r>
            <a:endParaRPr lang="en-MY" sz="600" dirty="0">
              <a:blipFill dpi="0" rotWithShape="1">
                <a:blip r:embed="rId2">
                  <a:extLst>
                    <a:ext uri="{28A0092B-C50C-407E-A947-70E740481C1C}">
                      <a14:useLocalDpi xmlns:a14="http://schemas.microsoft.com/office/drawing/2010/main" val="0"/>
                    </a:ext>
                  </a:extLst>
                </a:blip>
                <a:srcRect/>
                <a:stretch>
                  <a:fillRect/>
                </a:stretch>
              </a:blipFill>
            </a:endParaRPr>
          </a:p>
        </p:txBody>
      </p:sp>
      <p:pic>
        <p:nvPicPr>
          <p:cNvPr id="16" name="Picture 15">
            <a:extLst>
              <a:ext uri="{FF2B5EF4-FFF2-40B4-BE49-F238E27FC236}">
                <a16:creationId xmlns:a16="http://schemas.microsoft.com/office/drawing/2014/main" id="{5784E527-D0E4-F3E0-B7BB-445E7204053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60260" y="-12185612"/>
            <a:ext cx="335075" cy="333811"/>
          </a:xfrm>
          <a:prstGeom prst="rect">
            <a:avLst/>
          </a:prstGeom>
        </p:spPr>
      </p:pic>
      <p:sp>
        <p:nvSpPr>
          <p:cNvPr id="17" name="TextBox 16">
            <a:extLst>
              <a:ext uri="{FF2B5EF4-FFF2-40B4-BE49-F238E27FC236}">
                <a16:creationId xmlns:a16="http://schemas.microsoft.com/office/drawing/2014/main" id="{C781C642-A543-7F70-7C7C-0007B27C17D2}"/>
              </a:ext>
            </a:extLst>
          </p:cNvPr>
          <p:cNvSpPr txBox="1"/>
          <p:nvPr/>
        </p:nvSpPr>
        <p:spPr>
          <a:xfrm>
            <a:off x="-2254174" y="-12661322"/>
            <a:ext cx="759572" cy="307777"/>
          </a:xfrm>
          <a:prstGeom prst="rect">
            <a:avLst/>
          </a:prstGeom>
          <a:noFill/>
        </p:spPr>
        <p:txBody>
          <a:bodyPr wrap="square">
            <a:spAutoFit/>
          </a:bodyPr>
          <a:lstStyle/>
          <a:p>
            <a:r>
              <a:rPr kumimoji="0" lang="en-US" sz="1400" b="1" i="0" u="none" strike="noStrike" kern="1200" cap="none" spc="0" normalizeH="0" baseline="0" noProof="0" dirty="0">
                <a:ln>
                  <a:noFill/>
                </a:ln>
                <a:blipFill dpi="0" rotWithShape="1">
                  <a:blip r:embed="rId2">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Home</a:t>
            </a:r>
            <a:endParaRPr lang="en-MY" sz="200" b="1" dirty="0">
              <a:blipFill dpi="0" rotWithShape="1">
                <a:blip r:embed="rId2">
                  <a:extLst>
                    <a:ext uri="{28A0092B-C50C-407E-A947-70E740481C1C}">
                      <a14:useLocalDpi xmlns:a14="http://schemas.microsoft.com/office/drawing/2010/main" val="0"/>
                    </a:ext>
                  </a:extLst>
                </a:blip>
                <a:srcRect/>
                <a:stretch>
                  <a:fillRect/>
                </a:stretch>
              </a:blipFill>
            </a:endParaRPr>
          </a:p>
        </p:txBody>
      </p:sp>
      <p:sp>
        <p:nvSpPr>
          <p:cNvPr id="18" name="TextBox 17">
            <a:extLst>
              <a:ext uri="{FF2B5EF4-FFF2-40B4-BE49-F238E27FC236}">
                <a16:creationId xmlns:a16="http://schemas.microsoft.com/office/drawing/2014/main" id="{6E2DBDD3-AEC0-56E4-6E00-09CFE2F39161}"/>
              </a:ext>
            </a:extLst>
          </p:cNvPr>
          <p:cNvSpPr txBox="1"/>
          <p:nvPr/>
        </p:nvSpPr>
        <p:spPr>
          <a:xfrm>
            <a:off x="-1577619" y="-12945240"/>
            <a:ext cx="771449" cy="307777"/>
          </a:xfrm>
          <a:prstGeom prst="rect">
            <a:avLst/>
          </a:prstGeom>
          <a:noFill/>
        </p:spPr>
        <p:txBody>
          <a:bodyPr wrap="square">
            <a:spAutoFit/>
          </a:bodyPr>
          <a:lstStyle/>
          <a:p>
            <a:r>
              <a:rPr kumimoji="0" lang="en-US" sz="1400" b="1" i="0" u="none" strike="noStrike" kern="1200" cap="none" spc="0" normalizeH="0" baseline="0" noProof="0" dirty="0">
                <a:ln>
                  <a:noFill/>
                </a:ln>
                <a:blipFill dpi="0" rotWithShape="1">
                  <a:blip r:embed="rId2">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Menus </a:t>
            </a:r>
            <a:endParaRPr lang="en-MY" sz="200" b="1" dirty="0">
              <a:blipFill dpi="0" rotWithShape="1">
                <a:blip r:embed="rId2">
                  <a:extLst>
                    <a:ext uri="{28A0092B-C50C-407E-A947-70E740481C1C}">
                      <a14:useLocalDpi xmlns:a14="http://schemas.microsoft.com/office/drawing/2010/main" val="0"/>
                    </a:ext>
                  </a:extLst>
                </a:blip>
                <a:srcRect/>
                <a:stretch>
                  <a:fillRect/>
                </a:stretch>
              </a:blipFill>
            </a:endParaRPr>
          </a:p>
        </p:txBody>
      </p:sp>
      <p:sp>
        <p:nvSpPr>
          <p:cNvPr id="19" name="TextBox 18">
            <a:extLst>
              <a:ext uri="{FF2B5EF4-FFF2-40B4-BE49-F238E27FC236}">
                <a16:creationId xmlns:a16="http://schemas.microsoft.com/office/drawing/2014/main" id="{19ED6DCF-2288-117C-6A3A-301C1F9258CD}"/>
              </a:ext>
            </a:extLst>
          </p:cNvPr>
          <p:cNvSpPr txBox="1"/>
          <p:nvPr/>
        </p:nvSpPr>
        <p:spPr>
          <a:xfrm>
            <a:off x="-834809" y="-13241120"/>
            <a:ext cx="771450" cy="307777"/>
          </a:xfrm>
          <a:prstGeom prst="rect">
            <a:avLst/>
          </a:prstGeom>
          <a:noFill/>
        </p:spPr>
        <p:txBody>
          <a:bodyPr wrap="square">
            <a:spAutoFit/>
          </a:bodyPr>
          <a:lstStyle/>
          <a:p>
            <a:r>
              <a:rPr kumimoji="0" lang="en-US" sz="1400" b="1" i="0" u="none" strike="noStrike" kern="1200" cap="none" spc="0" normalizeH="0" baseline="0" noProof="0" dirty="0">
                <a:ln>
                  <a:noFill/>
                </a:ln>
                <a:blipFill dpi="0" rotWithShape="1">
                  <a:blip r:embed="rId2">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Points </a:t>
            </a:r>
            <a:endParaRPr lang="en-MY" sz="200" b="1" dirty="0">
              <a:blipFill dpi="0" rotWithShape="1">
                <a:blip r:embed="rId2">
                  <a:extLst>
                    <a:ext uri="{28A0092B-C50C-407E-A947-70E740481C1C}">
                      <a14:useLocalDpi xmlns:a14="http://schemas.microsoft.com/office/drawing/2010/main" val="0"/>
                    </a:ext>
                  </a:extLst>
                </a:blip>
                <a:srcRect/>
                <a:stretch>
                  <a:fillRect/>
                </a:stretch>
              </a:blipFill>
            </a:endParaRPr>
          </a:p>
        </p:txBody>
      </p:sp>
      <p:sp>
        <p:nvSpPr>
          <p:cNvPr id="20" name="Oval 19">
            <a:extLst>
              <a:ext uri="{FF2B5EF4-FFF2-40B4-BE49-F238E27FC236}">
                <a16:creationId xmlns:a16="http://schemas.microsoft.com/office/drawing/2014/main" id="{480B8F9F-F80E-F38D-8ACB-F8799203D5CF}"/>
              </a:ext>
            </a:extLst>
          </p:cNvPr>
          <p:cNvSpPr/>
          <p:nvPr/>
        </p:nvSpPr>
        <p:spPr>
          <a:xfrm>
            <a:off x="-10158111" y="-15471777"/>
            <a:ext cx="14687411" cy="15471777"/>
          </a:xfrm>
          <a:prstGeom prst="ellipse">
            <a:avLst/>
          </a:prstGeom>
          <a:solidFill>
            <a:schemeClr val="bg1"/>
          </a:solidFill>
          <a:ln>
            <a:solidFill>
              <a:schemeClr val="bg1"/>
            </a:solidFill>
          </a:ln>
          <a:effectLst>
            <a:glow rad="63500">
              <a:schemeClr val="accent3">
                <a:satMod val="175000"/>
                <a:alpha val="40000"/>
              </a:schemeClr>
            </a:glow>
            <a:outerShdw blurRad="50800" dist="38100" dir="10800000" algn="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grpSp>
        <p:nvGrpSpPr>
          <p:cNvPr id="21" name="Group 20">
            <a:extLst>
              <a:ext uri="{FF2B5EF4-FFF2-40B4-BE49-F238E27FC236}">
                <a16:creationId xmlns:a16="http://schemas.microsoft.com/office/drawing/2014/main" id="{95EAAE5C-8FA1-7C69-E4E0-05E2399CF4A2}"/>
              </a:ext>
            </a:extLst>
          </p:cNvPr>
          <p:cNvGrpSpPr/>
          <p:nvPr/>
        </p:nvGrpSpPr>
        <p:grpSpPr>
          <a:xfrm rot="3334020">
            <a:off x="-10439292" y="-7540244"/>
            <a:ext cx="8211469" cy="8236257"/>
            <a:chOff x="-7359647" y="3481383"/>
            <a:chExt cx="8211469" cy="7641093"/>
          </a:xfrm>
        </p:grpSpPr>
        <p:sp>
          <p:nvSpPr>
            <p:cNvPr id="22" name="Freeform: Shape 21">
              <a:extLst>
                <a:ext uri="{FF2B5EF4-FFF2-40B4-BE49-F238E27FC236}">
                  <a16:creationId xmlns:a16="http://schemas.microsoft.com/office/drawing/2014/main" id="{E83A15C8-1A1F-BDE9-6649-56AB83A7D6A7}"/>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2">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23" name="Freeform: Shape 22">
              <a:extLst>
                <a:ext uri="{FF2B5EF4-FFF2-40B4-BE49-F238E27FC236}">
                  <a16:creationId xmlns:a16="http://schemas.microsoft.com/office/drawing/2014/main" id="{1067EDAB-43E7-EF75-4AD7-221DDBF7215B}"/>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2">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24" name="TextBox 23">
            <a:extLst>
              <a:ext uri="{FF2B5EF4-FFF2-40B4-BE49-F238E27FC236}">
                <a16:creationId xmlns:a16="http://schemas.microsoft.com/office/drawing/2014/main" id="{B5CC4700-0DE7-4E61-E6C1-FEAE075599B1}"/>
              </a:ext>
            </a:extLst>
          </p:cNvPr>
          <p:cNvSpPr txBox="1"/>
          <p:nvPr/>
        </p:nvSpPr>
        <p:spPr>
          <a:xfrm>
            <a:off x="17691566" y="-7196993"/>
            <a:ext cx="2145356" cy="215444"/>
          </a:xfrm>
          <a:prstGeom prst="rect">
            <a:avLst/>
          </a:prstGeom>
          <a:noFill/>
        </p:spPr>
        <p:txBody>
          <a:bodyPr wrap="square">
            <a:spAutoFit/>
          </a:bodyPr>
          <a:lstStyle/>
          <a:p>
            <a:pPr algn="ctr"/>
            <a:endParaRPr lang="en-MY" sz="800" dirty="0">
              <a:latin typeface="Bahnschrift" panose="020B0502040204020203" pitchFamily="34" charset="0"/>
            </a:endParaRPr>
          </a:p>
        </p:txBody>
      </p:sp>
      <p:pic>
        <p:nvPicPr>
          <p:cNvPr id="25" name="Picture 24">
            <a:extLst>
              <a:ext uri="{FF2B5EF4-FFF2-40B4-BE49-F238E27FC236}">
                <a16:creationId xmlns:a16="http://schemas.microsoft.com/office/drawing/2014/main" id="{10EF7D8D-A952-AD27-D4D2-E1AFBC12EE13}"/>
              </a:ext>
            </a:extLst>
          </p:cNvPr>
          <p:cNvPicPr>
            <a:picLocks noChangeAspect="1"/>
          </p:cNvPicPr>
          <p:nvPr/>
        </p:nvPicPr>
        <p:blipFill rotWithShape="1">
          <a:blip r:embed="rId7">
            <a:extLst>
              <a:ext uri="{28A0092B-C50C-407E-A947-70E740481C1C}">
                <a14:useLocalDpi xmlns:a14="http://schemas.microsoft.com/office/drawing/2010/main" val="0"/>
              </a:ext>
            </a:extLst>
          </a:blip>
          <a:srcRect l="29496" t="57017" r="40993" b="16720"/>
          <a:stretch/>
        </p:blipFill>
        <p:spPr>
          <a:xfrm>
            <a:off x="17972346" y="-7456392"/>
            <a:ext cx="1561770" cy="1042416"/>
          </a:xfrm>
          <a:prstGeom prst="roundRect">
            <a:avLst>
              <a:gd name="adj" fmla="val 50000"/>
            </a:avLst>
          </a:prstGeom>
        </p:spPr>
      </p:pic>
      <p:pic>
        <p:nvPicPr>
          <p:cNvPr id="26" name="Picture 25">
            <a:extLst>
              <a:ext uri="{FF2B5EF4-FFF2-40B4-BE49-F238E27FC236}">
                <a16:creationId xmlns:a16="http://schemas.microsoft.com/office/drawing/2014/main" id="{8D273DAE-D080-5CE4-A665-CBD1ED7A4053}"/>
              </a:ext>
            </a:extLst>
          </p:cNvPr>
          <p:cNvPicPr>
            <a:picLocks noChangeAspect="1"/>
          </p:cNvPicPr>
          <p:nvPr/>
        </p:nvPicPr>
        <p:blipFill>
          <a:blip r:embed="rId5">
            <a:duotone>
              <a:prstClr val="black"/>
              <a:srgbClr val="7030A0">
                <a:tint val="45000"/>
                <a:satMod val="400000"/>
              </a:srgbClr>
            </a:duotone>
          </a:blip>
          <a:stretch>
            <a:fillRect/>
          </a:stretch>
        </p:blipFill>
        <p:spPr>
          <a:xfrm>
            <a:off x="17224898" y="-7465301"/>
            <a:ext cx="452118" cy="801484"/>
          </a:xfrm>
          <a:prstGeom prst="rect">
            <a:avLst/>
          </a:prstGeom>
          <a:noFill/>
        </p:spPr>
      </p:pic>
      <p:grpSp>
        <p:nvGrpSpPr>
          <p:cNvPr id="27" name="Group 26">
            <a:extLst>
              <a:ext uri="{FF2B5EF4-FFF2-40B4-BE49-F238E27FC236}">
                <a16:creationId xmlns:a16="http://schemas.microsoft.com/office/drawing/2014/main" id="{260805CC-F3B3-6F8C-55E4-60347AFD253E}"/>
              </a:ext>
            </a:extLst>
          </p:cNvPr>
          <p:cNvGrpSpPr/>
          <p:nvPr/>
        </p:nvGrpSpPr>
        <p:grpSpPr>
          <a:xfrm>
            <a:off x="17941551" y="-8019593"/>
            <a:ext cx="1644086" cy="2209664"/>
            <a:chOff x="5728041" y="4010797"/>
            <a:chExt cx="1644086" cy="2209664"/>
          </a:xfrm>
        </p:grpSpPr>
        <p:sp>
          <p:nvSpPr>
            <p:cNvPr id="28" name="TextBox 27">
              <a:extLst>
                <a:ext uri="{FF2B5EF4-FFF2-40B4-BE49-F238E27FC236}">
                  <a16:creationId xmlns:a16="http://schemas.microsoft.com/office/drawing/2014/main" id="{1907B75A-E9B7-EE0A-76D9-239FCFD11E0A}"/>
                </a:ext>
              </a:extLst>
            </p:cNvPr>
            <p:cNvSpPr txBox="1"/>
            <p:nvPr/>
          </p:nvSpPr>
          <p:spPr>
            <a:xfrm>
              <a:off x="5728041" y="4650801"/>
              <a:ext cx="1509342" cy="1569660"/>
            </a:xfrm>
            <a:prstGeom prst="rect">
              <a:avLst/>
            </a:prstGeom>
            <a:noFill/>
          </p:spPr>
          <p:txBody>
            <a:bodyPr wrap="square" rtlCol="0">
              <a:spAutoFit/>
            </a:bodyPr>
            <a:lstStyle/>
            <a:p>
              <a:pPr marL="171450" indent="-171450">
                <a:buFont typeface="Arial" panose="020B0604020202020204" pitchFamily="34" charset="0"/>
                <a:buChar char="•"/>
              </a:pPr>
              <a:r>
                <a:rPr lang="en-MY" sz="1200" dirty="0">
                  <a:solidFill>
                    <a:schemeClr val="bg1">
                      <a:lumMod val="65000"/>
                    </a:schemeClr>
                  </a:solidFill>
                  <a:latin typeface="Century Gothic" panose="020B0502020202020204" pitchFamily="34" charset="0"/>
                </a:rPr>
                <a:t>Tengok teaser Genshin impact </a:t>
              </a:r>
              <a:r>
                <a:rPr lang="en-MY" sz="1200" dirty="0" err="1">
                  <a:solidFill>
                    <a:schemeClr val="bg1">
                      <a:lumMod val="65000"/>
                    </a:schemeClr>
                  </a:solidFill>
                  <a:latin typeface="Century Gothic" panose="020B0502020202020204" pitchFamily="34" charset="0"/>
                </a:rPr>
                <a:t>Teyvat</a:t>
              </a:r>
              <a:r>
                <a:rPr lang="en-MY" sz="1200" dirty="0">
                  <a:solidFill>
                    <a:schemeClr val="bg1">
                      <a:lumMod val="65000"/>
                    </a:schemeClr>
                  </a:solidFill>
                  <a:latin typeface="Century Gothic" panose="020B0502020202020204" pitchFamily="34" charset="0"/>
                </a:rPr>
                <a:t> style dengan music </a:t>
              </a:r>
              <a:r>
                <a:rPr lang="en-MY" sz="1200" dirty="0" err="1">
                  <a:solidFill>
                    <a:schemeClr val="bg1">
                      <a:lumMod val="65000"/>
                    </a:schemeClr>
                  </a:solidFill>
                  <a:latin typeface="Century Gothic" panose="020B0502020202020204" pitchFamily="34" charset="0"/>
                </a:rPr>
                <a:t>dia</a:t>
              </a:r>
              <a:r>
                <a:rPr lang="en-MY" sz="1200" dirty="0">
                  <a:solidFill>
                    <a:schemeClr val="bg1">
                      <a:lumMod val="65000"/>
                    </a:schemeClr>
                  </a:solidFill>
                  <a:latin typeface="Century Gothic" panose="020B0502020202020204" pitchFamily="34" charset="0"/>
                </a:rPr>
                <a:t> </a:t>
              </a:r>
              <a:r>
                <a:rPr lang="en-MY" sz="1200" dirty="0" err="1">
                  <a:solidFill>
                    <a:schemeClr val="bg1">
                      <a:lumMod val="65000"/>
                    </a:schemeClr>
                  </a:solidFill>
                  <a:latin typeface="Century Gothic" panose="020B0502020202020204" pitchFamily="34" charset="0"/>
                </a:rPr>
                <a:t>terus</a:t>
              </a:r>
              <a:r>
                <a:rPr lang="en-MY" sz="1200" dirty="0">
                  <a:solidFill>
                    <a:schemeClr val="bg1">
                      <a:lumMod val="65000"/>
                    </a:schemeClr>
                  </a:solidFill>
                  <a:latin typeface="Century Gothic" panose="020B0502020202020204" pitchFamily="34" charset="0"/>
                </a:rPr>
                <a:t> inspired untuk buat style macam </a:t>
              </a:r>
              <a:r>
                <a:rPr lang="en-MY" sz="1200" dirty="0" err="1">
                  <a:solidFill>
                    <a:schemeClr val="bg1">
                      <a:lumMod val="65000"/>
                    </a:schemeClr>
                  </a:solidFill>
                  <a:latin typeface="Century Gothic" panose="020B0502020202020204" pitchFamily="34" charset="0"/>
                </a:rPr>
                <a:t>ni</a:t>
              </a:r>
              <a:r>
                <a:rPr lang="en-MY" sz="1200" dirty="0">
                  <a:solidFill>
                    <a:schemeClr val="bg1">
                      <a:lumMod val="65000"/>
                    </a:schemeClr>
                  </a:solidFill>
                  <a:latin typeface="Century Gothic" panose="020B0502020202020204" pitchFamily="34" charset="0"/>
                </a:rPr>
                <a:t>.</a:t>
              </a:r>
              <a:endParaRPr lang="en-MY" sz="1600" dirty="0">
                <a:solidFill>
                  <a:schemeClr val="bg1">
                    <a:lumMod val="65000"/>
                  </a:schemeClr>
                </a:solidFill>
                <a:latin typeface="Century Gothic" panose="020B0502020202020204" pitchFamily="34" charset="0"/>
              </a:endParaRPr>
            </a:p>
          </p:txBody>
        </p:sp>
        <p:sp>
          <p:nvSpPr>
            <p:cNvPr id="29" name="TextBox 28">
              <a:extLst>
                <a:ext uri="{FF2B5EF4-FFF2-40B4-BE49-F238E27FC236}">
                  <a16:creationId xmlns:a16="http://schemas.microsoft.com/office/drawing/2014/main" id="{BCD41C77-A1A5-5CD9-803D-3E13DD56360D}"/>
                </a:ext>
              </a:extLst>
            </p:cNvPr>
            <p:cNvSpPr txBox="1"/>
            <p:nvPr/>
          </p:nvSpPr>
          <p:spPr>
            <a:xfrm>
              <a:off x="5781510" y="4010797"/>
              <a:ext cx="1590617" cy="584775"/>
            </a:xfrm>
            <a:prstGeom prst="rect">
              <a:avLst/>
            </a:prstGeom>
            <a:noFill/>
          </p:spPr>
          <p:txBody>
            <a:bodyPr wrap="square">
              <a:spAutoFit/>
            </a:bodyPr>
            <a:lstStyle/>
            <a:p>
              <a:r>
                <a:rPr lang="en-US" sz="3200" b="1" dirty="0">
                  <a:blipFill dpi="0" rotWithShape="1">
                    <a:blip r:embed="rId2">
                      <a:extLst>
                        <a:ext uri="{28A0092B-C50C-407E-A947-70E740481C1C}">
                          <a14:useLocalDpi xmlns:a14="http://schemas.microsoft.com/office/drawing/2010/main" val="0"/>
                        </a:ext>
                      </a:extLst>
                    </a:blip>
                    <a:srcRect/>
                    <a:stretch>
                      <a:fillRect/>
                    </a:stretch>
                  </a:blipFill>
                  <a:latin typeface="Century Gothic" panose="020B0502020202020204" pitchFamily="34" charset="0"/>
                </a:rPr>
                <a:t>T</a:t>
              </a:r>
              <a:r>
                <a:rPr kumimoji="0" lang="en-US" sz="3200" b="1" i="0" u="none" strike="noStrike" kern="1200" cap="none" spc="0" normalizeH="0" baseline="0" noProof="0" dirty="0" err="1">
                  <a:ln>
                    <a:noFill/>
                  </a:ln>
                  <a:blipFill dpi="0" rotWithShape="1">
                    <a:blip r:embed="rId2">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ekejut</a:t>
              </a:r>
              <a:endParaRPr lang="en-MY" sz="800" dirty="0"/>
            </a:p>
          </p:txBody>
        </p:sp>
      </p:grpSp>
      <p:pic>
        <p:nvPicPr>
          <p:cNvPr id="30" name="Picture 29">
            <a:extLst>
              <a:ext uri="{FF2B5EF4-FFF2-40B4-BE49-F238E27FC236}">
                <a16:creationId xmlns:a16="http://schemas.microsoft.com/office/drawing/2014/main" id="{6B97CC94-E4A6-3980-7C73-B2F65F6A24CD}"/>
              </a:ext>
            </a:extLst>
          </p:cNvPr>
          <p:cNvPicPr>
            <a:picLocks noChangeAspect="1"/>
          </p:cNvPicPr>
          <p:nvPr/>
        </p:nvPicPr>
        <p:blipFill rotWithShape="1">
          <a:blip r:embed="rId8">
            <a:extLst>
              <a:ext uri="{28A0092B-C50C-407E-A947-70E740481C1C}">
                <a14:useLocalDpi xmlns:a14="http://schemas.microsoft.com/office/drawing/2010/main" val="0"/>
              </a:ext>
            </a:extLst>
          </a:blip>
          <a:srcRect l="70858" t="13626" r="369" b="11179"/>
          <a:stretch/>
        </p:blipFill>
        <p:spPr>
          <a:xfrm>
            <a:off x="17948485" y="-8674957"/>
            <a:ext cx="1576715" cy="3090411"/>
          </a:xfrm>
          <a:prstGeom prst="roundRect">
            <a:avLst>
              <a:gd name="adj" fmla="val 50000"/>
            </a:avLst>
          </a:prstGeom>
        </p:spPr>
      </p:pic>
      <p:grpSp>
        <p:nvGrpSpPr>
          <p:cNvPr id="31" name="Group 30">
            <a:extLst>
              <a:ext uri="{FF2B5EF4-FFF2-40B4-BE49-F238E27FC236}">
                <a16:creationId xmlns:a16="http://schemas.microsoft.com/office/drawing/2014/main" id="{E6EB06D3-D1E9-AE16-38A8-F2C6E1E70839}"/>
              </a:ext>
            </a:extLst>
          </p:cNvPr>
          <p:cNvGrpSpPr/>
          <p:nvPr/>
        </p:nvGrpSpPr>
        <p:grpSpPr>
          <a:xfrm>
            <a:off x="22581556" y="-8232302"/>
            <a:ext cx="1714343" cy="2209664"/>
            <a:chOff x="5728041" y="4010797"/>
            <a:chExt cx="1714343" cy="2209664"/>
          </a:xfrm>
        </p:grpSpPr>
        <p:sp>
          <p:nvSpPr>
            <p:cNvPr id="32" name="TextBox 31">
              <a:extLst>
                <a:ext uri="{FF2B5EF4-FFF2-40B4-BE49-F238E27FC236}">
                  <a16:creationId xmlns:a16="http://schemas.microsoft.com/office/drawing/2014/main" id="{1E83D020-F761-D520-6D86-514FC9065C7E}"/>
                </a:ext>
              </a:extLst>
            </p:cNvPr>
            <p:cNvSpPr txBox="1"/>
            <p:nvPr/>
          </p:nvSpPr>
          <p:spPr>
            <a:xfrm>
              <a:off x="5728041" y="4650801"/>
              <a:ext cx="1509342" cy="1569660"/>
            </a:xfrm>
            <a:prstGeom prst="rect">
              <a:avLst/>
            </a:prstGeom>
            <a:noFill/>
          </p:spPr>
          <p:txBody>
            <a:bodyPr wrap="square" rtlCol="0">
              <a:spAutoFit/>
            </a:bodyPr>
            <a:lstStyle/>
            <a:p>
              <a:pPr marL="171450" indent="-171450">
                <a:buFont typeface="Arial" panose="020B0604020202020204" pitchFamily="34" charset="0"/>
                <a:buChar char="•"/>
              </a:pPr>
              <a:r>
                <a:rPr lang="en-MY" sz="1200" dirty="0">
                  <a:solidFill>
                    <a:schemeClr val="bg1">
                      <a:lumMod val="65000"/>
                    </a:schemeClr>
                  </a:solidFill>
                  <a:latin typeface="Century Gothic" panose="020B0502020202020204" pitchFamily="34" charset="0"/>
                </a:rPr>
                <a:t>Tengok teaser Genshin impact </a:t>
              </a:r>
              <a:r>
                <a:rPr lang="en-MY" sz="1200" dirty="0" err="1">
                  <a:solidFill>
                    <a:schemeClr val="bg1">
                      <a:lumMod val="65000"/>
                    </a:schemeClr>
                  </a:solidFill>
                  <a:latin typeface="Century Gothic" panose="020B0502020202020204" pitchFamily="34" charset="0"/>
                </a:rPr>
                <a:t>Teyvat</a:t>
              </a:r>
              <a:r>
                <a:rPr lang="en-MY" sz="1200" dirty="0">
                  <a:solidFill>
                    <a:schemeClr val="bg1">
                      <a:lumMod val="65000"/>
                    </a:schemeClr>
                  </a:solidFill>
                  <a:latin typeface="Century Gothic" panose="020B0502020202020204" pitchFamily="34" charset="0"/>
                </a:rPr>
                <a:t> style dengan music </a:t>
              </a:r>
              <a:r>
                <a:rPr lang="en-MY" sz="1200" dirty="0" err="1">
                  <a:solidFill>
                    <a:schemeClr val="bg1">
                      <a:lumMod val="65000"/>
                    </a:schemeClr>
                  </a:solidFill>
                  <a:latin typeface="Century Gothic" panose="020B0502020202020204" pitchFamily="34" charset="0"/>
                </a:rPr>
                <a:t>dia</a:t>
              </a:r>
              <a:r>
                <a:rPr lang="en-MY" sz="1200" dirty="0">
                  <a:solidFill>
                    <a:schemeClr val="bg1">
                      <a:lumMod val="65000"/>
                    </a:schemeClr>
                  </a:solidFill>
                  <a:latin typeface="Century Gothic" panose="020B0502020202020204" pitchFamily="34" charset="0"/>
                </a:rPr>
                <a:t> </a:t>
              </a:r>
              <a:r>
                <a:rPr lang="en-MY" sz="1200" dirty="0" err="1">
                  <a:solidFill>
                    <a:schemeClr val="bg1">
                      <a:lumMod val="65000"/>
                    </a:schemeClr>
                  </a:solidFill>
                  <a:latin typeface="Century Gothic" panose="020B0502020202020204" pitchFamily="34" charset="0"/>
                </a:rPr>
                <a:t>terus</a:t>
              </a:r>
              <a:r>
                <a:rPr lang="en-MY" sz="1200" dirty="0">
                  <a:solidFill>
                    <a:schemeClr val="bg1">
                      <a:lumMod val="65000"/>
                    </a:schemeClr>
                  </a:solidFill>
                  <a:latin typeface="Century Gothic" panose="020B0502020202020204" pitchFamily="34" charset="0"/>
                </a:rPr>
                <a:t> inspired untuk buat style macam </a:t>
              </a:r>
              <a:r>
                <a:rPr lang="en-MY" sz="1200" dirty="0" err="1">
                  <a:solidFill>
                    <a:schemeClr val="bg1">
                      <a:lumMod val="65000"/>
                    </a:schemeClr>
                  </a:solidFill>
                  <a:latin typeface="Century Gothic" panose="020B0502020202020204" pitchFamily="34" charset="0"/>
                </a:rPr>
                <a:t>ni</a:t>
              </a:r>
              <a:r>
                <a:rPr lang="en-MY" sz="1200" dirty="0">
                  <a:solidFill>
                    <a:schemeClr val="bg1">
                      <a:lumMod val="65000"/>
                    </a:schemeClr>
                  </a:solidFill>
                  <a:latin typeface="Century Gothic" panose="020B0502020202020204" pitchFamily="34" charset="0"/>
                </a:rPr>
                <a:t>.</a:t>
              </a:r>
              <a:endParaRPr lang="en-MY" sz="1600" dirty="0">
                <a:solidFill>
                  <a:schemeClr val="bg1">
                    <a:lumMod val="65000"/>
                  </a:schemeClr>
                </a:solidFill>
                <a:latin typeface="Century Gothic" panose="020B0502020202020204" pitchFamily="34" charset="0"/>
              </a:endParaRPr>
            </a:p>
          </p:txBody>
        </p:sp>
        <p:sp>
          <p:nvSpPr>
            <p:cNvPr id="33" name="TextBox 32">
              <a:extLst>
                <a:ext uri="{FF2B5EF4-FFF2-40B4-BE49-F238E27FC236}">
                  <a16:creationId xmlns:a16="http://schemas.microsoft.com/office/drawing/2014/main" id="{CF0F0BE4-435F-AC52-BB2E-4D41D34EFC18}"/>
                </a:ext>
              </a:extLst>
            </p:cNvPr>
            <p:cNvSpPr txBox="1"/>
            <p:nvPr/>
          </p:nvSpPr>
          <p:spPr>
            <a:xfrm>
              <a:off x="5851767" y="4010797"/>
              <a:ext cx="1590617" cy="584775"/>
            </a:xfrm>
            <a:prstGeom prst="rect">
              <a:avLst/>
            </a:prstGeom>
            <a:noFill/>
          </p:spPr>
          <p:txBody>
            <a:bodyPr wrap="square">
              <a:spAutoFit/>
            </a:bodyPr>
            <a:lstStyle/>
            <a:p>
              <a:r>
                <a:rPr lang="en-US" sz="3200" b="1" dirty="0">
                  <a:blipFill dpi="0" rotWithShape="1">
                    <a:blip r:embed="rId2">
                      <a:extLst>
                        <a:ext uri="{28A0092B-C50C-407E-A947-70E740481C1C}">
                          <a14:useLocalDpi xmlns:a14="http://schemas.microsoft.com/office/drawing/2010/main" val="0"/>
                        </a:ext>
                      </a:extLst>
                    </a:blip>
                    <a:srcRect/>
                    <a:stretch>
                      <a:fillRect/>
                    </a:stretch>
                  </a:blipFill>
                  <a:latin typeface="Century Gothic" panose="020B0502020202020204" pitchFamily="34" charset="0"/>
                </a:rPr>
                <a:t>LOKEY</a:t>
              </a:r>
              <a:endParaRPr lang="en-MY" sz="800" dirty="0"/>
            </a:p>
          </p:txBody>
        </p:sp>
      </p:grpSp>
      <p:pic>
        <p:nvPicPr>
          <p:cNvPr id="34" name="Picture 33">
            <a:extLst>
              <a:ext uri="{FF2B5EF4-FFF2-40B4-BE49-F238E27FC236}">
                <a16:creationId xmlns:a16="http://schemas.microsoft.com/office/drawing/2014/main" id="{92A1AD2C-0BC4-36D3-D44F-99EE88A7BC35}"/>
              </a:ext>
            </a:extLst>
          </p:cNvPr>
          <p:cNvPicPr>
            <a:picLocks noChangeAspect="1"/>
          </p:cNvPicPr>
          <p:nvPr/>
        </p:nvPicPr>
        <p:blipFill rotWithShape="1">
          <a:blip r:embed="rId7">
            <a:extLst>
              <a:ext uri="{28A0092B-C50C-407E-A947-70E740481C1C}">
                <a14:useLocalDpi xmlns:a14="http://schemas.microsoft.com/office/drawing/2010/main" val="0"/>
              </a:ext>
            </a:extLst>
          </a:blip>
          <a:srcRect l="26019" r="35717"/>
          <a:stretch/>
        </p:blipFill>
        <p:spPr>
          <a:xfrm>
            <a:off x="22581556" y="-8699192"/>
            <a:ext cx="1576715" cy="3090411"/>
          </a:xfrm>
          <a:prstGeom prst="roundRect">
            <a:avLst>
              <a:gd name="adj" fmla="val 50000"/>
            </a:avLst>
          </a:prstGeom>
        </p:spPr>
      </p:pic>
      <p:grpSp>
        <p:nvGrpSpPr>
          <p:cNvPr id="35" name="Group 34">
            <a:extLst>
              <a:ext uri="{FF2B5EF4-FFF2-40B4-BE49-F238E27FC236}">
                <a16:creationId xmlns:a16="http://schemas.microsoft.com/office/drawing/2014/main" id="{C59E5946-E8D0-86C5-1531-C1D535A86FF4}"/>
              </a:ext>
            </a:extLst>
          </p:cNvPr>
          <p:cNvGrpSpPr/>
          <p:nvPr/>
        </p:nvGrpSpPr>
        <p:grpSpPr>
          <a:xfrm>
            <a:off x="20305970" y="-8096396"/>
            <a:ext cx="1714343" cy="2209664"/>
            <a:chOff x="5728041" y="4010797"/>
            <a:chExt cx="1714343" cy="2209664"/>
          </a:xfrm>
        </p:grpSpPr>
        <p:sp>
          <p:nvSpPr>
            <p:cNvPr id="36" name="TextBox 35">
              <a:extLst>
                <a:ext uri="{FF2B5EF4-FFF2-40B4-BE49-F238E27FC236}">
                  <a16:creationId xmlns:a16="http://schemas.microsoft.com/office/drawing/2014/main" id="{78326A8F-4790-8608-B5B0-A5D764305405}"/>
                </a:ext>
              </a:extLst>
            </p:cNvPr>
            <p:cNvSpPr txBox="1"/>
            <p:nvPr/>
          </p:nvSpPr>
          <p:spPr>
            <a:xfrm>
              <a:off x="5728041" y="4650801"/>
              <a:ext cx="1509342" cy="1569660"/>
            </a:xfrm>
            <a:prstGeom prst="rect">
              <a:avLst/>
            </a:prstGeom>
            <a:noFill/>
          </p:spPr>
          <p:txBody>
            <a:bodyPr wrap="square" rtlCol="0">
              <a:spAutoFit/>
            </a:bodyPr>
            <a:lstStyle/>
            <a:p>
              <a:pPr marL="171450" indent="-171450">
                <a:buFont typeface="Arial" panose="020B0604020202020204" pitchFamily="34" charset="0"/>
                <a:buChar char="•"/>
              </a:pPr>
              <a:r>
                <a:rPr lang="en-MY" sz="1200" dirty="0">
                  <a:solidFill>
                    <a:schemeClr val="bg1">
                      <a:lumMod val="65000"/>
                    </a:schemeClr>
                  </a:solidFill>
                  <a:latin typeface="Century Gothic" panose="020B0502020202020204" pitchFamily="34" charset="0"/>
                </a:rPr>
                <a:t>Tengok teaser Genshin impact </a:t>
              </a:r>
              <a:r>
                <a:rPr lang="en-MY" sz="1200" dirty="0" err="1">
                  <a:solidFill>
                    <a:schemeClr val="bg1">
                      <a:lumMod val="65000"/>
                    </a:schemeClr>
                  </a:solidFill>
                  <a:latin typeface="Century Gothic" panose="020B0502020202020204" pitchFamily="34" charset="0"/>
                </a:rPr>
                <a:t>Teyvat</a:t>
              </a:r>
              <a:r>
                <a:rPr lang="en-MY" sz="1200" dirty="0">
                  <a:solidFill>
                    <a:schemeClr val="bg1">
                      <a:lumMod val="65000"/>
                    </a:schemeClr>
                  </a:solidFill>
                  <a:latin typeface="Century Gothic" panose="020B0502020202020204" pitchFamily="34" charset="0"/>
                </a:rPr>
                <a:t> style dengan music </a:t>
              </a:r>
              <a:r>
                <a:rPr lang="en-MY" sz="1200" dirty="0" err="1">
                  <a:solidFill>
                    <a:schemeClr val="bg1">
                      <a:lumMod val="65000"/>
                    </a:schemeClr>
                  </a:solidFill>
                  <a:latin typeface="Century Gothic" panose="020B0502020202020204" pitchFamily="34" charset="0"/>
                </a:rPr>
                <a:t>dia</a:t>
              </a:r>
              <a:r>
                <a:rPr lang="en-MY" sz="1200" dirty="0">
                  <a:solidFill>
                    <a:schemeClr val="bg1">
                      <a:lumMod val="65000"/>
                    </a:schemeClr>
                  </a:solidFill>
                  <a:latin typeface="Century Gothic" panose="020B0502020202020204" pitchFamily="34" charset="0"/>
                </a:rPr>
                <a:t> </a:t>
              </a:r>
              <a:r>
                <a:rPr lang="en-MY" sz="1200" dirty="0" err="1">
                  <a:solidFill>
                    <a:schemeClr val="bg1">
                      <a:lumMod val="65000"/>
                    </a:schemeClr>
                  </a:solidFill>
                  <a:latin typeface="Century Gothic" panose="020B0502020202020204" pitchFamily="34" charset="0"/>
                </a:rPr>
                <a:t>terus</a:t>
              </a:r>
              <a:r>
                <a:rPr lang="en-MY" sz="1200" dirty="0">
                  <a:solidFill>
                    <a:schemeClr val="bg1">
                      <a:lumMod val="65000"/>
                    </a:schemeClr>
                  </a:solidFill>
                  <a:latin typeface="Century Gothic" panose="020B0502020202020204" pitchFamily="34" charset="0"/>
                </a:rPr>
                <a:t> inspired untuk buat style macam </a:t>
              </a:r>
              <a:r>
                <a:rPr lang="en-MY" sz="1200" dirty="0" err="1">
                  <a:solidFill>
                    <a:schemeClr val="bg1">
                      <a:lumMod val="65000"/>
                    </a:schemeClr>
                  </a:solidFill>
                  <a:latin typeface="Century Gothic" panose="020B0502020202020204" pitchFamily="34" charset="0"/>
                </a:rPr>
                <a:t>ni</a:t>
              </a:r>
              <a:r>
                <a:rPr lang="en-MY" sz="1200" dirty="0">
                  <a:solidFill>
                    <a:schemeClr val="bg1">
                      <a:lumMod val="65000"/>
                    </a:schemeClr>
                  </a:solidFill>
                  <a:latin typeface="Century Gothic" panose="020B0502020202020204" pitchFamily="34" charset="0"/>
                </a:rPr>
                <a:t>.</a:t>
              </a:r>
              <a:endParaRPr lang="en-MY" sz="1600" dirty="0">
                <a:solidFill>
                  <a:schemeClr val="bg1">
                    <a:lumMod val="65000"/>
                  </a:schemeClr>
                </a:solidFill>
                <a:latin typeface="Century Gothic" panose="020B0502020202020204" pitchFamily="34" charset="0"/>
              </a:endParaRPr>
            </a:p>
          </p:txBody>
        </p:sp>
        <p:sp>
          <p:nvSpPr>
            <p:cNvPr id="37" name="TextBox 36">
              <a:extLst>
                <a:ext uri="{FF2B5EF4-FFF2-40B4-BE49-F238E27FC236}">
                  <a16:creationId xmlns:a16="http://schemas.microsoft.com/office/drawing/2014/main" id="{EC63411A-7065-1ED9-43C6-42412CBE4664}"/>
                </a:ext>
              </a:extLst>
            </p:cNvPr>
            <p:cNvSpPr txBox="1"/>
            <p:nvPr/>
          </p:nvSpPr>
          <p:spPr>
            <a:xfrm>
              <a:off x="5851767" y="4010797"/>
              <a:ext cx="1590617" cy="584775"/>
            </a:xfrm>
            <a:prstGeom prst="rect">
              <a:avLst/>
            </a:prstGeom>
            <a:noFill/>
          </p:spPr>
          <p:txBody>
            <a:bodyPr wrap="square">
              <a:spAutoFit/>
            </a:bodyPr>
            <a:lstStyle/>
            <a:p>
              <a:r>
                <a:rPr lang="en-US" sz="3200" b="1" dirty="0">
                  <a:blipFill dpi="0" rotWithShape="1">
                    <a:blip r:embed="rId2">
                      <a:extLst>
                        <a:ext uri="{28A0092B-C50C-407E-A947-70E740481C1C}">
                          <a14:useLocalDpi xmlns:a14="http://schemas.microsoft.com/office/drawing/2010/main" val="0"/>
                        </a:ext>
                      </a:extLst>
                    </a:blip>
                    <a:srcRect/>
                    <a:stretch>
                      <a:fillRect/>
                    </a:stretch>
                  </a:blipFill>
                  <a:latin typeface="Century Gothic" panose="020B0502020202020204" pitchFamily="34" charset="0"/>
                </a:rPr>
                <a:t>PENSEL</a:t>
              </a:r>
              <a:endParaRPr lang="en-MY" sz="800" dirty="0"/>
            </a:p>
          </p:txBody>
        </p:sp>
      </p:grpSp>
      <p:pic>
        <p:nvPicPr>
          <p:cNvPr id="38" name="Picture 37">
            <a:extLst>
              <a:ext uri="{FF2B5EF4-FFF2-40B4-BE49-F238E27FC236}">
                <a16:creationId xmlns:a16="http://schemas.microsoft.com/office/drawing/2014/main" id="{7C44B5E7-3F31-8361-5F79-5AC2E35ED20E}"/>
              </a:ext>
            </a:extLst>
          </p:cNvPr>
          <p:cNvPicPr>
            <a:picLocks noChangeAspect="1"/>
          </p:cNvPicPr>
          <p:nvPr/>
        </p:nvPicPr>
        <p:blipFill rotWithShape="1">
          <a:blip r:embed="rId9">
            <a:extLst>
              <a:ext uri="{28A0092B-C50C-407E-A947-70E740481C1C}">
                <a14:useLocalDpi xmlns:a14="http://schemas.microsoft.com/office/drawing/2010/main" val="0"/>
              </a:ext>
            </a:extLst>
          </a:blip>
          <a:srcRect l="40574" r="21162"/>
          <a:stretch/>
        </p:blipFill>
        <p:spPr>
          <a:xfrm>
            <a:off x="20238597" y="-8699192"/>
            <a:ext cx="1576715" cy="3090411"/>
          </a:xfrm>
          <a:prstGeom prst="roundRect">
            <a:avLst>
              <a:gd name="adj" fmla="val 50000"/>
            </a:avLst>
          </a:prstGeom>
        </p:spPr>
      </p:pic>
      <p:sp>
        <p:nvSpPr>
          <p:cNvPr id="39" name="TextBox 38">
            <a:extLst>
              <a:ext uri="{FF2B5EF4-FFF2-40B4-BE49-F238E27FC236}">
                <a16:creationId xmlns:a16="http://schemas.microsoft.com/office/drawing/2014/main" id="{59D53AF2-9524-87DC-014F-BBAFE0D22BA9}"/>
              </a:ext>
            </a:extLst>
          </p:cNvPr>
          <p:cNvSpPr txBox="1"/>
          <p:nvPr/>
        </p:nvSpPr>
        <p:spPr>
          <a:xfrm>
            <a:off x="-4715459" y="-10111221"/>
            <a:ext cx="8891361" cy="6043899"/>
          </a:xfrm>
          <a:prstGeom prst="rect">
            <a:avLst/>
          </a:prstGeom>
          <a:noFill/>
        </p:spPr>
        <p:txBody>
          <a:bodyPr wrap="square" rtlCol="0">
            <a:spAutoFit/>
          </a:bodyPr>
          <a:lstStyle/>
          <a:p>
            <a:pPr marL="0" lvl="2" indent="-457200" algn="r">
              <a:lnSpc>
                <a:spcPts val="5000"/>
              </a:lnSpc>
              <a:spcBef>
                <a:spcPts val="3000"/>
              </a:spcBef>
              <a:spcAft>
                <a:spcPts val="3000"/>
              </a:spcAft>
              <a:buFont typeface="Wingdings" panose="05000000000000000000" pitchFamily="2" charset="2"/>
              <a:buChar char="§"/>
            </a:pPr>
            <a:r>
              <a:rPr lang="vi-VN" sz="3200" dirty="0">
                <a:solidFill>
                  <a:schemeClr val="tx1">
                    <a:lumMod val="65000"/>
                    <a:lumOff val="35000"/>
                  </a:schemeClr>
                </a:solidFill>
                <a:latin typeface="Bahnschrift SemiBold Condensed" panose="020B0502040204020203" pitchFamily="34" charset="0"/>
              </a:rPr>
              <a:t>Lấy ý tưởng từ Cubli - được tạo ra lần đầu tiên </a:t>
            </a:r>
            <a:br>
              <a:rPr lang="vi-VN" sz="3200" dirty="0">
                <a:solidFill>
                  <a:schemeClr val="tx1">
                    <a:lumMod val="65000"/>
                    <a:lumOff val="35000"/>
                  </a:schemeClr>
                </a:solidFill>
                <a:latin typeface="Bahnschrift SemiBold Condensed" panose="020B0502040204020203" pitchFamily="34" charset="0"/>
              </a:rPr>
            </a:br>
            <a:r>
              <a:rPr lang="vi-VN" sz="3200" dirty="0">
                <a:solidFill>
                  <a:schemeClr val="tx1">
                    <a:lumMod val="65000"/>
                    <a:lumOff val="35000"/>
                  </a:schemeClr>
                </a:solidFill>
                <a:latin typeface="Bahnschrift SemiBold Condensed" panose="020B0502040204020203" pitchFamily="34" charset="0"/>
              </a:rPr>
              <a:t>bởi Michael Muehlebach và Raffaello D’Andrea.</a:t>
            </a:r>
          </a:p>
          <a:p>
            <a:pPr indent="-457200" algn="r">
              <a:lnSpc>
                <a:spcPts val="5000"/>
              </a:lnSpc>
              <a:spcBef>
                <a:spcPts val="3000"/>
              </a:spcBef>
              <a:spcAft>
                <a:spcPts val="3000"/>
              </a:spcAft>
              <a:buFont typeface="Wingdings" panose="05000000000000000000" pitchFamily="2" charset="2"/>
              <a:buChar char="§"/>
            </a:pPr>
            <a:r>
              <a:rPr lang="vi-VN" sz="3200" dirty="0">
                <a:solidFill>
                  <a:schemeClr val="tx1">
                    <a:lumMod val="65000"/>
                    <a:lumOff val="35000"/>
                  </a:schemeClr>
                </a:solidFill>
                <a:latin typeface="Bahnschrift SemiBold Condensed" panose="020B0502040204020203" pitchFamily="34" charset="0"/>
              </a:rPr>
              <a:t>Là một khối lập phương có kích thước 16x16x16cm.</a:t>
            </a:r>
            <a:br>
              <a:rPr lang="vi-VN" sz="3200" dirty="0">
                <a:solidFill>
                  <a:schemeClr val="tx1">
                    <a:lumMod val="65000"/>
                    <a:lumOff val="35000"/>
                  </a:schemeClr>
                </a:solidFill>
                <a:latin typeface="Bahnschrift SemiBold Condensed" panose="020B0502040204020203" pitchFamily="34" charset="0"/>
              </a:rPr>
            </a:br>
            <a:r>
              <a:rPr lang="vi-VN" sz="3200" dirty="0">
                <a:solidFill>
                  <a:schemeClr val="tx1">
                    <a:lumMod val="65000"/>
                    <a:lumOff val="35000"/>
                  </a:schemeClr>
                </a:solidFill>
                <a:latin typeface="Bahnschrift SemiBold Condensed" panose="020B0502040204020203" pitchFamily="34" charset="0"/>
              </a:rPr>
              <a:t>Hoạt động như con lắc ngược trong không gian ba chiều.</a:t>
            </a:r>
          </a:p>
          <a:p>
            <a:pPr marL="2286000" lvl="7" indent="-457200" algn="ctr">
              <a:lnSpc>
                <a:spcPts val="5000"/>
              </a:lnSpc>
              <a:spcBef>
                <a:spcPts val="3000"/>
              </a:spcBef>
              <a:spcAft>
                <a:spcPts val="3000"/>
              </a:spcAft>
              <a:buFont typeface="Wingdings" panose="05000000000000000000" pitchFamily="2" charset="2"/>
              <a:buChar char="§"/>
            </a:pPr>
            <a:r>
              <a:rPr lang="vi-VN" sz="3200" dirty="0">
                <a:solidFill>
                  <a:schemeClr val="tx1">
                    <a:lumMod val="65000"/>
                    <a:lumOff val="35000"/>
                  </a:schemeClr>
                </a:solidFill>
                <a:latin typeface="Bahnschrift SemiBold Condensed" panose="020B0502040204020203" pitchFamily="34" charset="0"/>
              </a:rPr>
              <a:t>Robot hoạt động bằng cách xoay bánh đà</a:t>
            </a:r>
            <a:br>
              <a:rPr lang="vi-VN" sz="3200" dirty="0">
                <a:solidFill>
                  <a:schemeClr val="tx1">
                    <a:lumMod val="65000"/>
                    <a:lumOff val="35000"/>
                  </a:schemeClr>
                </a:solidFill>
                <a:latin typeface="Bahnschrift SemiBold Condensed" panose="020B0502040204020203" pitchFamily="34" charset="0"/>
              </a:rPr>
            </a:br>
            <a:r>
              <a:rPr lang="vi-VN" sz="3200" dirty="0">
                <a:solidFill>
                  <a:schemeClr val="tx1">
                    <a:lumMod val="65000"/>
                    <a:lumOff val="35000"/>
                  </a:schemeClr>
                </a:solidFill>
                <a:latin typeface="Bahnschrift SemiBold Condensed" panose="020B0502040204020203" pitchFamily="34" charset="0"/>
              </a:rPr>
              <a:t> để tạo ra mômen lực giữ nó cân bằng </a:t>
            </a:r>
            <a:br>
              <a:rPr lang="vi-VN" sz="3200" dirty="0">
                <a:solidFill>
                  <a:schemeClr val="tx1">
                    <a:lumMod val="65000"/>
                    <a:lumOff val="35000"/>
                  </a:schemeClr>
                </a:solidFill>
                <a:latin typeface="Bahnschrift SemiBold Condensed" panose="020B0502040204020203" pitchFamily="34" charset="0"/>
              </a:rPr>
            </a:br>
            <a:r>
              <a:rPr lang="vi-VN" sz="3200" dirty="0">
                <a:solidFill>
                  <a:schemeClr val="tx1">
                    <a:lumMod val="65000"/>
                    <a:lumOff val="35000"/>
                  </a:schemeClr>
                </a:solidFill>
                <a:latin typeface="Bahnschrift SemiBold Condensed" panose="020B0502040204020203" pitchFamily="34" charset="0"/>
              </a:rPr>
              <a:t>từ trạng thái không ổn định trước đó.</a:t>
            </a:r>
            <a:endParaRPr lang="en-MY" sz="3200" dirty="0">
              <a:solidFill>
                <a:schemeClr val="tx1">
                  <a:lumMod val="65000"/>
                  <a:lumOff val="35000"/>
                </a:schemeClr>
              </a:solidFill>
              <a:latin typeface="Bahnschrift SemiBold Condensed" panose="020B0502040204020203" pitchFamily="34" charset="0"/>
            </a:endParaRPr>
          </a:p>
        </p:txBody>
      </p:sp>
      <p:sp>
        <p:nvSpPr>
          <p:cNvPr id="40" name="TextBox 39">
            <a:extLst>
              <a:ext uri="{FF2B5EF4-FFF2-40B4-BE49-F238E27FC236}">
                <a16:creationId xmlns:a16="http://schemas.microsoft.com/office/drawing/2014/main" id="{28BA6E3F-A61A-D7F6-DB42-A0ACCA171E30}"/>
              </a:ext>
            </a:extLst>
          </p:cNvPr>
          <p:cNvSpPr txBox="1"/>
          <p:nvPr/>
        </p:nvSpPr>
        <p:spPr>
          <a:xfrm>
            <a:off x="-3878429" y="-10606863"/>
            <a:ext cx="1755937" cy="369332"/>
          </a:xfrm>
          <a:prstGeom prst="rect">
            <a:avLst/>
          </a:prstGeom>
          <a:noFill/>
        </p:spPr>
        <p:txBody>
          <a:bodyPr wrap="square">
            <a:spAutoFit/>
          </a:bodyPr>
          <a:lstStyle/>
          <a:p>
            <a:r>
              <a:rPr kumimoji="0" lang="vi-VN" b="1" i="0" u="none" strike="noStrike" kern="1200" cap="none" spc="0" normalizeH="0" baseline="0" noProof="0" dirty="0">
                <a:ln>
                  <a:noFill/>
                </a:ln>
                <a:blipFill dpi="0" rotWithShape="1">
                  <a:blip r:embed="rId2">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 Nhóm 4 -</a:t>
            </a:r>
            <a:endParaRPr lang="en-MY" dirty="0">
              <a:blipFill dpi="0" rotWithShape="1">
                <a:blip r:embed="rId2">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41" name="TextBox 40">
            <a:extLst>
              <a:ext uri="{FF2B5EF4-FFF2-40B4-BE49-F238E27FC236}">
                <a16:creationId xmlns:a16="http://schemas.microsoft.com/office/drawing/2014/main" id="{9A242A64-BB6E-3B9F-9EC4-B11FA65C0386}"/>
              </a:ext>
            </a:extLst>
          </p:cNvPr>
          <p:cNvSpPr txBox="1"/>
          <p:nvPr/>
        </p:nvSpPr>
        <p:spPr>
          <a:xfrm>
            <a:off x="-2538578" y="-10606863"/>
            <a:ext cx="1627880" cy="369332"/>
          </a:xfrm>
          <a:prstGeom prst="rect">
            <a:avLst/>
          </a:prstGeom>
          <a:noFill/>
        </p:spPr>
        <p:txBody>
          <a:bodyPr wrap="square">
            <a:spAutoFit/>
          </a:bodyPr>
          <a:lstStyle/>
          <a:p>
            <a:r>
              <a:rPr kumimoji="0" lang="vi-VN" b="1" i="0" u="none" strike="noStrike" kern="1200" cap="none" spc="0" normalizeH="0" baseline="0" noProof="0" dirty="0">
                <a:ln>
                  <a:noFill/>
                </a:ln>
                <a:blipFill dpi="0" rotWithShape="1">
                  <a:blip r:embed="rId2">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Các cơ cấu  </a:t>
            </a:r>
            <a:endParaRPr lang="en-MY" b="1" dirty="0">
              <a:blipFill dpi="0" rotWithShape="1">
                <a:blip r:embed="rId2">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42" name="TextBox 41">
            <a:extLst>
              <a:ext uri="{FF2B5EF4-FFF2-40B4-BE49-F238E27FC236}">
                <a16:creationId xmlns:a16="http://schemas.microsoft.com/office/drawing/2014/main" id="{5FA829AF-9378-588E-9AF8-E3E697B30441}"/>
              </a:ext>
            </a:extLst>
          </p:cNvPr>
          <p:cNvSpPr txBox="1"/>
          <p:nvPr/>
        </p:nvSpPr>
        <p:spPr>
          <a:xfrm>
            <a:off x="-1375045" y="-10606863"/>
            <a:ext cx="1498877" cy="369332"/>
          </a:xfrm>
          <a:prstGeom prst="rect">
            <a:avLst/>
          </a:prstGeom>
          <a:noFill/>
        </p:spPr>
        <p:txBody>
          <a:bodyPr wrap="square">
            <a:spAutoFit/>
          </a:bodyPr>
          <a:lstStyle/>
          <a:p>
            <a:r>
              <a:rPr lang="vi-VN" b="1" dirty="0">
                <a:blipFill dpi="0" rotWithShape="1">
                  <a:blip r:embed="rId2">
                    <a:extLst>
                      <a:ext uri="{28A0092B-C50C-407E-A947-70E740481C1C}">
                        <a14:useLocalDpi xmlns:a14="http://schemas.microsoft.com/office/drawing/2010/main" val="0"/>
                      </a:ext>
                    </a:extLst>
                  </a:blip>
                  <a:srcRect/>
                  <a:stretch>
                    <a:fillRect/>
                  </a:stretch>
                </a:blipFill>
                <a:latin typeface="Bahnschrift" panose="020B0502040204020203" pitchFamily="34" charset="0"/>
              </a:rPr>
              <a:t>c</a:t>
            </a:r>
            <a:r>
              <a:rPr kumimoji="0" lang="vi-VN" b="1" i="0" u="none" strike="noStrike" kern="1200" cap="none" spc="0" normalizeH="0" baseline="0" noProof="0" dirty="0">
                <a:ln>
                  <a:noFill/>
                </a:ln>
                <a:blipFill dpi="0" rotWithShape="1">
                  <a:blip r:embed="rId2">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hấp hành </a:t>
            </a:r>
            <a:r>
              <a:rPr kumimoji="0" lang="en-US" b="1" i="0" u="none" strike="noStrike" kern="1200" cap="none" spc="0" normalizeH="0" baseline="0" noProof="0" dirty="0">
                <a:ln>
                  <a:noFill/>
                </a:ln>
                <a:blipFill dpi="0" rotWithShape="1">
                  <a:blip r:embed="rId2">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 </a:t>
            </a:r>
            <a:endParaRPr lang="en-MY" b="1" dirty="0">
              <a:blipFill dpi="0" rotWithShape="1">
                <a:blip r:embed="rId2">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43" name="TextBox 42">
            <a:extLst>
              <a:ext uri="{FF2B5EF4-FFF2-40B4-BE49-F238E27FC236}">
                <a16:creationId xmlns:a16="http://schemas.microsoft.com/office/drawing/2014/main" id="{26A23430-A7EC-E3EF-64D4-F96E0D388C67}"/>
              </a:ext>
            </a:extLst>
          </p:cNvPr>
          <p:cNvSpPr txBox="1"/>
          <p:nvPr/>
        </p:nvSpPr>
        <p:spPr>
          <a:xfrm>
            <a:off x="-258673" y="-10606863"/>
            <a:ext cx="1796570" cy="369332"/>
          </a:xfrm>
          <a:prstGeom prst="rect">
            <a:avLst/>
          </a:prstGeom>
          <a:noFill/>
        </p:spPr>
        <p:txBody>
          <a:bodyPr wrap="square">
            <a:spAutoFit/>
          </a:bodyPr>
          <a:lstStyle/>
          <a:p>
            <a:r>
              <a:rPr lang="vi-VN" b="1" dirty="0">
                <a:blipFill dpi="0" rotWithShape="1">
                  <a:blip r:embed="rId2">
                    <a:extLst>
                      <a:ext uri="{28A0092B-C50C-407E-A947-70E740481C1C}">
                        <a14:useLocalDpi xmlns:a14="http://schemas.microsoft.com/office/drawing/2010/main" val="0"/>
                      </a:ext>
                    </a:extLst>
                  </a:blip>
                  <a:srcRect/>
                  <a:stretch>
                    <a:fillRect/>
                  </a:stretch>
                </a:blipFill>
                <a:latin typeface="Bahnschrift" panose="020B0502040204020203" pitchFamily="34" charset="0"/>
              </a:rPr>
              <a:t>t</a:t>
            </a:r>
            <a:r>
              <a:rPr kumimoji="0" lang="vi-VN" b="1" i="0" u="none" strike="noStrike" kern="1200" cap="none" spc="0" normalizeH="0" baseline="0" noProof="0" dirty="0">
                <a:ln>
                  <a:noFill/>
                </a:ln>
                <a:blipFill dpi="0" rotWithShape="1">
                  <a:blip r:embed="rId2">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rong Robot   -</a:t>
            </a:r>
            <a:endParaRPr lang="en-MY" b="1" dirty="0">
              <a:blipFill dpi="0" rotWithShape="1">
                <a:blip r:embed="rId2">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44" name="TextBox 43">
            <a:extLst>
              <a:ext uri="{FF2B5EF4-FFF2-40B4-BE49-F238E27FC236}">
                <a16:creationId xmlns:a16="http://schemas.microsoft.com/office/drawing/2014/main" id="{9E4F9FC4-48F5-DADC-3381-E4471F38D1F2}"/>
              </a:ext>
            </a:extLst>
          </p:cNvPr>
          <p:cNvSpPr txBox="1"/>
          <p:nvPr/>
        </p:nvSpPr>
        <p:spPr>
          <a:xfrm>
            <a:off x="13607977" y="-9422212"/>
            <a:ext cx="5492497" cy="1200329"/>
          </a:xfrm>
          <a:prstGeom prst="rect">
            <a:avLst/>
          </a:prstGeom>
          <a:noFill/>
        </p:spPr>
        <p:txBody>
          <a:bodyPr wrap="square" rtlCol="0">
            <a:spAutoFit/>
          </a:bodyPr>
          <a:lstStyle/>
          <a:p>
            <a:r>
              <a:rPr lang="vi-VN" sz="7200" b="1" dirty="0">
                <a:solidFill>
                  <a:schemeClr val="bg1"/>
                </a:solidFill>
                <a:latin typeface="Bahnschrift" panose="020B0502040204020203" pitchFamily="34" charset="0"/>
              </a:rPr>
              <a:t>MỤC TIÊU</a:t>
            </a:r>
            <a:endParaRPr lang="en-US" sz="8000" b="1" dirty="0">
              <a:solidFill>
                <a:schemeClr val="bg1"/>
              </a:solidFill>
              <a:latin typeface="Bahnschrift" panose="020B0502040204020203" pitchFamily="34" charset="0"/>
            </a:endParaRPr>
          </a:p>
        </p:txBody>
      </p:sp>
      <p:sp>
        <p:nvSpPr>
          <p:cNvPr id="45" name="TextBox 44">
            <a:extLst>
              <a:ext uri="{FF2B5EF4-FFF2-40B4-BE49-F238E27FC236}">
                <a16:creationId xmlns:a16="http://schemas.microsoft.com/office/drawing/2014/main" id="{B57E398F-5D84-3877-C7B7-2ED0DE17A3F2}"/>
              </a:ext>
            </a:extLst>
          </p:cNvPr>
          <p:cNvSpPr txBox="1"/>
          <p:nvPr/>
        </p:nvSpPr>
        <p:spPr>
          <a:xfrm>
            <a:off x="9822541" y="-8044470"/>
            <a:ext cx="5057310" cy="1200329"/>
          </a:xfrm>
          <a:prstGeom prst="rect">
            <a:avLst/>
          </a:prstGeom>
          <a:noFill/>
        </p:spPr>
        <p:txBody>
          <a:bodyPr wrap="square">
            <a:spAutoFit/>
          </a:bodyPr>
          <a:lstStyle/>
          <a:p>
            <a:r>
              <a:rPr kumimoji="0" lang="vi-VN" sz="7200" b="1" i="0" u="none" strike="noStrike" kern="1200" cap="none" spc="0" normalizeH="0" baseline="0" noProof="0" dirty="0">
                <a:ln>
                  <a:solidFill>
                    <a:schemeClr val="bg1"/>
                  </a:solidFill>
                </a:ln>
                <a:noFill/>
                <a:effectLst/>
                <a:uLnTx/>
                <a:uFillTx/>
                <a:latin typeface="Bahnschrift" panose="020B0502040204020203" pitchFamily="34" charset="0"/>
              </a:rPr>
              <a:t>NHIỆM VỤ</a:t>
            </a:r>
            <a:endParaRPr lang="en-MY" sz="8000" dirty="0">
              <a:solidFill>
                <a:schemeClr val="bg1"/>
              </a:solidFill>
              <a:latin typeface="Bahnschrift" panose="020B0502040204020203" pitchFamily="34" charset="0"/>
            </a:endParaRPr>
          </a:p>
        </p:txBody>
      </p:sp>
      <p:sp>
        <p:nvSpPr>
          <p:cNvPr id="46" name="TextBox 45">
            <a:extLst>
              <a:ext uri="{FF2B5EF4-FFF2-40B4-BE49-F238E27FC236}">
                <a16:creationId xmlns:a16="http://schemas.microsoft.com/office/drawing/2014/main" id="{B8E3F92C-E200-C556-35CF-60FFAA3AA7D0}"/>
              </a:ext>
            </a:extLst>
          </p:cNvPr>
          <p:cNvSpPr txBox="1"/>
          <p:nvPr/>
        </p:nvSpPr>
        <p:spPr>
          <a:xfrm>
            <a:off x="10378786" y="-6786514"/>
            <a:ext cx="4179058" cy="2308324"/>
          </a:xfrm>
          <a:prstGeom prst="rect">
            <a:avLst/>
          </a:prstGeom>
          <a:noFill/>
        </p:spPr>
        <p:txBody>
          <a:bodyPr wrap="square">
            <a:spAutoFit/>
          </a:bodyPr>
          <a:lstStyle/>
          <a:p>
            <a:pPr algn="r"/>
            <a:r>
              <a:rPr kumimoji="0" lang="vi-VN" sz="7200" b="1" i="0" u="none" strike="noStrike" kern="1200" cap="none" spc="0" normalizeH="0" baseline="0" noProof="0" dirty="0">
                <a:ln>
                  <a:solidFill>
                    <a:schemeClr val="bg1"/>
                  </a:solidFill>
                </a:ln>
                <a:noFill/>
                <a:effectLst/>
                <a:uLnTx/>
                <a:uFillTx/>
                <a:latin typeface="Bahnschrift" panose="020B0502040204020203" pitchFamily="34" charset="0"/>
              </a:rPr>
              <a:t>CỦA </a:t>
            </a:r>
            <a:r>
              <a:rPr kumimoji="0" lang="vi-VN" sz="7200" b="1" i="0" u="none" strike="noStrike" kern="1200" cap="none" spc="0" normalizeH="0" baseline="0" noProof="0" dirty="0">
                <a:ln>
                  <a:solidFill>
                    <a:schemeClr val="bg1"/>
                  </a:solidFill>
                </a:ln>
                <a:solidFill>
                  <a:schemeClr val="bg1"/>
                </a:solidFill>
                <a:effectLst/>
                <a:uLnTx/>
                <a:uFillTx/>
                <a:latin typeface="Bahnschrift" panose="020B0502040204020203" pitchFamily="34" charset="0"/>
              </a:rPr>
              <a:t>ĐỀ TÀI</a:t>
            </a:r>
            <a:endParaRPr lang="en-MY" sz="2800" dirty="0">
              <a:solidFill>
                <a:schemeClr val="bg1"/>
              </a:solidFill>
              <a:latin typeface="Bahnschrift" panose="020B0502040204020203" pitchFamily="34" charset="0"/>
            </a:endParaRPr>
          </a:p>
        </p:txBody>
      </p:sp>
    </p:spTree>
    <p:extLst>
      <p:ext uri="{BB962C8B-B14F-4D97-AF65-F5344CB8AC3E}">
        <p14:creationId xmlns:p14="http://schemas.microsoft.com/office/powerpoint/2010/main" val="3333489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2200" fill="hold"/>
                                        <p:tgtEl>
                                          <p:spTgt spid="4"/>
                                        </p:tgtEl>
                                        <p:attrNameLst>
                                          <p:attrName>ppt_x</p:attrName>
                                        </p:attrNameLst>
                                      </p:cBhvr>
                                      <p:tavLst>
                                        <p:tav tm="0">
                                          <p:val>
                                            <p:strVal val="0-#ppt_w/2"/>
                                          </p:val>
                                        </p:tav>
                                        <p:tav tm="100000">
                                          <p:val>
                                            <p:strVal val="#ppt_x"/>
                                          </p:val>
                                        </p:tav>
                                      </p:tavLst>
                                    </p:anim>
                                    <p:anim calcmode="lin" valueType="num">
                                      <p:cBhvr additive="base">
                                        <p:cTn id="8" dur="22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9">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56E81D-2715-1899-FF00-ED9606EB8C0D}"/>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Layer>
                </a14:imgProps>
              </a:ext>
              <a:ext uri="{28A0092B-C50C-407E-A947-70E740481C1C}">
                <a14:useLocalDpi xmlns:a14="http://schemas.microsoft.com/office/drawing/2010/main" val="0"/>
              </a:ext>
            </a:extLst>
          </a:blip>
          <a:srcRect/>
          <a:stretch/>
        </p:blipFill>
        <p:spPr>
          <a:xfrm>
            <a:off x="-4892010" y="-958782"/>
            <a:ext cx="19827209" cy="8420270"/>
          </a:xfrm>
          <a:prstGeom prst="roundRect">
            <a:avLst>
              <a:gd name="adj" fmla="val 50000"/>
            </a:avLst>
          </a:prstGeom>
        </p:spPr>
      </p:pic>
      <p:sp>
        <p:nvSpPr>
          <p:cNvPr id="51" name="TextBox 50">
            <a:extLst>
              <a:ext uri="{FF2B5EF4-FFF2-40B4-BE49-F238E27FC236}">
                <a16:creationId xmlns:a16="http://schemas.microsoft.com/office/drawing/2014/main" id="{20FAFAA7-71CB-40E5-AB97-37562B197BDD}"/>
              </a:ext>
            </a:extLst>
          </p:cNvPr>
          <p:cNvSpPr txBox="1"/>
          <p:nvPr/>
        </p:nvSpPr>
        <p:spPr>
          <a:xfrm>
            <a:off x="2118076" y="6657945"/>
            <a:ext cx="3098925" cy="400110"/>
          </a:xfrm>
          <a:prstGeom prst="rect">
            <a:avLst/>
          </a:prstGeom>
          <a:noFill/>
        </p:spPr>
        <p:txBody>
          <a:bodyPr wrap="none" rtlCol="0">
            <a:spAutoFit/>
          </a:bodyPr>
          <a:lstStyle/>
          <a:p>
            <a:r>
              <a:rPr lang="en-US" sz="2000" b="1" dirty="0">
                <a:blipFill dpi="0" rotWithShape="1">
                  <a:blip r:embed="rId5">
                    <a:extLst>
                      <a:ext uri="{28A0092B-C50C-407E-A947-70E740481C1C}">
                        <a14:useLocalDpi xmlns:a14="http://schemas.microsoft.com/office/drawing/2010/main" val="0"/>
                      </a:ext>
                    </a:extLst>
                  </a:blip>
                  <a:srcRect/>
                  <a:stretch>
                    <a:fillRect/>
                  </a:stretch>
                </a:blipFill>
                <a:latin typeface="Century Gothic" panose="020B0502020202020204" pitchFamily="34" charset="0"/>
              </a:rPr>
              <a:t>Inspired by Style </a:t>
            </a:r>
            <a:r>
              <a:rPr lang="en-US" sz="2000" b="1" dirty="0" err="1">
                <a:blipFill dpi="0" rotWithShape="1">
                  <a:blip r:embed="rId5">
                    <a:extLst>
                      <a:ext uri="{28A0092B-C50C-407E-A947-70E740481C1C}">
                        <a14:useLocalDpi xmlns:a14="http://schemas.microsoft.com/office/drawing/2010/main" val="0"/>
                      </a:ext>
                    </a:extLst>
                  </a:blip>
                  <a:srcRect/>
                  <a:stretch>
                    <a:fillRect/>
                  </a:stretch>
                </a:blipFill>
                <a:latin typeface="Century Gothic" panose="020B0502020202020204" pitchFamily="34" charset="0"/>
              </a:rPr>
              <a:t>Teyvat</a:t>
            </a:r>
            <a:endParaRPr lang="en-US" sz="2000" b="1" dirty="0">
              <a:blipFill dpi="0" rotWithShape="1">
                <a:blip r:embed="rId5">
                  <a:extLst>
                    <a:ext uri="{28A0092B-C50C-407E-A947-70E740481C1C}">
                      <a14:useLocalDpi xmlns:a14="http://schemas.microsoft.com/office/drawing/2010/main" val="0"/>
                    </a:ext>
                  </a:extLst>
                </a:blip>
                <a:srcRect/>
                <a:stretch>
                  <a:fillRect/>
                </a:stretch>
              </a:blipFill>
              <a:latin typeface="Century Gothic" panose="020B0502020202020204" pitchFamily="34" charset="0"/>
            </a:endParaRPr>
          </a:p>
        </p:txBody>
      </p:sp>
      <p:sp>
        <p:nvSpPr>
          <p:cNvPr id="52" name="TextBox 51">
            <a:extLst>
              <a:ext uri="{FF2B5EF4-FFF2-40B4-BE49-F238E27FC236}">
                <a16:creationId xmlns:a16="http://schemas.microsoft.com/office/drawing/2014/main" id="{38090ACE-DE4C-4A8C-B2CE-B85C4C48571D}"/>
              </a:ext>
            </a:extLst>
          </p:cNvPr>
          <p:cNvSpPr txBox="1"/>
          <p:nvPr/>
        </p:nvSpPr>
        <p:spPr>
          <a:xfrm>
            <a:off x="2117878" y="20759677"/>
            <a:ext cx="1063112" cy="307777"/>
          </a:xfrm>
          <a:prstGeom prst="rect">
            <a:avLst/>
          </a:prstGeom>
          <a:noFill/>
        </p:spPr>
        <p:txBody>
          <a:bodyPr wrap="none" rtlCol="0">
            <a:spAutoFit/>
          </a:bodyPr>
          <a:lstStyle/>
          <a:p>
            <a:r>
              <a:rPr lang="en-MY" sz="1400" b="1" dirty="0">
                <a:solidFill>
                  <a:schemeClr val="bg1">
                    <a:lumMod val="65000"/>
                  </a:schemeClr>
                </a:solidFill>
                <a:latin typeface="Century Gothic" panose="020B0502020202020204" pitchFamily="34" charset="0"/>
              </a:rPr>
              <a:t>WELCOME</a:t>
            </a:r>
            <a:endParaRPr lang="en-MY" b="1" dirty="0">
              <a:solidFill>
                <a:schemeClr val="bg1">
                  <a:lumMod val="65000"/>
                </a:schemeClr>
              </a:solidFill>
              <a:latin typeface="Century Gothic" panose="020B0502020202020204" pitchFamily="34" charset="0"/>
            </a:endParaRPr>
          </a:p>
        </p:txBody>
      </p:sp>
      <p:sp>
        <p:nvSpPr>
          <p:cNvPr id="53" name="TextBox 52">
            <a:extLst>
              <a:ext uri="{FF2B5EF4-FFF2-40B4-BE49-F238E27FC236}">
                <a16:creationId xmlns:a16="http://schemas.microsoft.com/office/drawing/2014/main" id="{23400CBE-37B4-4A08-B8C0-07E8B2B8EEB4}"/>
              </a:ext>
            </a:extLst>
          </p:cNvPr>
          <p:cNvSpPr txBox="1"/>
          <p:nvPr/>
        </p:nvSpPr>
        <p:spPr>
          <a:xfrm>
            <a:off x="2117878" y="21063130"/>
            <a:ext cx="3440463" cy="646331"/>
          </a:xfrm>
          <a:prstGeom prst="rect">
            <a:avLst/>
          </a:prstGeom>
          <a:noFill/>
        </p:spPr>
        <p:txBody>
          <a:bodyPr wrap="square" rtlCol="0">
            <a:spAutoFit/>
          </a:bodyPr>
          <a:lstStyle/>
          <a:p>
            <a:pPr algn="just"/>
            <a:r>
              <a:rPr lang="en-MY" sz="1200" dirty="0">
                <a:solidFill>
                  <a:schemeClr val="bg1">
                    <a:lumMod val="65000"/>
                  </a:schemeClr>
                </a:solidFill>
                <a:latin typeface="Century Gothic" panose="020B0502020202020204" pitchFamily="34" charset="0"/>
              </a:rPr>
              <a:t>Tengok teaser Genshin impact </a:t>
            </a:r>
            <a:r>
              <a:rPr lang="en-MY" sz="1200" dirty="0" err="1">
                <a:solidFill>
                  <a:schemeClr val="bg1">
                    <a:lumMod val="65000"/>
                  </a:schemeClr>
                </a:solidFill>
                <a:latin typeface="Century Gothic" panose="020B0502020202020204" pitchFamily="34" charset="0"/>
              </a:rPr>
              <a:t>Teyvat</a:t>
            </a:r>
            <a:r>
              <a:rPr lang="en-MY" sz="1200" dirty="0">
                <a:solidFill>
                  <a:schemeClr val="bg1">
                    <a:lumMod val="65000"/>
                  </a:schemeClr>
                </a:solidFill>
                <a:latin typeface="Century Gothic" panose="020B0502020202020204" pitchFamily="34" charset="0"/>
              </a:rPr>
              <a:t> style dengan music </a:t>
            </a:r>
            <a:r>
              <a:rPr lang="en-MY" sz="1200" dirty="0" err="1">
                <a:solidFill>
                  <a:schemeClr val="bg1">
                    <a:lumMod val="65000"/>
                  </a:schemeClr>
                </a:solidFill>
                <a:latin typeface="Century Gothic" panose="020B0502020202020204" pitchFamily="34" charset="0"/>
              </a:rPr>
              <a:t>dia</a:t>
            </a:r>
            <a:r>
              <a:rPr lang="en-MY" sz="1200" dirty="0">
                <a:solidFill>
                  <a:schemeClr val="bg1">
                    <a:lumMod val="65000"/>
                  </a:schemeClr>
                </a:solidFill>
                <a:latin typeface="Century Gothic" panose="020B0502020202020204" pitchFamily="34" charset="0"/>
              </a:rPr>
              <a:t> </a:t>
            </a:r>
            <a:r>
              <a:rPr lang="en-MY" sz="1200" dirty="0" err="1">
                <a:solidFill>
                  <a:schemeClr val="bg1">
                    <a:lumMod val="65000"/>
                  </a:schemeClr>
                </a:solidFill>
                <a:latin typeface="Century Gothic" panose="020B0502020202020204" pitchFamily="34" charset="0"/>
              </a:rPr>
              <a:t>terus</a:t>
            </a:r>
            <a:r>
              <a:rPr lang="en-MY" sz="1200" dirty="0">
                <a:solidFill>
                  <a:schemeClr val="bg1">
                    <a:lumMod val="65000"/>
                  </a:schemeClr>
                </a:solidFill>
                <a:latin typeface="Century Gothic" panose="020B0502020202020204" pitchFamily="34" charset="0"/>
              </a:rPr>
              <a:t> inspired untuk buat style macam </a:t>
            </a:r>
            <a:r>
              <a:rPr lang="en-MY" sz="1200" dirty="0" err="1">
                <a:solidFill>
                  <a:schemeClr val="bg1">
                    <a:lumMod val="65000"/>
                  </a:schemeClr>
                </a:solidFill>
                <a:latin typeface="Century Gothic" panose="020B0502020202020204" pitchFamily="34" charset="0"/>
              </a:rPr>
              <a:t>ni</a:t>
            </a:r>
            <a:r>
              <a:rPr lang="en-MY" sz="1200" dirty="0">
                <a:solidFill>
                  <a:schemeClr val="bg1">
                    <a:lumMod val="65000"/>
                  </a:schemeClr>
                </a:solidFill>
                <a:latin typeface="Century Gothic" panose="020B0502020202020204" pitchFamily="34" charset="0"/>
              </a:rPr>
              <a:t>.</a:t>
            </a:r>
            <a:endParaRPr lang="en-MY" sz="1600" dirty="0">
              <a:solidFill>
                <a:schemeClr val="bg1">
                  <a:lumMod val="65000"/>
                </a:schemeClr>
              </a:solidFill>
              <a:latin typeface="Century Gothic" panose="020B0502020202020204" pitchFamily="34" charset="0"/>
            </a:endParaRPr>
          </a:p>
        </p:txBody>
      </p:sp>
      <p:sp>
        <p:nvSpPr>
          <p:cNvPr id="55" name="TextBox 54">
            <a:extLst>
              <a:ext uri="{FF2B5EF4-FFF2-40B4-BE49-F238E27FC236}">
                <a16:creationId xmlns:a16="http://schemas.microsoft.com/office/drawing/2014/main" id="{F88036FB-25E1-46C6-B329-83F4F1D5567C}"/>
              </a:ext>
            </a:extLst>
          </p:cNvPr>
          <p:cNvSpPr txBox="1"/>
          <p:nvPr/>
        </p:nvSpPr>
        <p:spPr>
          <a:xfrm>
            <a:off x="2051311" y="16857488"/>
            <a:ext cx="3184310" cy="1200329"/>
          </a:xfrm>
          <a:prstGeom prst="rect">
            <a:avLst/>
          </a:prstGeom>
          <a:noFill/>
        </p:spPr>
        <p:txBody>
          <a:bodyPr wrap="square">
            <a:spAutoFit/>
          </a:bodyPr>
          <a:lstStyle/>
          <a:p>
            <a:r>
              <a:rPr kumimoji="0" lang="en-US" sz="7200"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Century Gothic" panose="020B0502020202020204" pitchFamily="34" charset="0"/>
                <a:ea typeface="+mn-ea"/>
                <a:cs typeface="+mn-cs"/>
              </a:rPr>
              <a:t>FLIGHT</a:t>
            </a:r>
            <a:endParaRPr lang="en-MY" dirty="0"/>
          </a:p>
        </p:txBody>
      </p:sp>
      <p:sp>
        <p:nvSpPr>
          <p:cNvPr id="48" name="Oval 47">
            <a:extLst>
              <a:ext uri="{FF2B5EF4-FFF2-40B4-BE49-F238E27FC236}">
                <a16:creationId xmlns:a16="http://schemas.microsoft.com/office/drawing/2014/main" id="{59EF8E22-CF24-41E7-AB87-4757FEF90251}"/>
              </a:ext>
            </a:extLst>
          </p:cNvPr>
          <p:cNvSpPr/>
          <p:nvPr/>
        </p:nvSpPr>
        <p:spPr>
          <a:xfrm>
            <a:off x="12576391" y="2254828"/>
            <a:ext cx="2604129" cy="27432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49" name="Picture 48">
            <a:extLst>
              <a:ext uri="{FF2B5EF4-FFF2-40B4-BE49-F238E27FC236}">
                <a16:creationId xmlns:a16="http://schemas.microsoft.com/office/drawing/2014/main" id="{F9315F22-632F-46A7-897E-3F1AD1CF3B46}"/>
              </a:ext>
            </a:extLst>
          </p:cNvPr>
          <p:cNvPicPr>
            <a:picLocks noChangeAspect="1"/>
          </p:cNvPicPr>
          <p:nvPr/>
        </p:nvPicPr>
        <p:blipFill>
          <a:blip r:embed="rId7">
            <a:duotone>
              <a:prstClr val="black"/>
              <a:srgbClr val="7030A0">
                <a:tint val="45000"/>
                <a:satMod val="400000"/>
              </a:srgbClr>
            </a:duotone>
          </a:blip>
          <a:stretch>
            <a:fillRect/>
          </a:stretch>
        </p:blipFill>
        <p:spPr>
          <a:xfrm>
            <a:off x="13056016" y="3251353"/>
            <a:ext cx="452118" cy="801484"/>
          </a:xfrm>
          <a:prstGeom prst="rect">
            <a:avLst/>
          </a:prstGeom>
          <a:noFill/>
        </p:spPr>
      </p:pic>
      <p:sp>
        <p:nvSpPr>
          <p:cNvPr id="46" name="Oval 45">
            <a:extLst>
              <a:ext uri="{FF2B5EF4-FFF2-40B4-BE49-F238E27FC236}">
                <a16:creationId xmlns:a16="http://schemas.microsoft.com/office/drawing/2014/main" id="{BE9CCE2F-2FF1-4FD6-8BA2-99169B88081E}"/>
              </a:ext>
            </a:extLst>
          </p:cNvPr>
          <p:cNvSpPr/>
          <p:nvPr/>
        </p:nvSpPr>
        <p:spPr>
          <a:xfrm>
            <a:off x="4484879" y="-3055518"/>
            <a:ext cx="10235095" cy="107816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7" name="Oval 46">
            <a:extLst>
              <a:ext uri="{FF2B5EF4-FFF2-40B4-BE49-F238E27FC236}">
                <a16:creationId xmlns:a16="http://schemas.microsoft.com/office/drawing/2014/main" id="{4306EF44-F0F9-4446-82E6-A16C21F8C522}"/>
              </a:ext>
            </a:extLst>
          </p:cNvPr>
          <p:cNvSpPr/>
          <p:nvPr/>
        </p:nvSpPr>
        <p:spPr>
          <a:xfrm>
            <a:off x="-2810528" y="-924716"/>
            <a:ext cx="10235095" cy="107816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7" name="TextBox 26">
            <a:extLst>
              <a:ext uri="{FF2B5EF4-FFF2-40B4-BE49-F238E27FC236}">
                <a16:creationId xmlns:a16="http://schemas.microsoft.com/office/drawing/2014/main" id="{3C7CF22E-6E14-443B-BE8E-B401DD30E60A}"/>
              </a:ext>
            </a:extLst>
          </p:cNvPr>
          <p:cNvSpPr txBox="1"/>
          <p:nvPr/>
        </p:nvSpPr>
        <p:spPr>
          <a:xfrm>
            <a:off x="2377956" y="2800608"/>
            <a:ext cx="6519471" cy="2308324"/>
          </a:xfrm>
          <a:prstGeom prst="rect">
            <a:avLst/>
          </a:prstGeom>
          <a:noFill/>
        </p:spPr>
        <p:txBody>
          <a:bodyPr wrap="square">
            <a:spAutoFit/>
          </a:bodyPr>
          <a:lstStyle/>
          <a:p>
            <a:pPr algn="ctr"/>
            <a:r>
              <a:rPr kumimoji="0" lang="vi-VN" sz="7200"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CÁC CƠ CẤU CHẤP HÀNH</a:t>
            </a:r>
            <a:endParaRPr lang="en-MY"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grpSp>
        <p:nvGrpSpPr>
          <p:cNvPr id="60" name="Group 59">
            <a:extLst>
              <a:ext uri="{FF2B5EF4-FFF2-40B4-BE49-F238E27FC236}">
                <a16:creationId xmlns:a16="http://schemas.microsoft.com/office/drawing/2014/main" id="{C2B52133-15F3-4364-B692-0A54D79E2DE1}"/>
              </a:ext>
            </a:extLst>
          </p:cNvPr>
          <p:cNvGrpSpPr/>
          <p:nvPr/>
        </p:nvGrpSpPr>
        <p:grpSpPr>
          <a:xfrm rot="10117570">
            <a:off x="-6248789" y="3143227"/>
            <a:ext cx="8211469" cy="7922438"/>
            <a:chOff x="-7359647" y="3481383"/>
            <a:chExt cx="8211469" cy="7641093"/>
          </a:xfrm>
        </p:grpSpPr>
        <p:sp>
          <p:nvSpPr>
            <p:cNvPr id="61" name="Freeform: Shape 60">
              <a:extLst>
                <a:ext uri="{FF2B5EF4-FFF2-40B4-BE49-F238E27FC236}">
                  <a16:creationId xmlns:a16="http://schemas.microsoft.com/office/drawing/2014/main" id="{9F6E0C86-60EE-4697-8DE7-9563EA73BD26}"/>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6">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62" name="Freeform: Shape 61">
              <a:extLst>
                <a:ext uri="{FF2B5EF4-FFF2-40B4-BE49-F238E27FC236}">
                  <a16:creationId xmlns:a16="http://schemas.microsoft.com/office/drawing/2014/main" id="{9E0F3BC8-6C13-49EE-982B-2061343971E7}"/>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6">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grpSp>
        <p:nvGrpSpPr>
          <p:cNvPr id="23" name="Group 22">
            <a:extLst>
              <a:ext uri="{FF2B5EF4-FFF2-40B4-BE49-F238E27FC236}">
                <a16:creationId xmlns:a16="http://schemas.microsoft.com/office/drawing/2014/main" id="{898F7909-32AE-4772-9458-13B8761B9E26}"/>
              </a:ext>
            </a:extLst>
          </p:cNvPr>
          <p:cNvGrpSpPr/>
          <p:nvPr/>
        </p:nvGrpSpPr>
        <p:grpSpPr>
          <a:xfrm rot="10117570">
            <a:off x="8950281" y="-6028526"/>
            <a:ext cx="8211469" cy="7922438"/>
            <a:chOff x="-7359647" y="3481383"/>
            <a:chExt cx="8211469" cy="7641093"/>
          </a:xfrm>
        </p:grpSpPr>
        <p:sp>
          <p:nvSpPr>
            <p:cNvPr id="24" name="Freeform: Shape 23">
              <a:extLst>
                <a:ext uri="{FF2B5EF4-FFF2-40B4-BE49-F238E27FC236}">
                  <a16:creationId xmlns:a16="http://schemas.microsoft.com/office/drawing/2014/main" id="{B731EAF9-E34A-430A-99C4-4FA00AD7AF17}"/>
                </a:ext>
              </a:extLst>
            </p:cNvPr>
            <p:cNvSpPr/>
            <p:nvPr/>
          </p:nvSpPr>
          <p:spPr>
            <a:xfrm rot="5400000">
              <a:off x="-7074459" y="3196195"/>
              <a:ext cx="7641093" cy="8211469"/>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6">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sp>
          <p:nvSpPr>
            <p:cNvPr id="25" name="Freeform: Shape 24">
              <a:extLst>
                <a:ext uri="{FF2B5EF4-FFF2-40B4-BE49-F238E27FC236}">
                  <a16:creationId xmlns:a16="http://schemas.microsoft.com/office/drawing/2014/main" id="{E047BD17-C130-41C3-A030-8BC9CCE081ED}"/>
                </a:ext>
              </a:extLst>
            </p:cNvPr>
            <p:cNvSpPr/>
            <p:nvPr/>
          </p:nvSpPr>
          <p:spPr>
            <a:xfrm rot="5400000">
              <a:off x="-6543154" y="3693520"/>
              <a:ext cx="6715530" cy="7216817"/>
            </a:xfrm>
            <a:custGeom>
              <a:avLst/>
              <a:gdLst>
                <a:gd name="connsiteX0" fmla="*/ 6854623 w 7167346"/>
                <a:gd name="connsiteY0" fmla="*/ 1018680 h 7555465"/>
                <a:gd name="connsiteX1" fmla="*/ 5325095 w 7167346"/>
                <a:gd name="connsiteY1" fmla="*/ 108343 h 7555465"/>
                <a:gd name="connsiteX2" fmla="*/ 1842251 w 7167346"/>
                <a:gd name="connsiteY2" fmla="*/ 108343 h 7555465"/>
                <a:gd name="connsiteX3" fmla="*/ 102778 w 7167346"/>
                <a:gd name="connsiteY3" fmla="*/ 1847816 h 7555465"/>
                <a:gd name="connsiteX4" fmla="*/ 102778 w 7167346"/>
                <a:gd name="connsiteY4" fmla="*/ 5707648 h 7555465"/>
                <a:gd name="connsiteX5" fmla="*/ 1842251 w 7167346"/>
                <a:gd name="connsiteY5" fmla="*/ 7447121 h 7555465"/>
                <a:gd name="connsiteX6" fmla="*/ 5325095 w 7167346"/>
                <a:gd name="connsiteY6" fmla="*/ 7447121 h 7555465"/>
                <a:gd name="connsiteX7" fmla="*/ 7064568 w 7167346"/>
                <a:gd name="connsiteY7" fmla="*/ 5707648 h 7555465"/>
                <a:gd name="connsiteX8" fmla="*/ 7064568 w 7167346"/>
                <a:gd name="connsiteY8" fmla="*/ 1847816 h 7555465"/>
                <a:gd name="connsiteX9" fmla="*/ 6854623 w 7167346"/>
                <a:gd name="connsiteY9" fmla="*/ 1018680 h 7555465"/>
                <a:gd name="connsiteX10" fmla="*/ 6951202 w 7167346"/>
                <a:gd name="connsiteY10" fmla="*/ 937215 h 7555465"/>
                <a:gd name="connsiteX11" fmla="*/ 7167345 w 7167346"/>
                <a:gd name="connsiteY11" fmla="*/ 1790833 h 7555465"/>
                <a:gd name="connsiteX12" fmla="*/ 7167346 w 7167346"/>
                <a:gd name="connsiteY12" fmla="*/ 5764632 h 7555465"/>
                <a:gd name="connsiteX13" fmla="*/ 5376513 w 7167346"/>
                <a:gd name="connsiteY13" fmla="*/ 7555465 h 7555465"/>
                <a:gd name="connsiteX14" fmla="*/ 1790833 w 7167346"/>
                <a:gd name="connsiteY14" fmla="*/ 7555465 h 7555465"/>
                <a:gd name="connsiteX15" fmla="*/ 0 w 7167346"/>
                <a:gd name="connsiteY15" fmla="*/ 5764632 h 7555465"/>
                <a:gd name="connsiteX16" fmla="*/ 0 w 7167346"/>
                <a:gd name="connsiteY16" fmla="*/ 1790833 h 7555465"/>
                <a:gd name="connsiteX17" fmla="*/ 1790833 w 7167346"/>
                <a:gd name="connsiteY17" fmla="*/ 0 h 7555465"/>
                <a:gd name="connsiteX18" fmla="*/ 5376512 w 7167346"/>
                <a:gd name="connsiteY18" fmla="*/ 0 h 7555465"/>
                <a:gd name="connsiteX19" fmla="*/ 6951202 w 7167346"/>
                <a:gd name="connsiteY19" fmla="*/ 937215 h 755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167346" h="7555465">
                  <a:moveTo>
                    <a:pt x="6854623" y="1018680"/>
                  </a:moveTo>
                  <a:cubicBezTo>
                    <a:pt x="6560062" y="476443"/>
                    <a:pt x="5985565" y="108343"/>
                    <a:pt x="5325095" y="108343"/>
                  </a:cubicBezTo>
                  <a:lnTo>
                    <a:pt x="1842251" y="108343"/>
                  </a:lnTo>
                  <a:cubicBezTo>
                    <a:pt x="881567" y="108343"/>
                    <a:pt x="102778" y="887132"/>
                    <a:pt x="102778" y="1847816"/>
                  </a:cubicBezTo>
                  <a:lnTo>
                    <a:pt x="102778" y="5707648"/>
                  </a:lnTo>
                  <a:cubicBezTo>
                    <a:pt x="102778" y="6668332"/>
                    <a:pt x="881567" y="7447121"/>
                    <a:pt x="1842251" y="7447121"/>
                  </a:cubicBezTo>
                  <a:lnTo>
                    <a:pt x="5325095" y="7447121"/>
                  </a:lnTo>
                  <a:cubicBezTo>
                    <a:pt x="6285779" y="7447121"/>
                    <a:pt x="7064568" y="6668332"/>
                    <a:pt x="7064568" y="5707648"/>
                  </a:cubicBezTo>
                  <a:lnTo>
                    <a:pt x="7064568" y="1847816"/>
                  </a:lnTo>
                  <a:cubicBezTo>
                    <a:pt x="7064568" y="1547602"/>
                    <a:pt x="6988514" y="1265152"/>
                    <a:pt x="6854623" y="1018680"/>
                  </a:cubicBezTo>
                  <a:close/>
                  <a:moveTo>
                    <a:pt x="6951202" y="937215"/>
                  </a:moveTo>
                  <a:cubicBezTo>
                    <a:pt x="7089046" y="1190965"/>
                    <a:pt x="7167345" y="1481755"/>
                    <a:pt x="7167345" y="1790833"/>
                  </a:cubicBezTo>
                  <a:lnTo>
                    <a:pt x="7167346" y="5764632"/>
                  </a:lnTo>
                  <a:cubicBezTo>
                    <a:pt x="7167345" y="6753682"/>
                    <a:pt x="6365562" y="7555465"/>
                    <a:pt x="5376513" y="7555465"/>
                  </a:cubicBezTo>
                  <a:lnTo>
                    <a:pt x="1790833" y="7555465"/>
                  </a:lnTo>
                  <a:cubicBezTo>
                    <a:pt x="801783" y="7555465"/>
                    <a:pt x="0" y="6753682"/>
                    <a:pt x="0" y="5764632"/>
                  </a:cubicBezTo>
                  <a:lnTo>
                    <a:pt x="0" y="1790833"/>
                  </a:lnTo>
                  <a:cubicBezTo>
                    <a:pt x="0" y="801783"/>
                    <a:pt x="801783" y="0"/>
                    <a:pt x="1790833" y="0"/>
                  </a:cubicBezTo>
                  <a:lnTo>
                    <a:pt x="5376512" y="0"/>
                  </a:lnTo>
                  <a:cubicBezTo>
                    <a:pt x="6056484" y="0"/>
                    <a:pt x="6647943" y="378968"/>
                    <a:pt x="6951202" y="937215"/>
                  </a:cubicBezTo>
                  <a:close/>
                </a:path>
              </a:pathLst>
            </a:custGeom>
            <a:blipFill dpi="0" rotWithShape="1">
              <a:blip r:embed="rId6">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MY"/>
            </a:p>
          </p:txBody>
        </p:sp>
      </p:grpSp>
      <p:sp>
        <p:nvSpPr>
          <p:cNvPr id="3" name="TextBox 2">
            <a:extLst>
              <a:ext uri="{FF2B5EF4-FFF2-40B4-BE49-F238E27FC236}">
                <a16:creationId xmlns:a16="http://schemas.microsoft.com/office/drawing/2014/main" id="{8237E77D-303C-F8F9-E82F-9BB74955B708}"/>
              </a:ext>
            </a:extLst>
          </p:cNvPr>
          <p:cNvSpPr txBox="1"/>
          <p:nvPr/>
        </p:nvSpPr>
        <p:spPr>
          <a:xfrm>
            <a:off x="188228" y="-1512237"/>
            <a:ext cx="1755937" cy="369332"/>
          </a:xfrm>
          <a:prstGeom prst="rect">
            <a:avLst/>
          </a:prstGeom>
          <a:noFill/>
        </p:spPr>
        <p:txBody>
          <a:bodyPr wrap="square">
            <a:spAutoFit/>
          </a:bodyPr>
          <a:lstStyle/>
          <a:p>
            <a:r>
              <a:rPr kumimoji="0" lang="vi-VN"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 Nhóm 4 -</a:t>
            </a:r>
            <a:endParaRPr lang="en-MY"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4" name="TextBox 3">
            <a:extLst>
              <a:ext uri="{FF2B5EF4-FFF2-40B4-BE49-F238E27FC236}">
                <a16:creationId xmlns:a16="http://schemas.microsoft.com/office/drawing/2014/main" id="{7AD329F3-B9CA-4B9E-C6D2-5090F4150244}"/>
              </a:ext>
            </a:extLst>
          </p:cNvPr>
          <p:cNvSpPr txBox="1"/>
          <p:nvPr/>
        </p:nvSpPr>
        <p:spPr>
          <a:xfrm>
            <a:off x="1532361" y="-2251864"/>
            <a:ext cx="1627880" cy="369332"/>
          </a:xfrm>
          <a:prstGeom prst="rect">
            <a:avLst/>
          </a:prstGeom>
          <a:noFill/>
        </p:spPr>
        <p:txBody>
          <a:bodyPr wrap="square">
            <a:spAutoFit/>
          </a:bodyPr>
          <a:lstStyle/>
          <a:p>
            <a:r>
              <a:rPr kumimoji="0" lang="vi-VN"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Các cơ cấu  </a:t>
            </a:r>
            <a:endParaRPr lang="en-MY" b="1"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5" name="TextBox 4">
            <a:extLst>
              <a:ext uri="{FF2B5EF4-FFF2-40B4-BE49-F238E27FC236}">
                <a16:creationId xmlns:a16="http://schemas.microsoft.com/office/drawing/2014/main" id="{99864588-2CFB-021F-5A6E-EB36C021834E}"/>
              </a:ext>
            </a:extLst>
          </p:cNvPr>
          <p:cNvSpPr txBox="1"/>
          <p:nvPr/>
        </p:nvSpPr>
        <p:spPr>
          <a:xfrm>
            <a:off x="2693028" y="-3104647"/>
            <a:ext cx="1498877" cy="369332"/>
          </a:xfrm>
          <a:prstGeom prst="rect">
            <a:avLst/>
          </a:prstGeom>
          <a:noFill/>
        </p:spPr>
        <p:txBody>
          <a:bodyPr wrap="square">
            <a:spAutoFit/>
          </a:bodyPr>
          <a:lstStyle/>
          <a:p>
            <a:r>
              <a:rPr lang="vi-VN" b="1"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rPr>
              <a:t>c</a:t>
            </a:r>
            <a:r>
              <a:rPr kumimoji="0" lang="vi-VN"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hấp hành </a:t>
            </a:r>
            <a:r>
              <a:rPr kumimoji="0" lang="en-US"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 </a:t>
            </a:r>
            <a:endParaRPr lang="en-MY" b="1"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6" name="TextBox 5">
            <a:extLst>
              <a:ext uri="{FF2B5EF4-FFF2-40B4-BE49-F238E27FC236}">
                <a16:creationId xmlns:a16="http://schemas.microsoft.com/office/drawing/2014/main" id="{78670D40-6B49-662A-1209-CEA1FF137E9C}"/>
              </a:ext>
            </a:extLst>
          </p:cNvPr>
          <p:cNvSpPr txBox="1"/>
          <p:nvPr/>
        </p:nvSpPr>
        <p:spPr>
          <a:xfrm>
            <a:off x="3838109" y="-3898007"/>
            <a:ext cx="2474201" cy="369332"/>
          </a:xfrm>
          <a:prstGeom prst="rect">
            <a:avLst/>
          </a:prstGeom>
          <a:noFill/>
        </p:spPr>
        <p:txBody>
          <a:bodyPr wrap="square">
            <a:spAutoFit/>
          </a:bodyPr>
          <a:lstStyle/>
          <a:p>
            <a:r>
              <a:rPr lang="vi-VN" b="1"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rPr>
              <a:t>t</a:t>
            </a:r>
            <a:r>
              <a:rPr kumimoji="0" lang="vi-VN" b="1" i="0" u="none" strike="noStrike" kern="1200" cap="none" spc="0" normalizeH="0" baseline="0" noProof="0" dirty="0">
                <a:ln>
                  <a:noFill/>
                </a:ln>
                <a:blipFill dpi="0" rotWithShape="1">
                  <a:blip r:embed="rId6">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rong Robot   -</a:t>
            </a:r>
            <a:endParaRPr lang="en-MY" b="1" dirty="0">
              <a:blipFill dpi="0" rotWithShape="1">
                <a:blip r:embed="rId6">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Tree>
    <p:extLst>
      <p:ext uri="{BB962C8B-B14F-4D97-AF65-F5344CB8AC3E}">
        <p14:creationId xmlns:p14="http://schemas.microsoft.com/office/powerpoint/2010/main" val="23535512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Rounded Corners 35">
            <a:extLst>
              <a:ext uri="{FF2B5EF4-FFF2-40B4-BE49-F238E27FC236}">
                <a16:creationId xmlns:a16="http://schemas.microsoft.com/office/drawing/2014/main" id="{D6D8D71B-A071-4649-A07E-5B2282B0A69F}"/>
              </a:ext>
            </a:extLst>
          </p:cNvPr>
          <p:cNvSpPr/>
          <p:nvPr/>
        </p:nvSpPr>
        <p:spPr>
          <a:xfrm>
            <a:off x="4467189" y="1800189"/>
            <a:ext cx="3257623" cy="3257623"/>
          </a:xfrm>
          <a:prstGeom prst="roundRect">
            <a:avLst/>
          </a:prstGeom>
          <a:gradFill>
            <a:gsLst>
              <a:gs pos="56000">
                <a:srgbClr val="954ECA"/>
              </a:gs>
              <a:gs pos="100000">
                <a:schemeClr val="bg1"/>
              </a:gs>
              <a:gs pos="94000">
                <a:srgbClr val="AF9BDD"/>
              </a:gs>
              <a:gs pos="79000">
                <a:srgbClr val="7653C5"/>
              </a:gs>
              <a:gs pos="22000">
                <a:srgbClr val="E9C9D5"/>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37" name="Rectangle: Rounded Corners 36">
            <a:extLst>
              <a:ext uri="{FF2B5EF4-FFF2-40B4-BE49-F238E27FC236}">
                <a16:creationId xmlns:a16="http://schemas.microsoft.com/office/drawing/2014/main" id="{3930D8BE-90C7-41E6-ACF1-1EDECD24A5E6}"/>
              </a:ext>
            </a:extLst>
          </p:cNvPr>
          <p:cNvSpPr/>
          <p:nvPr/>
        </p:nvSpPr>
        <p:spPr>
          <a:xfrm>
            <a:off x="5525112" y="2858112"/>
            <a:ext cx="1141776" cy="114177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cxnSp>
        <p:nvCxnSpPr>
          <p:cNvPr id="41" name="Straight Connector 40">
            <a:extLst>
              <a:ext uri="{FF2B5EF4-FFF2-40B4-BE49-F238E27FC236}">
                <a16:creationId xmlns:a16="http://schemas.microsoft.com/office/drawing/2014/main" id="{6C879FCE-7BBA-45E1-8D55-B50E8054D268}"/>
              </a:ext>
            </a:extLst>
          </p:cNvPr>
          <p:cNvCxnSpPr/>
          <p:nvPr/>
        </p:nvCxnSpPr>
        <p:spPr>
          <a:xfrm>
            <a:off x="995193" y="848695"/>
            <a:ext cx="909458" cy="0"/>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pic>
        <p:nvPicPr>
          <p:cNvPr id="2" name="Picture 1" descr="Diagram, engineering drawing&#10;&#10;Description automatically generated">
            <a:extLst>
              <a:ext uri="{FF2B5EF4-FFF2-40B4-BE49-F238E27FC236}">
                <a16:creationId xmlns:a16="http://schemas.microsoft.com/office/drawing/2014/main" id="{F5D9DE4A-31AB-54A3-1CCB-C8578558F797}"/>
              </a:ext>
            </a:extLst>
          </p:cNvPr>
          <p:cNvPicPr>
            <a:picLocks noChangeAspect="1"/>
          </p:cNvPicPr>
          <p:nvPr/>
        </p:nvPicPr>
        <p:blipFill rotWithShape="1">
          <a:blip r:embed="rId2"/>
          <a:srcRect l="3329" r="965"/>
          <a:stretch/>
        </p:blipFill>
        <p:spPr bwMode="auto">
          <a:xfrm>
            <a:off x="6096000" y="848695"/>
            <a:ext cx="5975350" cy="4873625"/>
          </a:xfrm>
          <a:prstGeom prst="rect">
            <a:avLst/>
          </a:prstGeom>
          <a:ln>
            <a:noFill/>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id="{D44712CA-26EB-F2C9-365E-4AF9898AF43F}"/>
              </a:ext>
            </a:extLst>
          </p:cNvPr>
          <p:cNvSpPr txBox="1"/>
          <p:nvPr/>
        </p:nvSpPr>
        <p:spPr>
          <a:xfrm>
            <a:off x="880709" y="895805"/>
            <a:ext cx="3952548" cy="1200329"/>
          </a:xfrm>
          <a:prstGeom prst="rect">
            <a:avLst/>
          </a:prstGeom>
          <a:noFill/>
        </p:spPr>
        <p:txBody>
          <a:bodyPr wrap="square" rtlCol="0">
            <a:spAutoFit/>
          </a:bodyPr>
          <a:lstStyle/>
          <a:p>
            <a:pPr defTabSz="228554"/>
            <a:r>
              <a:rPr lang="vi-VN" sz="3600" b="1" dirty="0">
                <a:solidFill>
                  <a:srgbClr val="172144"/>
                </a:solidFill>
                <a:latin typeface="Bahnschrift" panose="020B0502040204020203" pitchFamily="34" charset="0"/>
              </a:rPr>
              <a:t>Động cơ BLDC Nidec 24H</a:t>
            </a:r>
            <a:endParaRPr lang="en-US" sz="3600" b="1" dirty="0">
              <a:solidFill>
                <a:srgbClr val="172144"/>
              </a:solidFill>
              <a:latin typeface="Bahnschrift" panose="020B0502040204020203" pitchFamily="34" charset="0"/>
            </a:endParaRPr>
          </a:p>
        </p:txBody>
      </p:sp>
      <p:sp>
        <p:nvSpPr>
          <p:cNvPr id="4" name="TextBox 3">
            <a:extLst>
              <a:ext uri="{FF2B5EF4-FFF2-40B4-BE49-F238E27FC236}">
                <a16:creationId xmlns:a16="http://schemas.microsoft.com/office/drawing/2014/main" id="{27CB1B0D-5003-A60E-C068-B1A4D072E731}"/>
              </a:ext>
            </a:extLst>
          </p:cNvPr>
          <p:cNvSpPr txBox="1"/>
          <p:nvPr/>
        </p:nvSpPr>
        <p:spPr>
          <a:xfrm>
            <a:off x="844578" y="2143243"/>
            <a:ext cx="3749348" cy="3723070"/>
          </a:xfrm>
          <a:prstGeom prst="rect">
            <a:avLst/>
          </a:prstGeom>
          <a:noFill/>
        </p:spPr>
        <p:txBody>
          <a:bodyPr wrap="square" rtlCol="0">
            <a:spAutoFit/>
          </a:bodyPr>
          <a:lstStyle/>
          <a:p>
            <a:pPr defTabSz="228554">
              <a:lnSpc>
                <a:spcPct val="150000"/>
              </a:lnSpc>
              <a:defRPr/>
            </a:pPr>
            <a:r>
              <a:rPr lang="vi-VN" sz="2000" dirty="0">
                <a:solidFill>
                  <a:srgbClr val="172144"/>
                </a:solidFill>
                <a:latin typeface="Bahnschrift" panose="020B0502040204020203" pitchFamily="34" charset="0"/>
              </a:rPr>
              <a:t>Cấu tạo động cơ gồm </a:t>
            </a:r>
            <a:br>
              <a:rPr lang="vi-VN" sz="2000" dirty="0">
                <a:solidFill>
                  <a:srgbClr val="172144"/>
                </a:solidFill>
                <a:latin typeface="Bahnschrift" panose="020B0502040204020203" pitchFamily="34" charset="0"/>
              </a:rPr>
            </a:br>
            <a:r>
              <a:rPr lang="vi-VN" sz="2000" dirty="0">
                <a:solidFill>
                  <a:srgbClr val="172144"/>
                </a:solidFill>
                <a:latin typeface="Bahnschrift" panose="020B0502040204020203" pitchFamily="34" charset="0"/>
              </a:rPr>
              <a:t>các bộ phận sau: </a:t>
            </a:r>
          </a:p>
          <a:p>
            <a:pPr marL="342900" indent="-342900" defTabSz="228554">
              <a:lnSpc>
                <a:spcPct val="150000"/>
              </a:lnSpc>
              <a:buFont typeface="Arial" panose="020B0604020202020204" pitchFamily="34" charset="0"/>
              <a:buChar char="•"/>
              <a:defRPr/>
            </a:pPr>
            <a:r>
              <a:rPr lang="vi-VN" sz="2000" dirty="0">
                <a:solidFill>
                  <a:srgbClr val="172144"/>
                </a:solidFill>
                <a:latin typeface="Bahnschrift" panose="020B0502040204020203" pitchFamily="34" charset="0"/>
              </a:rPr>
              <a:t>Stato: cuộn dây, vỏ ngoài của động cơ.</a:t>
            </a:r>
          </a:p>
          <a:p>
            <a:pPr marL="342900" indent="-342900" defTabSz="228554">
              <a:lnSpc>
                <a:spcPct val="150000"/>
              </a:lnSpc>
              <a:buFont typeface="Arial" panose="020B0604020202020204" pitchFamily="34" charset="0"/>
              <a:buChar char="•"/>
              <a:defRPr/>
            </a:pPr>
            <a:r>
              <a:rPr lang="vi-VN" sz="2000" dirty="0">
                <a:solidFill>
                  <a:srgbClr val="172144"/>
                </a:solidFill>
                <a:latin typeface="Bahnschrift" panose="020B0502040204020203" pitchFamily="34" charset="0"/>
              </a:rPr>
              <a:t>Rotor: Nam châm vĩnh cửu, vòng bi, trục động cơ.</a:t>
            </a:r>
          </a:p>
          <a:p>
            <a:pPr marL="342900" indent="-342900" defTabSz="228554">
              <a:lnSpc>
                <a:spcPct val="150000"/>
              </a:lnSpc>
              <a:buFont typeface="Arial" panose="020B0604020202020204" pitchFamily="34" charset="0"/>
              <a:buChar char="•"/>
              <a:defRPr/>
            </a:pPr>
            <a:r>
              <a:rPr lang="vi-VN" sz="2000" dirty="0">
                <a:solidFill>
                  <a:srgbClr val="172144"/>
                </a:solidFill>
                <a:latin typeface="Bahnschrift" panose="020B0502040204020203" pitchFamily="34" charset="0"/>
              </a:rPr>
              <a:t>Mạch: Hall sensor, Encoder, Driver.	</a:t>
            </a:r>
            <a:endParaRPr lang="en-US" sz="2000" dirty="0">
              <a:solidFill>
                <a:srgbClr val="172144"/>
              </a:solidFill>
              <a:latin typeface="Bahnschrift" panose="020B0502040204020203" pitchFamily="34" charset="0"/>
            </a:endParaRPr>
          </a:p>
        </p:txBody>
      </p:sp>
      <p:sp>
        <p:nvSpPr>
          <p:cNvPr id="5" name="TextBox 4">
            <a:extLst>
              <a:ext uri="{FF2B5EF4-FFF2-40B4-BE49-F238E27FC236}">
                <a16:creationId xmlns:a16="http://schemas.microsoft.com/office/drawing/2014/main" id="{0C2FF5BB-9406-516A-3A40-A4835067D13C}"/>
              </a:ext>
            </a:extLst>
          </p:cNvPr>
          <p:cNvSpPr txBox="1"/>
          <p:nvPr/>
        </p:nvSpPr>
        <p:spPr>
          <a:xfrm>
            <a:off x="2307840" y="-4421307"/>
            <a:ext cx="6519471" cy="2308324"/>
          </a:xfrm>
          <a:prstGeom prst="rect">
            <a:avLst/>
          </a:prstGeom>
          <a:noFill/>
        </p:spPr>
        <p:txBody>
          <a:bodyPr wrap="square">
            <a:spAutoFit/>
          </a:bodyPr>
          <a:lstStyle/>
          <a:p>
            <a:pPr algn="ctr"/>
            <a:r>
              <a:rPr kumimoji="0" lang="vi-VN" sz="7200" b="1" i="0" u="none" strike="noStrike" kern="1200" cap="none" spc="0" normalizeH="0" baseline="0" noProof="0" dirty="0">
                <a:ln>
                  <a:noFill/>
                </a:ln>
                <a:blipFill dpi="0" rotWithShape="1">
                  <a:blip r:embed="rId3">
                    <a:extLst>
                      <a:ext uri="{28A0092B-C50C-407E-A947-70E740481C1C}">
                        <a14:useLocalDpi xmlns:a14="http://schemas.microsoft.com/office/drawing/2010/main" val="0"/>
                      </a:ext>
                    </a:extLst>
                  </a:blip>
                  <a:srcRect/>
                  <a:stretch>
                    <a:fillRect/>
                  </a:stretch>
                </a:blipFill>
                <a:effectLst/>
                <a:uLnTx/>
                <a:uFillTx/>
                <a:latin typeface="Bahnschrift" panose="020B0502040204020203" pitchFamily="34" charset="0"/>
              </a:rPr>
              <a:t>CÁC CƠ CẤU CHẤP HÀNH</a:t>
            </a:r>
            <a:endParaRPr lang="en-MY" dirty="0">
              <a:blipFill dpi="0" rotWithShape="1">
                <a:blip r:embed="rId3">
                  <a:extLst>
                    <a:ext uri="{28A0092B-C50C-407E-A947-70E740481C1C}">
                      <a14:useLocalDpi xmlns:a14="http://schemas.microsoft.com/office/drawing/2010/main" val="0"/>
                    </a:ext>
                  </a:extLst>
                </a:blip>
                <a:srcRect/>
                <a:stretch>
                  <a:fillRect/>
                </a:stretch>
              </a:blipFill>
              <a:latin typeface="Bahnschrift" panose="020B0502040204020203" pitchFamily="34" charset="0"/>
            </a:endParaRPr>
          </a:p>
        </p:txBody>
      </p:sp>
      <p:sp>
        <p:nvSpPr>
          <p:cNvPr id="6" name="Oval 5">
            <a:extLst>
              <a:ext uri="{FF2B5EF4-FFF2-40B4-BE49-F238E27FC236}">
                <a16:creationId xmlns:a16="http://schemas.microsoft.com/office/drawing/2014/main" id="{6F833B71-0294-B115-FEFF-BB3646266F13}"/>
              </a:ext>
            </a:extLst>
          </p:cNvPr>
          <p:cNvSpPr/>
          <p:nvPr/>
        </p:nvSpPr>
        <p:spPr>
          <a:xfrm>
            <a:off x="-3813860" y="5703505"/>
            <a:ext cx="3999050" cy="4212615"/>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Oval 6">
            <a:extLst>
              <a:ext uri="{FF2B5EF4-FFF2-40B4-BE49-F238E27FC236}">
                <a16:creationId xmlns:a16="http://schemas.microsoft.com/office/drawing/2014/main" id="{0CE27AAE-1889-3F12-CA5D-18A65F034318}"/>
              </a:ext>
            </a:extLst>
          </p:cNvPr>
          <p:cNvSpPr/>
          <p:nvPr/>
        </p:nvSpPr>
        <p:spPr>
          <a:xfrm>
            <a:off x="11532016" y="-3055518"/>
            <a:ext cx="3187958" cy="3358208"/>
          </a:xfrm>
          <a:prstGeom prst="ellipse">
            <a:avLst/>
          </a:prstGeom>
          <a:solidFill>
            <a:srgbClr val="7653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37179778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5.55112E-17 0 L 0.27438 0.08322 " pathEditMode="relative" rAng="0" ptsTypes="AA">
                                      <p:cBhvr>
                                        <p:cTn id="6" dur="2000" fill="hold"/>
                                        <p:tgtEl>
                                          <p:spTgt spid="36"/>
                                        </p:tgtEl>
                                        <p:attrNameLst>
                                          <p:attrName>ppt_x</p:attrName>
                                          <p:attrName>ppt_y</p:attrName>
                                        </p:attrNameLst>
                                      </p:cBhvr>
                                      <p:rCtr x="13716" y="4155"/>
                                    </p:animMotion>
                                  </p:childTnLst>
                                </p:cTn>
                              </p:par>
                              <p:par>
                                <p:cTn id="7" presetID="6" presetClass="emph" presetSubtype="0" decel="100000" fill="hold" grpId="1" nodeType="withEffect">
                                  <p:stCondLst>
                                    <p:cond delay="0"/>
                                  </p:stCondLst>
                                  <p:childTnLst>
                                    <p:animScale>
                                      <p:cBhvr>
                                        <p:cTn id="8" dur="2000" fill="hold"/>
                                        <p:tgtEl>
                                          <p:spTgt spid="36"/>
                                        </p:tgtEl>
                                      </p:cBhvr>
                                      <p:by x="280000" y="280000"/>
                                    </p:animScale>
                                  </p:childTnLst>
                                </p:cTn>
                              </p:par>
                              <p:par>
                                <p:cTn id="9" presetID="8" presetClass="emph" presetSubtype="0" repeatCount="indefinite" fill="hold" grpId="2" nodeType="withEffect">
                                  <p:stCondLst>
                                    <p:cond delay="0"/>
                                  </p:stCondLst>
                                  <p:childTnLst>
                                    <p:animRot by="21600000">
                                      <p:cBhvr>
                                        <p:cTn id="10" dur="12000" fill="hold"/>
                                        <p:tgtEl>
                                          <p:spTgt spid="36"/>
                                        </p:tgtEl>
                                        <p:attrNameLst>
                                          <p:attrName>r</p:attrName>
                                        </p:attrNameLst>
                                      </p:cBhvr>
                                    </p:animRot>
                                  </p:childTnLst>
                                </p:cTn>
                              </p:par>
                              <p:par>
                                <p:cTn id="11" presetID="42" presetClass="path" presetSubtype="0" accel="50000" decel="50000" fill="hold" grpId="0" nodeType="withEffect">
                                  <p:stCondLst>
                                    <p:cond delay="250"/>
                                  </p:stCondLst>
                                  <p:childTnLst>
                                    <p:animMotion origin="layout" path="M 5.55112E-17 0 L 0.27438 0.08322 " pathEditMode="relative" rAng="0" ptsTypes="AA">
                                      <p:cBhvr>
                                        <p:cTn id="12" dur="2000" fill="hold"/>
                                        <p:tgtEl>
                                          <p:spTgt spid="37"/>
                                        </p:tgtEl>
                                        <p:attrNameLst>
                                          <p:attrName>ppt_x</p:attrName>
                                          <p:attrName>ppt_y</p:attrName>
                                        </p:attrNameLst>
                                      </p:cBhvr>
                                      <p:rCtr x="13716" y="4155"/>
                                    </p:animMotion>
                                  </p:childTnLst>
                                </p:cTn>
                              </p:par>
                              <p:par>
                                <p:cTn id="13" presetID="6" presetClass="emph" presetSubtype="0" decel="100000" fill="hold" grpId="1" nodeType="withEffect">
                                  <p:stCondLst>
                                    <p:cond delay="250"/>
                                  </p:stCondLst>
                                  <p:childTnLst>
                                    <p:animScale>
                                      <p:cBhvr>
                                        <p:cTn id="14" dur="2000" fill="hold"/>
                                        <p:tgtEl>
                                          <p:spTgt spid="37"/>
                                        </p:tgtEl>
                                      </p:cBhvr>
                                      <p:by x="600000" y="600000"/>
                                    </p:animScale>
                                  </p:childTnLst>
                                </p:cTn>
                              </p:par>
                              <p:par>
                                <p:cTn id="15" presetID="8" presetClass="emph" presetSubtype="0" repeatCount="indefinite" fill="hold" grpId="2" nodeType="withEffect">
                                  <p:stCondLst>
                                    <p:cond delay="250"/>
                                  </p:stCondLst>
                                  <p:childTnLst>
                                    <p:animRot by="21600000">
                                      <p:cBhvr>
                                        <p:cTn id="16" dur="12000" fill="hold"/>
                                        <p:tgtEl>
                                          <p:spTgt spid="37"/>
                                        </p:tgtEl>
                                        <p:attrNameLst>
                                          <p:attrName>r</p:attrName>
                                        </p:attrNameLst>
                                      </p:cBhvr>
                                    </p:animRot>
                                  </p:childTnLst>
                                </p:cTn>
                              </p:par>
                              <p:par>
                                <p:cTn id="17" presetID="2" presetClass="entr" presetSubtype="8" decel="10000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2200" fill="hold"/>
                                        <p:tgtEl>
                                          <p:spTgt spid="4"/>
                                        </p:tgtEl>
                                        <p:attrNameLst>
                                          <p:attrName>ppt_x</p:attrName>
                                        </p:attrNameLst>
                                      </p:cBhvr>
                                      <p:tavLst>
                                        <p:tav tm="0">
                                          <p:val>
                                            <p:strVal val="0-#ppt_w/2"/>
                                          </p:val>
                                        </p:tav>
                                        <p:tav tm="100000">
                                          <p:val>
                                            <p:strVal val="#ppt_x"/>
                                          </p:val>
                                        </p:tav>
                                      </p:tavLst>
                                    </p:anim>
                                    <p:anim calcmode="lin" valueType="num">
                                      <p:cBhvr additive="base">
                                        <p:cTn id="20" dur="22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6" grpId="1" animBg="1"/>
      <p:bldP spid="36" grpId="2" animBg="1"/>
      <p:bldP spid="37" grpId="0" animBg="1"/>
      <p:bldP spid="37" grpId="1" animBg="1"/>
      <p:bldP spid="37" grpId="2" animBg="1"/>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7D1DC82-0181-94BF-CD14-D46F99E8CEAD}"/>
              </a:ext>
            </a:extLst>
          </p:cNvPr>
          <p:cNvCxnSpPr/>
          <p:nvPr/>
        </p:nvCxnSpPr>
        <p:spPr>
          <a:xfrm>
            <a:off x="995193" y="848695"/>
            <a:ext cx="909458" cy="0"/>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6F4FFF0-56E3-9F9F-2CEC-C3472D5D7591}"/>
              </a:ext>
            </a:extLst>
          </p:cNvPr>
          <p:cNvSpPr txBox="1"/>
          <p:nvPr/>
        </p:nvSpPr>
        <p:spPr>
          <a:xfrm>
            <a:off x="880709" y="895805"/>
            <a:ext cx="3952548" cy="646331"/>
          </a:xfrm>
          <a:prstGeom prst="rect">
            <a:avLst/>
          </a:prstGeom>
          <a:noFill/>
        </p:spPr>
        <p:txBody>
          <a:bodyPr wrap="square" rtlCol="0">
            <a:spAutoFit/>
          </a:bodyPr>
          <a:lstStyle/>
          <a:p>
            <a:pPr defTabSz="228554"/>
            <a:r>
              <a:rPr lang="vi-VN" sz="3600" b="1" dirty="0">
                <a:solidFill>
                  <a:srgbClr val="172144"/>
                </a:solidFill>
                <a:latin typeface="Bahnschrift" panose="020B0502040204020203" pitchFamily="34" charset="0"/>
              </a:rPr>
              <a:t>Động cơ BLDC</a:t>
            </a:r>
            <a:endParaRPr lang="en-US" sz="3600" b="1" dirty="0">
              <a:solidFill>
                <a:srgbClr val="172144"/>
              </a:solidFill>
              <a:latin typeface="Bahnschrift" panose="020B0502040204020203" pitchFamily="34" charset="0"/>
            </a:endParaRPr>
          </a:p>
        </p:txBody>
      </p:sp>
      <p:sp>
        <p:nvSpPr>
          <p:cNvPr id="7" name="TextBox 6">
            <a:extLst>
              <a:ext uri="{FF2B5EF4-FFF2-40B4-BE49-F238E27FC236}">
                <a16:creationId xmlns:a16="http://schemas.microsoft.com/office/drawing/2014/main" id="{7FF5763A-0F63-A08B-93FC-C69D4E1DAFDB}"/>
              </a:ext>
            </a:extLst>
          </p:cNvPr>
          <p:cNvSpPr txBox="1"/>
          <p:nvPr/>
        </p:nvSpPr>
        <p:spPr>
          <a:xfrm>
            <a:off x="880709" y="1567465"/>
            <a:ext cx="10191844" cy="4646400"/>
          </a:xfrm>
          <a:prstGeom prst="rect">
            <a:avLst/>
          </a:prstGeom>
          <a:noFill/>
        </p:spPr>
        <p:txBody>
          <a:bodyPr wrap="square" rtlCol="0">
            <a:spAutoFit/>
          </a:bodyPr>
          <a:lstStyle/>
          <a:p>
            <a:pPr marL="342900" indent="-342900" defTabSz="228554">
              <a:lnSpc>
                <a:spcPct val="150000"/>
              </a:lnSpc>
              <a:buFont typeface="Arial" panose="020B0604020202020204" pitchFamily="34" charset="0"/>
              <a:buChar char="•"/>
              <a:defRPr/>
            </a:pPr>
            <a:r>
              <a:rPr lang="vi-VN" sz="2000" dirty="0">
                <a:solidFill>
                  <a:srgbClr val="172144"/>
                </a:solidFill>
                <a:latin typeface="Bahnschrift" panose="020B0502040204020203" pitchFamily="34" charset="0"/>
              </a:rPr>
              <a:t>Stator: được cấu tạo từ các lá thép kỹ thuật điện với các cuộn dây được đặt trong các khe cắt xung quanh chu vi phía trong của stator.</a:t>
            </a:r>
          </a:p>
          <a:p>
            <a:pPr marL="342900" indent="-342900" defTabSz="228554">
              <a:lnSpc>
                <a:spcPct val="150000"/>
              </a:lnSpc>
              <a:buFont typeface="Arial" panose="020B0604020202020204" pitchFamily="34" charset="0"/>
              <a:buChar char="•"/>
              <a:defRPr/>
            </a:pPr>
            <a:r>
              <a:rPr lang="vi-VN" sz="2000" dirty="0">
                <a:solidFill>
                  <a:srgbClr val="172144"/>
                </a:solidFill>
                <a:latin typeface="Bahnschrift" panose="020B0502040204020203" pitchFamily="34" charset="0"/>
              </a:rPr>
              <a:t>Rotor được cấu tạo gồm nam châm vĩnh cửu, có nhiệm vụ kích từ. Rotor: được gắn vào trục động cơ và trên bề mặt rotor có dán các thanh nam châm vĩnh cửu.</a:t>
            </a:r>
          </a:p>
          <a:p>
            <a:pPr marL="342900" indent="-342900" defTabSz="228554">
              <a:lnSpc>
                <a:spcPct val="150000"/>
              </a:lnSpc>
              <a:buFont typeface="Arial" panose="020B0604020202020204" pitchFamily="34" charset="0"/>
              <a:buChar char="•"/>
              <a:defRPr/>
            </a:pPr>
            <a:r>
              <a:rPr lang="vi-VN" sz="2000" dirty="0">
                <a:solidFill>
                  <a:srgbClr val="172144"/>
                </a:solidFill>
                <a:latin typeface="Bahnschrift" panose="020B0502040204020203" pitchFamily="34" charset="0"/>
              </a:rPr>
              <a:t>Rotor được gắn với trục xoay của động cơ, trục chính phía trước gắn với tải, trục phụ phía sau gắn với cảm biến Hall và encoder quang học.</a:t>
            </a:r>
          </a:p>
          <a:p>
            <a:pPr marL="342900" indent="-342900" defTabSz="228554">
              <a:lnSpc>
                <a:spcPct val="150000"/>
              </a:lnSpc>
              <a:buFont typeface="Arial" panose="020B0604020202020204" pitchFamily="34" charset="0"/>
              <a:buChar char="•"/>
              <a:defRPr/>
            </a:pPr>
            <a:r>
              <a:rPr lang="vi-VN" sz="2000" dirty="0">
                <a:solidFill>
                  <a:srgbClr val="172144"/>
                </a:solidFill>
                <a:latin typeface="Bahnschrift" panose="020B0502040204020203" pitchFamily="34" charset="0"/>
              </a:rPr>
              <a:t>Khi dòng điện chạy qua một trong ba cuộn dây stator sẽ tạo ra cực từ hút những nam châm vĩnh cửu gần nhất có cực từ trái dấu. Cấp điện tuần tự cho mỗi cuộn dây sẽ làm cho rotor quay theo từ trường quay. Rotor sẽ tiếp tục chuyển động nếu dòng điện dịch chuyển sang một cuộn dây liền kề. </a:t>
            </a:r>
          </a:p>
        </p:txBody>
      </p:sp>
    </p:spTree>
    <p:extLst>
      <p:ext uri="{BB962C8B-B14F-4D97-AF65-F5344CB8AC3E}">
        <p14:creationId xmlns:p14="http://schemas.microsoft.com/office/powerpoint/2010/main" val="25180815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200" fill="hold"/>
                                        <p:tgtEl>
                                          <p:spTgt spid="7"/>
                                        </p:tgtEl>
                                        <p:attrNameLst>
                                          <p:attrName>ppt_x</p:attrName>
                                        </p:attrNameLst>
                                      </p:cBhvr>
                                      <p:tavLst>
                                        <p:tav tm="0">
                                          <p:val>
                                            <p:strVal val="0-#ppt_w/2"/>
                                          </p:val>
                                        </p:tav>
                                        <p:tav tm="100000">
                                          <p:val>
                                            <p:strVal val="#ppt_x"/>
                                          </p:val>
                                        </p:tav>
                                      </p:tavLst>
                                    </p:anim>
                                    <p:anim calcmode="lin" valueType="num">
                                      <p:cBhvr additive="base">
                                        <p:cTn id="8" dur="22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7D1DC82-0181-94BF-CD14-D46F99E8CEAD}"/>
              </a:ext>
            </a:extLst>
          </p:cNvPr>
          <p:cNvCxnSpPr/>
          <p:nvPr/>
        </p:nvCxnSpPr>
        <p:spPr>
          <a:xfrm>
            <a:off x="821022" y="369724"/>
            <a:ext cx="909458" cy="0"/>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3" name="Table 2">
            <a:extLst>
              <a:ext uri="{FF2B5EF4-FFF2-40B4-BE49-F238E27FC236}">
                <a16:creationId xmlns:a16="http://schemas.microsoft.com/office/drawing/2014/main" id="{66AA31FE-6211-5C33-9C1E-69E796EEB13F}"/>
              </a:ext>
            </a:extLst>
          </p:cNvPr>
          <p:cNvGraphicFramePr>
            <a:graphicFrameLocks noGrp="1"/>
          </p:cNvGraphicFramePr>
          <p:nvPr>
            <p:extLst>
              <p:ext uri="{D42A27DB-BD31-4B8C-83A1-F6EECF244321}">
                <p14:modId xmlns:p14="http://schemas.microsoft.com/office/powerpoint/2010/main" val="3269638798"/>
              </p:ext>
            </p:extLst>
          </p:nvPr>
        </p:nvGraphicFramePr>
        <p:xfrm>
          <a:off x="995270" y="5"/>
          <a:ext cx="9514812" cy="6488271"/>
        </p:xfrm>
        <a:graphic>
          <a:graphicData uri="http://schemas.openxmlformats.org/drawingml/2006/table">
            <a:tbl>
              <a:tblPr firstRow="1" firstCol="1" bandRow="1">
                <a:tableStyleId>{0E3FDE45-AF77-4B5C-9715-49D594BDF05E}</a:tableStyleId>
              </a:tblPr>
              <a:tblGrid>
                <a:gridCol w="3007815">
                  <a:extLst>
                    <a:ext uri="{9D8B030D-6E8A-4147-A177-3AD203B41FA5}">
                      <a16:colId xmlns:a16="http://schemas.microsoft.com/office/drawing/2014/main" val="598404769"/>
                    </a:ext>
                  </a:extLst>
                </a:gridCol>
                <a:gridCol w="3007815">
                  <a:extLst>
                    <a:ext uri="{9D8B030D-6E8A-4147-A177-3AD203B41FA5}">
                      <a16:colId xmlns:a16="http://schemas.microsoft.com/office/drawing/2014/main" val="1133946484"/>
                    </a:ext>
                  </a:extLst>
                </a:gridCol>
                <a:gridCol w="874344">
                  <a:extLst>
                    <a:ext uri="{9D8B030D-6E8A-4147-A177-3AD203B41FA5}">
                      <a16:colId xmlns:a16="http://schemas.microsoft.com/office/drawing/2014/main" val="3481716397"/>
                    </a:ext>
                  </a:extLst>
                </a:gridCol>
                <a:gridCol w="874344">
                  <a:extLst>
                    <a:ext uri="{9D8B030D-6E8A-4147-A177-3AD203B41FA5}">
                      <a16:colId xmlns:a16="http://schemas.microsoft.com/office/drawing/2014/main" val="3648767636"/>
                    </a:ext>
                  </a:extLst>
                </a:gridCol>
                <a:gridCol w="875247">
                  <a:extLst>
                    <a:ext uri="{9D8B030D-6E8A-4147-A177-3AD203B41FA5}">
                      <a16:colId xmlns:a16="http://schemas.microsoft.com/office/drawing/2014/main" val="2648163803"/>
                    </a:ext>
                  </a:extLst>
                </a:gridCol>
                <a:gridCol w="875247">
                  <a:extLst>
                    <a:ext uri="{9D8B030D-6E8A-4147-A177-3AD203B41FA5}">
                      <a16:colId xmlns:a16="http://schemas.microsoft.com/office/drawing/2014/main" val="2801073944"/>
                    </a:ext>
                  </a:extLst>
                </a:gridCol>
              </a:tblGrid>
              <a:tr h="720805">
                <a:tc>
                  <a:txBody>
                    <a:bodyPr/>
                    <a:lstStyle/>
                    <a:p>
                      <a:pPr marL="0" marR="0" indent="0" algn="ctr">
                        <a:lnSpc>
                          <a:spcPct val="150000"/>
                        </a:lnSpc>
                        <a:spcBef>
                          <a:spcPts val="600"/>
                        </a:spcBef>
                        <a:spcAft>
                          <a:spcPts val="0"/>
                        </a:spcAft>
                      </a:pPr>
                      <a:r>
                        <a:rPr lang="vi-VN" sz="1600" dirty="0">
                          <a:effectLst/>
                        </a:rPr>
                        <a:t>Giá trị</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Điều kiện hoạt động</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Min.</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Thông thường</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Max.</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Đơn vị</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extLst>
                  <a:ext uri="{0D108BD9-81ED-4DB2-BD59-A6C34878D82A}">
                    <a16:rowId xmlns:a16="http://schemas.microsoft.com/office/drawing/2014/main" val="335499075"/>
                  </a:ext>
                </a:extLst>
              </a:tr>
              <a:tr h="360488">
                <a:tc rowSpan="2">
                  <a:txBody>
                    <a:bodyPr/>
                    <a:lstStyle/>
                    <a:p>
                      <a:pPr marL="0" marR="0" indent="0" algn="l">
                        <a:lnSpc>
                          <a:spcPct val="150000"/>
                        </a:lnSpc>
                        <a:spcBef>
                          <a:spcPts val="600"/>
                        </a:spcBef>
                        <a:spcAft>
                          <a:spcPts val="0"/>
                        </a:spcAft>
                      </a:pPr>
                      <a:r>
                        <a:rPr lang="vi-VN" sz="1600" dirty="0">
                          <a:effectLst/>
                        </a:rPr>
                        <a:t>Điện thế hoạt động</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88457" marR="88457" marT="44228" marB="44228" anchor="ctr"/>
                </a:tc>
                <a:tc>
                  <a:txBody>
                    <a:bodyPr/>
                    <a:lstStyle/>
                    <a:p>
                      <a:pPr marL="0" marR="0" indent="0" algn="just">
                        <a:lnSpc>
                          <a:spcPct val="150000"/>
                        </a:lnSpc>
                        <a:spcBef>
                          <a:spcPts val="600"/>
                        </a:spcBef>
                        <a:spcAft>
                          <a:spcPts val="0"/>
                        </a:spcAft>
                      </a:pPr>
                      <a:r>
                        <a:rPr lang="vi-VN" sz="1600">
                          <a:effectLst/>
                        </a:rPr>
                        <a:t>Loại động cơ 12V</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8.0</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12</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15</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V</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extLst>
                  <a:ext uri="{0D108BD9-81ED-4DB2-BD59-A6C34878D82A}">
                    <a16:rowId xmlns:a16="http://schemas.microsoft.com/office/drawing/2014/main" val="2365731194"/>
                  </a:ext>
                </a:extLst>
              </a:tr>
              <a:tr h="360488">
                <a:tc vMerge="1">
                  <a:txBody>
                    <a:bodyPr/>
                    <a:lstStyle/>
                    <a:p>
                      <a:endParaRPr lang="en-US"/>
                    </a:p>
                  </a:txBody>
                  <a:tcPr/>
                </a:tc>
                <a:tc>
                  <a:txBody>
                    <a:bodyPr/>
                    <a:lstStyle/>
                    <a:p>
                      <a:pPr marL="0" marR="0" indent="0" algn="just">
                        <a:lnSpc>
                          <a:spcPct val="150000"/>
                        </a:lnSpc>
                        <a:spcBef>
                          <a:spcPts val="600"/>
                        </a:spcBef>
                        <a:spcAft>
                          <a:spcPts val="0"/>
                        </a:spcAft>
                      </a:pPr>
                      <a:r>
                        <a:rPr lang="vi-VN" sz="1600">
                          <a:effectLst/>
                        </a:rPr>
                        <a:t>Loại động cơ 24V</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21.6</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24</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26.4</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V</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extLst>
                  <a:ext uri="{0D108BD9-81ED-4DB2-BD59-A6C34878D82A}">
                    <a16:rowId xmlns:a16="http://schemas.microsoft.com/office/drawing/2014/main" val="471099952"/>
                  </a:ext>
                </a:extLst>
              </a:tr>
              <a:tr h="360488">
                <a:tc>
                  <a:txBody>
                    <a:bodyPr/>
                    <a:lstStyle/>
                    <a:p>
                      <a:pPr marL="0" marR="0" indent="0" algn="l">
                        <a:lnSpc>
                          <a:spcPct val="150000"/>
                        </a:lnSpc>
                        <a:spcBef>
                          <a:spcPts val="600"/>
                        </a:spcBef>
                        <a:spcAft>
                          <a:spcPts val="0"/>
                        </a:spcAft>
                      </a:pPr>
                      <a:r>
                        <a:rPr lang="vi-VN" sz="1600" dirty="0">
                          <a:effectLst/>
                        </a:rPr>
                        <a:t>Dòng điện hoạt động</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just">
                        <a:lnSpc>
                          <a:spcPct val="150000"/>
                        </a:lnSpc>
                        <a:spcBef>
                          <a:spcPts val="600"/>
                        </a:spcBef>
                        <a:spcAft>
                          <a:spcPts val="0"/>
                        </a:spcAft>
                      </a:pPr>
                      <a:r>
                        <a:rPr lang="vi-VN" sz="1600">
                          <a:effectLst/>
                        </a:rPr>
                        <a:t>Vận hành liên tục </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0.75</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0.9</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A</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extLst>
                  <a:ext uri="{0D108BD9-81ED-4DB2-BD59-A6C34878D82A}">
                    <a16:rowId xmlns:a16="http://schemas.microsoft.com/office/drawing/2014/main" val="3499360699"/>
                  </a:ext>
                </a:extLst>
              </a:tr>
              <a:tr h="360488">
                <a:tc>
                  <a:txBody>
                    <a:bodyPr/>
                    <a:lstStyle/>
                    <a:p>
                      <a:pPr marL="0" marR="0" indent="0" algn="l">
                        <a:lnSpc>
                          <a:spcPct val="150000"/>
                        </a:lnSpc>
                        <a:spcBef>
                          <a:spcPts val="600"/>
                        </a:spcBef>
                        <a:spcAft>
                          <a:spcPts val="0"/>
                        </a:spcAft>
                      </a:pPr>
                      <a:r>
                        <a:rPr lang="vi-VN" sz="1600">
                          <a:effectLst/>
                        </a:rPr>
                        <a:t>Lực xoay mômen xoắn</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just">
                        <a:lnSpc>
                          <a:spcPct val="150000"/>
                        </a:lnSpc>
                        <a:spcBef>
                          <a:spcPts val="600"/>
                        </a:spcBef>
                        <a:spcAft>
                          <a:spcPts val="0"/>
                        </a:spcAft>
                      </a:pPr>
                      <a:r>
                        <a:rPr lang="vi-VN" sz="1600" dirty="0">
                          <a:effectLst/>
                        </a:rPr>
                        <a:t>Vận hành liên tục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20</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50</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mN.m</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extLst>
                  <a:ext uri="{0D108BD9-81ED-4DB2-BD59-A6C34878D82A}">
                    <a16:rowId xmlns:a16="http://schemas.microsoft.com/office/drawing/2014/main" val="1350038068"/>
                  </a:ext>
                </a:extLst>
              </a:tr>
              <a:tr h="360488">
                <a:tc>
                  <a:txBody>
                    <a:bodyPr/>
                    <a:lstStyle/>
                    <a:p>
                      <a:pPr marL="0" marR="0" indent="0" algn="l">
                        <a:lnSpc>
                          <a:spcPct val="150000"/>
                        </a:lnSpc>
                        <a:spcBef>
                          <a:spcPts val="600"/>
                        </a:spcBef>
                        <a:spcAft>
                          <a:spcPts val="0"/>
                        </a:spcAft>
                      </a:pPr>
                      <a:r>
                        <a:rPr lang="vi-VN" sz="1600" dirty="0">
                          <a:effectLst/>
                        </a:rPr>
                        <a:t>Output power</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just">
                        <a:lnSpc>
                          <a:spcPct val="150000"/>
                        </a:lnSpc>
                        <a:spcBef>
                          <a:spcPts val="600"/>
                        </a:spcBef>
                        <a:spcAft>
                          <a:spcPts val="0"/>
                        </a:spcAft>
                      </a:pPr>
                      <a:r>
                        <a:rPr lang="vi-VN" sz="1600" dirty="0">
                          <a:effectLst/>
                        </a:rPr>
                        <a:t>Vận hành liên tục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5</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7</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9.0</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W</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extLst>
                  <a:ext uri="{0D108BD9-81ED-4DB2-BD59-A6C34878D82A}">
                    <a16:rowId xmlns:a16="http://schemas.microsoft.com/office/drawing/2014/main" val="4054014285"/>
                  </a:ext>
                </a:extLst>
              </a:tr>
              <a:tr h="360488">
                <a:tc rowSpan="2">
                  <a:txBody>
                    <a:bodyPr/>
                    <a:lstStyle/>
                    <a:p>
                      <a:pPr marL="0" marR="0" indent="0" algn="l">
                        <a:lnSpc>
                          <a:spcPct val="150000"/>
                        </a:lnSpc>
                        <a:spcBef>
                          <a:spcPts val="600"/>
                        </a:spcBef>
                        <a:spcAft>
                          <a:spcPts val="0"/>
                        </a:spcAft>
                      </a:pPr>
                      <a:r>
                        <a:rPr lang="vi-VN" sz="1600" dirty="0">
                          <a:effectLst/>
                        </a:rPr>
                        <a:t>Tốc độ không tải</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88457" marR="88457" marT="44228" marB="44228" anchor="ctr"/>
                </a:tc>
                <a:tc>
                  <a:txBody>
                    <a:bodyPr/>
                    <a:lstStyle/>
                    <a:p>
                      <a:pPr marL="0" marR="0" indent="0" algn="just">
                        <a:lnSpc>
                          <a:spcPct val="150000"/>
                        </a:lnSpc>
                        <a:spcBef>
                          <a:spcPts val="600"/>
                        </a:spcBef>
                        <a:spcAft>
                          <a:spcPts val="0"/>
                        </a:spcAft>
                      </a:pPr>
                      <a:endParaRPr lang="vi-V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3500</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4300</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4900</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rowSpan="2">
                  <a:txBody>
                    <a:bodyPr/>
                    <a:lstStyle/>
                    <a:p>
                      <a:pPr marL="0" marR="0" indent="0" algn="ctr">
                        <a:lnSpc>
                          <a:spcPct val="150000"/>
                        </a:lnSpc>
                        <a:spcBef>
                          <a:spcPts val="600"/>
                        </a:spcBef>
                        <a:spcAft>
                          <a:spcPts val="0"/>
                        </a:spcAft>
                      </a:pPr>
                      <a:r>
                        <a:rPr lang="vi-VN" sz="1600">
                          <a:effectLst/>
                        </a:rPr>
                        <a:t>rpm</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88457" marR="88457" marT="44228" marB="44228" anchor="ctr"/>
                </a:tc>
                <a:extLst>
                  <a:ext uri="{0D108BD9-81ED-4DB2-BD59-A6C34878D82A}">
                    <a16:rowId xmlns:a16="http://schemas.microsoft.com/office/drawing/2014/main" val="626069882"/>
                  </a:ext>
                </a:extLst>
              </a:tr>
              <a:tr h="360488">
                <a:tc vMerge="1">
                  <a:txBody>
                    <a:bodyPr/>
                    <a:lstStyle/>
                    <a:p>
                      <a:endParaRPr lang="en-US"/>
                    </a:p>
                  </a:txBody>
                  <a:tcPr/>
                </a:tc>
                <a:tc>
                  <a:txBody>
                    <a:bodyPr/>
                    <a:lstStyle/>
                    <a:p>
                      <a:pPr marL="0" marR="0" indent="0" algn="just">
                        <a:lnSpc>
                          <a:spcPct val="150000"/>
                        </a:lnSpc>
                        <a:spcBef>
                          <a:spcPts val="600"/>
                        </a:spcBef>
                        <a:spcAft>
                          <a:spcPts val="0"/>
                        </a:spcAft>
                      </a:pPr>
                      <a:endParaRPr lang="vi-V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5900</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vMerge="1">
                  <a:txBody>
                    <a:bodyPr/>
                    <a:lstStyle/>
                    <a:p>
                      <a:endParaRPr lang="en-US"/>
                    </a:p>
                  </a:txBody>
                  <a:tcPr/>
                </a:tc>
                <a:extLst>
                  <a:ext uri="{0D108BD9-81ED-4DB2-BD59-A6C34878D82A}">
                    <a16:rowId xmlns:a16="http://schemas.microsoft.com/office/drawing/2014/main" val="3242615648"/>
                  </a:ext>
                </a:extLst>
              </a:tr>
              <a:tr h="360488">
                <a:tc>
                  <a:txBody>
                    <a:bodyPr/>
                    <a:lstStyle/>
                    <a:p>
                      <a:pPr marL="0" marR="0" indent="0" algn="l">
                        <a:lnSpc>
                          <a:spcPct val="150000"/>
                        </a:lnSpc>
                        <a:spcBef>
                          <a:spcPts val="600"/>
                        </a:spcBef>
                        <a:spcAft>
                          <a:spcPts val="0"/>
                        </a:spcAft>
                      </a:pPr>
                      <a:r>
                        <a:rPr lang="vi-VN" sz="1600" dirty="0">
                          <a:effectLst/>
                        </a:rPr>
                        <a:t>Quán tính của rotor</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just">
                        <a:lnSpc>
                          <a:spcPct val="150000"/>
                        </a:lnSpc>
                        <a:spcBef>
                          <a:spcPts val="600"/>
                        </a:spcBef>
                        <a:spcAft>
                          <a:spcPts val="0"/>
                        </a:spcAft>
                      </a:pPr>
                      <a:r>
                        <a:rPr lang="vi-VN" sz="1600" dirty="0">
                          <a:effectLst/>
                        </a:rPr>
                        <a:t>Giá trị được tính toán</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14.0</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endParaRPr lang="vi-VN"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extLst>
                  <a:ext uri="{0D108BD9-81ED-4DB2-BD59-A6C34878D82A}">
                    <a16:rowId xmlns:a16="http://schemas.microsoft.com/office/drawing/2014/main" val="4027419592"/>
                  </a:ext>
                </a:extLst>
              </a:tr>
              <a:tr h="360488">
                <a:tc>
                  <a:txBody>
                    <a:bodyPr/>
                    <a:lstStyle/>
                    <a:p>
                      <a:pPr marL="0" marR="0" indent="0" algn="l">
                        <a:lnSpc>
                          <a:spcPct val="150000"/>
                        </a:lnSpc>
                        <a:spcBef>
                          <a:spcPts val="600"/>
                        </a:spcBef>
                        <a:spcAft>
                          <a:spcPts val="0"/>
                        </a:spcAft>
                      </a:pPr>
                      <a:r>
                        <a:rPr lang="vi-VN" sz="1600" dirty="0">
                          <a:effectLst/>
                        </a:rPr>
                        <a:t>Hằng số cơ học</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just">
                        <a:lnSpc>
                          <a:spcPct val="150000"/>
                        </a:lnSpc>
                        <a:spcBef>
                          <a:spcPts val="600"/>
                        </a:spcBef>
                        <a:spcAft>
                          <a:spcPts val="0"/>
                        </a:spcAft>
                      </a:pPr>
                      <a:r>
                        <a:rPr lang="vi-VN" sz="1600" dirty="0">
                          <a:effectLst/>
                        </a:rPr>
                        <a:t>Giá trị được tính toán</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2.1</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msec</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extLst>
                  <a:ext uri="{0D108BD9-81ED-4DB2-BD59-A6C34878D82A}">
                    <a16:rowId xmlns:a16="http://schemas.microsoft.com/office/drawing/2014/main" val="3916445180"/>
                  </a:ext>
                </a:extLst>
              </a:tr>
              <a:tr h="360488">
                <a:tc>
                  <a:txBody>
                    <a:bodyPr/>
                    <a:lstStyle/>
                    <a:p>
                      <a:pPr marL="0" marR="0" indent="0" algn="l">
                        <a:lnSpc>
                          <a:spcPct val="150000"/>
                        </a:lnSpc>
                        <a:spcBef>
                          <a:spcPts val="600"/>
                        </a:spcBef>
                        <a:spcAft>
                          <a:spcPts val="0"/>
                        </a:spcAft>
                      </a:pPr>
                      <a:r>
                        <a:rPr lang="vi-VN" sz="1600">
                          <a:effectLst/>
                        </a:rPr>
                        <a:t>Hằng số điện</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just">
                        <a:lnSpc>
                          <a:spcPct val="150000"/>
                        </a:lnSpc>
                        <a:spcBef>
                          <a:spcPts val="600"/>
                        </a:spcBef>
                        <a:spcAft>
                          <a:spcPts val="0"/>
                        </a:spcAft>
                      </a:pPr>
                      <a:r>
                        <a:rPr lang="vi-VN" sz="1600" dirty="0">
                          <a:effectLst/>
                        </a:rPr>
                        <a:t>Giá trị được tính toán</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1.2</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msec</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extLst>
                  <a:ext uri="{0D108BD9-81ED-4DB2-BD59-A6C34878D82A}">
                    <a16:rowId xmlns:a16="http://schemas.microsoft.com/office/drawing/2014/main" val="1364302235"/>
                  </a:ext>
                </a:extLst>
              </a:tr>
              <a:tr h="720805">
                <a:tc>
                  <a:txBody>
                    <a:bodyPr/>
                    <a:lstStyle/>
                    <a:p>
                      <a:pPr marL="0" marR="0" indent="0" algn="l">
                        <a:lnSpc>
                          <a:spcPct val="150000"/>
                        </a:lnSpc>
                        <a:spcBef>
                          <a:spcPts val="600"/>
                        </a:spcBef>
                        <a:spcAft>
                          <a:spcPts val="0"/>
                        </a:spcAft>
                      </a:pPr>
                      <a:r>
                        <a:rPr lang="vi-VN" sz="1600" dirty="0">
                          <a:effectLst/>
                        </a:rPr>
                        <a:t>Áp suất âm</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just">
                        <a:lnSpc>
                          <a:spcPct val="150000"/>
                        </a:lnSpc>
                        <a:spcBef>
                          <a:spcPts val="600"/>
                        </a:spcBef>
                        <a:spcAft>
                          <a:spcPts val="0"/>
                        </a:spcAft>
                      </a:pPr>
                      <a:r>
                        <a:rPr lang="vi-VN" sz="1600" dirty="0">
                          <a:effectLst/>
                        </a:rPr>
                        <a:t>Không tải,  đến , đo cách động cơ 30cm.</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50</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dB(A)</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extLst>
                  <a:ext uri="{0D108BD9-81ED-4DB2-BD59-A6C34878D82A}">
                    <a16:rowId xmlns:a16="http://schemas.microsoft.com/office/drawing/2014/main" val="1001095587"/>
                  </a:ext>
                </a:extLst>
              </a:tr>
              <a:tr h="720805">
                <a:tc>
                  <a:txBody>
                    <a:bodyPr/>
                    <a:lstStyle/>
                    <a:p>
                      <a:pPr marL="0" marR="0" indent="0" algn="l">
                        <a:lnSpc>
                          <a:spcPct val="150000"/>
                        </a:lnSpc>
                        <a:spcBef>
                          <a:spcPts val="600"/>
                        </a:spcBef>
                        <a:spcAft>
                          <a:spcPts val="0"/>
                        </a:spcAft>
                      </a:pPr>
                      <a:r>
                        <a:rPr lang="vi-VN" sz="1600" dirty="0">
                          <a:effectLst/>
                        </a:rPr>
                        <a:t>Nhiệt độ làm việc</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just">
                        <a:lnSpc>
                          <a:spcPct val="150000"/>
                        </a:lnSpc>
                        <a:spcBef>
                          <a:spcPts val="600"/>
                        </a:spcBef>
                        <a:spcAft>
                          <a:spcPts val="0"/>
                        </a:spcAft>
                      </a:pPr>
                      <a:r>
                        <a:rPr lang="vi-VN" sz="1600" dirty="0">
                          <a:effectLst/>
                        </a:rPr>
                        <a:t>Độ ẩm từ 5% đến 90%, không bão hòa</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10</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50</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endParaRPr lang="vi-V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extLst>
                  <a:ext uri="{0D108BD9-81ED-4DB2-BD59-A6C34878D82A}">
                    <a16:rowId xmlns:a16="http://schemas.microsoft.com/office/drawing/2014/main" val="1600320390"/>
                  </a:ext>
                </a:extLst>
              </a:tr>
              <a:tr h="360488">
                <a:tc>
                  <a:txBody>
                    <a:bodyPr/>
                    <a:lstStyle/>
                    <a:p>
                      <a:pPr marL="0" marR="0" indent="0" algn="l">
                        <a:lnSpc>
                          <a:spcPct val="150000"/>
                        </a:lnSpc>
                        <a:spcBef>
                          <a:spcPts val="600"/>
                        </a:spcBef>
                        <a:spcAft>
                          <a:spcPts val="0"/>
                        </a:spcAft>
                      </a:pPr>
                      <a:r>
                        <a:rPr lang="vi-VN" sz="1600">
                          <a:effectLst/>
                        </a:rPr>
                        <a:t>Khối lượng động cơ</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just">
                        <a:lnSpc>
                          <a:spcPct val="150000"/>
                        </a:lnSpc>
                        <a:spcBef>
                          <a:spcPts val="600"/>
                        </a:spcBef>
                        <a:spcAft>
                          <a:spcPts val="0"/>
                        </a:spcAft>
                      </a:pPr>
                      <a:r>
                        <a:rPr lang="vi-VN" sz="1600" dirty="0">
                          <a:effectLst/>
                        </a:rPr>
                        <a:t>Không</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a:effectLst/>
                        </a:rPr>
                        <a:t>-</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110</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g</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extLst>
                  <a:ext uri="{0D108BD9-81ED-4DB2-BD59-A6C34878D82A}">
                    <a16:rowId xmlns:a16="http://schemas.microsoft.com/office/drawing/2014/main" val="2487174991"/>
                  </a:ext>
                </a:extLst>
              </a:tr>
              <a:tr h="360488">
                <a:tc>
                  <a:txBody>
                    <a:bodyPr/>
                    <a:lstStyle/>
                    <a:p>
                      <a:pPr marL="0" marR="0" indent="0" algn="l">
                        <a:lnSpc>
                          <a:spcPct val="150000"/>
                        </a:lnSpc>
                        <a:spcBef>
                          <a:spcPts val="600"/>
                        </a:spcBef>
                        <a:spcAft>
                          <a:spcPts val="0"/>
                        </a:spcAft>
                      </a:pPr>
                      <a:r>
                        <a:rPr lang="vi-VN" sz="1600">
                          <a:effectLst/>
                        </a:rPr>
                        <a:t>Tuổi thọ</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just">
                        <a:lnSpc>
                          <a:spcPct val="150000"/>
                        </a:lnSpc>
                        <a:spcBef>
                          <a:spcPts val="600"/>
                        </a:spcBef>
                        <a:spcAft>
                          <a:spcPts val="0"/>
                        </a:spcAft>
                      </a:pPr>
                      <a:r>
                        <a:rPr lang="vi-VN" sz="1600" dirty="0">
                          <a:effectLst/>
                        </a:rPr>
                        <a:t>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5000</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tc>
                  <a:txBody>
                    <a:bodyPr/>
                    <a:lstStyle/>
                    <a:p>
                      <a:pPr marL="0" marR="0" indent="0" algn="ctr">
                        <a:lnSpc>
                          <a:spcPct val="150000"/>
                        </a:lnSpc>
                        <a:spcBef>
                          <a:spcPts val="600"/>
                        </a:spcBef>
                        <a:spcAft>
                          <a:spcPts val="0"/>
                        </a:spcAft>
                      </a:pPr>
                      <a:r>
                        <a:rPr lang="vi-VN" sz="1600" dirty="0">
                          <a:effectLst/>
                        </a:rPr>
                        <a:t>h</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6139" marR="36139" marT="0" marB="0" anchor="ctr"/>
                </a:tc>
                <a:extLst>
                  <a:ext uri="{0D108BD9-81ED-4DB2-BD59-A6C34878D82A}">
                    <a16:rowId xmlns:a16="http://schemas.microsoft.com/office/drawing/2014/main" val="3620470631"/>
                  </a:ext>
                </a:extLst>
              </a:tr>
            </a:tbl>
          </a:graphicData>
        </a:graphic>
      </p:graphicFrame>
    </p:spTree>
    <p:extLst>
      <p:ext uri="{BB962C8B-B14F-4D97-AF65-F5344CB8AC3E}">
        <p14:creationId xmlns:p14="http://schemas.microsoft.com/office/powerpoint/2010/main" val="344802704"/>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Table 20">
            <a:extLst>
              <a:ext uri="{FF2B5EF4-FFF2-40B4-BE49-F238E27FC236}">
                <a16:creationId xmlns:a16="http://schemas.microsoft.com/office/drawing/2014/main" id="{12EF20BB-064D-EDB7-BEDB-3BBF399CC8BA}"/>
              </a:ext>
            </a:extLst>
          </p:cNvPr>
          <p:cNvGraphicFramePr>
            <a:graphicFrameLocks noGrp="1"/>
          </p:cNvGraphicFramePr>
          <p:nvPr>
            <p:extLst>
              <p:ext uri="{D42A27DB-BD31-4B8C-83A1-F6EECF244321}">
                <p14:modId xmlns:p14="http://schemas.microsoft.com/office/powerpoint/2010/main" val="1864412052"/>
              </p:ext>
            </p:extLst>
          </p:nvPr>
        </p:nvGraphicFramePr>
        <p:xfrm>
          <a:off x="909637" y="355091"/>
          <a:ext cx="9926003" cy="5697155"/>
        </p:xfrm>
        <a:graphic>
          <a:graphicData uri="http://schemas.openxmlformats.org/drawingml/2006/table">
            <a:tbl>
              <a:tblPr firstRow="1" firstCol="1" bandRow="1">
                <a:tableStyleId>{0E3FDE45-AF77-4B5C-9715-49D594BDF05E}</a:tableStyleId>
              </a:tblPr>
              <a:tblGrid>
                <a:gridCol w="770176">
                  <a:extLst>
                    <a:ext uri="{9D8B030D-6E8A-4147-A177-3AD203B41FA5}">
                      <a16:colId xmlns:a16="http://schemas.microsoft.com/office/drawing/2014/main" val="404082551"/>
                    </a:ext>
                  </a:extLst>
                </a:gridCol>
                <a:gridCol w="1155880">
                  <a:extLst>
                    <a:ext uri="{9D8B030D-6E8A-4147-A177-3AD203B41FA5}">
                      <a16:colId xmlns:a16="http://schemas.microsoft.com/office/drawing/2014/main" val="326094938"/>
                    </a:ext>
                  </a:extLst>
                </a:gridCol>
                <a:gridCol w="7999947">
                  <a:extLst>
                    <a:ext uri="{9D8B030D-6E8A-4147-A177-3AD203B41FA5}">
                      <a16:colId xmlns:a16="http://schemas.microsoft.com/office/drawing/2014/main" val="3921159703"/>
                    </a:ext>
                  </a:extLst>
                </a:gridCol>
              </a:tblGrid>
              <a:tr h="346015">
                <a:tc>
                  <a:txBody>
                    <a:bodyPr/>
                    <a:lstStyle/>
                    <a:p>
                      <a:pPr marL="0" marR="0" indent="0" algn="ctr">
                        <a:lnSpc>
                          <a:spcPct val="150000"/>
                        </a:lnSpc>
                        <a:spcBef>
                          <a:spcPts val="600"/>
                        </a:spcBef>
                        <a:spcAft>
                          <a:spcPts val="0"/>
                        </a:spcAft>
                      </a:pPr>
                      <a:r>
                        <a:rPr lang="vi-VN" sz="1800" dirty="0">
                          <a:effectLst/>
                        </a:rPr>
                        <a:t>STT</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ctr">
                        <a:lnSpc>
                          <a:spcPct val="150000"/>
                        </a:lnSpc>
                        <a:spcBef>
                          <a:spcPts val="600"/>
                        </a:spcBef>
                        <a:spcAft>
                          <a:spcPts val="0"/>
                        </a:spcAft>
                      </a:pPr>
                      <a:r>
                        <a:rPr lang="vi-VN" sz="1800" dirty="0">
                          <a:effectLst/>
                        </a:rPr>
                        <a:t>Tên gọi</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ctr">
                        <a:lnSpc>
                          <a:spcPct val="150000"/>
                        </a:lnSpc>
                        <a:spcBef>
                          <a:spcPts val="600"/>
                        </a:spcBef>
                        <a:spcAft>
                          <a:spcPts val="0"/>
                        </a:spcAft>
                      </a:pPr>
                      <a:r>
                        <a:rPr lang="vi-VN" sz="1800">
                          <a:effectLst/>
                        </a:rPr>
                        <a:t>Chức năng</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extLst>
                  <a:ext uri="{0D108BD9-81ED-4DB2-BD59-A6C34878D82A}">
                    <a16:rowId xmlns:a16="http://schemas.microsoft.com/office/drawing/2014/main" val="2130865461"/>
                  </a:ext>
                </a:extLst>
              </a:tr>
              <a:tr h="768441">
                <a:tc>
                  <a:txBody>
                    <a:bodyPr/>
                    <a:lstStyle/>
                    <a:p>
                      <a:pPr marL="0" marR="0" indent="0" algn="ctr">
                        <a:lnSpc>
                          <a:spcPct val="150000"/>
                        </a:lnSpc>
                        <a:spcBef>
                          <a:spcPts val="600"/>
                        </a:spcBef>
                        <a:spcAft>
                          <a:spcPts val="0"/>
                        </a:spcAft>
                      </a:pPr>
                      <a:r>
                        <a:rPr lang="vi-VN" sz="1800" dirty="0">
                          <a:effectLst/>
                        </a:rPr>
                        <a:t>1</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ctr">
                        <a:lnSpc>
                          <a:spcPct val="150000"/>
                        </a:lnSpc>
                        <a:spcBef>
                          <a:spcPts val="600"/>
                        </a:spcBef>
                        <a:spcAft>
                          <a:spcPts val="0"/>
                        </a:spcAft>
                      </a:pPr>
                      <a:r>
                        <a:rPr lang="vi-VN" sz="1800" dirty="0">
                          <a:effectLst/>
                        </a:rPr>
                        <a:t>CHA</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just">
                        <a:lnSpc>
                          <a:spcPct val="150000"/>
                        </a:lnSpc>
                        <a:spcBef>
                          <a:spcPts val="600"/>
                        </a:spcBef>
                        <a:spcAft>
                          <a:spcPts val="0"/>
                        </a:spcAft>
                      </a:pPr>
                      <a:r>
                        <a:rPr lang="vi-VN" sz="1800" dirty="0">
                          <a:effectLst/>
                        </a:rPr>
                        <a:t>Dùng encoder: Kênh A đầu ra của encoder; kiểm tra pha, xung trên một vòng quay; điện áp: HIGH = 5V, LOW = 0V.</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extLst>
                  <a:ext uri="{0D108BD9-81ED-4DB2-BD59-A6C34878D82A}">
                    <a16:rowId xmlns:a16="http://schemas.microsoft.com/office/drawing/2014/main" val="610113056"/>
                  </a:ext>
                </a:extLst>
              </a:tr>
              <a:tr h="768441">
                <a:tc rowSpan="2">
                  <a:txBody>
                    <a:bodyPr/>
                    <a:lstStyle/>
                    <a:p>
                      <a:pPr marL="0" marR="0" indent="0" algn="ctr">
                        <a:lnSpc>
                          <a:spcPct val="150000"/>
                        </a:lnSpc>
                        <a:spcBef>
                          <a:spcPts val="600"/>
                        </a:spcBef>
                        <a:spcAft>
                          <a:spcPts val="0"/>
                        </a:spcAft>
                      </a:pPr>
                      <a:r>
                        <a:rPr lang="vi-VN" sz="1800" dirty="0">
                          <a:effectLst/>
                        </a:rPr>
                        <a:t>2</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ctr">
                        <a:lnSpc>
                          <a:spcPct val="150000"/>
                        </a:lnSpc>
                        <a:spcBef>
                          <a:spcPts val="600"/>
                        </a:spcBef>
                        <a:spcAft>
                          <a:spcPts val="0"/>
                        </a:spcAft>
                      </a:pPr>
                      <a:r>
                        <a:rPr lang="vi-VN" sz="1800" dirty="0">
                          <a:effectLst/>
                        </a:rPr>
                        <a:t>CHB</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just">
                        <a:lnSpc>
                          <a:spcPct val="150000"/>
                        </a:lnSpc>
                        <a:spcBef>
                          <a:spcPts val="600"/>
                        </a:spcBef>
                        <a:spcAft>
                          <a:spcPts val="0"/>
                        </a:spcAft>
                      </a:pPr>
                      <a:r>
                        <a:rPr lang="vi-VN" sz="1800" dirty="0">
                          <a:effectLst/>
                        </a:rPr>
                        <a:t>Dùng encoder: Kênh B đầu ra của encoder; kiểm tra pha , 100 xung trên một vòng quay; điện áp: HIGH = 5V, LOW = 0V.</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extLst>
                  <a:ext uri="{0D108BD9-81ED-4DB2-BD59-A6C34878D82A}">
                    <a16:rowId xmlns:a16="http://schemas.microsoft.com/office/drawing/2014/main" val="3538077007"/>
                  </a:ext>
                </a:extLst>
              </a:tr>
              <a:tr h="783694">
                <a:tc vMerge="1">
                  <a:txBody>
                    <a:bodyPr/>
                    <a:lstStyle/>
                    <a:p>
                      <a:pPr marL="0" marR="0" indent="0" algn="ctr">
                        <a:lnSpc>
                          <a:spcPct val="150000"/>
                        </a:lnSpc>
                        <a:spcBef>
                          <a:spcPts val="600"/>
                        </a:spcBef>
                        <a:spcAft>
                          <a:spcPts val="0"/>
                        </a:spcAft>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ctr">
                        <a:lnSpc>
                          <a:spcPct val="150000"/>
                        </a:lnSpc>
                        <a:spcBef>
                          <a:spcPts val="600"/>
                        </a:spcBef>
                        <a:spcAft>
                          <a:spcPts val="0"/>
                        </a:spcAft>
                      </a:pPr>
                      <a:r>
                        <a:rPr lang="vi-VN" sz="1800" dirty="0">
                          <a:effectLst/>
                        </a:rPr>
                        <a:t>FG</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just">
                        <a:lnSpc>
                          <a:spcPct val="150000"/>
                        </a:lnSpc>
                        <a:spcBef>
                          <a:spcPts val="600"/>
                        </a:spcBef>
                        <a:spcAft>
                          <a:spcPts val="0"/>
                        </a:spcAft>
                      </a:pPr>
                      <a:r>
                        <a:rPr lang="vi-VN" sz="1800" dirty="0">
                          <a:effectLst/>
                        </a:rPr>
                        <a:t>Chế độ cơ bản: open-drain tachometer: thiết bị đo tốc độ góc cấu hình chân open-drain, khi sử dụng cần nối thêm trở ngoài vào mạch, đo 6 xung trên 1 vòng xoay, . </a:t>
                      </a:r>
                      <a:endParaRPr lang="en-US" sz="1800" dirty="0">
                        <a:effectLst/>
                      </a:endParaRPr>
                    </a:p>
                  </a:txBody>
                  <a:tcPr marL="33228" marR="33228" marT="0" marB="0"/>
                </a:tc>
                <a:extLst>
                  <a:ext uri="{0D108BD9-81ED-4DB2-BD59-A6C34878D82A}">
                    <a16:rowId xmlns:a16="http://schemas.microsoft.com/office/drawing/2014/main" val="3091542286"/>
                  </a:ext>
                </a:extLst>
              </a:tr>
              <a:tr h="362514">
                <a:tc>
                  <a:txBody>
                    <a:bodyPr/>
                    <a:lstStyle/>
                    <a:p>
                      <a:pPr marL="0" marR="0" indent="0" algn="ctr">
                        <a:lnSpc>
                          <a:spcPct val="150000"/>
                        </a:lnSpc>
                        <a:spcBef>
                          <a:spcPts val="600"/>
                        </a:spcBef>
                        <a:spcAft>
                          <a:spcPts val="0"/>
                        </a:spcAft>
                      </a:pPr>
                      <a:r>
                        <a:rPr lang="vi-VN" sz="1800" dirty="0">
                          <a:effectLst/>
                        </a:rPr>
                        <a:t>3</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ctr">
                        <a:lnSpc>
                          <a:spcPct val="150000"/>
                        </a:lnSpc>
                        <a:spcBef>
                          <a:spcPts val="600"/>
                        </a:spcBef>
                        <a:spcAft>
                          <a:spcPts val="0"/>
                        </a:spcAft>
                      </a:pPr>
                      <a:r>
                        <a:rPr lang="vi-VN" sz="1800" dirty="0">
                          <a:effectLst/>
                        </a:rPr>
                        <a:t>Vin</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just">
                        <a:lnSpc>
                          <a:spcPct val="150000"/>
                        </a:lnSpc>
                        <a:spcBef>
                          <a:spcPts val="600"/>
                        </a:spcBef>
                        <a:spcAft>
                          <a:spcPts val="0"/>
                        </a:spcAft>
                      </a:pPr>
                      <a:r>
                        <a:rPr lang="vi-VN" sz="1800">
                          <a:effectLst/>
                        </a:rPr>
                        <a:t>Cổng logic. Cấp nguồn từ 3.3V – 5.5V cho encoder</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extLst>
                  <a:ext uri="{0D108BD9-81ED-4DB2-BD59-A6C34878D82A}">
                    <a16:rowId xmlns:a16="http://schemas.microsoft.com/office/drawing/2014/main" val="2830918361"/>
                  </a:ext>
                </a:extLst>
              </a:tr>
              <a:tr h="768441">
                <a:tc>
                  <a:txBody>
                    <a:bodyPr/>
                    <a:lstStyle/>
                    <a:p>
                      <a:pPr marL="0" marR="0" indent="0" algn="ctr">
                        <a:lnSpc>
                          <a:spcPct val="150000"/>
                        </a:lnSpc>
                        <a:spcBef>
                          <a:spcPts val="600"/>
                        </a:spcBef>
                        <a:spcAft>
                          <a:spcPts val="0"/>
                        </a:spcAft>
                      </a:pPr>
                      <a:r>
                        <a:rPr lang="vi-VN" sz="1800">
                          <a:effectLst/>
                        </a:rPr>
                        <a:t>4</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ctr">
                        <a:lnSpc>
                          <a:spcPct val="150000"/>
                        </a:lnSpc>
                        <a:spcBef>
                          <a:spcPts val="600"/>
                        </a:spcBef>
                        <a:spcAft>
                          <a:spcPts val="0"/>
                        </a:spcAft>
                      </a:pPr>
                      <a:r>
                        <a:rPr lang="vi-VN" sz="1800" dirty="0">
                          <a:effectLst/>
                        </a:rPr>
                        <a:t>DIR</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just">
                        <a:lnSpc>
                          <a:spcPct val="150000"/>
                        </a:lnSpc>
                        <a:spcBef>
                          <a:spcPts val="600"/>
                        </a:spcBef>
                        <a:spcAft>
                          <a:spcPts val="0"/>
                        </a:spcAft>
                      </a:pPr>
                      <a:r>
                        <a:rPr lang="vi-VN" sz="1800" dirty="0">
                          <a:effectLst/>
                        </a:rPr>
                        <a:t>Dây tín hiệu đảo chiều xoay của động cơ.  đến , hoặc cổng tín hiệu mở OPEN thì động cơ xoay theo chiều kin đồng hồ;  thì động cơ xoay ngược chiều kim đồng hồ.</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extLst>
                  <a:ext uri="{0D108BD9-81ED-4DB2-BD59-A6C34878D82A}">
                    <a16:rowId xmlns:a16="http://schemas.microsoft.com/office/drawing/2014/main" val="72040628"/>
                  </a:ext>
                </a:extLst>
              </a:tr>
              <a:tr h="510781">
                <a:tc>
                  <a:txBody>
                    <a:bodyPr/>
                    <a:lstStyle/>
                    <a:p>
                      <a:pPr marL="0" marR="0" indent="0" algn="ctr">
                        <a:lnSpc>
                          <a:spcPct val="150000"/>
                        </a:lnSpc>
                        <a:spcBef>
                          <a:spcPts val="600"/>
                        </a:spcBef>
                        <a:spcAft>
                          <a:spcPts val="0"/>
                        </a:spcAft>
                      </a:pPr>
                      <a:r>
                        <a:rPr lang="vi-VN" sz="1800" dirty="0">
                          <a:effectLst/>
                        </a:rPr>
                        <a:t>5</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ctr">
                        <a:lnSpc>
                          <a:spcPct val="150000"/>
                        </a:lnSpc>
                        <a:spcBef>
                          <a:spcPts val="600"/>
                        </a:spcBef>
                        <a:spcAft>
                          <a:spcPts val="0"/>
                        </a:spcAft>
                      </a:pPr>
                      <a:r>
                        <a:rPr lang="vi-VN" sz="1800" dirty="0">
                          <a:effectLst/>
                        </a:rPr>
                        <a:t>PWM</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just">
                        <a:lnSpc>
                          <a:spcPct val="150000"/>
                        </a:lnSpc>
                        <a:spcBef>
                          <a:spcPts val="600"/>
                        </a:spcBef>
                        <a:spcAft>
                          <a:spcPts val="0"/>
                        </a:spcAft>
                      </a:pPr>
                      <a:r>
                        <a:rPr lang="vi-VN" sz="1800" dirty="0">
                          <a:effectLst/>
                        </a:rPr>
                        <a:t>Truyền tín hiệu xung điều khiển tốc độ quay của động cơ.</a:t>
                      </a:r>
                      <a:endParaRPr lang="en-US" sz="1800" dirty="0">
                        <a:effectLst/>
                      </a:endParaRPr>
                    </a:p>
                  </a:txBody>
                  <a:tcPr marL="33228" marR="33228" marT="0" marB="0"/>
                </a:tc>
                <a:extLst>
                  <a:ext uri="{0D108BD9-81ED-4DB2-BD59-A6C34878D82A}">
                    <a16:rowId xmlns:a16="http://schemas.microsoft.com/office/drawing/2014/main" val="3965426811"/>
                  </a:ext>
                </a:extLst>
              </a:tr>
              <a:tr h="501039">
                <a:tc>
                  <a:txBody>
                    <a:bodyPr/>
                    <a:lstStyle/>
                    <a:p>
                      <a:pPr marL="0" marR="0" indent="0" algn="ctr">
                        <a:lnSpc>
                          <a:spcPct val="150000"/>
                        </a:lnSpc>
                        <a:spcBef>
                          <a:spcPts val="600"/>
                        </a:spcBef>
                        <a:spcAft>
                          <a:spcPts val="0"/>
                        </a:spcAft>
                      </a:pPr>
                      <a:r>
                        <a:rPr lang="vi-VN" sz="1800">
                          <a:effectLst/>
                        </a:rPr>
                        <a:t>6</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ctr">
                        <a:lnSpc>
                          <a:spcPct val="150000"/>
                        </a:lnSpc>
                        <a:spcBef>
                          <a:spcPts val="600"/>
                        </a:spcBef>
                        <a:spcAft>
                          <a:spcPts val="0"/>
                        </a:spcAft>
                      </a:pPr>
                      <a:r>
                        <a:rPr lang="vi-VN" sz="1800" dirty="0">
                          <a:effectLst/>
                        </a:rPr>
                        <a:t>EN/BRAKE</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just">
                        <a:lnSpc>
                          <a:spcPct val="150000"/>
                        </a:lnSpc>
                        <a:spcBef>
                          <a:spcPts val="600"/>
                        </a:spcBef>
                        <a:spcAft>
                          <a:spcPts val="0"/>
                        </a:spcAft>
                      </a:pPr>
                      <a:r>
                        <a:rPr lang="vi-VN" sz="1800" dirty="0">
                          <a:effectLst/>
                        </a:rPr>
                        <a:t>Dây phanh để nối ngắn nguồn dừng khẩn cấp động cơ.</a:t>
                      </a:r>
                      <a:endParaRPr lang="en-US" sz="1800" dirty="0">
                        <a:effectLst/>
                      </a:endParaRPr>
                    </a:p>
                  </a:txBody>
                  <a:tcPr marL="33228" marR="33228" marT="0" marB="0"/>
                </a:tc>
                <a:extLst>
                  <a:ext uri="{0D108BD9-81ED-4DB2-BD59-A6C34878D82A}">
                    <a16:rowId xmlns:a16="http://schemas.microsoft.com/office/drawing/2014/main" val="1818210570"/>
                  </a:ext>
                </a:extLst>
              </a:tr>
              <a:tr h="462351">
                <a:tc>
                  <a:txBody>
                    <a:bodyPr/>
                    <a:lstStyle/>
                    <a:p>
                      <a:pPr marL="0" marR="0" indent="0" algn="ctr">
                        <a:lnSpc>
                          <a:spcPct val="150000"/>
                        </a:lnSpc>
                        <a:spcBef>
                          <a:spcPts val="600"/>
                        </a:spcBef>
                        <a:spcAft>
                          <a:spcPts val="0"/>
                        </a:spcAft>
                      </a:pPr>
                      <a:r>
                        <a:rPr lang="vi-VN" sz="1800">
                          <a:effectLst/>
                        </a:rPr>
                        <a:t>7</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ctr">
                        <a:lnSpc>
                          <a:spcPct val="150000"/>
                        </a:lnSpc>
                        <a:spcBef>
                          <a:spcPts val="600"/>
                        </a:spcBef>
                        <a:spcAft>
                          <a:spcPts val="0"/>
                        </a:spcAft>
                      </a:pPr>
                      <a:r>
                        <a:rPr lang="vi-VN" sz="1800">
                          <a:effectLst/>
                        </a:rPr>
                        <a:t>GND</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just">
                        <a:lnSpc>
                          <a:spcPct val="150000"/>
                        </a:lnSpc>
                        <a:spcBef>
                          <a:spcPts val="600"/>
                        </a:spcBef>
                        <a:spcAft>
                          <a:spcPts val="0"/>
                        </a:spcAft>
                      </a:pPr>
                      <a:r>
                        <a:rPr lang="vi-VN" sz="1800">
                          <a:effectLst/>
                        </a:rPr>
                        <a:t>Dây đất, cấp nguồn điện tích âm cho động cơ.</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extLst>
                  <a:ext uri="{0D108BD9-81ED-4DB2-BD59-A6C34878D82A}">
                    <a16:rowId xmlns:a16="http://schemas.microsoft.com/office/drawing/2014/main" val="2477294882"/>
                  </a:ext>
                </a:extLst>
              </a:tr>
              <a:tr h="362514">
                <a:tc>
                  <a:txBody>
                    <a:bodyPr/>
                    <a:lstStyle/>
                    <a:p>
                      <a:pPr marL="0" marR="0" indent="0" algn="ctr">
                        <a:lnSpc>
                          <a:spcPct val="150000"/>
                        </a:lnSpc>
                        <a:spcBef>
                          <a:spcPts val="600"/>
                        </a:spcBef>
                        <a:spcAft>
                          <a:spcPts val="0"/>
                        </a:spcAft>
                      </a:pPr>
                      <a:r>
                        <a:rPr lang="vi-VN" sz="1800" dirty="0">
                          <a:effectLst/>
                        </a:rPr>
                        <a:t>8</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ctr">
                        <a:lnSpc>
                          <a:spcPct val="150000"/>
                        </a:lnSpc>
                        <a:spcBef>
                          <a:spcPts val="600"/>
                        </a:spcBef>
                        <a:spcAft>
                          <a:spcPts val="0"/>
                        </a:spcAft>
                      </a:pPr>
                      <a:r>
                        <a:rPr lang="vi-VN" sz="1800" dirty="0">
                          <a:effectLst/>
                        </a:rPr>
                        <a:t>VCC</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tc>
                  <a:txBody>
                    <a:bodyPr/>
                    <a:lstStyle/>
                    <a:p>
                      <a:pPr marL="0" marR="0" indent="0" algn="just">
                        <a:lnSpc>
                          <a:spcPct val="150000"/>
                        </a:lnSpc>
                        <a:spcBef>
                          <a:spcPts val="600"/>
                        </a:spcBef>
                        <a:spcAft>
                          <a:spcPts val="0"/>
                        </a:spcAft>
                      </a:pPr>
                      <a:r>
                        <a:rPr lang="vi-VN" sz="1800" dirty="0">
                          <a:effectLst/>
                        </a:rPr>
                        <a:t>Cấp nguồn điện dương cho động cơ, dòng DC .</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3228" marR="33228" marT="0" marB="0"/>
                </a:tc>
                <a:extLst>
                  <a:ext uri="{0D108BD9-81ED-4DB2-BD59-A6C34878D82A}">
                    <a16:rowId xmlns:a16="http://schemas.microsoft.com/office/drawing/2014/main" val="1866040571"/>
                  </a:ext>
                </a:extLst>
              </a:tr>
            </a:tbl>
          </a:graphicData>
        </a:graphic>
      </p:graphicFrame>
    </p:spTree>
    <p:extLst>
      <p:ext uri="{BB962C8B-B14F-4D97-AF65-F5344CB8AC3E}">
        <p14:creationId xmlns:p14="http://schemas.microsoft.com/office/powerpoint/2010/main" val="833677008"/>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Rounded Corners 35">
            <a:extLst>
              <a:ext uri="{FF2B5EF4-FFF2-40B4-BE49-F238E27FC236}">
                <a16:creationId xmlns:a16="http://schemas.microsoft.com/office/drawing/2014/main" id="{D6D8D71B-A071-4649-A07E-5B2282B0A69F}"/>
              </a:ext>
            </a:extLst>
          </p:cNvPr>
          <p:cNvSpPr/>
          <p:nvPr/>
        </p:nvSpPr>
        <p:spPr>
          <a:xfrm>
            <a:off x="4467189" y="1800189"/>
            <a:ext cx="3257623" cy="3257623"/>
          </a:xfrm>
          <a:prstGeom prst="roundRect">
            <a:avLst/>
          </a:prstGeom>
          <a:gradFill>
            <a:gsLst>
              <a:gs pos="56000">
                <a:srgbClr val="954ECA"/>
              </a:gs>
              <a:gs pos="100000">
                <a:schemeClr val="bg1"/>
              </a:gs>
              <a:gs pos="94000">
                <a:srgbClr val="AF9BDD"/>
              </a:gs>
              <a:gs pos="79000">
                <a:srgbClr val="7653C5"/>
              </a:gs>
              <a:gs pos="22000">
                <a:srgbClr val="E9C9D5"/>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37" name="Rectangle: Rounded Corners 36">
            <a:extLst>
              <a:ext uri="{FF2B5EF4-FFF2-40B4-BE49-F238E27FC236}">
                <a16:creationId xmlns:a16="http://schemas.microsoft.com/office/drawing/2014/main" id="{3930D8BE-90C7-41E6-ACF1-1EDECD24A5E6}"/>
              </a:ext>
            </a:extLst>
          </p:cNvPr>
          <p:cNvSpPr/>
          <p:nvPr/>
        </p:nvSpPr>
        <p:spPr>
          <a:xfrm>
            <a:off x="5525112" y="2858112"/>
            <a:ext cx="1141776" cy="114177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cxnSp>
        <p:nvCxnSpPr>
          <p:cNvPr id="41" name="Straight Connector 40">
            <a:extLst>
              <a:ext uri="{FF2B5EF4-FFF2-40B4-BE49-F238E27FC236}">
                <a16:creationId xmlns:a16="http://schemas.microsoft.com/office/drawing/2014/main" id="{6C879FCE-7BBA-45E1-8D55-B50E8054D268}"/>
              </a:ext>
            </a:extLst>
          </p:cNvPr>
          <p:cNvCxnSpPr/>
          <p:nvPr/>
        </p:nvCxnSpPr>
        <p:spPr>
          <a:xfrm>
            <a:off x="995193" y="848695"/>
            <a:ext cx="909458" cy="0"/>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44712CA-26EB-F2C9-365E-4AF9898AF43F}"/>
              </a:ext>
            </a:extLst>
          </p:cNvPr>
          <p:cNvSpPr txBox="1"/>
          <p:nvPr/>
        </p:nvSpPr>
        <p:spPr>
          <a:xfrm>
            <a:off x="880709" y="895805"/>
            <a:ext cx="3952548" cy="1200329"/>
          </a:xfrm>
          <a:prstGeom prst="rect">
            <a:avLst/>
          </a:prstGeom>
          <a:noFill/>
        </p:spPr>
        <p:txBody>
          <a:bodyPr wrap="square" rtlCol="0">
            <a:spAutoFit/>
          </a:bodyPr>
          <a:lstStyle/>
          <a:p>
            <a:pPr defTabSz="228554"/>
            <a:r>
              <a:rPr lang="vi-VN" sz="3600" b="1" dirty="0">
                <a:solidFill>
                  <a:srgbClr val="172144"/>
                </a:solidFill>
                <a:latin typeface="Bahnschrift" panose="020B0502040204020203" pitchFamily="34" charset="0"/>
              </a:rPr>
              <a:t>Cảm biến gia tốc góc MPU6050</a:t>
            </a:r>
            <a:endParaRPr lang="en-US" sz="3600" b="1" dirty="0">
              <a:solidFill>
                <a:srgbClr val="172144"/>
              </a:solidFill>
              <a:latin typeface="Bahnschrift" panose="020B0502040204020203" pitchFamily="34" charset="0"/>
            </a:endParaRPr>
          </a:p>
        </p:txBody>
      </p:sp>
      <p:sp>
        <p:nvSpPr>
          <p:cNvPr id="4" name="TextBox 3">
            <a:extLst>
              <a:ext uri="{FF2B5EF4-FFF2-40B4-BE49-F238E27FC236}">
                <a16:creationId xmlns:a16="http://schemas.microsoft.com/office/drawing/2014/main" id="{27CB1B0D-5003-A60E-C068-B1A4D072E731}"/>
              </a:ext>
            </a:extLst>
          </p:cNvPr>
          <p:cNvSpPr txBox="1"/>
          <p:nvPr/>
        </p:nvSpPr>
        <p:spPr>
          <a:xfrm>
            <a:off x="844578" y="2143243"/>
            <a:ext cx="5251422" cy="3723070"/>
          </a:xfrm>
          <a:prstGeom prst="rect">
            <a:avLst/>
          </a:prstGeom>
          <a:noFill/>
        </p:spPr>
        <p:txBody>
          <a:bodyPr wrap="square" rtlCol="0">
            <a:spAutoFit/>
          </a:bodyPr>
          <a:lstStyle/>
          <a:p>
            <a:pPr defTabSz="228554">
              <a:lnSpc>
                <a:spcPct val="150000"/>
              </a:lnSpc>
              <a:defRPr/>
            </a:pPr>
            <a:r>
              <a:rPr lang="vi-VN" sz="2000" dirty="0">
                <a:solidFill>
                  <a:srgbClr val="172144"/>
                </a:solidFill>
                <a:latin typeface="Bahnschrift" panose="020B0502040204020203" pitchFamily="34" charset="0"/>
              </a:rPr>
              <a:t>MPU6050 là một Hệ thống động cơ điện vi mô: bao gồm gia tốc kế ba trục và con quay hồi chuyển ba trục. </a:t>
            </a:r>
          </a:p>
          <a:p>
            <a:pPr defTabSz="228554">
              <a:lnSpc>
                <a:spcPct val="150000"/>
              </a:lnSpc>
              <a:defRPr/>
            </a:pPr>
            <a:endParaRPr lang="vi-VN" sz="2000" dirty="0">
              <a:solidFill>
                <a:srgbClr val="172144"/>
              </a:solidFill>
              <a:latin typeface="Bahnschrift" panose="020B0502040204020203" pitchFamily="34" charset="0"/>
            </a:endParaRPr>
          </a:p>
          <a:p>
            <a:pPr marL="342900" indent="-342900" defTabSz="228554">
              <a:lnSpc>
                <a:spcPct val="150000"/>
              </a:lnSpc>
              <a:buFont typeface="Arial" panose="020B0604020202020204" pitchFamily="34" charset="0"/>
              <a:buChar char="•"/>
              <a:defRPr/>
            </a:pPr>
            <a:r>
              <a:rPr lang="vi-VN" sz="2000" dirty="0">
                <a:solidFill>
                  <a:srgbClr val="172144"/>
                </a:solidFill>
                <a:latin typeface="Bahnschrift" panose="020B0502040204020203" pitchFamily="34" charset="0"/>
              </a:rPr>
              <a:t>Để đo góc và xác định vị trí của robot trong không gian theo các chiều X, Y, Z.</a:t>
            </a:r>
          </a:p>
          <a:p>
            <a:pPr marL="342900" indent="-342900" defTabSz="228554">
              <a:lnSpc>
                <a:spcPct val="150000"/>
              </a:lnSpc>
              <a:buFont typeface="Arial" panose="020B0604020202020204" pitchFamily="34" charset="0"/>
              <a:buChar char="•"/>
              <a:defRPr/>
            </a:pPr>
            <a:endParaRPr lang="vi-VN" sz="2000" dirty="0">
              <a:solidFill>
                <a:srgbClr val="172144"/>
              </a:solidFill>
              <a:latin typeface="Bahnschrift" panose="020B0502040204020203" pitchFamily="34" charset="0"/>
            </a:endParaRPr>
          </a:p>
          <a:p>
            <a:pPr marL="342900" indent="-342900" defTabSz="228554">
              <a:lnSpc>
                <a:spcPct val="150000"/>
              </a:lnSpc>
              <a:buFont typeface="Arial" panose="020B0604020202020204" pitchFamily="34" charset="0"/>
              <a:buChar char="•"/>
              <a:defRPr/>
            </a:pPr>
            <a:r>
              <a:rPr lang="vi-VN" sz="2000" dirty="0">
                <a:solidFill>
                  <a:srgbClr val="172144"/>
                </a:solidFill>
                <a:latin typeface="Bahnschrift" panose="020B0502040204020203" pitchFamily="34" charset="0"/>
              </a:rPr>
              <a:t>Xác định vị trí, vận tốc, gia tốc của robot.</a:t>
            </a:r>
            <a:endParaRPr lang="en-US" sz="2000" dirty="0">
              <a:solidFill>
                <a:srgbClr val="172144"/>
              </a:solidFill>
              <a:latin typeface="Bahnschrift" panose="020B0502040204020203" pitchFamily="34" charset="0"/>
            </a:endParaRPr>
          </a:p>
        </p:txBody>
      </p:sp>
      <p:pic>
        <p:nvPicPr>
          <p:cNvPr id="7" name="Picture 6" descr="A picture containing electronics, circuit&#10;&#10;Description automatically generated">
            <a:extLst>
              <a:ext uri="{FF2B5EF4-FFF2-40B4-BE49-F238E27FC236}">
                <a16:creationId xmlns:a16="http://schemas.microsoft.com/office/drawing/2014/main" id="{B9D8D5A0-A44E-DCA3-676D-1B5EECBFCCEA}"/>
              </a:ext>
            </a:extLst>
          </p:cNvPr>
          <p:cNvPicPr>
            <a:picLocks noChangeAspect="1"/>
          </p:cNvPicPr>
          <p:nvPr/>
        </p:nvPicPr>
        <p:blipFill rotWithShape="1">
          <a:blip r:embed="rId3">
            <a:extLst>
              <a:ext uri="{28A0092B-C50C-407E-A947-70E740481C1C}">
                <a14:useLocalDpi xmlns:a14="http://schemas.microsoft.com/office/drawing/2010/main" val="0"/>
              </a:ext>
            </a:extLst>
          </a:blip>
          <a:srcRect l="22095" t="7612" r="17576" b="6885"/>
          <a:stretch/>
        </p:blipFill>
        <p:spPr>
          <a:xfrm>
            <a:off x="7724812" y="1800188"/>
            <a:ext cx="3447800" cy="3257623"/>
          </a:xfrm>
          <a:prstGeom prst="rect">
            <a:avLst/>
          </a:prstGeom>
        </p:spPr>
      </p:pic>
    </p:spTree>
    <p:extLst>
      <p:ext uri="{BB962C8B-B14F-4D97-AF65-F5344CB8AC3E}">
        <p14:creationId xmlns:p14="http://schemas.microsoft.com/office/powerpoint/2010/main" val="394567810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0 0 L 0.27435 0.08333 " pathEditMode="relative" rAng="0" ptsTypes="AA">
                                      <p:cBhvr>
                                        <p:cTn id="6" dur="2000" fill="hold"/>
                                        <p:tgtEl>
                                          <p:spTgt spid="36"/>
                                        </p:tgtEl>
                                        <p:attrNameLst>
                                          <p:attrName>ppt_x</p:attrName>
                                          <p:attrName>ppt_y</p:attrName>
                                        </p:attrNameLst>
                                      </p:cBhvr>
                                      <p:rCtr x="13711" y="4167"/>
                                    </p:animMotion>
                                  </p:childTnLst>
                                </p:cTn>
                              </p:par>
                              <p:par>
                                <p:cTn id="7" presetID="6" presetClass="emph" presetSubtype="0" decel="100000" fill="hold" grpId="1" nodeType="withEffect">
                                  <p:stCondLst>
                                    <p:cond delay="0"/>
                                  </p:stCondLst>
                                  <p:childTnLst>
                                    <p:animScale>
                                      <p:cBhvr>
                                        <p:cTn id="8" dur="2000" fill="hold"/>
                                        <p:tgtEl>
                                          <p:spTgt spid="36"/>
                                        </p:tgtEl>
                                      </p:cBhvr>
                                      <p:by x="280000" y="280000"/>
                                    </p:animScale>
                                  </p:childTnLst>
                                </p:cTn>
                              </p:par>
                              <p:par>
                                <p:cTn id="9" presetID="8" presetClass="emph" presetSubtype="0" repeatCount="indefinite" fill="hold" grpId="2" nodeType="withEffect">
                                  <p:stCondLst>
                                    <p:cond delay="0"/>
                                  </p:stCondLst>
                                  <p:childTnLst>
                                    <p:animRot by="21600000">
                                      <p:cBhvr>
                                        <p:cTn id="10" dur="12000" fill="hold"/>
                                        <p:tgtEl>
                                          <p:spTgt spid="36"/>
                                        </p:tgtEl>
                                        <p:attrNameLst>
                                          <p:attrName>r</p:attrName>
                                        </p:attrNameLst>
                                      </p:cBhvr>
                                    </p:animRot>
                                  </p:childTnLst>
                                </p:cTn>
                              </p:par>
                              <p:par>
                                <p:cTn id="11" presetID="42" presetClass="path" presetSubtype="0" accel="50000" decel="50000" fill="hold" grpId="0" nodeType="withEffect">
                                  <p:stCondLst>
                                    <p:cond delay="250"/>
                                  </p:stCondLst>
                                  <p:childTnLst>
                                    <p:animMotion origin="layout" path="M 5.55112E-17 0 L 0.27438 0.08322 " pathEditMode="relative" rAng="0" ptsTypes="AA">
                                      <p:cBhvr>
                                        <p:cTn id="12" dur="2000" fill="hold"/>
                                        <p:tgtEl>
                                          <p:spTgt spid="37"/>
                                        </p:tgtEl>
                                        <p:attrNameLst>
                                          <p:attrName>ppt_x</p:attrName>
                                          <p:attrName>ppt_y</p:attrName>
                                        </p:attrNameLst>
                                      </p:cBhvr>
                                      <p:rCtr x="13716" y="4155"/>
                                    </p:animMotion>
                                  </p:childTnLst>
                                </p:cTn>
                              </p:par>
                              <p:par>
                                <p:cTn id="13" presetID="6" presetClass="emph" presetSubtype="0" decel="100000" fill="hold" grpId="1" nodeType="withEffect">
                                  <p:stCondLst>
                                    <p:cond delay="250"/>
                                  </p:stCondLst>
                                  <p:childTnLst>
                                    <p:animScale>
                                      <p:cBhvr>
                                        <p:cTn id="14" dur="2000" fill="hold"/>
                                        <p:tgtEl>
                                          <p:spTgt spid="37"/>
                                        </p:tgtEl>
                                      </p:cBhvr>
                                      <p:by x="600000" y="600000"/>
                                    </p:animScale>
                                  </p:childTnLst>
                                </p:cTn>
                              </p:par>
                              <p:par>
                                <p:cTn id="15" presetID="8" presetClass="emph" presetSubtype="0" repeatCount="indefinite" fill="hold" grpId="2" nodeType="withEffect">
                                  <p:stCondLst>
                                    <p:cond delay="250"/>
                                  </p:stCondLst>
                                  <p:childTnLst>
                                    <p:animRot by="21600000">
                                      <p:cBhvr>
                                        <p:cTn id="16" dur="12000" fill="hold"/>
                                        <p:tgtEl>
                                          <p:spTgt spid="37"/>
                                        </p:tgtEl>
                                        <p:attrNameLst>
                                          <p:attrName>r</p:attrName>
                                        </p:attrNameLst>
                                      </p:cBhvr>
                                    </p:animRot>
                                  </p:childTnLst>
                                </p:cTn>
                              </p:par>
                              <p:par>
                                <p:cTn id="17" presetID="2" presetClass="entr" presetSubtype="8" decel="10000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2200" fill="hold"/>
                                        <p:tgtEl>
                                          <p:spTgt spid="4"/>
                                        </p:tgtEl>
                                        <p:attrNameLst>
                                          <p:attrName>ppt_x</p:attrName>
                                        </p:attrNameLst>
                                      </p:cBhvr>
                                      <p:tavLst>
                                        <p:tav tm="0">
                                          <p:val>
                                            <p:strVal val="0-#ppt_w/2"/>
                                          </p:val>
                                        </p:tav>
                                        <p:tav tm="100000">
                                          <p:val>
                                            <p:strVal val="#ppt_x"/>
                                          </p:val>
                                        </p:tav>
                                      </p:tavLst>
                                    </p:anim>
                                    <p:anim calcmode="lin" valueType="num">
                                      <p:cBhvr additive="base">
                                        <p:cTn id="20" dur="22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6" grpId="1" animBg="1"/>
      <p:bldP spid="36" grpId="2" animBg="1"/>
      <p:bldP spid="37" grpId="0" animBg="1"/>
      <p:bldP spid="37" grpId="1" animBg="1"/>
      <p:bldP spid="37" grpId="2" animBg="1"/>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7D1DC82-0181-94BF-CD14-D46F99E8CEAD}"/>
              </a:ext>
            </a:extLst>
          </p:cNvPr>
          <p:cNvCxnSpPr/>
          <p:nvPr/>
        </p:nvCxnSpPr>
        <p:spPr>
          <a:xfrm>
            <a:off x="995193" y="848695"/>
            <a:ext cx="909458" cy="0"/>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6F4FFF0-56E3-9F9F-2CEC-C3472D5D7591}"/>
              </a:ext>
            </a:extLst>
          </p:cNvPr>
          <p:cNvSpPr txBox="1"/>
          <p:nvPr/>
        </p:nvSpPr>
        <p:spPr>
          <a:xfrm>
            <a:off x="880709" y="895805"/>
            <a:ext cx="3952548" cy="1200329"/>
          </a:xfrm>
          <a:prstGeom prst="rect">
            <a:avLst/>
          </a:prstGeom>
          <a:noFill/>
        </p:spPr>
        <p:txBody>
          <a:bodyPr wrap="square" rtlCol="0">
            <a:spAutoFit/>
          </a:bodyPr>
          <a:lstStyle/>
          <a:p>
            <a:pPr defTabSz="228554"/>
            <a:r>
              <a:rPr lang="vi-VN" sz="3600" b="1" dirty="0">
                <a:solidFill>
                  <a:srgbClr val="172144"/>
                </a:solidFill>
                <a:latin typeface="Bahnschrift" panose="020B0502040204020203" pitchFamily="34" charset="0"/>
              </a:rPr>
              <a:t>Cảm biến gia tốc góc MPU6050</a:t>
            </a:r>
            <a:endParaRPr lang="en-US" sz="3600" b="1" dirty="0">
              <a:solidFill>
                <a:srgbClr val="172144"/>
              </a:solidFill>
              <a:latin typeface="Bahnschrift" panose="020B0502040204020203" pitchFamily="34" charset="0"/>
            </a:endParaRPr>
          </a:p>
        </p:txBody>
      </p:sp>
      <p:sp>
        <p:nvSpPr>
          <p:cNvPr id="7" name="TextBox 6">
            <a:extLst>
              <a:ext uri="{FF2B5EF4-FFF2-40B4-BE49-F238E27FC236}">
                <a16:creationId xmlns:a16="http://schemas.microsoft.com/office/drawing/2014/main" id="{7FF5763A-0F63-A08B-93FC-C69D4E1DAFDB}"/>
              </a:ext>
            </a:extLst>
          </p:cNvPr>
          <p:cNvSpPr txBox="1"/>
          <p:nvPr/>
        </p:nvSpPr>
        <p:spPr>
          <a:xfrm>
            <a:off x="844577" y="2143243"/>
            <a:ext cx="10610361" cy="3261406"/>
          </a:xfrm>
          <a:prstGeom prst="rect">
            <a:avLst/>
          </a:prstGeom>
          <a:noFill/>
        </p:spPr>
        <p:txBody>
          <a:bodyPr wrap="square" rtlCol="0">
            <a:spAutoFit/>
          </a:bodyPr>
          <a:lstStyle/>
          <a:p>
            <a:pPr marL="342900" indent="-342900" defTabSz="228554">
              <a:lnSpc>
                <a:spcPct val="150000"/>
              </a:lnSpc>
              <a:buFont typeface="Arial" panose="020B0604020202020204" pitchFamily="34" charset="0"/>
              <a:buChar char="•"/>
              <a:defRPr/>
            </a:pPr>
            <a:r>
              <a:rPr lang="vi-VN" sz="2000" dirty="0">
                <a:solidFill>
                  <a:srgbClr val="172144"/>
                </a:solidFill>
                <a:latin typeface="Bahnschrift" panose="020B0502040204020203" pitchFamily="34" charset="0"/>
              </a:rPr>
              <a:t>MPU6050 có một gia tốc kế trên chip có thể đo gia tốc trên bốn dải thang đo đầy đủ có thể lập trình là ±2g, ±4g, ±8g và ±16g. </a:t>
            </a:r>
          </a:p>
          <a:p>
            <a:pPr marL="342900" indent="-342900" defTabSz="228554">
              <a:lnSpc>
                <a:spcPct val="150000"/>
              </a:lnSpc>
              <a:buFont typeface="Arial" panose="020B0604020202020204" pitchFamily="34" charset="0"/>
              <a:buChar char="•"/>
              <a:defRPr/>
            </a:pPr>
            <a:endParaRPr lang="vi-VN" sz="2000" dirty="0">
              <a:solidFill>
                <a:srgbClr val="172144"/>
              </a:solidFill>
              <a:latin typeface="Bahnschrift" panose="020B0502040204020203" pitchFamily="34" charset="0"/>
            </a:endParaRPr>
          </a:p>
          <a:p>
            <a:pPr marL="342900" indent="-342900" defTabSz="228554">
              <a:lnSpc>
                <a:spcPct val="150000"/>
              </a:lnSpc>
              <a:buFont typeface="Arial" panose="020B0604020202020204" pitchFamily="34" charset="0"/>
              <a:buChar char="•"/>
              <a:defRPr/>
            </a:pPr>
            <a:r>
              <a:rPr lang="vi-VN" sz="2000" dirty="0">
                <a:solidFill>
                  <a:srgbClr val="172144"/>
                </a:solidFill>
                <a:latin typeface="Bahnschrift" panose="020B0502040204020203" pitchFamily="34" charset="0"/>
              </a:rPr>
              <a:t>MPU6050 có một con quay hồi chuyển trên chip có thể đo góc quay trên bốn phạm vi tỷ lệ đầy đủ có thể lập trình là ±250°/s, ±500°/s, ±1000°/s và ±2000°/s.</a:t>
            </a:r>
          </a:p>
          <a:p>
            <a:pPr marL="342900" indent="-342900" defTabSz="228554">
              <a:lnSpc>
                <a:spcPct val="150000"/>
              </a:lnSpc>
              <a:buFont typeface="Arial" panose="020B0604020202020204" pitchFamily="34" charset="0"/>
              <a:buChar char="•"/>
              <a:defRPr/>
            </a:pPr>
            <a:endParaRPr lang="vi-VN" sz="2000" dirty="0">
              <a:solidFill>
                <a:srgbClr val="172144"/>
              </a:solidFill>
              <a:latin typeface="Bahnschrift" panose="020B0502040204020203" pitchFamily="34" charset="0"/>
            </a:endParaRPr>
          </a:p>
          <a:p>
            <a:pPr marL="342900" indent="-342900" defTabSz="228554">
              <a:lnSpc>
                <a:spcPct val="150000"/>
              </a:lnSpc>
              <a:buFont typeface="Arial" panose="020B0604020202020204" pitchFamily="34" charset="0"/>
              <a:buChar char="•"/>
              <a:defRPr/>
            </a:pPr>
            <a:r>
              <a:rPr lang="vi-VN" sz="2000" dirty="0">
                <a:solidFill>
                  <a:srgbClr val="172144"/>
                </a:solidFill>
                <a:latin typeface="Bahnschrift" panose="020B0502040204020203" pitchFamily="34" charset="0"/>
              </a:rPr>
              <a:t>Bên trong cảm biến tích hợp 6 trục cảm biến bao gồm con quay hồi 3 chuyển trục X, Y, Z.</a:t>
            </a:r>
          </a:p>
        </p:txBody>
      </p:sp>
    </p:spTree>
    <p:extLst>
      <p:ext uri="{BB962C8B-B14F-4D97-AF65-F5344CB8AC3E}">
        <p14:creationId xmlns:p14="http://schemas.microsoft.com/office/powerpoint/2010/main" val="27583002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200" fill="hold"/>
                                        <p:tgtEl>
                                          <p:spTgt spid="7"/>
                                        </p:tgtEl>
                                        <p:attrNameLst>
                                          <p:attrName>ppt_x</p:attrName>
                                        </p:attrNameLst>
                                      </p:cBhvr>
                                      <p:tavLst>
                                        <p:tav tm="0">
                                          <p:val>
                                            <p:strVal val="0-#ppt_w/2"/>
                                          </p:val>
                                        </p:tav>
                                        <p:tav tm="100000">
                                          <p:val>
                                            <p:strVal val="#ppt_x"/>
                                          </p:val>
                                        </p:tav>
                                      </p:tavLst>
                                    </p:anim>
                                    <p:anim calcmode="lin" valueType="num">
                                      <p:cBhvr additive="base">
                                        <p:cTn id="8" dur="22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pic>
        <p:nvPicPr>
          <p:cNvPr id="4" name="Picture Placeholder 3" descr="Diagram, schematic&#10;&#10;Description automatically generated">
            <a:extLst>
              <a:ext uri="{FF2B5EF4-FFF2-40B4-BE49-F238E27FC236}">
                <a16:creationId xmlns:a16="http://schemas.microsoft.com/office/drawing/2014/main" id="{1B7D6D3F-2C7A-C41D-B329-6DE27B518CE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harpenSoften amount="11000"/>
                    </a14:imgEffect>
                    <a14:imgEffect>
                      <a14:saturation sat="66000"/>
                    </a14:imgEffect>
                    <a14:imgEffect>
                      <a14:brightnessContrast bright="20000" contrast="-44000"/>
                    </a14:imgEffect>
                  </a14:imgLayer>
                </a14:imgProps>
              </a:ext>
              <a:ext uri="{28A0092B-C50C-407E-A947-70E740481C1C}">
                <a14:useLocalDpi xmlns:a14="http://schemas.microsoft.com/office/drawing/2010/main" val="0"/>
              </a:ext>
            </a:extLst>
          </a:blip>
          <a:srcRect l="26947" t="18563" r="30889" b="4768"/>
          <a:stretch/>
        </p:blipFill>
        <p:spPr>
          <a:xfrm>
            <a:off x="7187915" y="869519"/>
            <a:ext cx="5004085" cy="5118961"/>
          </a:xfrm>
        </p:spPr>
      </p:pic>
      <p:sp>
        <p:nvSpPr>
          <p:cNvPr id="5" name="TextBox 4">
            <a:extLst>
              <a:ext uri="{FF2B5EF4-FFF2-40B4-BE49-F238E27FC236}">
                <a16:creationId xmlns:a16="http://schemas.microsoft.com/office/drawing/2014/main" id="{74F49A12-80BB-40FB-960D-5B8894F637C6}"/>
              </a:ext>
            </a:extLst>
          </p:cNvPr>
          <p:cNvSpPr txBox="1"/>
          <p:nvPr/>
        </p:nvSpPr>
        <p:spPr>
          <a:xfrm rot="16200000">
            <a:off x="11001780" y="3290501"/>
            <a:ext cx="1848695" cy="276999"/>
          </a:xfrm>
          <a:prstGeom prst="rect">
            <a:avLst/>
          </a:prstGeom>
          <a:noFill/>
        </p:spPr>
        <p:txBody>
          <a:bodyPr wrap="square" rtlCol="0">
            <a:spAutoFit/>
          </a:bodyPr>
          <a:lstStyle/>
          <a:p>
            <a:pPr algn="ctr" defTabSz="228554"/>
            <a:r>
              <a:rPr lang="en-US" sz="600">
                <a:solidFill>
                  <a:srgbClr val="172144">
                    <a:alpha val="32000"/>
                  </a:srgbClr>
                </a:solidFill>
                <a:latin typeface="Calibri"/>
              </a:rPr>
              <a:t>ALL RIGHT RESERVED © 20008-2020. </a:t>
            </a:r>
          </a:p>
          <a:p>
            <a:pPr algn="ctr" defTabSz="228554"/>
            <a:r>
              <a:rPr lang="en-US" sz="600">
                <a:solidFill>
                  <a:srgbClr val="172144">
                    <a:alpha val="32000"/>
                  </a:srgbClr>
                </a:solidFill>
                <a:latin typeface="Calibri"/>
              </a:rPr>
              <a:t>Privacy Policy protected</a:t>
            </a:r>
          </a:p>
        </p:txBody>
      </p:sp>
      <p:sp>
        <p:nvSpPr>
          <p:cNvPr id="8" name="TextBox 7">
            <a:extLst>
              <a:ext uri="{FF2B5EF4-FFF2-40B4-BE49-F238E27FC236}">
                <a16:creationId xmlns:a16="http://schemas.microsoft.com/office/drawing/2014/main" id="{8A12F382-D269-49D7-BCC2-B1C1056D7472}"/>
              </a:ext>
            </a:extLst>
          </p:cNvPr>
          <p:cNvSpPr txBox="1"/>
          <p:nvPr/>
        </p:nvSpPr>
        <p:spPr>
          <a:xfrm>
            <a:off x="695518" y="339840"/>
            <a:ext cx="5603716" cy="553870"/>
          </a:xfrm>
          <a:prstGeom prst="rect">
            <a:avLst/>
          </a:prstGeom>
          <a:noFill/>
        </p:spPr>
        <p:txBody>
          <a:bodyPr wrap="square" rtlCol="0">
            <a:spAutoFit/>
          </a:bodyPr>
          <a:lstStyle/>
          <a:p>
            <a:pPr defTabSz="228554"/>
            <a:r>
              <a:rPr lang="vi-VN" sz="2999" b="1" dirty="0">
                <a:solidFill>
                  <a:srgbClr val="0D0884"/>
                </a:solidFill>
                <a:latin typeface="Open Sans Extrabold" panose="020B0906030804020204" pitchFamily="34" charset="0"/>
                <a:ea typeface="Open Sans Extrabold" panose="020B0906030804020204" pitchFamily="34" charset="0"/>
                <a:cs typeface="Open Sans Extrabold" panose="020B0906030804020204" pitchFamily="34" charset="0"/>
              </a:rPr>
              <a:t>Các thành phần hệ thống </a:t>
            </a:r>
            <a:endParaRPr lang="en-US" sz="2999" b="1" dirty="0">
              <a:solidFill>
                <a:srgbClr val="0D0884"/>
              </a:solidFill>
              <a:latin typeface="Open Sans Extrabold" panose="020B0906030804020204" pitchFamily="34" charset="0"/>
              <a:ea typeface="Open Sans Extrabold" panose="020B0906030804020204" pitchFamily="34" charset="0"/>
              <a:cs typeface="Open Sans Extrabold" panose="020B090603080402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4">
            <p14:nvContentPartPr>
              <p14:cNvPr id="10" name="Ink 9">
                <a:extLst>
                  <a:ext uri="{FF2B5EF4-FFF2-40B4-BE49-F238E27FC236}">
                    <a16:creationId xmlns:a16="http://schemas.microsoft.com/office/drawing/2014/main" id="{544EF766-1B5C-9408-48B5-9A25096C3B51}"/>
                  </a:ext>
                </a:extLst>
              </p14:cNvPr>
              <p14:cNvContentPartPr/>
              <p14:nvPr/>
            </p14:nvContentPartPr>
            <p14:xfrm>
              <a:off x="9401557" y="2695255"/>
              <a:ext cx="360" cy="360"/>
            </p14:xfrm>
          </p:contentPart>
        </mc:Choice>
        <mc:Fallback xmlns="">
          <p:pic>
            <p:nvPicPr>
              <p:cNvPr id="10" name="Ink 9">
                <a:extLst>
                  <a:ext uri="{FF2B5EF4-FFF2-40B4-BE49-F238E27FC236}">
                    <a16:creationId xmlns:a16="http://schemas.microsoft.com/office/drawing/2014/main" id="{544EF766-1B5C-9408-48B5-9A25096C3B51}"/>
                  </a:ext>
                </a:extLst>
              </p:cNvPr>
              <p:cNvPicPr/>
              <p:nvPr/>
            </p:nvPicPr>
            <p:blipFill>
              <a:blip r:embed="rId5"/>
              <a:stretch>
                <a:fillRect/>
              </a:stretch>
            </p:blipFill>
            <p:spPr>
              <a:xfrm>
                <a:off x="9383917" y="2677615"/>
                <a:ext cx="36000" cy="3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11" name="Ink 10">
                <a:extLst>
                  <a:ext uri="{FF2B5EF4-FFF2-40B4-BE49-F238E27FC236}">
                    <a16:creationId xmlns:a16="http://schemas.microsoft.com/office/drawing/2014/main" id="{76C829A1-D757-0508-079D-217DE52FC19C}"/>
                  </a:ext>
                </a:extLst>
              </p14:cNvPr>
              <p14:cNvContentPartPr/>
              <p14:nvPr/>
            </p14:nvContentPartPr>
            <p14:xfrm>
              <a:off x="8369437" y="3211855"/>
              <a:ext cx="360" cy="360"/>
            </p14:xfrm>
          </p:contentPart>
        </mc:Choice>
        <mc:Fallback xmlns="">
          <p:pic>
            <p:nvPicPr>
              <p:cNvPr id="11" name="Ink 10">
                <a:extLst>
                  <a:ext uri="{FF2B5EF4-FFF2-40B4-BE49-F238E27FC236}">
                    <a16:creationId xmlns:a16="http://schemas.microsoft.com/office/drawing/2014/main" id="{76C829A1-D757-0508-079D-217DE52FC19C}"/>
                  </a:ext>
                </a:extLst>
              </p:cNvPr>
              <p:cNvPicPr/>
              <p:nvPr/>
            </p:nvPicPr>
            <p:blipFill>
              <a:blip r:embed="rId7"/>
              <a:stretch>
                <a:fillRect/>
              </a:stretch>
            </p:blipFill>
            <p:spPr>
              <a:xfrm>
                <a:off x="8351437" y="3194215"/>
                <a:ext cx="36000" cy="3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16" name="Ink 15">
                <a:extLst>
                  <a:ext uri="{FF2B5EF4-FFF2-40B4-BE49-F238E27FC236}">
                    <a16:creationId xmlns:a16="http://schemas.microsoft.com/office/drawing/2014/main" id="{185090E8-2185-A942-E9F6-BA3162EA18E4}"/>
                  </a:ext>
                </a:extLst>
              </p14:cNvPr>
              <p14:cNvContentPartPr/>
              <p14:nvPr/>
            </p14:nvContentPartPr>
            <p14:xfrm>
              <a:off x="9945380" y="3106110"/>
              <a:ext cx="360" cy="360"/>
            </p14:xfrm>
          </p:contentPart>
        </mc:Choice>
        <mc:Fallback xmlns="">
          <p:pic>
            <p:nvPicPr>
              <p:cNvPr id="16" name="Ink 15">
                <a:extLst>
                  <a:ext uri="{FF2B5EF4-FFF2-40B4-BE49-F238E27FC236}">
                    <a16:creationId xmlns:a16="http://schemas.microsoft.com/office/drawing/2014/main" id="{185090E8-2185-A942-E9F6-BA3162EA18E4}"/>
                  </a:ext>
                </a:extLst>
              </p:cNvPr>
              <p:cNvPicPr/>
              <p:nvPr/>
            </p:nvPicPr>
            <p:blipFill>
              <a:blip r:embed="rId9"/>
              <a:stretch>
                <a:fillRect/>
              </a:stretch>
            </p:blipFill>
            <p:spPr>
              <a:xfrm>
                <a:off x="9927740" y="3088470"/>
                <a:ext cx="36000" cy="3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7" name="Ink 16">
                <a:extLst>
                  <a:ext uri="{FF2B5EF4-FFF2-40B4-BE49-F238E27FC236}">
                    <a16:creationId xmlns:a16="http://schemas.microsoft.com/office/drawing/2014/main" id="{059E8C20-6799-D96E-2F5B-BB0675C41939}"/>
                  </a:ext>
                </a:extLst>
              </p14:cNvPr>
              <p14:cNvContentPartPr/>
              <p14:nvPr/>
            </p14:nvContentPartPr>
            <p14:xfrm>
              <a:off x="9030620" y="3907470"/>
              <a:ext cx="360" cy="360"/>
            </p14:xfrm>
          </p:contentPart>
        </mc:Choice>
        <mc:Fallback xmlns="">
          <p:pic>
            <p:nvPicPr>
              <p:cNvPr id="17" name="Ink 16">
                <a:extLst>
                  <a:ext uri="{FF2B5EF4-FFF2-40B4-BE49-F238E27FC236}">
                    <a16:creationId xmlns:a16="http://schemas.microsoft.com/office/drawing/2014/main" id="{059E8C20-6799-D96E-2F5B-BB0675C41939}"/>
                  </a:ext>
                </a:extLst>
              </p:cNvPr>
              <p:cNvPicPr/>
              <p:nvPr/>
            </p:nvPicPr>
            <p:blipFill>
              <a:blip r:embed="rId11"/>
              <a:stretch>
                <a:fillRect/>
              </a:stretch>
            </p:blipFill>
            <p:spPr>
              <a:xfrm>
                <a:off x="9012980" y="3889830"/>
                <a:ext cx="36000" cy="36000"/>
              </a:xfrm>
              <a:prstGeom prst="rect">
                <a:avLst/>
              </a:prstGeom>
            </p:spPr>
          </p:pic>
        </mc:Fallback>
      </mc:AlternateContent>
      <p:sp>
        <p:nvSpPr>
          <p:cNvPr id="2" name="TextBox 1">
            <a:extLst>
              <a:ext uri="{FF2B5EF4-FFF2-40B4-BE49-F238E27FC236}">
                <a16:creationId xmlns:a16="http://schemas.microsoft.com/office/drawing/2014/main" id="{4FD8F4D6-725C-353C-9917-67879B329475}"/>
              </a:ext>
            </a:extLst>
          </p:cNvPr>
          <p:cNvSpPr txBox="1"/>
          <p:nvPr/>
        </p:nvSpPr>
        <p:spPr>
          <a:xfrm>
            <a:off x="695518" y="917900"/>
            <a:ext cx="6567098" cy="5569730"/>
          </a:xfrm>
          <a:prstGeom prst="rect">
            <a:avLst/>
          </a:prstGeom>
          <a:noFill/>
        </p:spPr>
        <p:txBody>
          <a:bodyPr wrap="square" rtlCol="0">
            <a:spAutoFit/>
          </a:bodyPr>
          <a:lstStyle/>
          <a:p>
            <a:pPr marL="342900" indent="-342900" defTabSz="228554">
              <a:lnSpc>
                <a:spcPct val="150000"/>
              </a:lnSpc>
              <a:buFont typeface="Arial" panose="020B0604020202020204" pitchFamily="34" charset="0"/>
              <a:buChar char="•"/>
              <a:defRPr/>
            </a:pPr>
            <a:r>
              <a:rPr lang="vi-VN" sz="2000" dirty="0">
                <a:solidFill>
                  <a:srgbClr val="172144"/>
                </a:solidFill>
                <a:latin typeface="Bahnschrift" panose="020B0502040204020203" pitchFamily="34" charset="0"/>
              </a:rPr>
              <a:t>Hệ thống sử dụng bộ điều khiển ESP32, kết nối qua cổng COM serial và bluetooth.</a:t>
            </a:r>
          </a:p>
          <a:p>
            <a:pPr marL="342900" indent="-342900" defTabSz="228554">
              <a:lnSpc>
                <a:spcPct val="150000"/>
              </a:lnSpc>
              <a:buFont typeface="Arial" panose="020B0604020202020204" pitchFamily="34" charset="0"/>
              <a:buChar char="•"/>
              <a:defRPr/>
            </a:pPr>
            <a:endParaRPr lang="vi-VN" sz="2000" dirty="0">
              <a:solidFill>
                <a:srgbClr val="172144"/>
              </a:solidFill>
              <a:latin typeface="Bahnschrift" panose="020B0502040204020203" pitchFamily="34" charset="0"/>
            </a:endParaRPr>
          </a:p>
          <a:p>
            <a:pPr marL="342900" indent="-342900" defTabSz="228554">
              <a:lnSpc>
                <a:spcPct val="150000"/>
              </a:lnSpc>
              <a:buFont typeface="Arial" panose="020B0604020202020204" pitchFamily="34" charset="0"/>
              <a:buChar char="•"/>
              <a:defRPr/>
            </a:pPr>
            <a:r>
              <a:rPr lang="vi-VN" sz="2000" dirty="0">
                <a:solidFill>
                  <a:srgbClr val="172144"/>
                </a:solidFill>
                <a:latin typeface="Bahnschrift" panose="020B0502040204020203" pitchFamily="34" charset="0"/>
              </a:rPr>
              <a:t>Bộ điều khiển thông qua kết nối I2C tới MPU, đọc và tính được các giá trị góc, vận tốc, gia tốc cần thiết.</a:t>
            </a:r>
          </a:p>
          <a:p>
            <a:pPr marL="342900" indent="-342900" defTabSz="228554">
              <a:lnSpc>
                <a:spcPct val="150000"/>
              </a:lnSpc>
              <a:buFont typeface="Arial" panose="020B0604020202020204" pitchFamily="34" charset="0"/>
              <a:buChar char="•"/>
              <a:defRPr/>
            </a:pPr>
            <a:endParaRPr lang="vi-VN" sz="2000" dirty="0">
              <a:solidFill>
                <a:srgbClr val="172144"/>
              </a:solidFill>
              <a:latin typeface="Bahnschrift" panose="020B0502040204020203" pitchFamily="34" charset="0"/>
            </a:endParaRPr>
          </a:p>
          <a:p>
            <a:pPr marL="342900" indent="-342900" defTabSz="228554">
              <a:lnSpc>
                <a:spcPct val="150000"/>
              </a:lnSpc>
              <a:buFont typeface="Arial" panose="020B0604020202020204" pitchFamily="34" charset="0"/>
              <a:buChar char="•"/>
              <a:defRPr/>
            </a:pPr>
            <a:r>
              <a:rPr lang="vi-VN" sz="2000" dirty="0">
                <a:solidFill>
                  <a:srgbClr val="172144"/>
                </a:solidFill>
                <a:latin typeface="Bahnschrift" panose="020B0502040204020203" pitchFamily="34" charset="0"/>
              </a:rPr>
              <a:t>Các giá trị trên được dùng để tính sai số so với vị trí cân bằng, từ đó tính được giá trị xung truyền cho động cơ. </a:t>
            </a:r>
          </a:p>
          <a:p>
            <a:pPr marL="342900" indent="-342900" defTabSz="228554">
              <a:lnSpc>
                <a:spcPct val="150000"/>
              </a:lnSpc>
              <a:buFont typeface="Arial" panose="020B0604020202020204" pitchFamily="34" charset="0"/>
              <a:buChar char="•"/>
              <a:defRPr/>
            </a:pPr>
            <a:endParaRPr lang="vi-VN" sz="2000" dirty="0">
              <a:solidFill>
                <a:srgbClr val="172144"/>
              </a:solidFill>
              <a:latin typeface="Bahnschrift" panose="020B0502040204020203" pitchFamily="34" charset="0"/>
            </a:endParaRPr>
          </a:p>
          <a:p>
            <a:pPr marL="342900" indent="-342900" defTabSz="228554">
              <a:lnSpc>
                <a:spcPct val="150000"/>
              </a:lnSpc>
              <a:buFont typeface="Arial" panose="020B0604020202020204" pitchFamily="34" charset="0"/>
              <a:buChar char="•"/>
              <a:defRPr/>
            </a:pPr>
            <a:r>
              <a:rPr lang="vi-VN" sz="2000" dirty="0">
                <a:solidFill>
                  <a:srgbClr val="172144"/>
                </a:solidFill>
                <a:latin typeface="Bahnschrift" panose="020B0502040204020203" pitchFamily="34" charset="0"/>
              </a:rPr>
              <a:t>Sau đó căn chỉnh hệ số LQR của bộ điều khiển theo quá trình tự cân bằng của robot.</a:t>
            </a:r>
          </a:p>
        </p:txBody>
      </p:sp>
    </p:spTree>
    <p:extLst>
      <p:ext uri="{BB962C8B-B14F-4D97-AF65-F5344CB8AC3E}">
        <p14:creationId xmlns:p14="http://schemas.microsoft.com/office/powerpoint/2010/main" val="23544104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60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500" fill="hold"/>
                                        <p:tgtEl>
                                          <p:spTgt spid="8"/>
                                        </p:tgtEl>
                                        <p:attrNameLst>
                                          <p:attrName>ppt_x</p:attrName>
                                        </p:attrNameLst>
                                      </p:cBhvr>
                                      <p:tavLst>
                                        <p:tav tm="0">
                                          <p:val>
                                            <p:strVal val="0-#ppt_w/2"/>
                                          </p:val>
                                        </p:tav>
                                        <p:tav tm="100000">
                                          <p:val>
                                            <p:strVal val="#ppt_x"/>
                                          </p:val>
                                        </p:tav>
                                      </p:tavLst>
                                    </p:anim>
                                    <p:anim calcmode="lin" valueType="num">
                                      <p:cBhvr additive="base">
                                        <p:cTn id="8" dur="1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2200" fill="hold"/>
                                        <p:tgtEl>
                                          <p:spTgt spid="2"/>
                                        </p:tgtEl>
                                        <p:attrNameLst>
                                          <p:attrName>ppt_x</p:attrName>
                                        </p:attrNameLst>
                                      </p:cBhvr>
                                      <p:tavLst>
                                        <p:tav tm="0">
                                          <p:val>
                                            <p:strVal val="0-#ppt_w/2"/>
                                          </p:val>
                                        </p:tav>
                                        <p:tav tm="100000">
                                          <p:val>
                                            <p:strVal val="#ppt_x"/>
                                          </p:val>
                                        </p:tav>
                                      </p:tavLst>
                                    </p:anim>
                                    <p:anim calcmode="lin" valueType="num">
                                      <p:cBhvr additive="base">
                                        <p:cTn id="12" dur="22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B7FDCE76-FA93-25C4-AD21-8D608DE449A4}"/>
              </a:ext>
            </a:extLst>
          </p:cNvPr>
          <p:cNvCxnSpPr/>
          <p:nvPr/>
        </p:nvCxnSpPr>
        <p:spPr>
          <a:xfrm>
            <a:off x="597605" y="705260"/>
            <a:ext cx="909458" cy="0"/>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A1B1D0C-D816-1D07-862A-3CDD27E5EC6A}"/>
              </a:ext>
            </a:extLst>
          </p:cNvPr>
          <p:cNvSpPr txBox="1"/>
          <p:nvPr/>
        </p:nvSpPr>
        <p:spPr>
          <a:xfrm>
            <a:off x="574013" y="876456"/>
            <a:ext cx="4964279" cy="646331"/>
          </a:xfrm>
          <a:prstGeom prst="rect">
            <a:avLst/>
          </a:prstGeom>
          <a:noFill/>
        </p:spPr>
        <p:txBody>
          <a:bodyPr wrap="square" rtlCol="0">
            <a:spAutoFit/>
          </a:bodyPr>
          <a:lstStyle/>
          <a:p>
            <a:pPr defTabSz="228554"/>
            <a:r>
              <a:rPr lang="vi-VN" sz="3600" b="1" dirty="0">
                <a:solidFill>
                  <a:srgbClr val="172144"/>
                </a:solidFill>
                <a:latin typeface="Bahnschrift" panose="020B0502040204020203" pitchFamily="34" charset="0"/>
              </a:rPr>
              <a:t>Mạch điều khiển gồm:</a:t>
            </a:r>
            <a:endParaRPr lang="en-US" sz="3600" b="1" dirty="0">
              <a:solidFill>
                <a:srgbClr val="172144"/>
              </a:solidFill>
              <a:latin typeface="Bahnschrift" panose="020B0502040204020203" pitchFamily="34" charset="0"/>
            </a:endParaRPr>
          </a:p>
        </p:txBody>
      </p:sp>
      <p:pic>
        <p:nvPicPr>
          <p:cNvPr id="15" name="Picture Placeholder 14" descr="A picture containing text, electronics, circuit&#10;&#10;Description automatically generated">
            <a:extLst>
              <a:ext uri="{FF2B5EF4-FFF2-40B4-BE49-F238E27FC236}">
                <a16:creationId xmlns:a16="http://schemas.microsoft.com/office/drawing/2014/main" id="{8CC85171-594F-31E3-4A28-A8FE25334959}"/>
              </a:ext>
            </a:extLst>
          </p:cNvPr>
          <p:cNvPicPr>
            <a:picLocks noGrp="1" noChangeAspect="1"/>
          </p:cNvPicPr>
          <p:nvPr>
            <p:ph type="pic" sz="quarter" idx="16"/>
          </p:nvPr>
        </p:nvPicPr>
        <p:blipFill rotWithShape="1">
          <a:blip r:embed="rId2"/>
          <a:srcRect l="3861" r="823"/>
          <a:stretch/>
        </p:blipFill>
        <p:spPr>
          <a:xfrm>
            <a:off x="597605" y="1719575"/>
            <a:ext cx="5251422" cy="4458755"/>
          </a:xfrm>
          <a:prstGeom prst="rect">
            <a:avLst/>
          </a:prstGeom>
        </p:spPr>
      </p:pic>
      <p:sp>
        <p:nvSpPr>
          <p:cNvPr id="16" name="Rectangle 15">
            <a:extLst>
              <a:ext uri="{FF2B5EF4-FFF2-40B4-BE49-F238E27FC236}">
                <a16:creationId xmlns:a16="http://schemas.microsoft.com/office/drawing/2014/main" id="{25895496-8BD3-E45D-7B46-4F0EE6BD95FB}"/>
              </a:ext>
            </a:extLst>
          </p:cNvPr>
          <p:cNvSpPr/>
          <p:nvPr/>
        </p:nvSpPr>
        <p:spPr>
          <a:xfrm>
            <a:off x="11570531" y="705260"/>
            <a:ext cx="621469" cy="5336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TextBox 10">
            <a:extLst>
              <a:ext uri="{FF2B5EF4-FFF2-40B4-BE49-F238E27FC236}">
                <a16:creationId xmlns:a16="http://schemas.microsoft.com/office/drawing/2014/main" id="{195DEED4-0741-8DE1-0F94-7F1C3DB2C627}"/>
              </a:ext>
            </a:extLst>
          </p:cNvPr>
          <p:cNvSpPr txBox="1"/>
          <p:nvPr/>
        </p:nvSpPr>
        <p:spPr>
          <a:xfrm>
            <a:off x="5849027" y="355594"/>
            <a:ext cx="6032238" cy="6146811"/>
          </a:xfrm>
          <a:prstGeom prst="rect">
            <a:avLst/>
          </a:prstGeom>
          <a:noFill/>
        </p:spPr>
        <p:txBody>
          <a:bodyPr wrap="square" rtlCol="0">
            <a:spAutoFit/>
          </a:bodyPr>
          <a:lstStyle/>
          <a:p>
            <a:pPr marL="342900" indent="-342900" defTabSz="228554">
              <a:lnSpc>
                <a:spcPct val="200000"/>
              </a:lnSpc>
              <a:buFont typeface="Arial" panose="020B0604020202020204" pitchFamily="34" charset="0"/>
              <a:buChar char="•"/>
              <a:defRPr/>
            </a:pPr>
            <a:r>
              <a:rPr lang="vi-VN" sz="2000" dirty="0">
                <a:solidFill>
                  <a:srgbClr val="172144"/>
                </a:solidFill>
                <a:latin typeface="Bahnschrift" panose="020B0502040204020203" pitchFamily="34" charset="0"/>
              </a:rPr>
              <a:t>1 khối đỏ cấp nguồn chính 12V cho 3 động cơ.</a:t>
            </a:r>
          </a:p>
          <a:p>
            <a:pPr marL="342900" indent="-342900" defTabSz="228554">
              <a:lnSpc>
                <a:spcPct val="200000"/>
              </a:lnSpc>
              <a:buFont typeface="Arial" panose="020B0604020202020204" pitchFamily="34" charset="0"/>
              <a:buChar char="•"/>
              <a:defRPr/>
            </a:pPr>
            <a:r>
              <a:rPr lang="vi-VN" sz="2000" dirty="0">
                <a:solidFill>
                  <a:srgbClr val="172144"/>
                </a:solidFill>
                <a:latin typeface="Bahnschrift" panose="020B0502040204020203" pitchFamily="34" charset="0"/>
              </a:rPr>
              <a:t>1 khối cam lấy nguồn 12V hạ áp xuống 5V để cấp cho ESP32 và MPU6050</a:t>
            </a:r>
          </a:p>
          <a:p>
            <a:pPr marL="342900" indent="-342900" defTabSz="228554">
              <a:lnSpc>
                <a:spcPct val="200000"/>
              </a:lnSpc>
              <a:buFont typeface="Arial" panose="020B0604020202020204" pitchFamily="34" charset="0"/>
              <a:buChar char="•"/>
              <a:defRPr/>
            </a:pPr>
            <a:r>
              <a:rPr lang="vi-VN" sz="2000" dirty="0">
                <a:solidFill>
                  <a:srgbClr val="172144"/>
                </a:solidFill>
                <a:latin typeface="Bahnschrift" panose="020B0502040204020203" pitchFamily="34" charset="0"/>
              </a:rPr>
              <a:t>3 khối vàng gồm 5 chân pin cắm 3 động cơ BLDC</a:t>
            </a:r>
          </a:p>
          <a:p>
            <a:pPr marL="342900" indent="-342900" defTabSz="228554">
              <a:lnSpc>
                <a:spcPct val="200000"/>
              </a:lnSpc>
              <a:buFont typeface="Arial" panose="020B0604020202020204" pitchFamily="34" charset="0"/>
              <a:buChar char="•"/>
              <a:defRPr/>
            </a:pPr>
            <a:r>
              <a:rPr lang="vi-VN" sz="2000" dirty="0">
                <a:solidFill>
                  <a:srgbClr val="172144"/>
                </a:solidFill>
                <a:latin typeface="Bahnschrift" panose="020B0502040204020203" pitchFamily="34" charset="0"/>
              </a:rPr>
              <a:t> 1 khối hồng gồm 4 chân pin cắm 1 cảm biến MPU6050</a:t>
            </a:r>
          </a:p>
          <a:p>
            <a:pPr marL="342900" indent="-342900" defTabSz="228554">
              <a:lnSpc>
                <a:spcPct val="200000"/>
              </a:lnSpc>
              <a:buFont typeface="Arial" panose="020B0604020202020204" pitchFamily="34" charset="0"/>
              <a:buChar char="•"/>
              <a:defRPr/>
            </a:pPr>
            <a:r>
              <a:rPr lang="vi-VN" sz="2000" dirty="0">
                <a:solidFill>
                  <a:srgbClr val="172144"/>
                </a:solidFill>
                <a:latin typeface="Bahnschrift" panose="020B0502040204020203" pitchFamily="34" charset="0"/>
              </a:rPr>
              <a:t> 1 khối xanh gồm mạch còi chíp và đèn led bảo hiệu chương trình.</a:t>
            </a:r>
          </a:p>
          <a:p>
            <a:pPr marL="342900" indent="-342900" defTabSz="228554">
              <a:lnSpc>
                <a:spcPct val="200000"/>
              </a:lnSpc>
              <a:buFont typeface="Arial" panose="020B0604020202020204" pitchFamily="34" charset="0"/>
              <a:buChar char="•"/>
              <a:defRPr/>
            </a:pPr>
            <a:r>
              <a:rPr lang="vi-VN" sz="2000" dirty="0">
                <a:solidFill>
                  <a:srgbClr val="172144"/>
                </a:solidFill>
                <a:latin typeface="Bahnschrift" panose="020B0502040204020203" pitchFamily="34" charset="0"/>
              </a:rPr>
              <a:t>2 hàng jump 15 chân cắm mạch điều khiển ESP32</a:t>
            </a:r>
          </a:p>
        </p:txBody>
      </p:sp>
    </p:spTree>
    <p:extLst>
      <p:ext uri="{BB962C8B-B14F-4D97-AF65-F5344CB8AC3E}">
        <p14:creationId xmlns:p14="http://schemas.microsoft.com/office/powerpoint/2010/main" val="184782096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2200" fill="hold"/>
                                        <p:tgtEl>
                                          <p:spTgt spid="11"/>
                                        </p:tgtEl>
                                        <p:attrNameLst>
                                          <p:attrName>ppt_x</p:attrName>
                                        </p:attrNameLst>
                                      </p:cBhvr>
                                      <p:tavLst>
                                        <p:tav tm="0">
                                          <p:val>
                                            <p:strVal val="0-#ppt_w/2"/>
                                          </p:val>
                                        </p:tav>
                                        <p:tav tm="100000">
                                          <p:val>
                                            <p:strVal val="#ppt_x"/>
                                          </p:val>
                                        </p:tav>
                                      </p:tavLst>
                                    </p:anim>
                                    <p:anim calcmode="lin" valueType="num">
                                      <p:cBhvr additive="base">
                                        <p:cTn id="8" dur="22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 schematic&#10;&#10;Description automatically generated">
            <a:extLst>
              <a:ext uri="{FF2B5EF4-FFF2-40B4-BE49-F238E27FC236}">
                <a16:creationId xmlns:a16="http://schemas.microsoft.com/office/drawing/2014/main" id="{84080558-E38E-CBDA-0C6B-5E14B5DA20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204" y="463826"/>
            <a:ext cx="11049592" cy="5930347"/>
          </a:xfrm>
          <a:prstGeom prst="rect">
            <a:avLst/>
          </a:prstGeom>
        </p:spPr>
      </p:pic>
    </p:spTree>
    <p:extLst>
      <p:ext uri="{BB962C8B-B14F-4D97-AF65-F5344CB8AC3E}">
        <p14:creationId xmlns:p14="http://schemas.microsoft.com/office/powerpoint/2010/main" val="1548755630"/>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5F1488-38D5-4600-8437-0CD384AF8CF2}"/>
              </a:ext>
            </a:extLst>
          </p:cNvPr>
          <p:cNvSpPr/>
          <p:nvPr/>
        </p:nvSpPr>
        <p:spPr>
          <a:xfrm>
            <a:off x="781742" y="705234"/>
            <a:ext cx="10628516" cy="552378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76" name="Freeform 36">
            <a:extLst>
              <a:ext uri="{FF2B5EF4-FFF2-40B4-BE49-F238E27FC236}">
                <a16:creationId xmlns:a16="http://schemas.microsoft.com/office/drawing/2014/main" id="{2BE2BFAB-C278-4BD6-9F17-BA3816C7B76E}"/>
              </a:ext>
            </a:extLst>
          </p:cNvPr>
          <p:cNvSpPr>
            <a:spLocks noEditPoints="1"/>
          </p:cNvSpPr>
          <p:nvPr/>
        </p:nvSpPr>
        <p:spPr bwMode="auto">
          <a:xfrm>
            <a:off x="1304739" y="1712660"/>
            <a:ext cx="3436173" cy="3437919"/>
          </a:xfrm>
          <a:custGeom>
            <a:avLst/>
            <a:gdLst>
              <a:gd name="T0" fmla="*/ 1028 w 1966"/>
              <a:gd name="T1" fmla="*/ 1939 h 1966"/>
              <a:gd name="T2" fmla="*/ 1029 w 1966"/>
              <a:gd name="T3" fmla="*/ 1964 h 1966"/>
              <a:gd name="T4" fmla="*/ 830 w 1966"/>
              <a:gd name="T5" fmla="*/ 1939 h 1966"/>
              <a:gd name="T6" fmla="*/ 485 w 1966"/>
              <a:gd name="T7" fmla="*/ 1808 h 1966"/>
              <a:gd name="T8" fmla="*/ 787 w 1966"/>
              <a:gd name="T9" fmla="*/ 1921 h 1966"/>
              <a:gd name="T10" fmla="*/ 1216 w 1966"/>
              <a:gd name="T11" fmla="*/ 1934 h 1966"/>
              <a:gd name="T12" fmla="*/ 1291 w 1966"/>
              <a:gd name="T13" fmla="*/ 1882 h 1966"/>
              <a:gd name="T14" fmla="*/ 1408 w 1966"/>
              <a:gd name="T15" fmla="*/ 1825 h 1966"/>
              <a:gd name="T16" fmla="*/ 1431 w 1966"/>
              <a:gd name="T17" fmla="*/ 1840 h 1966"/>
              <a:gd name="T18" fmla="*/ 1345 w 1966"/>
              <a:gd name="T19" fmla="*/ 1886 h 1966"/>
              <a:gd name="T20" fmla="*/ 1253 w 1966"/>
              <a:gd name="T21" fmla="*/ 1922 h 1966"/>
              <a:gd name="T22" fmla="*/ 469 w 1966"/>
              <a:gd name="T23" fmla="*/ 1780 h 1966"/>
              <a:gd name="T24" fmla="*/ 373 w 1966"/>
              <a:gd name="T25" fmla="*/ 1714 h 1966"/>
              <a:gd name="T26" fmla="*/ 215 w 1966"/>
              <a:gd name="T27" fmla="*/ 1513 h 1966"/>
              <a:gd name="T28" fmla="*/ 414 w 1966"/>
              <a:gd name="T29" fmla="*/ 1717 h 1966"/>
              <a:gd name="T30" fmla="*/ 1548 w 1966"/>
              <a:gd name="T31" fmla="*/ 1738 h 1966"/>
              <a:gd name="T32" fmla="*/ 1579 w 1966"/>
              <a:gd name="T33" fmla="*/ 1691 h 1966"/>
              <a:gd name="T34" fmla="*/ 1726 w 1966"/>
              <a:gd name="T35" fmla="*/ 1543 h 1966"/>
              <a:gd name="T36" fmla="*/ 169 w 1966"/>
              <a:gd name="T37" fmla="*/ 1496 h 1966"/>
              <a:gd name="T38" fmla="*/ 144 w 1966"/>
              <a:gd name="T39" fmla="*/ 1461 h 1966"/>
              <a:gd name="T40" fmla="*/ 21 w 1966"/>
              <a:gd name="T41" fmla="*/ 1169 h 1966"/>
              <a:gd name="T42" fmla="*/ 159 w 1966"/>
              <a:gd name="T43" fmla="*/ 1437 h 1966"/>
              <a:gd name="T44" fmla="*/ 1833 w 1966"/>
              <a:gd name="T45" fmla="*/ 1393 h 1966"/>
              <a:gd name="T46" fmla="*/ 1858 w 1966"/>
              <a:gd name="T47" fmla="*/ 1374 h 1966"/>
              <a:gd name="T48" fmla="*/ 1962 w 1966"/>
              <a:gd name="T49" fmla="*/ 1064 h 1966"/>
              <a:gd name="T50" fmla="*/ 12 w 1966"/>
              <a:gd name="T51" fmla="*/ 1126 h 1966"/>
              <a:gd name="T52" fmla="*/ 2 w 1966"/>
              <a:gd name="T53" fmla="*/ 938 h 1966"/>
              <a:gd name="T54" fmla="*/ 29 w 1966"/>
              <a:gd name="T55" fmla="*/ 1090 h 1966"/>
              <a:gd name="T56" fmla="*/ 1965 w 1966"/>
              <a:gd name="T57" fmla="*/ 1021 h 1966"/>
              <a:gd name="T58" fmla="*/ 1882 w 1966"/>
              <a:gd name="T59" fmla="*/ 666 h 1966"/>
              <a:gd name="T60" fmla="*/ 1953 w 1966"/>
              <a:gd name="T61" fmla="*/ 990 h 1966"/>
              <a:gd name="T62" fmla="*/ 65 w 1966"/>
              <a:gd name="T63" fmla="*/ 703 h 1966"/>
              <a:gd name="T64" fmla="*/ 215 w 1966"/>
              <a:gd name="T65" fmla="*/ 413 h 1966"/>
              <a:gd name="T66" fmla="*/ 1866 w 1966"/>
              <a:gd name="T67" fmla="*/ 637 h 1966"/>
              <a:gd name="T68" fmla="*/ 1782 w 1966"/>
              <a:gd name="T69" fmla="*/ 492 h 1966"/>
              <a:gd name="T70" fmla="*/ 1691 w 1966"/>
              <a:gd name="T71" fmla="*/ 386 h 1966"/>
              <a:gd name="T72" fmla="*/ 1741 w 1966"/>
              <a:gd name="T73" fmla="*/ 401 h 1966"/>
              <a:gd name="T74" fmla="*/ 1870 w 1966"/>
              <a:gd name="T75" fmla="*/ 588 h 1966"/>
              <a:gd name="T76" fmla="*/ 262 w 1966"/>
              <a:gd name="T77" fmla="*/ 381 h 1966"/>
              <a:gd name="T78" fmla="*/ 413 w 1966"/>
              <a:gd name="T79" fmla="*/ 215 h 1966"/>
              <a:gd name="T80" fmla="*/ 510 w 1966"/>
              <a:gd name="T81" fmla="*/ 141 h 1966"/>
              <a:gd name="T82" fmla="*/ 472 w 1966"/>
              <a:gd name="T83" fmla="*/ 199 h 1966"/>
              <a:gd name="T84" fmla="*/ 283 w 1966"/>
              <a:gd name="T85" fmla="*/ 373 h 1966"/>
              <a:gd name="T86" fmla="*/ 1609 w 1966"/>
              <a:gd name="T87" fmla="*/ 299 h 1966"/>
              <a:gd name="T88" fmla="*/ 1346 w 1966"/>
              <a:gd name="T89" fmla="*/ 104 h 1966"/>
              <a:gd name="T90" fmla="*/ 1618 w 1966"/>
              <a:gd name="T91" fmla="*/ 277 h 1966"/>
              <a:gd name="T92" fmla="*/ 546 w 1966"/>
              <a:gd name="T93" fmla="*/ 118 h 1966"/>
              <a:gd name="T94" fmla="*/ 584 w 1966"/>
              <a:gd name="T95" fmla="*/ 97 h 1966"/>
              <a:gd name="T96" fmla="*/ 890 w 1966"/>
              <a:gd name="T97" fmla="*/ 30 h 1966"/>
              <a:gd name="T98" fmla="*/ 1308 w 1966"/>
              <a:gd name="T99" fmla="*/ 77 h 1966"/>
              <a:gd name="T100" fmla="*/ 1276 w 1966"/>
              <a:gd name="T101" fmla="*/ 78 h 1966"/>
              <a:gd name="T102" fmla="*/ 1167 w 1966"/>
              <a:gd name="T103" fmla="*/ 46 h 1966"/>
              <a:gd name="T104" fmla="*/ 1062 w 1966"/>
              <a:gd name="T105" fmla="*/ 29 h 1966"/>
              <a:gd name="T106" fmla="*/ 1052 w 1966"/>
              <a:gd name="T107" fmla="*/ 2 h 1966"/>
              <a:gd name="T108" fmla="*/ 1124 w 1966"/>
              <a:gd name="T109" fmla="*/ 11 h 1966"/>
              <a:gd name="T110" fmla="*/ 1285 w 1966"/>
              <a:gd name="T111" fmla="*/ 54 h 1966"/>
              <a:gd name="T112" fmla="*/ 943 w 1966"/>
              <a:gd name="T113" fmla="*/ 13 h 19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966" h="1966">
                <a:moveTo>
                  <a:pt x="984" y="1966"/>
                </a:moveTo>
                <a:cubicBezTo>
                  <a:pt x="941" y="1966"/>
                  <a:pt x="899" y="1962"/>
                  <a:pt x="858" y="1956"/>
                </a:cubicBezTo>
                <a:cubicBezTo>
                  <a:pt x="858" y="1956"/>
                  <a:pt x="858" y="1956"/>
                  <a:pt x="858" y="1956"/>
                </a:cubicBezTo>
                <a:cubicBezTo>
                  <a:pt x="854" y="1956"/>
                  <a:pt x="851" y="1954"/>
                  <a:pt x="849" y="1951"/>
                </a:cubicBezTo>
                <a:cubicBezTo>
                  <a:pt x="847" y="1949"/>
                  <a:pt x="846" y="1945"/>
                  <a:pt x="847" y="1942"/>
                </a:cubicBezTo>
                <a:cubicBezTo>
                  <a:pt x="848" y="1935"/>
                  <a:pt x="854" y="1930"/>
                  <a:pt x="861" y="1931"/>
                </a:cubicBezTo>
                <a:cubicBezTo>
                  <a:pt x="902" y="1937"/>
                  <a:pt x="943" y="1940"/>
                  <a:pt x="984" y="1940"/>
                </a:cubicBezTo>
                <a:cubicBezTo>
                  <a:pt x="998" y="1940"/>
                  <a:pt x="1013" y="1940"/>
                  <a:pt x="1028" y="1939"/>
                </a:cubicBezTo>
                <a:cubicBezTo>
                  <a:pt x="1028" y="1939"/>
                  <a:pt x="1028" y="1939"/>
                  <a:pt x="1028" y="1939"/>
                </a:cubicBezTo>
                <a:cubicBezTo>
                  <a:pt x="1039" y="1938"/>
                  <a:pt x="1050" y="1938"/>
                  <a:pt x="1061" y="1937"/>
                </a:cubicBezTo>
                <a:cubicBezTo>
                  <a:pt x="1097" y="1933"/>
                  <a:pt x="1133" y="1927"/>
                  <a:pt x="1169" y="1919"/>
                </a:cubicBezTo>
                <a:cubicBezTo>
                  <a:pt x="1175" y="1918"/>
                  <a:pt x="1182" y="1922"/>
                  <a:pt x="1184" y="1929"/>
                </a:cubicBezTo>
                <a:cubicBezTo>
                  <a:pt x="1185" y="1936"/>
                  <a:pt x="1181" y="1943"/>
                  <a:pt x="1174" y="1944"/>
                </a:cubicBezTo>
                <a:cubicBezTo>
                  <a:pt x="1137" y="1953"/>
                  <a:pt x="1100" y="1959"/>
                  <a:pt x="1063" y="1962"/>
                </a:cubicBezTo>
                <a:cubicBezTo>
                  <a:pt x="1052" y="1963"/>
                  <a:pt x="1041" y="1964"/>
                  <a:pt x="1030" y="1964"/>
                </a:cubicBezTo>
                <a:cubicBezTo>
                  <a:pt x="1029" y="1964"/>
                  <a:pt x="1029" y="1964"/>
                  <a:pt x="1029" y="1964"/>
                </a:cubicBezTo>
                <a:cubicBezTo>
                  <a:pt x="1029" y="1964"/>
                  <a:pt x="1029" y="1964"/>
                  <a:pt x="1029" y="1964"/>
                </a:cubicBezTo>
                <a:cubicBezTo>
                  <a:pt x="1014" y="1965"/>
                  <a:pt x="999" y="1966"/>
                  <a:pt x="984" y="1966"/>
                </a:cubicBezTo>
                <a:close/>
                <a:moveTo>
                  <a:pt x="818" y="1949"/>
                </a:moveTo>
                <a:cubicBezTo>
                  <a:pt x="817" y="1949"/>
                  <a:pt x="816" y="1949"/>
                  <a:pt x="815" y="1949"/>
                </a:cubicBezTo>
                <a:cubicBezTo>
                  <a:pt x="812" y="1949"/>
                  <a:pt x="809" y="1947"/>
                  <a:pt x="807" y="1944"/>
                </a:cubicBezTo>
                <a:cubicBezTo>
                  <a:pt x="805" y="1941"/>
                  <a:pt x="804" y="1938"/>
                  <a:pt x="805" y="1934"/>
                </a:cubicBezTo>
                <a:cubicBezTo>
                  <a:pt x="806" y="1927"/>
                  <a:pt x="813" y="1923"/>
                  <a:pt x="820" y="1924"/>
                </a:cubicBezTo>
                <a:cubicBezTo>
                  <a:pt x="827" y="1926"/>
                  <a:pt x="831" y="1932"/>
                  <a:pt x="830" y="1939"/>
                </a:cubicBezTo>
                <a:cubicBezTo>
                  <a:pt x="829" y="1945"/>
                  <a:pt x="824" y="1949"/>
                  <a:pt x="818" y="1949"/>
                </a:cubicBezTo>
                <a:close/>
                <a:moveTo>
                  <a:pt x="776" y="1940"/>
                </a:moveTo>
                <a:cubicBezTo>
                  <a:pt x="775" y="1940"/>
                  <a:pt x="774" y="1940"/>
                  <a:pt x="773" y="1940"/>
                </a:cubicBezTo>
                <a:cubicBezTo>
                  <a:pt x="741" y="1932"/>
                  <a:pt x="710" y="1922"/>
                  <a:pt x="679" y="1910"/>
                </a:cubicBezTo>
                <a:cubicBezTo>
                  <a:pt x="664" y="1905"/>
                  <a:pt x="649" y="1899"/>
                  <a:pt x="635" y="1892"/>
                </a:cubicBezTo>
                <a:cubicBezTo>
                  <a:pt x="589" y="1872"/>
                  <a:pt x="546" y="1849"/>
                  <a:pt x="505" y="1822"/>
                </a:cubicBezTo>
                <a:cubicBezTo>
                  <a:pt x="505" y="1821"/>
                  <a:pt x="505" y="1821"/>
                  <a:pt x="505" y="1821"/>
                </a:cubicBezTo>
                <a:cubicBezTo>
                  <a:pt x="485" y="1808"/>
                  <a:pt x="485" y="1808"/>
                  <a:pt x="485" y="1808"/>
                </a:cubicBezTo>
                <a:cubicBezTo>
                  <a:pt x="479" y="1804"/>
                  <a:pt x="478" y="1796"/>
                  <a:pt x="482" y="1790"/>
                </a:cubicBezTo>
                <a:cubicBezTo>
                  <a:pt x="484" y="1787"/>
                  <a:pt x="488" y="1785"/>
                  <a:pt x="493" y="1785"/>
                </a:cubicBezTo>
                <a:cubicBezTo>
                  <a:pt x="495" y="1785"/>
                  <a:pt x="498" y="1785"/>
                  <a:pt x="500" y="1787"/>
                </a:cubicBezTo>
                <a:cubicBezTo>
                  <a:pt x="520" y="1800"/>
                  <a:pt x="520" y="1800"/>
                  <a:pt x="520" y="1800"/>
                </a:cubicBezTo>
                <a:cubicBezTo>
                  <a:pt x="559" y="1827"/>
                  <a:pt x="601" y="1850"/>
                  <a:pt x="645" y="1869"/>
                </a:cubicBezTo>
                <a:cubicBezTo>
                  <a:pt x="659" y="1875"/>
                  <a:pt x="674" y="1881"/>
                  <a:pt x="688" y="1887"/>
                </a:cubicBezTo>
                <a:cubicBezTo>
                  <a:pt x="718" y="1898"/>
                  <a:pt x="748" y="1907"/>
                  <a:pt x="779" y="1915"/>
                </a:cubicBezTo>
                <a:cubicBezTo>
                  <a:pt x="783" y="1916"/>
                  <a:pt x="785" y="1918"/>
                  <a:pt x="787" y="1921"/>
                </a:cubicBezTo>
                <a:cubicBezTo>
                  <a:pt x="789" y="1924"/>
                  <a:pt x="789" y="1927"/>
                  <a:pt x="789" y="1931"/>
                </a:cubicBezTo>
                <a:cubicBezTo>
                  <a:pt x="787" y="1936"/>
                  <a:pt x="782" y="1940"/>
                  <a:pt x="776" y="1940"/>
                </a:cubicBezTo>
                <a:close/>
                <a:moveTo>
                  <a:pt x="1212" y="1934"/>
                </a:moveTo>
                <a:cubicBezTo>
                  <a:pt x="1207" y="1934"/>
                  <a:pt x="1202" y="1930"/>
                  <a:pt x="1200" y="1925"/>
                </a:cubicBezTo>
                <a:cubicBezTo>
                  <a:pt x="1198" y="1918"/>
                  <a:pt x="1202" y="1911"/>
                  <a:pt x="1209" y="1909"/>
                </a:cubicBezTo>
                <a:cubicBezTo>
                  <a:pt x="1216" y="1907"/>
                  <a:pt x="1223" y="1911"/>
                  <a:pt x="1225" y="1918"/>
                </a:cubicBezTo>
                <a:cubicBezTo>
                  <a:pt x="1227" y="1925"/>
                  <a:pt x="1223" y="1932"/>
                  <a:pt x="1216" y="1934"/>
                </a:cubicBezTo>
                <a:cubicBezTo>
                  <a:pt x="1216" y="1934"/>
                  <a:pt x="1216" y="1934"/>
                  <a:pt x="1216" y="1934"/>
                </a:cubicBezTo>
                <a:cubicBezTo>
                  <a:pt x="1215" y="1934"/>
                  <a:pt x="1214" y="1934"/>
                  <a:pt x="1212" y="1934"/>
                </a:cubicBezTo>
                <a:close/>
                <a:moveTo>
                  <a:pt x="1253" y="1922"/>
                </a:moveTo>
                <a:cubicBezTo>
                  <a:pt x="1248" y="1922"/>
                  <a:pt x="1243" y="1918"/>
                  <a:pt x="1241" y="1913"/>
                </a:cubicBezTo>
                <a:cubicBezTo>
                  <a:pt x="1240" y="1910"/>
                  <a:pt x="1240" y="1906"/>
                  <a:pt x="1242" y="1903"/>
                </a:cubicBezTo>
                <a:cubicBezTo>
                  <a:pt x="1243" y="1900"/>
                  <a:pt x="1246" y="1898"/>
                  <a:pt x="1249" y="1897"/>
                </a:cubicBezTo>
                <a:cubicBezTo>
                  <a:pt x="1260" y="1893"/>
                  <a:pt x="1270" y="1889"/>
                  <a:pt x="1282" y="1885"/>
                </a:cubicBezTo>
                <a:cubicBezTo>
                  <a:pt x="1285" y="1884"/>
                  <a:pt x="1288" y="1883"/>
                  <a:pt x="1291" y="1882"/>
                </a:cubicBezTo>
                <a:cubicBezTo>
                  <a:pt x="1291" y="1882"/>
                  <a:pt x="1291" y="1882"/>
                  <a:pt x="1291" y="1882"/>
                </a:cubicBezTo>
                <a:cubicBezTo>
                  <a:pt x="1297" y="1880"/>
                  <a:pt x="1302" y="1877"/>
                  <a:pt x="1309" y="1874"/>
                </a:cubicBezTo>
                <a:cubicBezTo>
                  <a:pt x="1310" y="1874"/>
                  <a:pt x="1311" y="1873"/>
                  <a:pt x="1312" y="1873"/>
                </a:cubicBezTo>
                <a:cubicBezTo>
                  <a:pt x="1334" y="1863"/>
                  <a:pt x="1334" y="1863"/>
                  <a:pt x="1334" y="1863"/>
                </a:cubicBezTo>
                <a:cubicBezTo>
                  <a:pt x="1348" y="1856"/>
                  <a:pt x="1363" y="1850"/>
                  <a:pt x="1376" y="1842"/>
                </a:cubicBezTo>
                <a:cubicBezTo>
                  <a:pt x="1376" y="1842"/>
                  <a:pt x="1376" y="1842"/>
                  <a:pt x="1376" y="1842"/>
                </a:cubicBezTo>
                <a:cubicBezTo>
                  <a:pt x="1401" y="1829"/>
                  <a:pt x="1401" y="1829"/>
                  <a:pt x="1401" y="1829"/>
                </a:cubicBezTo>
                <a:cubicBezTo>
                  <a:pt x="1401" y="1829"/>
                  <a:pt x="1401" y="1828"/>
                  <a:pt x="1401" y="1828"/>
                </a:cubicBezTo>
                <a:cubicBezTo>
                  <a:pt x="1408" y="1825"/>
                  <a:pt x="1408" y="1825"/>
                  <a:pt x="1408" y="1825"/>
                </a:cubicBezTo>
                <a:cubicBezTo>
                  <a:pt x="1410" y="1823"/>
                  <a:pt x="1412" y="1822"/>
                  <a:pt x="1414" y="1821"/>
                </a:cubicBezTo>
                <a:cubicBezTo>
                  <a:pt x="1415" y="1820"/>
                  <a:pt x="1417" y="1819"/>
                  <a:pt x="1418" y="1819"/>
                </a:cubicBezTo>
                <a:cubicBezTo>
                  <a:pt x="1453" y="1797"/>
                  <a:pt x="1486" y="1773"/>
                  <a:pt x="1518" y="1747"/>
                </a:cubicBezTo>
                <a:cubicBezTo>
                  <a:pt x="1520" y="1745"/>
                  <a:pt x="1523" y="1744"/>
                  <a:pt x="1526" y="1744"/>
                </a:cubicBezTo>
                <a:cubicBezTo>
                  <a:pt x="1530" y="1744"/>
                  <a:pt x="1533" y="1746"/>
                  <a:pt x="1536" y="1749"/>
                </a:cubicBezTo>
                <a:cubicBezTo>
                  <a:pt x="1538" y="1752"/>
                  <a:pt x="1539" y="1755"/>
                  <a:pt x="1538" y="1758"/>
                </a:cubicBezTo>
                <a:cubicBezTo>
                  <a:pt x="1538" y="1762"/>
                  <a:pt x="1537" y="1765"/>
                  <a:pt x="1534" y="1767"/>
                </a:cubicBezTo>
                <a:cubicBezTo>
                  <a:pt x="1501" y="1794"/>
                  <a:pt x="1467" y="1819"/>
                  <a:pt x="1431" y="1840"/>
                </a:cubicBezTo>
                <a:cubicBezTo>
                  <a:pt x="1430" y="1841"/>
                  <a:pt x="1429" y="1842"/>
                  <a:pt x="1428" y="1842"/>
                </a:cubicBezTo>
                <a:cubicBezTo>
                  <a:pt x="1426" y="1844"/>
                  <a:pt x="1423" y="1845"/>
                  <a:pt x="1421" y="1847"/>
                </a:cubicBezTo>
                <a:cubicBezTo>
                  <a:pt x="1414" y="1850"/>
                  <a:pt x="1414" y="1850"/>
                  <a:pt x="1414" y="1850"/>
                </a:cubicBezTo>
                <a:cubicBezTo>
                  <a:pt x="1415" y="1850"/>
                  <a:pt x="1415" y="1850"/>
                  <a:pt x="1415" y="1850"/>
                </a:cubicBezTo>
                <a:cubicBezTo>
                  <a:pt x="1410" y="1853"/>
                  <a:pt x="1410" y="1853"/>
                  <a:pt x="1410" y="1853"/>
                </a:cubicBezTo>
                <a:cubicBezTo>
                  <a:pt x="1389" y="1865"/>
                  <a:pt x="1389" y="1865"/>
                  <a:pt x="1389" y="1865"/>
                </a:cubicBezTo>
                <a:cubicBezTo>
                  <a:pt x="1374" y="1872"/>
                  <a:pt x="1360" y="1879"/>
                  <a:pt x="1345" y="1886"/>
                </a:cubicBezTo>
                <a:cubicBezTo>
                  <a:pt x="1345" y="1886"/>
                  <a:pt x="1345" y="1886"/>
                  <a:pt x="1345" y="1886"/>
                </a:cubicBezTo>
                <a:cubicBezTo>
                  <a:pt x="1322" y="1896"/>
                  <a:pt x="1322" y="1896"/>
                  <a:pt x="1322" y="1896"/>
                </a:cubicBezTo>
                <a:cubicBezTo>
                  <a:pt x="1321" y="1897"/>
                  <a:pt x="1320" y="1897"/>
                  <a:pt x="1319" y="1898"/>
                </a:cubicBezTo>
                <a:cubicBezTo>
                  <a:pt x="1313" y="1900"/>
                  <a:pt x="1306" y="1903"/>
                  <a:pt x="1300" y="1906"/>
                </a:cubicBezTo>
                <a:cubicBezTo>
                  <a:pt x="1296" y="1907"/>
                  <a:pt x="1293" y="1908"/>
                  <a:pt x="1290" y="1909"/>
                </a:cubicBezTo>
                <a:cubicBezTo>
                  <a:pt x="1279" y="1913"/>
                  <a:pt x="1268" y="1917"/>
                  <a:pt x="1257" y="1921"/>
                </a:cubicBezTo>
                <a:cubicBezTo>
                  <a:pt x="1257" y="1921"/>
                  <a:pt x="1257" y="1921"/>
                  <a:pt x="1257" y="1921"/>
                </a:cubicBezTo>
                <a:cubicBezTo>
                  <a:pt x="1257" y="1921"/>
                  <a:pt x="1257" y="1921"/>
                  <a:pt x="1257" y="1921"/>
                </a:cubicBezTo>
                <a:cubicBezTo>
                  <a:pt x="1255" y="1922"/>
                  <a:pt x="1254" y="1922"/>
                  <a:pt x="1253" y="1922"/>
                </a:cubicBezTo>
                <a:close/>
                <a:moveTo>
                  <a:pt x="459" y="1785"/>
                </a:moveTo>
                <a:cubicBezTo>
                  <a:pt x="458" y="1785"/>
                  <a:pt x="458" y="1785"/>
                  <a:pt x="458" y="1785"/>
                </a:cubicBezTo>
                <a:cubicBezTo>
                  <a:pt x="456" y="1785"/>
                  <a:pt x="453" y="1784"/>
                  <a:pt x="451" y="1782"/>
                </a:cubicBezTo>
                <a:cubicBezTo>
                  <a:pt x="448" y="1780"/>
                  <a:pt x="446" y="1777"/>
                  <a:pt x="446" y="1773"/>
                </a:cubicBezTo>
                <a:cubicBezTo>
                  <a:pt x="445" y="1770"/>
                  <a:pt x="446" y="1767"/>
                  <a:pt x="448" y="1764"/>
                </a:cubicBezTo>
                <a:cubicBezTo>
                  <a:pt x="451" y="1761"/>
                  <a:pt x="455" y="1759"/>
                  <a:pt x="459" y="1759"/>
                </a:cubicBezTo>
                <a:cubicBezTo>
                  <a:pt x="461" y="1759"/>
                  <a:pt x="464" y="1760"/>
                  <a:pt x="466" y="1762"/>
                </a:cubicBezTo>
                <a:cubicBezTo>
                  <a:pt x="472" y="1766"/>
                  <a:pt x="473" y="1774"/>
                  <a:pt x="469" y="1780"/>
                </a:cubicBezTo>
                <a:cubicBezTo>
                  <a:pt x="466" y="1783"/>
                  <a:pt x="462" y="1785"/>
                  <a:pt x="459" y="1785"/>
                </a:cubicBezTo>
                <a:close/>
                <a:moveTo>
                  <a:pt x="426" y="1758"/>
                </a:moveTo>
                <a:cubicBezTo>
                  <a:pt x="423" y="1758"/>
                  <a:pt x="420" y="1756"/>
                  <a:pt x="418" y="1754"/>
                </a:cubicBezTo>
                <a:cubicBezTo>
                  <a:pt x="409" y="1747"/>
                  <a:pt x="409" y="1747"/>
                  <a:pt x="409" y="1747"/>
                </a:cubicBezTo>
                <a:cubicBezTo>
                  <a:pt x="404" y="1743"/>
                  <a:pt x="400" y="1739"/>
                  <a:pt x="396" y="1736"/>
                </a:cubicBezTo>
                <a:cubicBezTo>
                  <a:pt x="395" y="1734"/>
                  <a:pt x="393" y="1732"/>
                  <a:pt x="391" y="1730"/>
                </a:cubicBezTo>
                <a:cubicBezTo>
                  <a:pt x="391" y="1730"/>
                  <a:pt x="391" y="1730"/>
                  <a:pt x="391" y="1730"/>
                </a:cubicBezTo>
                <a:cubicBezTo>
                  <a:pt x="373" y="1714"/>
                  <a:pt x="373" y="1714"/>
                  <a:pt x="373" y="1714"/>
                </a:cubicBezTo>
                <a:cubicBezTo>
                  <a:pt x="252" y="1592"/>
                  <a:pt x="252" y="1592"/>
                  <a:pt x="252" y="1592"/>
                </a:cubicBezTo>
                <a:cubicBezTo>
                  <a:pt x="227" y="1566"/>
                  <a:pt x="227" y="1566"/>
                  <a:pt x="227" y="1566"/>
                </a:cubicBezTo>
                <a:cubicBezTo>
                  <a:pt x="223" y="1562"/>
                  <a:pt x="219" y="1558"/>
                  <a:pt x="216" y="1553"/>
                </a:cubicBezTo>
                <a:cubicBezTo>
                  <a:pt x="214" y="1552"/>
                  <a:pt x="213" y="1550"/>
                  <a:pt x="211" y="1548"/>
                </a:cubicBezTo>
                <a:cubicBezTo>
                  <a:pt x="196" y="1530"/>
                  <a:pt x="196" y="1530"/>
                  <a:pt x="196" y="1530"/>
                </a:cubicBezTo>
                <a:cubicBezTo>
                  <a:pt x="193" y="1527"/>
                  <a:pt x="192" y="1524"/>
                  <a:pt x="193" y="1521"/>
                </a:cubicBezTo>
                <a:cubicBezTo>
                  <a:pt x="193" y="1517"/>
                  <a:pt x="194" y="1514"/>
                  <a:pt x="197" y="1512"/>
                </a:cubicBezTo>
                <a:cubicBezTo>
                  <a:pt x="202" y="1508"/>
                  <a:pt x="211" y="1508"/>
                  <a:pt x="215" y="1513"/>
                </a:cubicBezTo>
                <a:cubicBezTo>
                  <a:pt x="230" y="1531"/>
                  <a:pt x="230" y="1531"/>
                  <a:pt x="230" y="1531"/>
                </a:cubicBezTo>
                <a:cubicBezTo>
                  <a:pt x="232" y="1533"/>
                  <a:pt x="234" y="1535"/>
                  <a:pt x="235" y="1537"/>
                </a:cubicBezTo>
                <a:cubicBezTo>
                  <a:pt x="239" y="1541"/>
                  <a:pt x="242" y="1545"/>
                  <a:pt x="246" y="1549"/>
                </a:cubicBezTo>
                <a:cubicBezTo>
                  <a:pt x="246" y="1549"/>
                  <a:pt x="246" y="1549"/>
                  <a:pt x="246" y="1549"/>
                </a:cubicBezTo>
                <a:cubicBezTo>
                  <a:pt x="270" y="1575"/>
                  <a:pt x="270" y="1575"/>
                  <a:pt x="270" y="1575"/>
                </a:cubicBezTo>
                <a:cubicBezTo>
                  <a:pt x="391" y="1695"/>
                  <a:pt x="391" y="1695"/>
                  <a:pt x="391" y="1695"/>
                </a:cubicBezTo>
                <a:cubicBezTo>
                  <a:pt x="408" y="1712"/>
                  <a:pt x="408" y="1712"/>
                  <a:pt x="408" y="1712"/>
                </a:cubicBezTo>
                <a:cubicBezTo>
                  <a:pt x="410" y="1714"/>
                  <a:pt x="412" y="1715"/>
                  <a:pt x="414" y="1717"/>
                </a:cubicBezTo>
                <a:cubicBezTo>
                  <a:pt x="418" y="1721"/>
                  <a:pt x="422" y="1725"/>
                  <a:pt x="425" y="1728"/>
                </a:cubicBezTo>
                <a:cubicBezTo>
                  <a:pt x="425" y="1728"/>
                  <a:pt x="425" y="1728"/>
                  <a:pt x="425" y="1728"/>
                </a:cubicBezTo>
                <a:cubicBezTo>
                  <a:pt x="434" y="1735"/>
                  <a:pt x="434" y="1735"/>
                  <a:pt x="434" y="1735"/>
                </a:cubicBezTo>
                <a:cubicBezTo>
                  <a:pt x="437" y="1737"/>
                  <a:pt x="438" y="1740"/>
                  <a:pt x="439" y="1744"/>
                </a:cubicBezTo>
                <a:cubicBezTo>
                  <a:pt x="439" y="1747"/>
                  <a:pt x="438" y="1751"/>
                  <a:pt x="435" y="1753"/>
                </a:cubicBezTo>
                <a:cubicBezTo>
                  <a:pt x="433" y="1756"/>
                  <a:pt x="430" y="1758"/>
                  <a:pt x="426" y="1758"/>
                </a:cubicBezTo>
                <a:close/>
                <a:moveTo>
                  <a:pt x="1558" y="1742"/>
                </a:moveTo>
                <a:cubicBezTo>
                  <a:pt x="1554" y="1742"/>
                  <a:pt x="1551" y="1740"/>
                  <a:pt x="1548" y="1738"/>
                </a:cubicBezTo>
                <a:cubicBezTo>
                  <a:pt x="1544" y="1733"/>
                  <a:pt x="1544" y="1725"/>
                  <a:pt x="1549" y="1720"/>
                </a:cubicBezTo>
                <a:cubicBezTo>
                  <a:pt x="1549" y="1720"/>
                  <a:pt x="1549" y="1720"/>
                  <a:pt x="1549" y="1720"/>
                </a:cubicBezTo>
                <a:cubicBezTo>
                  <a:pt x="1554" y="1715"/>
                  <a:pt x="1563" y="1716"/>
                  <a:pt x="1567" y="1721"/>
                </a:cubicBezTo>
                <a:cubicBezTo>
                  <a:pt x="1572" y="1726"/>
                  <a:pt x="1572" y="1734"/>
                  <a:pt x="1566" y="1739"/>
                </a:cubicBezTo>
                <a:cubicBezTo>
                  <a:pt x="1564" y="1741"/>
                  <a:pt x="1561" y="1742"/>
                  <a:pt x="1558" y="1742"/>
                </a:cubicBezTo>
                <a:close/>
                <a:moveTo>
                  <a:pt x="1588" y="1713"/>
                </a:moveTo>
                <a:cubicBezTo>
                  <a:pt x="1585" y="1713"/>
                  <a:pt x="1582" y="1711"/>
                  <a:pt x="1579" y="1709"/>
                </a:cubicBezTo>
                <a:cubicBezTo>
                  <a:pt x="1574" y="1704"/>
                  <a:pt x="1574" y="1696"/>
                  <a:pt x="1579" y="1691"/>
                </a:cubicBezTo>
                <a:cubicBezTo>
                  <a:pt x="1671" y="1599"/>
                  <a:pt x="1671" y="1599"/>
                  <a:pt x="1671" y="1599"/>
                </a:cubicBezTo>
                <a:cubicBezTo>
                  <a:pt x="1676" y="1594"/>
                  <a:pt x="1684" y="1594"/>
                  <a:pt x="1689" y="1599"/>
                </a:cubicBezTo>
                <a:cubicBezTo>
                  <a:pt x="1694" y="1604"/>
                  <a:pt x="1694" y="1612"/>
                  <a:pt x="1689" y="1617"/>
                </a:cubicBezTo>
                <a:cubicBezTo>
                  <a:pt x="1597" y="1709"/>
                  <a:pt x="1597" y="1709"/>
                  <a:pt x="1597" y="1709"/>
                </a:cubicBezTo>
                <a:cubicBezTo>
                  <a:pt x="1595" y="1711"/>
                  <a:pt x="1592" y="1713"/>
                  <a:pt x="1588" y="1713"/>
                </a:cubicBezTo>
                <a:close/>
                <a:moveTo>
                  <a:pt x="1735" y="1564"/>
                </a:moveTo>
                <a:cubicBezTo>
                  <a:pt x="1732" y="1564"/>
                  <a:pt x="1729" y="1563"/>
                  <a:pt x="1727" y="1561"/>
                </a:cubicBezTo>
                <a:cubicBezTo>
                  <a:pt x="1721" y="1556"/>
                  <a:pt x="1721" y="1548"/>
                  <a:pt x="1726" y="1543"/>
                </a:cubicBezTo>
                <a:cubicBezTo>
                  <a:pt x="1757" y="1508"/>
                  <a:pt x="1786" y="1470"/>
                  <a:pt x="1811" y="1430"/>
                </a:cubicBezTo>
                <a:cubicBezTo>
                  <a:pt x="1813" y="1426"/>
                  <a:pt x="1817" y="1424"/>
                  <a:pt x="1822" y="1424"/>
                </a:cubicBezTo>
                <a:cubicBezTo>
                  <a:pt x="1824" y="1424"/>
                  <a:pt x="1827" y="1424"/>
                  <a:pt x="1829" y="1426"/>
                </a:cubicBezTo>
                <a:cubicBezTo>
                  <a:pt x="1835" y="1430"/>
                  <a:pt x="1836" y="1437"/>
                  <a:pt x="1833" y="1443"/>
                </a:cubicBezTo>
                <a:cubicBezTo>
                  <a:pt x="1807" y="1485"/>
                  <a:pt x="1777" y="1524"/>
                  <a:pt x="1745" y="1560"/>
                </a:cubicBezTo>
                <a:cubicBezTo>
                  <a:pt x="1742" y="1563"/>
                  <a:pt x="1739" y="1564"/>
                  <a:pt x="1735" y="1564"/>
                </a:cubicBezTo>
                <a:close/>
                <a:moveTo>
                  <a:pt x="179" y="1501"/>
                </a:moveTo>
                <a:cubicBezTo>
                  <a:pt x="175" y="1501"/>
                  <a:pt x="172" y="1499"/>
                  <a:pt x="169" y="1496"/>
                </a:cubicBezTo>
                <a:cubicBezTo>
                  <a:pt x="167" y="1493"/>
                  <a:pt x="166" y="1490"/>
                  <a:pt x="167" y="1486"/>
                </a:cubicBezTo>
                <a:cubicBezTo>
                  <a:pt x="167" y="1483"/>
                  <a:pt x="169" y="1480"/>
                  <a:pt x="172" y="1478"/>
                </a:cubicBezTo>
                <a:cubicBezTo>
                  <a:pt x="174" y="1476"/>
                  <a:pt x="177" y="1475"/>
                  <a:pt x="179" y="1475"/>
                </a:cubicBezTo>
                <a:cubicBezTo>
                  <a:pt x="183" y="1475"/>
                  <a:pt x="187" y="1477"/>
                  <a:pt x="189" y="1480"/>
                </a:cubicBezTo>
                <a:cubicBezTo>
                  <a:pt x="194" y="1486"/>
                  <a:pt x="193" y="1494"/>
                  <a:pt x="187" y="1498"/>
                </a:cubicBezTo>
                <a:cubicBezTo>
                  <a:pt x="185" y="1500"/>
                  <a:pt x="182" y="1501"/>
                  <a:pt x="179" y="1501"/>
                </a:cubicBezTo>
                <a:close/>
                <a:moveTo>
                  <a:pt x="155" y="1466"/>
                </a:moveTo>
                <a:cubicBezTo>
                  <a:pt x="151" y="1466"/>
                  <a:pt x="147" y="1464"/>
                  <a:pt x="144" y="1461"/>
                </a:cubicBezTo>
                <a:cubicBezTo>
                  <a:pt x="142" y="1457"/>
                  <a:pt x="139" y="1453"/>
                  <a:pt x="138" y="1450"/>
                </a:cubicBezTo>
                <a:cubicBezTo>
                  <a:pt x="114" y="1413"/>
                  <a:pt x="92" y="1373"/>
                  <a:pt x="74" y="1333"/>
                </a:cubicBezTo>
                <a:cubicBezTo>
                  <a:pt x="74" y="1332"/>
                  <a:pt x="74" y="1332"/>
                  <a:pt x="74" y="1332"/>
                </a:cubicBezTo>
                <a:cubicBezTo>
                  <a:pt x="74" y="1332"/>
                  <a:pt x="74" y="1332"/>
                  <a:pt x="74" y="1332"/>
                </a:cubicBezTo>
                <a:cubicBezTo>
                  <a:pt x="66" y="1313"/>
                  <a:pt x="58" y="1294"/>
                  <a:pt x="51" y="1275"/>
                </a:cubicBezTo>
                <a:cubicBezTo>
                  <a:pt x="39" y="1242"/>
                  <a:pt x="29" y="1207"/>
                  <a:pt x="21" y="1170"/>
                </a:cubicBezTo>
                <a:cubicBezTo>
                  <a:pt x="21" y="1171"/>
                  <a:pt x="21" y="1171"/>
                  <a:pt x="21" y="1171"/>
                </a:cubicBezTo>
                <a:cubicBezTo>
                  <a:pt x="21" y="1169"/>
                  <a:pt x="21" y="1169"/>
                  <a:pt x="21" y="1169"/>
                </a:cubicBezTo>
                <a:cubicBezTo>
                  <a:pt x="20" y="1165"/>
                  <a:pt x="20" y="1162"/>
                  <a:pt x="22" y="1159"/>
                </a:cubicBezTo>
                <a:cubicBezTo>
                  <a:pt x="24" y="1156"/>
                  <a:pt x="27" y="1154"/>
                  <a:pt x="30" y="1154"/>
                </a:cubicBezTo>
                <a:cubicBezTo>
                  <a:pt x="37" y="1152"/>
                  <a:pt x="44" y="1157"/>
                  <a:pt x="45" y="1163"/>
                </a:cubicBezTo>
                <a:cubicBezTo>
                  <a:pt x="53" y="1199"/>
                  <a:pt x="63" y="1233"/>
                  <a:pt x="75" y="1266"/>
                </a:cubicBezTo>
                <a:cubicBezTo>
                  <a:pt x="82" y="1285"/>
                  <a:pt x="89" y="1303"/>
                  <a:pt x="97" y="1322"/>
                </a:cubicBezTo>
                <a:cubicBezTo>
                  <a:pt x="97" y="1322"/>
                  <a:pt x="97" y="1322"/>
                  <a:pt x="97" y="1322"/>
                </a:cubicBezTo>
                <a:cubicBezTo>
                  <a:pt x="115" y="1362"/>
                  <a:pt x="136" y="1400"/>
                  <a:pt x="159" y="1436"/>
                </a:cubicBezTo>
                <a:cubicBezTo>
                  <a:pt x="159" y="1437"/>
                  <a:pt x="159" y="1437"/>
                  <a:pt x="159" y="1437"/>
                </a:cubicBezTo>
                <a:cubicBezTo>
                  <a:pt x="161" y="1440"/>
                  <a:pt x="163" y="1443"/>
                  <a:pt x="165" y="1446"/>
                </a:cubicBezTo>
                <a:cubicBezTo>
                  <a:pt x="169" y="1452"/>
                  <a:pt x="168" y="1460"/>
                  <a:pt x="162" y="1464"/>
                </a:cubicBezTo>
                <a:cubicBezTo>
                  <a:pt x="160" y="1465"/>
                  <a:pt x="157" y="1466"/>
                  <a:pt x="155" y="1466"/>
                </a:cubicBezTo>
                <a:close/>
                <a:moveTo>
                  <a:pt x="1844" y="1413"/>
                </a:moveTo>
                <a:cubicBezTo>
                  <a:pt x="1841" y="1413"/>
                  <a:pt x="1839" y="1412"/>
                  <a:pt x="1837" y="1411"/>
                </a:cubicBezTo>
                <a:cubicBezTo>
                  <a:pt x="1834" y="1410"/>
                  <a:pt x="1832" y="1407"/>
                  <a:pt x="1831" y="1404"/>
                </a:cubicBezTo>
                <a:cubicBezTo>
                  <a:pt x="1830" y="1400"/>
                  <a:pt x="1831" y="1397"/>
                  <a:pt x="1833" y="1394"/>
                </a:cubicBezTo>
                <a:cubicBezTo>
                  <a:pt x="1833" y="1393"/>
                  <a:pt x="1833" y="1393"/>
                  <a:pt x="1833" y="1393"/>
                </a:cubicBezTo>
                <a:cubicBezTo>
                  <a:pt x="1833" y="1393"/>
                  <a:pt x="1833" y="1393"/>
                  <a:pt x="1833" y="1393"/>
                </a:cubicBezTo>
                <a:cubicBezTo>
                  <a:pt x="1835" y="1390"/>
                  <a:pt x="1839" y="1387"/>
                  <a:pt x="1844" y="1387"/>
                </a:cubicBezTo>
                <a:cubicBezTo>
                  <a:pt x="1846" y="1387"/>
                  <a:pt x="1848" y="1388"/>
                  <a:pt x="1850" y="1389"/>
                </a:cubicBezTo>
                <a:cubicBezTo>
                  <a:pt x="1853" y="1391"/>
                  <a:pt x="1855" y="1393"/>
                  <a:pt x="1856" y="1397"/>
                </a:cubicBezTo>
                <a:cubicBezTo>
                  <a:pt x="1857" y="1400"/>
                  <a:pt x="1856" y="1403"/>
                  <a:pt x="1855" y="1406"/>
                </a:cubicBezTo>
                <a:cubicBezTo>
                  <a:pt x="1852" y="1410"/>
                  <a:pt x="1848" y="1413"/>
                  <a:pt x="1844" y="1413"/>
                </a:cubicBezTo>
                <a:close/>
                <a:moveTo>
                  <a:pt x="1864" y="1375"/>
                </a:moveTo>
                <a:cubicBezTo>
                  <a:pt x="1862" y="1375"/>
                  <a:pt x="1860" y="1375"/>
                  <a:pt x="1858" y="1374"/>
                </a:cubicBezTo>
                <a:cubicBezTo>
                  <a:pt x="1855" y="1373"/>
                  <a:pt x="1853" y="1370"/>
                  <a:pt x="1851" y="1367"/>
                </a:cubicBezTo>
                <a:cubicBezTo>
                  <a:pt x="1850" y="1363"/>
                  <a:pt x="1851" y="1360"/>
                  <a:pt x="1852" y="1357"/>
                </a:cubicBezTo>
                <a:cubicBezTo>
                  <a:pt x="1875" y="1311"/>
                  <a:pt x="1894" y="1263"/>
                  <a:pt x="1908" y="1214"/>
                </a:cubicBezTo>
                <a:cubicBezTo>
                  <a:pt x="1909" y="1210"/>
                  <a:pt x="1910" y="1205"/>
                  <a:pt x="1911" y="1201"/>
                </a:cubicBezTo>
                <a:cubicBezTo>
                  <a:pt x="1911" y="1201"/>
                  <a:pt x="1911" y="1201"/>
                  <a:pt x="1911" y="1201"/>
                </a:cubicBezTo>
                <a:cubicBezTo>
                  <a:pt x="1924" y="1155"/>
                  <a:pt x="1932" y="1108"/>
                  <a:pt x="1936" y="1061"/>
                </a:cubicBezTo>
                <a:cubicBezTo>
                  <a:pt x="1937" y="1054"/>
                  <a:pt x="1943" y="1049"/>
                  <a:pt x="1950" y="1050"/>
                </a:cubicBezTo>
                <a:cubicBezTo>
                  <a:pt x="1957" y="1050"/>
                  <a:pt x="1962" y="1057"/>
                  <a:pt x="1962" y="1064"/>
                </a:cubicBezTo>
                <a:cubicBezTo>
                  <a:pt x="1957" y="1112"/>
                  <a:pt x="1948" y="1161"/>
                  <a:pt x="1936" y="1208"/>
                </a:cubicBezTo>
                <a:cubicBezTo>
                  <a:pt x="1935" y="1212"/>
                  <a:pt x="1934" y="1216"/>
                  <a:pt x="1932" y="1221"/>
                </a:cubicBezTo>
                <a:cubicBezTo>
                  <a:pt x="1918" y="1271"/>
                  <a:pt x="1899" y="1321"/>
                  <a:pt x="1875" y="1368"/>
                </a:cubicBezTo>
                <a:cubicBezTo>
                  <a:pt x="1875" y="1368"/>
                  <a:pt x="1875" y="1368"/>
                  <a:pt x="1875" y="1368"/>
                </a:cubicBezTo>
                <a:cubicBezTo>
                  <a:pt x="1873" y="1373"/>
                  <a:pt x="1868" y="1375"/>
                  <a:pt x="1864" y="1375"/>
                </a:cubicBezTo>
                <a:close/>
                <a:moveTo>
                  <a:pt x="25" y="1137"/>
                </a:moveTo>
                <a:cubicBezTo>
                  <a:pt x="19" y="1137"/>
                  <a:pt x="14" y="1133"/>
                  <a:pt x="13" y="1127"/>
                </a:cubicBezTo>
                <a:cubicBezTo>
                  <a:pt x="12" y="1126"/>
                  <a:pt x="12" y="1126"/>
                  <a:pt x="12" y="1126"/>
                </a:cubicBezTo>
                <a:cubicBezTo>
                  <a:pt x="11" y="1119"/>
                  <a:pt x="16" y="1113"/>
                  <a:pt x="23" y="1112"/>
                </a:cubicBezTo>
                <a:cubicBezTo>
                  <a:pt x="30" y="1111"/>
                  <a:pt x="36" y="1115"/>
                  <a:pt x="38" y="1122"/>
                </a:cubicBezTo>
                <a:cubicBezTo>
                  <a:pt x="39" y="1129"/>
                  <a:pt x="34" y="1136"/>
                  <a:pt x="27" y="1137"/>
                </a:cubicBezTo>
                <a:cubicBezTo>
                  <a:pt x="26" y="1137"/>
                  <a:pt x="26" y="1137"/>
                  <a:pt x="25" y="1137"/>
                </a:cubicBezTo>
                <a:close/>
                <a:moveTo>
                  <a:pt x="19" y="1095"/>
                </a:moveTo>
                <a:cubicBezTo>
                  <a:pt x="13" y="1095"/>
                  <a:pt x="7" y="1090"/>
                  <a:pt x="6" y="1084"/>
                </a:cubicBezTo>
                <a:cubicBezTo>
                  <a:pt x="2" y="1051"/>
                  <a:pt x="0" y="1017"/>
                  <a:pt x="0" y="983"/>
                </a:cubicBezTo>
                <a:cubicBezTo>
                  <a:pt x="0" y="968"/>
                  <a:pt x="1" y="953"/>
                  <a:pt x="2" y="938"/>
                </a:cubicBezTo>
                <a:cubicBezTo>
                  <a:pt x="5" y="881"/>
                  <a:pt x="13" y="823"/>
                  <a:pt x="27" y="768"/>
                </a:cubicBezTo>
                <a:cubicBezTo>
                  <a:pt x="28" y="768"/>
                  <a:pt x="28" y="768"/>
                  <a:pt x="28" y="768"/>
                </a:cubicBezTo>
                <a:cubicBezTo>
                  <a:pt x="29" y="761"/>
                  <a:pt x="36" y="757"/>
                  <a:pt x="43" y="759"/>
                </a:cubicBezTo>
                <a:cubicBezTo>
                  <a:pt x="50" y="760"/>
                  <a:pt x="54" y="767"/>
                  <a:pt x="52" y="774"/>
                </a:cubicBezTo>
                <a:cubicBezTo>
                  <a:pt x="38" y="828"/>
                  <a:pt x="30" y="884"/>
                  <a:pt x="27" y="939"/>
                </a:cubicBezTo>
                <a:cubicBezTo>
                  <a:pt x="26" y="953"/>
                  <a:pt x="26" y="968"/>
                  <a:pt x="26" y="983"/>
                </a:cubicBezTo>
                <a:cubicBezTo>
                  <a:pt x="26" y="1016"/>
                  <a:pt x="28" y="1049"/>
                  <a:pt x="32" y="1081"/>
                </a:cubicBezTo>
                <a:cubicBezTo>
                  <a:pt x="32" y="1084"/>
                  <a:pt x="31" y="1088"/>
                  <a:pt x="29" y="1090"/>
                </a:cubicBezTo>
                <a:cubicBezTo>
                  <a:pt x="27" y="1093"/>
                  <a:pt x="24" y="1095"/>
                  <a:pt x="21" y="1095"/>
                </a:cubicBezTo>
                <a:cubicBezTo>
                  <a:pt x="20" y="1095"/>
                  <a:pt x="20" y="1095"/>
                  <a:pt x="19" y="1095"/>
                </a:cubicBezTo>
                <a:close/>
                <a:moveTo>
                  <a:pt x="1952" y="1033"/>
                </a:moveTo>
                <a:cubicBezTo>
                  <a:pt x="1952" y="1033"/>
                  <a:pt x="1952" y="1033"/>
                  <a:pt x="1952" y="1033"/>
                </a:cubicBezTo>
                <a:cubicBezTo>
                  <a:pt x="1948" y="1033"/>
                  <a:pt x="1945" y="1031"/>
                  <a:pt x="1943" y="1029"/>
                </a:cubicBezTo>
                <a:cubicBezTo>
                  <a:pt x="1940" y="1026"/>
                  <a:pt x="1939" y="1023"/>
                  <a:pt x="1939" y="1020"/>
                </a:cubicBezTo>
                <a:cubicBezTo>
                  <a:pt x="1940" y="1013"/>
                  <a:pt x="1946" y="1007"/>
                  <a:pt x="1953" y="1007"/>
                </a:cubicBezTo>
                <a:cubicBezTo>
                  <a:pt x="1960" y="1008"/>
                  <a:pt x="1965" y="1014"/>
                  <a:pt x="1965" y="1021"/>
                </a:cubicBezTo>
                <a:cubicBezTo>
                  <a:pt x="1965" y="1028"/>
                  <a:pt x="1959" y="1033"/>
                  <a:pt x="1952" y="1033"/>
                </a:cubicBezTo>
                <a:close/>
                <a:moveTo>
                  <a:pt x="1953" y="990"/>
                </a:moveTo>
                <a:cubicBezTo>
                  <a:pt x="1953" y="990"/>
                  <a:pt x="1953" y="990"/>
                  <a:pt x="1953" y="990"/>
                </a:cubicBezTo>
                <a:cubicBezTo>
                  <a:pt x="1946" y="990"/>
                  <a:pt x="1940" y="985"/>
                  <a:pt x="1940" y="978"/>
                </a:cubicBezTo>
                <a:cubicBezTo>
                  <a:pt x="1940" y="932"/>
                  <a:pt x="1936" y="885"/>
                  <a:pt x="1928" y="839"/>
                </a:cubicBezTo>
                <a:cubicBezTo>
                  <a:pt x="1926" y="830"/>
                  <a:pt x="1924" y="821"/>
                  <a:pt x="1923" y="812"/>
                </a:cubicBezTo>
                <a:cubicBezTo>
                  <a:pt x="1913" y="766"/>
                  <a:pt x="1900" y="720"/>
                  <a:pt x="1882" y="676"/>
                </a:cubicBezTo>
                <a:cubicBezTo>
                  <a:pt x="1881" y="673"/>
                  <a:pt x="1881" y="669"/>
                  <a:pt x="1882" y="666"/>
                </a:cubicBezTo>
                <a:cubicBezTo>
                  <a:pt x="1884" y="663"/>
                  <a:pt x="1886" y="661"/>
                  <a:pt x="1889" y="659"/>
                </a:cubicBezTo>
                <a:cubicBezTo>
                  <a:pt x="1891" y="659"/>
                  <a:pt x="1892" y="658"/>
                  <a:pt x="1894" y="658"/>
                </a:cubicBezTo>
                <a:cubicBezTo>
                  <a:pt x="1899" y="658"/>
                  <a:pt x="1904" y="662"/>
                  <a:pt x="1906" y="666"/>
                </a:cubicBezTo>
                <a:cubicBezTo>
                  <a:pt x="1924" y="712"/>
                  <a:pt x="1938" y="759"/>
                  <a:pt x="1948" y="807"/>
                </a:cubicBezTo>
                <a:cubicBezTo>
                  <a:pt x="1949" y="816"/>
                  <a:pt x="1951" y="825"/>
                  <a:pt x="1953" y="834"/>
                </a:cubicBezTo>
                <a:cubicBezTo>
                  <a:pt x="1961" y="882"/>
                  <a:pt x="1965" y="930"/>
                  <a:pt x="1966" y="978"/>
                </a:cubicBezTo>
                <a:cubicBezTo>
                  <a:pt x="1966" y="981"/>
                  <a:pt x="1964" y="984"/>
                  <a:pt x="1962" y="987"/>
                </a:cubicBezTo>
                <a:cubicBezTo>
                  <a:pt x="1960" y="989"/>
                  <a:pt x="1956" y="990"/>
                  <a:pt x="1953" y="990"/>
                </a:cubicBezTo>
                <a:close/>
                <a:moveTo>
                  <a:pt x="51" y="743"/>
                </a:moveTo>
                <a:cubicBezTo>
                  <a:pt x="50" y="743"/>
                  <a:pt x="49" y="743"/>
                  <a:pt x="48" y="742"/>
                </a:cubicBezTo>
                <a:cubicBezTo>
                  <a:pt x="41" y="740"/>
                  <a:pt x="37" y="733"/>
                  <a:pt x="39" y="726"/>
                </a:cubicBezTo>
                <a:cubicBezTo>
                  <a:pt x="41" y="721"/>
                  <a:pt x="46" y="717"/>
                  <a:pt x="51" y="717"/>
                </a:cubicBezTo>
                <a:cubicBezTo>
                  <a:pt x="53" y="717"/>
                  <a:pt x="54" y="717"/>
                  <a:pt x="55" y="718"/>
                </a:cubicBezTo>
                <a:cubicBezTo>
                  <a:pt x="62" y="720"/>
                  <a:pt x="66" y="727"/>
                  <a:pt x="63" y="734"/>
                </a:cubicBezTo>
                <a:cubicBezTo>
                  <a:pt x="62" y="739"/>
                  <a:pt x="57" y="743"/>
                  <a:pt x="51" y="743"/>
                </a:cubicBezTo>
                <a:close/>
                <a:moveTo>
                  <a:pt x="65" y="703"/>
                </a:moveTo>
                <a:cubicBezTo>
                  <a:pt x="63" y="703"/>
                  <a:pt x="62" y="702"/>
                  <a:pt x="60" y="702"/>
                </a:cubicBezTo>
                <a:cubicBezTo>
                  <a:pt x="57" y="701"/>
                  <a:pt x="55" y="698"/>
                  <a:pt x="53" y="695"/>
                </a:cubicBezTo>
                <a:cubicBezTo>
                  <a:pt x="52" y="692"/>
                  <a:pt x="52" y="689"/>
                  <a:pt x="53" y="685"/>
                </a:cubicBezTo>
                <a:cubicBezTo>
                  <a:pt x="69" y="640"/>
                  <a:pt x="90" y="596"/>
                  <a:pt x="115" y="553"/>
                </a:cubicBezTo>
                <a:cubicBezTo>
                  <a:pt x="115" y="553"/>
                  <a:pt x="115" y="553"/>
                  <a:pt x="115" y="553"/>
                </a:cubicBezTo>
                <a:cubicBezTo>
                  <a:pt x="115" y="553"/>
                  <a:pt x="115" y="553"/>
                  <a:pt x="115" y="553"/>
                </a:cubicBezTo>
                <a:cubicBezTo>
                  <a:pt x="115" y="553"/>
                  <a:pt x="115" y="553"/>
                  <a:pt x="115" y="553"/>
                </a:cubicBezTo>
                <a:cubicBezTo>
                  <a:pt x="143" y="503"/>
                  <a:pt x="177" y="456"/>
                  <a:pt x="215" y="413"/>
                </a:cubicBezTo>
                <a:cubicBezTo>
                  <a:pt x="219" y="408"/>
                  <a:pt x="227" y="407"/>
                  <a:pt x="233" y="412"/>
                </a:cubicBezTo>
                <a:cubicBezTo>
                  <a:pt x="238" y="416"/>
                  <a:pt x="238" y="424"/>
                  <a:pt x="234" y="430"/>
                </a:cubicBezTo>
                <a:cubicBezTo>
                  <a:pt x="197" y="472"/>
                  <a:pt x="165" y="517"/>
                  <a:pt x="137" y="566"/>
                </a:cubicBezTo>
                <a:cubicBezTo>
                  <a:pt x="137" y="566"/>
                  <a:pt x="137" y="566"/>
                  <a:pt x="137" y="566"/>
                </a:cubicBezTo>
                <a:cubicBezTo>
                  <a:pt x="113" y="607"/>
                  <a:pt x="93" y="650"/>
                  <a:pt x="77" y="694"/>
                </a:cubicBezTo>
                <a:cubicBezTo>
                  <a:pt x="75" y="699"/>
                  <a:pt x="70" y="703"/>
                  <a:pt x="65" y="703"/>
                </a:cubicBezTo>
                <a:close/>
                <a:moveTo>
                  <a:pt x="1878" y="645"/>
                </a:moveTo>
                <a:cubicBezTo>
                  <a:pt x="1873" y="645"/>
                  <a:pt x="1868" y="642"/>
                  <a:pt x="1866" y="637"/>
                </a:cubicBezTo>
                <a:cubicBezTo>
                  <a:pt x="1863" y="631"/>
                  <a:pt x="1866" y="623"/>
                  <a:pt x="1872" y="620"/>
                </a:cubicBezTo>
                <a:cubicBezTo>
                  <a:pt x="1874" y="620"/>
                  <a:pt x="1876" y="619"/>
                  <a:pt x="1878" y="619"/>
                </a:cubicBezTo>
                <a:cubicBezTo>
                  <a:pt x="1883" y="619"/>
                  <a:pt x="1887" y="622"/>
                  <a:pt x="1889" y="627"/>
                </a:cubicBezTo>
                <a:cubicBezTo>
                  <a:pt x="1892" y="633"/>
                  <a:pt x="1889" y="641"/>
                  <a:pt x="1883" y="644"/>
                </a:cubicBezTo>
                <a:cubicBezTo>
                  <a:pt x="1881" y="644"/>
                  <a:pt x="1879" y="645"/>
                  <a:pt x="1878" y="645"/>
                </a:cubicBezTo>
                <a:close/>
                <a:moveTo>
                  <a:pt x="1859" y="607"/>
                </a:moveTo>
                <a:cubicBezTo>
                  <a:pt x="1854" y="607"/>
                  <a:pt x="1850" y="604"/>
                  <a:pt x="1848" y="600"/>
                </a:cubicBezTo>
                <a:cubicBezTo>
                  <a:pt x="1829" y="562"/>
                  <a:pt x="1806" y="526"/>
                  <a:pt x="1782" y="492"/>
                </a:cubicBezTo>
                <a:cubicBezTo>
                  <a:pt x="1775" y="482"/>
                  <a:pt x="1768" y="473"/>
                  <a:pt x="1761" y="464"/>
                </a:cubicBezTo>
                <a:cubicBezTo>
                  <a:pt x="1759" y="462"/>
                  <a:pt x="1758" y="461"/>
                  <a:pt x="1757" y="459"/>
                </a:cubicBezTo>
                <a:cubicBezTo>
                  <a:pt x="1756" y="458"/>
                  <a:pt x="1754" y="456"/>
                  <a:pt x="1753" y="454"/>
                </a:cubicBezTo>
                <a:cubicBezTo>
                  <a:pt x="1752" y="453"/>
                  <a:pt x="1752" y="453"/>
                  <a:pt x="1752" y="453"/>
                </a:cubicBezTo>
                <a:cubicBezTo>
                  <a:pt x="1742" y="441"/>
                  <a:pt x="1732" y="429"/>
                  <a:pt x="1722" y="418"/>
                </a:cubicBezTo>
                <a:cubicBezTo>
                  <a:pt x="1722" y="418"/>
                  <a:pt x="1722" y="418"/>
                  <a:pt x="1722" y="418"/>
                </a:cubicBezTo>
                <a:cubicBezTo>
                  <a:pt x="1705" y="400"/>
                  <a:pt x="1705" y="400"/>
                  <a:pt x="1705" y="400"/>
                </a:cubicBezTo>
                <a:cubicBezTo>
                  <a:pt x="1700" y="395"/>
                  <a:pt x="1694" y="389"/>
                  <a:pt x="1691" y="386"/>
                </a:cubicBezTo>
                <a:cubicBezTo>
                  <a:pt x="1691" y="386"/>
                  <a:pt x="1691" y="386"/>
                  <a:pt x="1691" y="386"/>
                </a:cubicBezTo>
                <a:cubicBezTo>
                  <a:pt x="1660" y="355"/>
                  <a:pt x="1660" y="355"/>
                  <a:pt x="1660" y="355"/>
                </a:cubicBezTo>
                <a:cubicBezTo>
                  <a:pt x="1658" y="353"/>
                  <a:pt x="1656" y="349"/>
                  <a:pt x="1656" y="346"/>
                </a:cubicBezTo>
                <a:cubicBezTo>
                  <a:pt x="1656" y="343"/>
                  <a:pt x="1658" y="339"/>
                  <a:pt x="1660" y="337"/>
                </a:cubicBezTo>
                <a:cubicBezTo>
                  <a:pt x="1665" y="332"/>
                  <a:pt x="1673" y="332"/>
                  <a:pt x="1678" y="337"/>
                </a:cubicBezTo>
                <a:cubicBezTo>
                  <a:pt x="1709" y="367"/>
                  <a:pt x="1709" y="367"/>
                  <a:pt x="1709" y="367"/>
                </a:cubicBezTo>
                <a:cubicBezTo>
                  <a:pt x="1712" y="371"/>
                  <a:pt x="1717" y="376"/>
                  <a:pt x="1722" y="381"/>
                </a:cubicBezTo>
                <a:cubicBezTo>
                  <a:pt x="1741" y="401"/>
                  <a:pt x="1741" y="401"/>
                  <a:pt x="1741" y="401"/>
                </a:cubicBezTo>
                <a:cubicBezTo>
                  <a:pt x="1752" y="413"/>
                  <a:pt x="1762" y="426"/>
                  <a:pt x="1773" y="438"/>
                </a:cubicBezTo>
                <a:cubicBezTo>
                  <a:pt x="1773" y="438"/>
                  <a:pt x="1773" y="438"/>
                  <a:pt x="1773" y="438"/>
                </a:cubicBezTo>
                <a:cubicBezTo>
                  <a:pt x="1774" y="440"/>
                  <a:pt x="1775" y="441"/>
                  <a:pt x="1776" y="443"/>
                </a:cubicBezTo>
                <a:cubicBezTo>
                  <a:pt x="1777" y="444"/>
                  <a:pt x="1777" y="444"/>
                  <a:pt x="1777" y="444"/>
                </a:cubicBezTo>
                <a:cubicBezTo>
                  <a:pt x="1778" y="445"/>
                  <a:pt x="1779" y="447"/>
                  <a:pt x="1781" y="448"/>
                </a:cubicBezTo>
                <a:cubicBezTo>
                  <a:pt x="1788" y="458"/>
                  <a:pt x="1795" y="467"/>
                  <a:pt x="1802" y="477"/>
                </a:cubicBezTo>
                <a:cubicBezTo>
                  <a:pt x="1828" y="512"/>
                  <a:pt x="1851" y="549"/>
                  <a:pt x="1870" y="588"/>
                </a:cubicBezTo>
                <a:cubicBezTo>
                  <a:pt x="1870" y="588"/>
                  <a:pt x="1870" y="588"/>
                  <a:pt x="1870" y="588"/>
                </a:cubicBezTo>
                <a:cubicBezTo>
                  <a:pt x="1872" y="591"/>
                  <a:pt x="1872" y="595"/>
                  <a:pt x="1871" y="598"/>
                </a:cubicBezTo>
                <a:cubicBezTo>
                  <a:pt x="1870" y="601"/>
                  <a:pt x="1868" y="604"/>
                  <a:pt x="1865" y="605"/>
                </a:cubicBezTo>
                <a:cubicBezTo>
                  <a:pt x="1863" y="606"/>
                  <a:pt x="1861" y="607"/>
                  <a:pt x="1859" y="607"/>
                </a:cubicBezTo>
                <a:close/>
                <a:moveTo>
                  <a:pt x="253" y="403"/>
                </a:moveTo>
                <a:cubicBezTo>
                  <a:pt x="253" y="403"/>
                  <a:pt x="253" y="403"/>
                  <a:pt x="253" y="403"/>
                </a:cubicBezTo>
                <a:cubicBezTo>
                  <a:pt x="250" y="403"/>
                  <a:pt x="246" y="402"/>
                  <a:pt x="244" y="399"/>
                </a:cubicBezTo>
                <a:cubicBezTo>
                  <a:pt x="239" y="394"/>
                  <a:pt x="239" y="386"/>
                  <a:pt x="244" y="381"/>
                </a:cubicBezTo>
                <a:cubicBezTo>
                  <a:pt x="249" y="376"/>
                  <a:pt x="257" y="376"/>
                  <a:pt x="262" y="381"/>
                </a:cubicBezTo>
                <a:cubicBezTo>
                  <a:pt x="267" y="386"/>
                  <a:pt x="267" y="394"/>
                  <a:pt x="262" y="399"/>
                </a:cubicBezTo>
                <a:cubicBezTo>
                  <a:pt x="260" y="402"/>
                  <a:pt x="256" y="403"/>
                  <a:pt x="253" y="403"/>
                </a:cubicBezTo>
                <a:close/>
                <a:moveTo>
                  <a:pt x="283" y="373"/>
                </a:moveTo>
                <a:cubicBezTo>
                  <a:pt x="279" y="373"/>
                  <a:pt x="276" y="371"/>
                  <a:pt x="274" y="369"/>
                </a:cubicBezTo>
                <a:cubicBezTo>
                  <a:pt x="269" y="364"/>
                  <a:pt x="269" y="356"/>
                  <a:pt x="274" y="351"/>
                </a:cubicBezTo>
                <a:cubicBezTo>
                  <a:pt x="376" y="249"/>
                  <a:pt x="376" y="249"/>
                  <a:pt x="376" y="249"/>
                </a:cubicBezTo>
                <a:cubicBezTo>
                  <a:pt x="400" y="226"/>
                  <a:pt x="400" y="226"/>
                  <a:pt x="400" y="226"/>
                </a:cubicBezTo>
                <a:cubicBezTo>
                  <a:pt x="405" y="222"/>
                  <a:pt x="409" y="218"/>
                  <a:pt x="413" y="215"/>
                </a:cubicBezTo>
                <a:cubicBezTo>
                  <a:pt x="415" y="213"/>
                  <a:pt x="417" y="211"/>
                  <a:pt x="419" y="210"/>
                </a:cubicBezTo>
                <a:cubicBezTo>
                  <a:pt x="437" y="194"/>
                  <a:pt x="437" y="194"/>
                  <a:pt x="437" y="194"/>
                </a:cubicBezTo>
                <a:cubicBezTo>
                  <a:pt x="457" y="179"/>
                  <a:pt x="457" y="179"/>
                  <a:pt x="457" y="179"/>
                </a:cubicBezTo>
                <a:cubicBezTo>
                  <a:pt x="459" y="177"/>
                  <a:pt x="461" y="176"/>
                  <a:pt x="463" y="174"/>
                </a:cubicBezTo>
                <a:cubicBezTo>
                  <a:pt x="467" y="171"/>
                  <a:pt x="472" y="167"/>
                  <a:pt x="476" y="164"/>
                </a:cubicBezTo>
                <a:cubicBezTo>
                  <a:pt x="496" y="150"/>
                  <a:pt x="496" y="150"/>
                  <a:pt x="496" y="150"/>
                </a:cubicBezTo>
                <a:cubicBezTo>
                  <a:pt x="501" y="147"/>
                  <a:pt x="505" y="144"/>
                  <a:pt x="510" y="141"/>
                </a:cubicBezTo>
                <a:cubicBezTo>
                  <a:pt x="510" y="141"/>
                  <a:pt x="510" y="141"/>
                  <a:pt x="510" y="141"/>
                </a:cubicBezTo>
                <a:cubicBezTo>
                  <a:pt x="512" y="139"/>
                  <a:pt x="514" y="139"/>
                  <a:pt x="517" y="139"/>
                </a:cubicBezTo>
                <a:cubicBezTo>
                  <a:pt x="521" y="139"/>
                  <a:pt x="525" y="141"/>
                  <a:pt x="527" y="144"/>
                </a:cubicBezTo>
                <a:cubicBezTo>
                  <a:pt x="531" y="150"/>
                  <a:pt x="529" y="158"/>
                  <a:pt x="524" y="162"/>
                </a:cubicBezTo>
                <a:cubicBezTo>
                  <a:pt x="519" y="165"/>
                  <a:pt x="515" y="168"/>
                  <a:pt x="511" y="171"/>
                </a:cubicBezTo>
                <a:cubicBezTo>
                  <a:pt x="511" y="171"/>
                  <a:pt x="511" y="171"/>
                  <a:pt x="511" y="171"/>
                </a:cubicBezTo>
                <a:cubicBezTo>
                  <a:pt x="491" y="185"/>
                  <a:pt x="491" y="185"/>
                  <a:pt x="491" y="185"/>
                </a:cubicBezTo>
                <a:cubicBezTo>
                  <a:pt x="487" y="188"/>
                  <a:pt x="483" y="191"/>
                  <a:pt x="478" y="194"/>
                </a:cubicBezTo>
                <a:cubicBezTo>
                  <a:pt x="476" y="196"/>
                  <a:pt x="474" y="197"/>
                  <a:pt x="472" y="199"/>
                </a:cubicBezTo>
                <a:cubicBezTo>
                  <a:pt x="454" y="213"/>
                  <a:pt x="454" y="213"/>
                  <a:pt x="454" y="213"/>
                </a:cubicBezTo>
                <a:cubicBezTo>
                  <a:pt x="436" y="229"/>
                  <a:pt x="436" y="229"/>
                  <a:pt x="436" y="229"/>
                </a:cubicBezTo>
                <a:cubicBezTo>
                  <a:pt x="433" y="231"/>
                  <a:pt x="431" y="232"/>
                  <a:pt x="429" y="234"/>
                </a:cubicBezTo>
                <a:cubicBezTo>
                  <a:pt x="425" y="238"/>
                  <a:pt x="421" y="241"/>
                  <a:pt x="418" y="244"/>
                </a:cubicBezTo>
                <a:cubicBezTo>
                  <a:pt x="388" y="272"/>
                  <a:pt x="388" y="272"/>
                  <a:pt x="388" y="272"/>
                </a:cubicBezTo>
                <a:cubicBezTo>
                  <a:pt x="388" y="272"/>
                  <a:pt x="388" y="272"/>
                  <a:pt x="388" y="272"/>
                </a:cubicBezTo>
                <a:cubicBezTo>
                  <a:pt x="292" y="369"/>
                  <a:pt x="292" y="369"/>
                  <a:pt x="292" y="369"/>
                </a:cubicBezTo>
                <a:cubicBezTo>
                  <a:pt x="289" y="371"/>
                  <a:pt x="286" y="373"/>
                  <a:pt x="283" y="373"/>
                </a:cubicBezTo>
                <a:close/>
                <a:moveTo>
                  <a:pt x="1639" y="329"/>
                </a:moveTo>
                <a:cubicBezTo>
                  <a:pt x="1636" y="329"/>
                  <a:pt x="1632" y="327"/>
                  <a:pt x="1630" y="325"/>
                </a:cubicBezTo>
                <a:cubicBezTo>
                  <a:pt x="1628" y="323"/>
                  <a:pt x="1626" y="319"/>
                  <a:pt x="1626" y="316"/>
                </a:cubicBezTo>
                <a:cubicBezTo>
                  <a:pt x="1626" y="313"/>
                  <a:pt x="1628" y="309"/>
                  <a:pt x="1630" y="307"/>
                </a:cubicBezTo>
                <a:cubicBezTo>
                  <a:pt x="1635" y="302"/>
                  <a:pt x="1643" y="302"/>
                  <a:pt x="1648" y="307"/>
                </a:cubicBezTo>
                <a:cubicBezTo>
                  <a:pt x="1653" y="312"/>
                  <a:pt x="1653" y="320"/>
                  <a:pt x="1648" y="325"/>
                </a:cubicBezTo>
                <a:cubicBezTo>
                  <a:pt x="1646" y="327"/>
                  <a:pt x="1642" y="329"/>
                  <a:pt x="1639" y="329"/>
                </a:cubicBezTo>
                <a:close/>
                <a:moveTo>
                  <a:pt x="1609" y="299"/>
                </a:moveTo>
                <a:cubicBezTo>
                  <a:pt x="1606" y="299"/>
                  <a:pt x="1602" y="297"/>
                  <a:pt x="1600" y="295"/>
                </a:cubicBezTo>
                <a:cubicBezTo>
                  <a:pt x="1577" y="271"/>
                  <a:pt x="1577" y="271"/>
                  <a:pt x="1577" y="271"/>
                </a:cubicBezTo>
                <a:cubicBezTo>
                  <a:pt x="1560" y="255"/>
                  <a:pt x="1560" y="255"/>
                  <a:pt x="1560" y="255"/>
                </a:cubicBezTo>
                <a:cubicBezTo>
                  <a:pt x="1533" y="230"/>
                  <a:pt x="1504" y="206"/>
                  <a:pt x="1474" y="184"/>
                </a:cubicBezTo>
                <a:cubicBezTo>
                  <a:pt x="1474" y="184"/>
                  <a:pt x="1474" y="184"/>
                  <a:pt x="1474" y="184"/>
                </a:cubicBezTo>
                <a:cubicBezTo>
                  <a:pt x="1453" y="169"/>
                  <a:pt x="1431" y="154"/>
                  <a:pt x="1409" y="141"/>
                </a:cubicBezTo>
                <a:cubicBezTo>
                  <a:pt x="1391" y="130"/>
                  <a:pt x="1372" y="120"/>
                  <a:pt x="1353" y="111"/>
                </a:cubicBezTo>
                <a:cubicBezTo>
                  <a:pt x="1350" y="109"/>
                  <a:pt x="1348" y="107"/>
                  <a:pt x="1346" y="104"/>
                </a:cubicBezTo>
                <a:cubicBezTo>
                  <a:pt x="1345" y="100"/>
                  <a:pt x="1346" y="97"/>
                  <a:pt x="1347" y="94"/>
                </a:cubicBezTo>
                <a:cubicBezTo>
                  <a:pt x="1349" y="90"/>
                  <a:pt x="1354" y="87"/>
                  <a:pt x="1358" y="87"/>
                </a:cubicBezTo>
                <a:cubicBezTo>
                  <a:pt x="1360" y="87"/>
                  <a:pt x="1362" y="87"/>
                  <a:pt x="1364" y="88"/>
                </a:cubicBezTo>
                <a:cubicBezTo>
                  <a:pt x="1384" y="98"/>
                  <a:pt x="1403" y="108"/>
                  <a:pt x="1422" y="119"/>
                </a:cubicBezTo>
                <a:cubicBezTo>
                  <a:pt x="1445" y="133"/>
                  <a:pt x="1467" y="148"/>
                  <a:pt x="1489" y="164"/>
                </a:cubicBezTo>
                <a:cubicBezTo>
                  <a:pt x="1520" y="186"/>
                  <a:pt x="1550" y="211"/>
                  <a:pt x="1577" y="237"/>
                </a:cubicBezTo>
                <a:cubicBezTo>
                  <a:pt x="1594" y="253"/>
                  <a:pt x="1594" y="253"/>
                  <a:pt x="1594" y="253"/>
                </a:cubicBezTo>
                <a:cubicBezTo>
                  <a:pt x="1618" y="277"/>
                  <a:pt x="1618" y="277"/>
                  <a:pt x="1618" y="277"/>
                </a:cubicBezTo>
                <a:cubicBezTo>
                  <a:pt x="1620" y="279"/>
                  <a:pt x="1622" y="283"/>
                  <a:pt x="1622" y="286"/>
                </a:cubicBezTo>
                <a:cubicBezTo>
                  <a:pt x="1622" y="289"/>
                  <a:pt x="1620" y="293"/>
                  <a:pt x="1618" y="295"/>
                </a:cubicBezTo>
                <a:cubicBezTo>
                  <a:pt x="1616" y="297"/>
                  <a:pt x="1612" y="299"/>
                  <a:pt x="1609" y="299"/>
                </a:cubicBezTo>
                <a:close/>
                <a:moveTo>
                  <a:pt x="553" y="142"/>
                </a:moveTo>
                <a:cubicBezTo>
                  <a:pt x="553" y="142"/>
                  <a:pt x="553" y="142"/>
                  <a:pt x="553" y="142"/>
                </a:cubicBezTo>
                <a:cubicBezTo>
                  <a:pt x="548" y="142"/>
                  <a:pt x="544" y="139"/>
                  <a:pt x="542" y="135"/>
                </a:cubicBezTo>
                <a:cubicBezTo>
                  <a:pt x="540" y="133"/>
                  <a:pt x="539" y="129"/>
                  <a:pt x="540" y="126"/>
                </a:cubicBezTo>
                <a:cubicBezTo>
                  <a:pt x="541" y="123"/>
                  <a:pt x="543" y="120"/>
                  <a:pt x="546" y="118"/>
                </a:cubicBezTo>
                <a:cubicBezTo>
                  <a:pt x="548" y="117"/>
                  <a:pt x="550" y="116"/>
                  <a:pt x="553" y="116"/>
                </a:cubicBezTo>
                <a:cubicBezTo>
                  <a:pt x="557" y="116"/>
                  <a:pt x="561" y="119"/>
                  <a:pt x="564" y="123"/>
                </a:cubicBezTo>
                <a:cubicBezTo>
                  <a:pt x="567" y="129"/>
                  <a:pt x="565" y="136"/>
                  <a:pt x="559" y="140"/>
                </a:cubicBezTo>
                <a:cubicBezTo>
                  <a:pt x="557" y="141"/>
                  <a:pt x="555" y="142"/>
                  <a:pt x="553" y="142"/>
                </a:cubicBezTo>
                <a:close/>
                <a:moveTo>
                  <a:pt x="590" y="121"/>
                </a:moveTo>
                <a:cubicBezTo>
                  <a:pt x="585" y="121"/>
                  <a:pt x="581" y="119"/>
                  <a:pt x="578" y="114"/>
                </a:cubicBezTo>
                <a:cubicBezTo>
                  <a:pt x="577" y="111"/>
                  <a:pt x="577" y="108"/>
                  <a:pt x="578" y="105"/>
                </a:cubicBezTo>
                <a:cubicBezTo>
                  <a:pt x="579" y="101"/>
                  <a:pt x="581" y="99"/>
                  <a:pt x="584" y="97"/>
                </a:cubicBezTo>
                <a:cubicBezTo>
                  <a:pt x="626" y="75"/>
                  <a:pt x="671" y="56"/>
                  <a:pt x="718" y="41"/>
                </a:cubicBezTo>
                <a:cubicBezTo>
                  <a:pt x="718" y="41"/>
                  <a:pt x="718" y="41"/>
                  <a:pt x="718" y="41"/>
                </a:cubicBezTo>
                <a:cubicBezTo>
                  <a:pt x="719" y="41"/>
                  <a:pt x="719" y="41"/>
                  <a:pt x="719" y="41"/>
                </a:cubicBezTo>
                <a:cubicBezTo>
                  <a:pt x="719" y="41"/>
                  <a:pt x="719" y="41"/>
                  <a:pt x="719" y="41"/>
                </a:cubicBezTo>
                <a:cubicBezTo>
                  <a:pt x="764" y="27"/>
                  <a:pt x="811" y="16"/>
                  <a:pt x="857" y="9"/>
                </a:cubicBezTo>
                <a:cubicBezTo>
                  <a:pt x="867" y="7"/>
                  <a:pt x="877" y="6"/>
                  <a:pt x="887" y="5"/>
                </a:cubicBezTo>
                <a:cubicBezTo>
                  <a:pt x="894" y="4"/>
                  <a:pt x="900" y="9"/>
                  <a:pt x="901" y="16"/>
                </a:cubicBezTo>
                <a:cubicBezTo>
                  <a:pt x="902" y="23"/>
                  <a:pt x="897" y="29"/>
                  <a:pt x="890" y="30"/>
                </a:cubicBezTo>
                <a:cubicBezTo>
                  <a:pt x="880" y="31"/>
                  <a:pt x="871" y="32"/>
                  <a:pt x="861" y="34"/>
                </a:cubicBezTo>
                <a:cubicBezTo>
                  <a:pt x="816" y="41"/>
                  <a:pt x="770" y="51"/>
                  <a:pt x="727" y="65"/>
                </a:cubicBezTo>
                <a:cubicBezTo>
                  <a:pt x="681" y="80"/>
                  <a:pt x="637" y="98"/>
                  <a:pt x="596" y="120"/>
                </a:cubicBezTo>
                <a:cubicBezTo>
                  <a:pt x="594" y="121"/>
                  <a:pt x="592" y="121"/>
                  <a:pt x="590" y="121"/>
                </a:cubicBezTo>
                <a:close/>
                <a:moveTo>
                  <a:pt x="1320" y="95"/>
                </a:moveTo>
                <a:cubicBezTo>
                  <a:pt x="1318" y="95"/>
                  <a:pt x="1316" y="94"/>
                  <a:pt x="1315" y="93"/>
                </a:cubicBezTo>
                <a:cubicBezTo>
                  <a:pt x="1312" y="92"/>
                  <a:pt x="1309" y="90"/>
                  <a:pt x="1308" y="86"/>
                </a:cubicBezTo>
                <a:cubicBezTo>
                  <a:pt x="1307" y="83"/>
                  <a:pt x="1307" y="80"/>
                  <a:pt x="1308" y="77"/>
                </a:cubicBezTo>
                <a:cubicBezTo>
                  <a:pt x="1310" y="72"/>
                  <a:pt x="1315" y="69"/>
                  <a:pt x="1320" y="69"/>
                </a:cubicBezTo>
                <a:cubicBezTo>
                  <a:pt x="1322" y="69"/>
                  <a:pt x="1323" y="69"/>
                  <a:pt x="1325" y="70"/>
                </a:cubicBezTo>
                <a:cubicBezTo>
                  <a:pt x="1326" y="70"/>
                  <a:pt x="1326" y="70"/>
                  <a:pt x="1326" y="70"/>
                </a:cubicBezTo>
                <a:cubicBezTo>
                  <a:pt x="1326" y="70"/>
                  <a:pt x="1326" y="70"/>
                  <a:pt x="1326" y="70"/>
                </a:cubicBezTo>
                <a:cubicBezTo>
                  <a:pt x="1332" y="74"/>
                  <a:pt x="1334" y="81"/>
                  <a:pt x="1332" y="87"/>
                </a:cubicBezTo>
                <a:cubicBezTo>
                  <a:pt x="1330" y="91"/>
                  <a:pt x="1325" y="95"/>
                  <a:pt x="1320" y="95"/>
                </a:cubicBezTo>
                <a:close/>
                <a:moveTo>
                  <a:pt x="1281" y="79"/>
                </a:moveTo>
                <a:cubicBezTo>
                  <a:pt x="1279" y="79"/>
                  <a:pt x="1278" y="78"/>
                  <a:pt x="1276" y="78"/>
                </a:cubicBezTo>
                <a:cubicBezTo>
                  <a:pt x="1263" y="73"/>
                  <a:pt x="1249" y="68"/>
                  <a:pt x="1236" y="64"/>
                </a:cubicBezTo>
                <a:cubicBezTo>
                  <a:pt x="1235" y="64"/>
                  <a:pt x="1235" y="64"/>
                  <a:pt x="1235" y="64"/>
                </a:cubicBezTo>
                <a:cubicBezTo>
                  <a:pt x="1224" y="60"/>
                  <a:pt x="1212" y="57"/>
                  <a:pt x="1200" y="54"/>
                </a:cubicBezTo>
                <a:cubicBezTo>
                  <a:pt x="1196" y="53"/>
                  <a:pt x="1193" y="52"/>
                  <a:pt x="1190" y="51"/>
                </a:cubicBezTo>
                <a:cubicBezTo>
                  <a:pt x="1190" y="51"/>
                  <a:pt x="1190" y="51"/>
                  <a:pt x="1190" y="51"/>
                </a:cubicBezTo>
                <a:cubicBezTo>
                  <a:pt x="1184" y="49"/>
                  <a:pt x="1178" y="48"/>
                  <a:pt x="1172" y="47"/>
                </a:cubicBezTo>
                <a:cubicBezTo>
                  <a:pt x="1170" y="46"/>
                  <a:pt x="1169" y="46"/>
                  <a:pt x="1167" y="46"/>
                </a:cubicBezTo>
                <a:cubicBezTo>
                  <a:pt x="1167" y="46"/>
                  <a:pt x="1167" y="46"/>
                  <a:pt x="1167" y="46"/>
                </a:cubicBezTo>
                <a:cubicBezTo>
                  <a:pt x="1144" y="40"/>
                  <a:pt x="1144" y="40"/>
                  <a:pt x="1144" y="40"/>
                </a:cubicBezTo>
                <a:cubicBezTo>
                  <a:pt x="1120" y="36"/>
                  <a:pt x="1120" y="36"/>
                  <a:pt x="1120" y="36"/>
                </a:cubicBezTo>
                <a:cubicBezTo>
                  <a:pt x="1118" y="36"/>
                  <a:pt x="1116" y="36"/>
                  <a:pt x="1115" y="35"/>
                </a:cubicBezTo>
                <a:cubicBezTo>
                  <a:pt x="1113" y="35"/>
                  <a:pt x="1113" y="35"/>
                  <a:pt x="1113" y="35"/>
                </a:cubicBezTo>
                <a:cubicBezTo>
                  <a:pt x="1108" y="34"/>
                  <a:pt x="1102" y="33"/>
                  <a:pt x="1097" y="33"/>
                </a:cubicBezTo>
                <a:cubicBezTo>
                  <a:pt x="1073" y="30"/>
                  <a:pt x="1073" y="30"/>
                  <a:pt x="1073" y="30"/>
                </a:cubicBezTo>
                <a:cubicBezTo>
                  <a:pt x="1072" y="30"/>
                  <a:pt x="1071" y="30"/>
                  <a:pt x="1070" y="30"/>
                </a:cubicBezTo>
                <a:cubicBezTo>
                  <a:pt x="1067" y="29"/>
                  <a:pt x="1064" y="29"/>
                  <a:pt x="1062" y="29"/>
                </a:cubicBezTo>
                <a:cubicBezTo>
                  <a:pt x="1050" y="28"/>
                  <a:pt x="1050" y="28"/>
                  <a:pt x="1050" y="28"/>
                </a:cubicBezTo>
                <a:cubicBezTo>
                  <a:pt x="1028" y="26"/>
                  <a:pt x="1005" y="25"/>
                  <a:pt x="982" y="25"/>
                </a:cubicBezTo>
                <a:cubicBezTo>
                  <a:pt x="979" y="25"/>
                  <a:pt x="976" y="25"/>
                  <a:pt x="973" y="25"/>
                </a:cubicBezTo>
                <a:cubicBezTo>
                  <a:pt x="973" y="25"/>
                  <a:pt x="973" y="25"/>
                  <a:pt x="973" y="25"/>
                </a:cubicBezTo>
                <a:cubicBezTo>
                  <a:pt x="966" y="25"/>
                  <a:pt x="960" y="20"/>
                  <a:pt x="960" y="13"/>
                </a:cubicBezTo>
                <a:cubicBezTo>
                  <a:pt x="960" y="6"/>
                  <a:pt x="966" y="0"/>
                  <a:pt x="973" y="0"/>
                </a:cubicBezTo>
                <a:cubicBezTo>
                  <a:pt x="977" y="0"/>
                  <a:pt x="980" y="0"/>
                  <a:pt x="982" y="0"/>
                </a:cubicBezTo>
                <a:cubicBezTo>
                  <a:pt x="1005" y="0"/>
                  <a:pt x="1029" y="1"/>
                  <a:pt x="1052" y="2"/>
                </a:cubicBezTo>
                <a:cubicBezTo>
                  <a:pt x="1064" y="3"/>
                  <a:pt x="1064" y="3"/>
                  <a:pt x="1064" y="3"/>
                </a:cubicBezTo>
                <a:cubicBezTo>
                  <a:pt x="1067" y="4"/>
                  <a:pt x="1070" y="4"/>
                  <a:pt x="1073" y="4"/>
                </a:cubicBezTo>
                <a:cubicBezTo>
                  <a:pt x="1074" y="4"/>
                  <a:pt x="1075" y="5"/>
                  <a:pt x="1076" y="5"/>
                </a:cubicBezTo>
                <a:cubicBezTo>
                  <a:pt x="1076" y="5"/>
                  <a:pt x="1076" y="5"/>
                  <a:pt x="1076" y="5"/>
                </a:cubicBezTo>
                <a:cubicBezTo>
                  <a:pt x="1100" y="8"/>
                  <a:pt x="1100" y="8"/>
                  <a:pt x="1100" y="8"/>
                </a:cubicBezTo>
                <a:cubicBezTo>
                  <a:pt x="1106" y="8"/>
                  <a:pt x="1111" y="9"/>
                  <a:pt x="1117" y="10"/>
                </a:cubicBezTo>
                <a:cubicBezTo>
                  <a:pt x="1119" y="10"/>
                  <a:pt x="1119" y="10"/>
                  <a:pt x="1119" y="10"/>
                </a:cubicBezTo>
                <a:cubicBezTo>
                  <a:pt x="1121" y="11"/>
                  <a:pt x="1123" y="11"/>
                  <a:pt x="1124" y="11"/>
                </a:cubicBezTo>
                <a:cubicBezTo>
                  <a:pt x="1149" y="15"/>
                  <a:pt x="1149" y="15"/>
                  <a:pt x="1149" y="15"/>
                </a:cubicBezTo>
                <a:cubicBezTo>
                  <a:pt x="1172" y="21"/>
                  <a:pt x="1172" y="21"/>
                  <a:pt x="1172" y="21"/>
                </a:cubicBezTo>
                <a:cubicBezTo>
                  <a:pt x="1174" y="21"/>
                  <a:pt x="1176" y="21"/>
                  <a:pt x="1178" y="22"/>
                </a:cubicBezTo>
                <a:cubicBezTo>
                  <a:pt x="1184" y="23"/>
                  <a:pt x="1190" y="25"/>
                  <a:pt x="1197" y="26"/>
                </a:cubicBezTo>
                <a:cubicBezTo>
                  <a:pt x="1200" y="27"/>
                  <a:pt x="1203" y="28"/>
                  <a:pt x="1207" y="29"/>
                </a:cubicBezTo>
                <a:cubicBezTo>
                  <a:pt x="1219" y="32"/>
                  <a:pt x="1231" y="36"/>
                  <a:pt x="1244" y="40"/>
                </a:cubicBezTo>
                <a:cubicBezTo>
                  <a:pt x="1244" y="40"/>
                  <a:pt x="1244" y="40"/>
                  <a:pt x="1244" y="40"/>
                </a:cubicBezTo>
                <a:cubicBezTo>
                  <a:pt x="1257" y="44"/>
                  <a:pt x="1271" y="49"/>
                  <a:pt x="1285" y="54"/>
                </a:cubicBezTo>
                <a:cubicBezTo>
                  <a:pt x="1292" y="57"/>
                  <a:pt x="1295" y="64"/>
                  <a:pt x="1292" y="70"/>
                </a:cubicBezTo>
                <a:cubicBezTo>
                  <a:pt x="1291" y="75"/>
                  <a:pt x="1286" y="79"/>
                  <a:pt x="1281" y="79"/>
                </a:cubicBezTo>
                <a:close/>
                <a:moveTo>
                  <a:pt x="931" y="27"/>
                </a:moveTo>
                <a:cubicBezTo>
                  <a:pt x="924" y="27"/>
                  <a:pt x="918" y="21"/>
                  <a:pt x="918" y="15"/>
                </a:cubicBezTo>
                <a:cubicBezTo>
                  <a:pt x="917" y="8"/>
                  <a:pt x="923" y="2"/>
                  <a:pt x="930" y="1"/>
                </a:cubicBezTo>
                <a:cubicBezTo>
                  <a:pt x="930" y="1"/>
                  <a:pt x="930" y="1"/>
                  <a:pt x="930" y="1"/>
                </a:cubicBezTo>
                <a:cubicBezTo>
                  <a:pt x="930" y="1"/>
                  <a:pt x="930" y="1"/>
                  <a:pt x="930" y="1"/>
                </a:cubicBezTo>
                <a:cubicBezTo>
                  <a:pt x="937" y="1"/>
                  <a:pt x="943" y="6"/>
                  <a:pt x="943" y="13"/>
                </a:cubicBezTo>
                <a:cubicBezTo>
                  <a:pt x="944" y="20"/>
                  <a:pt x="938" y="26"/>
                  <a:pt x="931" y="27"/>
                </a:cubicBezTo>
                <a:cubicBezTo>
                  <a:pt x="931" y="27"/>
                  <a:pt x="931" y="27"/>
                  <a:pt x="931" y="27"/>
                </a:cubicBezTo>
                <a:close/>
              </a:path>
            </a:pathLst>
          </a:custGeom>
          <a:solidFill>
            <a:srgbClr val="E9C9D5"/>
          </a:solidFill>
          <a:ln>
            <a:noFill/>
          </a:ln>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sp>
        <p:nvSpPr>
          <p:cNvPr id="77" name="Freeform 37">
            <a:extLst>
              <a:ext uri="{FF2B5EF4-FFF2-40B4-BE49-F238E27FC236}">
                <a16:creationId xmlns:a16="http://schemas.microsoft.com/office/drawing/2014/main" id="{98DE8AD9-4CD9-4281-AF3B-66A8BE85A522}"/>
              </a:ext>
            </a:extLst>
          </p:cNvPr>
          <p:cNvSpPr>
            <a:spLocks noEditPoints="1"/>
          </p:cNvSpPr>
          <p:nvPr/>
        </p:nvSpPr>
        <p:spPr bwMode="auto">
          <a:xfrm>
            <a:off x="1399024" y="1801707"/>
            <a:ext cx="3247602" cy="3254586"/>
          </a:xfrm>
          <a:custGeom>
            <a:avLst/>
            <a:gdLst>
              <a:gd name="T0" fmla="*/ 930 w 1858"/>
              <a:gd name="T1" fmla="*/ 1835 h 1861"/>
              <a:gd name="T2" fmla="*/ 1175 w 1858"/>
              <a:gd name="T3" fmla="*/ 1796 h 1861"/>
              <a:gd name="T4" fmla="*/ 1276 w 1858"/>
              <a:gd name="T5" fmla="*/ 1754 h 1861"/>
              <a:gd name="T6" fmla="*/ 1244 w 1858"/>
              <a:gd name="T7" fmla="*/ 1797 h 1861"/>
              <a:gd name="T8" fmla="*/ 972 w 1858"/>
              <a:gd name="T9" fmla="*/ 1859 h 1861"/>
              <a:gd name="T10" fmla="*/ 758 w 1858"/>
              <a:gd name="T11" fmla="*/ 1842 h 1861"/>
              <a:gd name="T12" fmla="*/ 773 w 1858"/>
              <a:gd name="T13" fmla="*/ 1833 h 1861"/>
              <a:gd name="T14" fmla="*/ 481 w 1858"/>
              <a:gd name="T15" fmla="*/ 1726 h 1861"/>
              <a:gd name="T16" fmla="*/ 400 w 1858"/>
              <a:gd name="T17" fmla="*/ 1663 h 1861"/>
              <a:gd name="T18" fmla="*/ 358 w 1858"/>
              <a:gd name="T19" fmla="*/ 1625 h 1861"/>
              <a:gd name="T20" fmla="*/ 391 w 1858"/>
              <a:gd name="T21" fmla="*/ 1622 h 1861"/>
              <a:gd name="T22" fmla="*/ 433 w 1858"/>
              <a:gd name="T23" fmla="*/ 1658 h 1861"/>
              <a:gd name="T24" fmla="*/ 495 w 1858"/>
              <a:gd name="T25" fmla="*/ 1705 h 1861"/>
              <a:gd name="T26" fmla="*/ 1319 w 1858"/>
              <a:gd name="T27" fmla="*/ 1759 h 1861"/>
              <a:gd name="T28" fmla="*/ 1336 w 1858"/>
              <a:gd name="T29" fmla="*/ 1721 h 1861"/>
              <a:gd name="T30" fmla="*/ 1346 w 1858"/>
              <a:gd name="T31" fmla="*/ 1745 h 1861"/>
              <a:gd name="T32" fmla="*/ 1373 w 1858"/>
              <a:gd name="T33" fmla="*/ 1713 h 1861"/>
              <a:gd name="T34" fmla="*/ 1503 w 1858"/>
              <a:gd name="T35" fmla="*/ 1586 h 1861"/>
              <a:gd name="T36" fmla="*/ 1521 w 1858"/>
              <a:gd name="T37" fmla="*/ 1604 h 1861"/>
              <a:gd name="T38" fmla="*/ 1384 w 1858"/>
              <a:gd name="T39" fmla="*/ 1718 h 1861"/>
              <a:gd name="T40" fmla="*/ 224 w 1858"/>
              <a:gd name="T41" fmla="*/ 1472 h 1861"/>
              <a:gd name="T42" fmla="*/ 256 w 1858"/>
              <a:gd name="T43" fmla="*/ 1518 h 1861"/>
              <a:gd name="T44" fmla="*/ 1807 w 1858"/>
              <a:gd name="T45" fmla="*/ 1176 h 1861"/>
              <a:gd name="T46" fmla="*/ 195 w 1858"/>
              <a:gd name="T47" fmla="*/ 1458 h 1861"/>
              <a:gd name="T48" fmla="*/ 48 w 1858"/>
              <a:gd name="T49" fmla="*/ 1206 h 1861"/>
              <a:gd name="T50" fmla="*/ 15 w 1858"/>
              <a:gd name="T51" fmla="*/ 990 h 1861"/>
              <a:gd name="T52" fmla="*/ 72 w 1858"/>
              <a:gd name="T53" fmla="*/ 1197 h 1861"/>
              <a:gd name="T54" fmla="*/ 214 w 1858"/>
              <a:gd name="T55" fmla="*/ 1441 h 1861"/>
              <a:gd name="T56" fmla="*/ 1803 w 1858"/>
              <a:gd name="T57" fmla="*/ 1144 h 1861"/>
              <a:gd name="T58" fmla="*/ 1815 w 1858"/>
              <a:gd name="T59" fmla="*/ 1160 h 1861"/>
              <a:gd name="T60" fmla="*/ 1832 w 1858"/>
              <a:gd name="T61" fmla="*/ 932 h 1861"/>
              <a:gd name="T62" fmla="*/ 1764 w 1858"/>
              <a:gd name="T63" fmla="*/ 581 h 1861"/>
              <a:gd name="T64" fmla="*/ 1858 w 1858"/>
              <a:gd name="T65" fmla="*/ 932 h 1861"/>
              <a:gd name="T66" fmla="*/ 1 w 1858"/>
              <a:gd name="T67" fmla="*/ 961 h 1861"/>
              <a:gd name="T68" fmla="*/ 26 w 1858"/>
              <a:gd name="T69" fmla="*/ 927 h 1861"/>
              <a:gd name="T70" fmla="*/ 15 w 1858"/>
              <a:gd name="T71" fmla="*/ 897 h 1861"/>
              <a:gd name="T72" fmla="*/ 86 w 1858"/>
              <a:gd name="T73" fmla="*/ 569 h 1861"/>
              <a:gd name="T74" fmla="*/ 108 w 1858"/>
              <a:gd name="T75" fmla="*/ 581 h 1861"/>
              <a:gd name="T76" fmla="*/ 1739 w 1858"/>
              <a:gd name="T77" fmla="*/ 561 h 1861"/>
              <a:gd name="T78" fmla="*/ 1756 w 1858"/>
              <a:gd name="T79" fmla="*/ 566 h 1861"/>
              <a:gd name="T80" fmla="*/ 1665 w 1858"/>
              <a:gd name="T81" fmla="*/ 447 h 1861"/>
              <a:gd name="T82" fmla="*/ 1599 w 1858"/>
              <a:gd name="T83" fmla="*/ 373 h 1861"/>
              <a:gd name="T84" fmla="*/ 1357 w 1858"/>
              <a:gd name="T85" fmla="*/ 155 h 1861"/>
              <a:gd name="T86" fmla="*/ 1616 w 1858"/>
              <a:gd name="T87" fmla="*/ 355 h 1861"/>
              <a:gd name="T88" fmla="*/ 1685 w 1858"/>
              <a:gd name="T89" fmla="*/ 432 h 1861"/>
              <a:gd name="T90" fmla="*/ 216 w 1858"/>
              <a:gd name="T91" fmla="*/ 413 h 1861"/>
              <a:gd name="T92" fmla="*/ 248 w 1858"/>
              <a:gd name="T93" fmla="*/ 384 h 1861"/>
              <a:gd name="T94" fmla="*/ 260 w 1858"/>
              <a:gd name="T95" fmla="*/ 336 h 1861"/>
              <a:gd name="T96" fmla="*/ 418 w 1858"/>
              <a:gd name="T97" fmla="*/ 184 h 1861"/>
              <a:gd name="T98" fmla="*/ 504 w 1858"/>
              <a:gd name="T99" fmla="*/ 123 h 1861"/>
              <a:gd name="T100" fmla="*/ 518 w 1858"/>
              <a:gd name="T101" fmla="*/ 144 h 1861"/>
              <a:gd name="T102" fmla="*/ 451 w 1858"/>
              <a:gd name="T103" fmla="*/ 191 h 1861"/>
              <a:gd name="T104" fmla="*/ 370 w 1858"/>
              <a:gd name="T105" fmla="*/ 263 h 1861"/>
              <a:gd name="T106" fmla="*/ 1292 w 1858"/>
              <a:gd name="T107" fmla="*/ 117 h 1861"/>
              <a:gd name="T108" fmla="*/ 1327 w 1858"/>
              <a:gd name="T109" fmla="*/ 135 h 1861"/>
              <a:gd name="T110" fmla="*/ 1122 w 1858"/>
              <a:gd name="T111" fmla="*/ 52 h 1861"/>
              <a:gd name="T112" fmla="*/ 1058 w 1858"/>
              <a:gd name="T113" fmla="*/ 39 h 1861"/>
              <a:gd name="T114" fmla="*/ 992 w 1858"/>
              <a:gd name="T115" fmla="*/ 31 h 1861"/>
              <a:gd name="T116" fmla="*/ 811 w 1858"/>
              <a:gd name="T117" fmla="*/ 11 h 1861"/>
              <a:gd name="T118" fmla="*/ 1055 w 1858"/>
              <a:gd name="T119" fmla="*/ 12 h 1861"/>
              <a:gd name="T120" fmla="*/ 1111 w 1858"/>
              <a:gd name="T121" fmla="*/ 23 h 1861"/>
              <a:gd name="T122" fmla="*/ 1271 w 1858"/>
              <a:gd name="T123" fmla="*/ 92 h 1861"/>
              <a:gd name="T124" fmla="*/ 734 w 1858"/>
              <a:gd name="T125" fmla="*/ 26 h 18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58" h="1861">
                <a:moveTo>
                  <a:pt x="930" y="1861"/>
                </a:moveTo>
                <a:cubicBezTo>
                  <a:pt x="886" y="1861"/>
                  <a:pt x="843" y="1857"/>
                  <a:pt x="801" y="1850"/>
                </a:cubicBezTo>
                <a:cubicBezTo>
                  <a:pt x="794" y="1849"/>
                  <a:pt x="789" y="1843"/>
                  <a:pt x="790" y="1836"/>
                </a:cubicBezTo>
                <a:cubicBezTo>
                  <a:pt x="791" y="1829"/>
                  <a:pt x="798" y="1824"/>
                  <a:pt x="805" y="1825"/>
                </a:cubicBezTo>
                <a:cubicBezTo>
                  <a:pt x="846" y="1832"/>
                  <a:pt x="888" y="1835"/>
                  <a:pt x="930" y="1835"/>
                </a:cubicBezTo>
                <a:cubicBezTo>
                  <a:pt x="930" y="1835"/>
                  <a:pt x="930" y="1835"/>
                  <a:pt x="930" y="1835"/>
                </a:cubicBezTo>
                <a:cubicBezTo>
                  <a:pt x="943" y="1835"/>
                  <a:pt x="957" y="1835"/>
                  <a:pt x="971" y="1834"/>
                </a:cubicBezTo>
                <a:cubicBezTo>
                  <a:pt x="971" y="1834"/>
                  <a:pt x="971" y="1834"/>
                  <a:pt x="971" y="1834"/>
                </a:cubicBezTo>
                <a:cubicBezTo>
                  <a:pt x="981" y="1833"/>
                  <a:pt x="992" y="1833"/>
                  <a:pt x="1002" y="1832"/>
                </a:cubicBezTo>
                <a:cubicBezTo>
                  <a:pt x="1060" y="1826"/>
                  <a:pt x="1118" y="1814"/>
                  <a:pt x="1175" y="1796"/>
                </a:cubicBezTo>
                <a:cubicBezTo>
                  <a:pt x="1186" y="1792"/>
                  <a:pt x="1196" y="1788"/>
                  <a:pt x="1207" y="1784"/>
                </a:cubicBezTo>
                <a:cubicBezTo>
                  <a:pt x="1210" y="1783"/>
                  <a:pt x="1214" y="1782"/>
                  <a:pt x="1217" y="1781"/>
                </a:cubicBezTo>
                <a:cubicBezTo>
                  <a:pt x="1222" y="1779"/>
                  <a:pt x="1228" y="1776"/>
                  <a:pt x="1234" y="1774"/>
                </a:cubicBezTo>
                <a:cubicBezTo>
                  <a:pt x="1258" y="1763"/>
                  <a:pt x="1258" y="1763"/>
                  <a:pt x="1258" y="1763"/>
                </a:cubicBezTo>
                <a:cubicBezTo>
                  <a:pt x="1264" y="1760"/>
                  <a:pt x="1270" y="1757"/>
                  <a:pt x="1276" y="1754"/>
                </a:cubicBezTo>
                <a:cubicBezTo>
                  <a:pt x="1282" y="1751"/>
                  <a:pt x="1290" y="1754"/>
                  <a:pt x="1293" y="1760"/>
                </a:cubicBezTo>
                <a:cubicBezTo>
                  <a:pt x="1296" y="1766"/>
                  <a:pt x="1293" y="1774"/>
                  <a:pt x="1287" y="1777"/>
                </a:cubicBezTo>
                <a:cubicBezTo>
                  <a:pt x="1281" y="1780"/>
                  <a:pt x="1275" y="1783"/>
                  <a:pt x="1268" y="1786"/>
                </a:cubicBezTo>
                <a:cubicBezTo>
                  <a:pt x="1268" y="1786"/>
                  <a:pt x="1268" y="1786"/>
                  <a:pt x="1268" y="1786"/>
                </a:cubicBezTo>
                <a:cubicBezTo>
                  <a:pt x="1244" y="1797"/>
                  <a:pt x="1244" y="1797"/>
                  <a:pt x="1244" y="1797"/>
                </a:cubicBezTo>
                <a:cubicBezTo>
                  <a:pt x="1238" y="1800"/>
                  <a:pt x="1232" y="1802"/>
                  <a:pt x="1226" y="1804"/>
                </a:cubicBezTo>
                <a:cubicBezTo>
                  <a:pt x="1223" y="1806"/>
                  <a:pt x="1219" y="1807"/>
                  <a:pt x="1216" y="1808"/>
                </a:cubicBezTo>
                <a:cubicBezTo>
                  <a:pt x="1205" y="1812"/>
                  <a:pt x="1194" y="1816"/>
                  <a:pt x="1183" y="1820"/>
                </a:cubicBezTo>
                <a:cubicBezTo>
                  <a:pt x="1124" y="1839"/>
                  <a:pt x="1064" y="1852"/>
                  <a:pt x="1004" y="1857"/>
                </a:cubicBezTo>
                <a:cubicBezTo>
                  <a:pt x="993" y="1858"/>
                  <a:pt x="983" y="1859"/>
                  <a:pt x="972" y="1859"/>
                </a:cubicBezTo>
                <a:cubicBezTo>
                  <a:pt x="972" y="1859"/>
                  <a:pt x="972" y="1859"/>
                  <a:pt x="972" y="1859"/>
                </a:cubicBezTo>
                <a:cubicBezTo>
                  <a:pt x="958" y="1860"/>
                  <a:pt x="944" y="1861"/>
                  <a:pt x="930" y="1861"/>
                </a:cubicBezTo>
                <a:cubicBezTo>
                  <a:pt x="930" y="1861"/>
                  <a:pt x="930" y="1861"/>
                  <a:pt x="930" y="1861"/>
                </a:cubicBezTo>
                <a:close/>
                <a:moveTo>
                  <a:pt x="761" y="1843"/>
                </a:moveTo>
                <a:cubicBezTo>
                  <a:pt x="760" y="1843"/>
                  <a:pt x="759" y="1843"/>
                  <a:pt x="758" y="1842"/>
                </a:cubicBezTo>
                <a:cubicBezTo>
                  <a:pt x="747" y="1840"/>
                  <a:pt x="736" y="1837"/>
                  <a:pt x="725" y="1834"/>
                </a:cubicBezTo>
                <a:cubicBezTo>
                  <a:pt x="718" y="1833"/>
                  <a:pt x="714" y="1826"/>
                  <a:pt x="716" y="1819"/>
                </a:cubicBezTo>
                <a:cubicBezTo>
                  <a:pt x="717" y="1812"/>
                  <a:pt x="724" y="1808"/>
                  <a:pt x="731" y="1810"/>
                </a:cubicBezTo>
                <a:cubicBezTo>
                  <a:pt x="742" y="1813"/>
                  <a:pt x="753" y="1815"/>
                  <a:pt x="764" y="1818"/>
                </a:cubicBezTo>
                <a:cubicBezTo>
                  <a:pt x="770" y="1819"/>
                  <a:pt x="775" y="1826"/>
                  <a:pt x="773" y="1833"/>
                </a:cubicBezTo>
                <a:cubicBezTo>
                  <a:pt x="772" y="1839"/>
                  <a:pt x="767" y="1843"/>
                  <a:pt x="761" y="1843"/>
                </a:cubicBezTo>
                <a:close/>
                <a:moveTo>
                  <a:pt x="687" y="1823"/>
                </a:moveTo>
                <a:cubicBezTo>
                  <a:pt x="686" y="1823"/>
                  <a:pt x="684" y="1823"/>
                  <a:pt x="683" y="1823"/>
                </a:cubicBezTo>
                <a:cubicBezTo>
                  <a:pt x="670" y="1818"/>
                  <a:pt x="657" y="1814"/>
                  <a:pt x="644" y="1809"/>
                </a:cubicBezTo>
                <a:cubicBezTo>
                  <a:pt x="586" y="1787"/>
                  <a:pt x="531" y="1759"/>
                  <a:pt x="481" y="1726"/>
                </a:cubicBezTo>
                <a:cubicBezTo>
                  <a:pt x="459" y="1710"/>
                  <a:pt x="459" y="1710"/>
                  <a:pt x="459" y="1710"/>
                </a:cubicBezTo>
                <a:cubicBezTo>
                  <a:pt x="454" y="1707"/>
                  <a:pt x="449" y="1703"/>
                  <a:pt x="443" y="1699"/>
                </a:cubicBezTo>
                <a:cubicBezTo>
                  <a:pt x="423" y="1683"/>
                  <a:pt x="423" y="1683"/>
                  <a:pt x="423" y="1683"/>
                </a:cubicBezTo>
                <a:cubicBezTo>
                  <a:pt x="421" y="1681"/>
                  <a:pt x="419" y="1680"/>
                  <a:pt x="417" y="1678"/>
                </a:cubicBezTo>
                <a:cubicBezTo>
                  <a:pt x="400" y="1663"/>
                  <a:pt x="400" y="1663"/>
                  <a:pt x="400" y="1663"/>
                </a:cubicBezTo>
                <a:cubicBezTo>
                  <a:pt x="400" y="1663"/>
                  <a:pt x="400" y="1663"/>
                  <a:pt x="400" y="1663"/>
                </a:cubicBezTo>
                <a:cubicBezTo>
                  <a:pt x="391" y="1656"/>
                  <a:pt x="391" y="1656"/>
                  <a:pt x="391" y="1656"/>
                </a:cubicBezTo>
                <a:cubicBezTo>
                  <a:pt x="387" y="1652"/>
                  <a:pt x="383" y="1649"/>
                  <a:pt x="379" y="1645"/>
                </a:cubicBezTo>
                <a:cubicBezTo>
                  <a:pt x="378" y="1644"/>
                  <a:pt x="376" y="1642"/>
                  <a:pt x="374" y="1640"/>
                </a:cubicBezTo>
                <a:cubicBezTo>
                  <a:pt x="358" y="1625"/>
                  <a:pt x="358" y="1625"/>
                  <a:pt x="358" y="1625"/>
                </a:cubicBezTo>
                <a:cubicBezTo>
                  <a:pt x="277" y="1544"/>
                  <a:pt x="277" y="1544"/>
                  <a:pt x="277" y="1544"/>
                </a:cubicBezTo>
                <a:cubicBezTo>
                  <a:pt x="272" y="1539"/>
                  <a:pt x="272" y="1531"/>
                  <a:pt x="277" y="1526"/>
                </a:cubicBezTo>
                <a:cubicBezTo>
                  <a:pt x="282" y="1521"/>
                  <a:pt x="290" y="1521"/>
                  <a:pt x="295" y="1526"/>
                </a:cubicBezTo>
                <a:cubicBezTo>
                  <a:pt x="375" y="1606"/>
                  <a:pt x="375" y="1606"/>
                  <a:pt x="375" y="1606"/>
                </a:cubicBezTo>
                <a:cubicBezTo>
                  <a:pt x="391" y="1622"/>
                  <a:pt x="391" y="1622"/>
                  <a:pt x="391" y="1622"/>
                </a:cubicBezTo>
                <a:cubicBezTo>
                  <a:pt x="393" y="1623"/>
                  <a:pt x="395" y="1625"/>
                  <a:pt x="397" y="1627"/>
                </a:cubicBezTo>
                <a:cubicBezTo>
                  <a:pt x="400" y="1630"/>
                  <a:pt x="404" y="1633"/>
                  <a:pt x="407" y="1636"/>
                </a:cubicBezTo>
                <a:cubicBezTo>
                  <a:pt x="416" y="1644"/>
                  <a:pt x="416" y="1644"/>
                  <a:pt x="416" y="1644"/>
                </a:cubicBezTo>
                <a:cubicBezTo>
                  <a:pt x="416" y="1644"/>
                  <a:pt x="416" y="1644"/>
                  <a:pt x="416" y="1644"/>
                </a:cubicBezTo>
                <a:cubicBezTo>
                  <a:pt x="433" y="1658"/>
                  <a:pt x="433" y="1658"/>
                  <a:pt x="433" y="1658"/>
                </a:cubicBezTo>
                <a:cubicBezTo>
                  <a:pt x="435" y="1660"/>
                  <a:pt x="437" y="1661"/>
                  <a:pt x="438" y="1663"/>
                </a:cubicBezTo>
                <a:cubicBezTo>
                  <a:pt x="439" y="1663"/>
                  <a:pt x="440" y="1664"/>
                  <a:pt x="441" y="1665"/>
                </a:cubicBezTo>
                <a:cubicBezTo>
                  <a:pt x="459" y="1679"/>
                  <a:pt x="459" y="1679"/>
                  <a:pt x="459" y="1679"/>
                </a:cubicBezTo>
                <a:cubicBezTo>
                  <a:pt x="464" y="1683"/>
                  <a:pt x="469" y="1686"/>
                  <a:pt x="474" y="1689"/>
                </a:cubicBezTo>
                <a:cubicBezTo>
                  <a:pt x="495" y="1705"/>
                  <a:pt x="495" y="1705"/>
                  <a:pt x="495" y="1705"/>
                </a:cubicBezTo>
                <a:cubicBezTo>
                  <a:pt x="544" y="1737"/>
                  <a:pt x="597" y="1764"/>
                  <a:pt x="653" y="1785"/>
                </a:cubicBezTo>
                <a:cubicBezTo>
                  <a:pt x="666" y="1790"/>
                  <a:pt x="678" y="1794"/>
                  <a:pt x="691" y="1798"/>
                </a:cubicBezTo>
                <a:cubicBezTo>
                  <a:pt x="698" y="1800"/>
                  <a:pt x="701" y="1808"/>
                  <a:pt x="699" y="1814"/>
                </a:cubicBezTo>
                <a:cubicBezTo>
                  <a:pt x="697" y="1820"/>
                  <a:pt x="692" y="1823"/>
                  <a:pt x="687" y="1823"/>
                </a:cubicBezTo>
                <a:close/>
                <a:moveTo>
                  <a:pt x="1319" y="1759"/>
                </a:moveTo>
                <a:cubicBezTo>
                  <a:pt x="1315" y="1759"/>
                  <a:pt x="1310" y="1756"/>
                  <a:pt x="1308" y="1752"/>
                </a:cubicBezTo>
                <a:cubicBezTo>
                  <a:pt x="1305" y="1746"/>
                  <a:pt x="1307" y="1738"/>
                  <a:pt x="1313" y="1735"/>
                </a:cubicBezTo>
                <a:cubicBezTo>
                  <a:pt x="1327" y="1727"/>
                  <a:pt x="1327" y="1727"/>
                  <a:pt x="1327" y="1727"/>
                </a:cubicBezTo>
                <a:cubicBezTo>
                  <a:pt x="1328" y="1726"/>
                  <a:pt x="1330" y="1725"/>
                  <a:pt x="1332" y="1724"/>
                </a:cubicBezTo>
                <a:cubicBezTo>
                  <a:pt x="1336" y="1721"/>
                  <a:pt x="1336" y="1721"/>
                  <a:pt x="1336" y="1721"/>
                </a:cubicBezTo>
                <a:cubicBezTo>
                  <a:pt x="1338" y="1720"/>
                  <a:pt x="1340" y="1719"/>
                  <a:pt x="1342" y="1718"/>
                </a:cubicBezTo>
                <a:cubicBezTo>
                  <a:pt x="1348" y="1714"/>
                  <a:pt x="1355" y="1716"/>
                  <a:pt x="1359" y="1722"/>
                </a:cubicBezTo>
                <a:cubicBezTo>
                  <a:pt x="1363" y="1728"/>
                  <a:pt x="1361" y="1736"/>
                  <a:pt x="1355" y="1740"/>
                </a:cubicBezTo>
                <a:cubicBezTo>
                  <a:pt x="1353" y="1741"/>
                  <a:pt x="1351" y="1742"/>
                  <a:pt x="1349" y="1743"/>
                </a:cubicBezTo>
                <a:cubicBezTo>
                  <a:pt x="1346" y="1745"/>
                  <a:pt x="1346" y="1745"/>
                  <a:pt x="1346" y="1745"/>
                </a:cubicBezTo>
                <a:cubicBezTo>
                  <a:pt x="1344" y="1747"/>
                  <a:pt x="1341" y="1748"/>
                  <a:pt x="1339" y="1749"/>
                </a:cubicBezTo>
                <a:cubicBezTo>
                  <a:pt x="1325" y="1757"/>
                  <a:pt x="1325" y="1757"/>
                  <a:pt x="1325" y="1757"/>
                </a:cubicBezTo>
                <a:cubicBezTo>
                  <a:pt x="1323" y="1758"/>
                  <a:pt x="1321" y="1759"/>
                  <a:pt x="1319" y="1759"/>
                </a:cubicBezTo>
                <a:close/>
                <a:moveTo>
                  <a:pt x="1384" y="1718"/>
                </a:moveTo>
                <a:cubicBezTo>
                  <a:pt x="1380" y="1718"/>
                  <a:pt x="1376" y="1716"/>
                  <a:pt x="1373" y="1713"/>
                </a:cubicBezTo>
                <a:cubicBezTo>
                  <a:pt x="1369" y="1707"/>
                  <a:pt x="1371" y="1699"/>
                  <a:pt x="1376" y="1695"/>
                </a:cubicBezTo>
                <a:cubicBezTo>
                  <a:pt x="1412" y="1670"/>
                  <a:pt x="1445" y="1643"/>
                  <a:pt x="1476" y="1613"/>
                </a:cubicBezTo>
                <a:cubicBezTo>
                  <a:pt x="1490" y="1599"/>
                  <a:pt x="1490" y="1599"/>
                  <a:pt x="1490" y="1599"/>
                </a:cubicBezTo>
                <a:cubicBezTo>
                  <a:pt x="1503" y="1586"/>
                  <a:pt x="1503" y="1586"/>
                  <a:pt x="1503" y="1586"/>
                </a:cubicBezTo>
                <a:cubicBezTo>
                  <a:pt x="1503" y="1586"/>
                  <a:pt x="1503" y="1586"/>
                  <a:pt x="1503" y="1586"/>
                </a:cubicBezTo>
                <a:cubicBezTo>
                  <a:pt x="1579" y="1510"/>
                  <a:pt x="1579" y="1510"/>
                  <a:pt x="1579" y="1510"/>
                </a:cubicBezTo>
                <a:cubicBezTo>
                  <a:pt x="1584" y="1505"/>
                  <a:pt x="1592" y="1505"/>
                  <a:pt x="1597" y="1510"/>
                </a:cubicBezTo>
                <a:cubicBezTo>
                  <a:pt x="1602" y="1515"/>
                  <a:pt x="1602" y="1523"/>
                  <a:pt x="1597" y="1528"/>
                </a:cubicBezTo>
                <a:cubicBezTo>
                  <a:pt x="1521" y="1604"/>
                  <a:pt x="1521" y="1604"/>
                  <a:pt x="1521" y="1604"/>
                </a:cubicBezTo>
                <a:cubicBezTo>
                  <a:pt x="1521" y="1604"/>
                  <a:pt x="1521" y="1604"/>
                  <a:pt x="1521" y="1604"/>
                </a:cubicBezTo>
                <a:cubicBezTo>
                  <a:pt x="1521" y="1604"/>
                  <a:pt x="1521" y="1604"/>
                  <a:pt x="1521" y="1604"/>
                </a:cubicBezTo>
                <a:cubicBezTo>
                  <a:pt x="1502" y="1623"/>
                  <a:pt x="1502" y="1623"/>
                  <a:pt x="1502" y="1623"/>
                </a:cubicBezTo>
                <a:cubicBezTo>
                  <a:pt x="1493" y="1631"/>
                  <a:pt x="1493" y="1631"/>
                  <a:pt x="1493" y="1631"/>
                </a:cubicBezTo>
                <a:cubicBezTo>
                  <a:pt x="1462" y="1662"/>
                  <a:pt x="1427" y="1691"/>
                  <a:pt x="1391" y="1716"/>
                </a:cubicBezTo>
                <a:cubicBezTo>
                  <a:pt x="1389" y="1717"/>
                  <a:pt x="1386" y="1718"/>
                  <a:pt x="1384" y="1718"/>
                </a:cubicBezTo>
                <a:close/>
                <a:moveTo>
                  <a:pt x="256" y="1518"/>
                </a:moveTo>
                <a:cubicBezTo>
                  <a:pt x="253" y="1518"/>
                  <a:pt x="250" y="1517"/>
                  <a:pt x="247" y="1514"/>
                </a:cubicBezTo>
                <a:cubicBezTo>
                  <a:pt x="236" y="1503"/>
                  <a:pt x="236" y="1503"/>
                  <a:pt x="236" y="1503"/>
                </a:cubicBezTo>
                <a:cubicBezTo>
                  <a:pt x="223" y="1490"/>
                  <a:pt x="223" y="1490"/>
                  <a:pt x="223" y="1490"/>
                </a:cubicBezTo>
                <a:cubicBezTo>
                  <a:pt x="219" y="1485"/>
                  <a:pt x="219" y="1477"/>
                  <a:pt x="224" y="1472"/>
                </a:cubicBezTo>
                <a:cubicBezTo>
                  <a:pt x="229" y="1467"/>
                  <a:pt x="237" y="1467"/>
                  <a:pt x="242" y="1472"/>
                </a:cubicBezTo>
                <a:cubicBezTo>
                  <a:pt x="255" y="1486"/>
                  <a:pt x="255" y="1486"/>
                  <a:pt x="255" y="1486"/>
                </a:cubicBezTo>
                <a:cubicBezTo>
                  <a:pt x="265" y="1496"/>
                  <a:pt x="265" y="1496"/>
                  <a:pt x="265" y="1496"/>
                </a:cubicBezTo>
                <a:cubicBezTo>
                  <a:pt x="270" y="1501"/>
                  <a:pt x="270" y="1509"/>
                  <a:pt x="265" y="1514"/>
                </a:cubicBezTo>
                <a:cubicBezTo>
                  <a:pt x="263" y="1517"/>
                  <a:pt x="260" y="1518"/>
                  <a:pt x="256" y="1518"/>
                </a:cubicBezTo>
                <a:close/>
                <a:moveTo>
                  <a:pt x="1641" y="1477"/>
                </a:moveTo>
                <a:cubicBezTo>
                  <a:pt x="1638" y="1477"/>
                  <a:pt x="1635" y="1476"/>
                  <a:pt x="1632" y="1474"/>
                </a:cubicBezTo>
                <a:cubicBezTo>
                  <a:pt x="1627" y="1469"/>
                  <a:pt x="1627" y="1461"/>
                  <a:pt x="1631" y="1456"/>
                </a:cubicBezTo>
                <a:cubicBezTo>
                  <a:pt x="1702" y="1377"/>
                  <a:pt x="1757" y="1283"/>
                  <a:pt x="1791" y="1184"/>
                </a:cubicBezTo>
                <a:cubicBezTo>
                  <a:pt x="1793" y="1177"/>
                  <a:pt x="1800" y="1174"/>
                  <a:pt x="1807" y="1176"/>
                </a:cubicBezTo>
                <a:cubicBezTo>
                  <a:pt x="1813" y="1178"/>
                  <a:pt x="1817" y="1185"/>
                  <a:pt x="1815" y="1192"/>
                </a:cubicBezTo>
                <a:cubicBezTo>
                  <a:pt x="1780" y="1295"/>
                  <a:pt x="1723" y="1392"/>
                  <a:pt x="1650" y="1473"/>
                </a:cubicBezTo>
                <a:cubicBezTo>
                  <a:pt x="1648" y="1476"/>
                  <a:pt x="1644" y="1477"/>
                  <a:pt x="1641" y="1477"/>
                </a:cubicBezTo>
                <a:close/>
                <a:moveTo>
                  <a:pt x="204" y="1462"/>
                </a:moveTo>
                <a:cubicBezTo>
                  <a:pt x="201" y="1462"/>
                  <a:pt x="197" y="1461"/>
                  <a:pt x="195" y="1458"/>
                </a:cubicBezTo>
                <a:cubicBezTo>
                  <a:pt x="183" y="1444"/>
                  <a:pt x="183" y="1444"/>
                  <a:pt x="183" y="1444"/>
                </a:cubicBezTo>
                <a:cubicBezTo>
                  <a:pt x="174" y="1433"/>
                  <a:pt x="164" y="1420"/>
                  <a:pt x="155" y="1408"/>
                </a:cubicBezTo>
                <a:cubicBezTo>
                  <a:pt x="141" y="1387"/>
                  <a:pt x="141" y="1387"/>
                  <a:pt x="141" y="1387"/>
                </a:cubicBezTo>
                <a:cubicBezTo>
                  <a:pt x="137" y="1382"/>
                  <a:pt x="133" y="1376"/>
                  <a:pt x="129" y="1370"/>
                </a:cubicBezTo>
                <a:cubicBezTo>
                  <a:pt x="96" y="1319"/>
                  <a:pt x="69" y="1263"/>
                  <a:pt x="48" y="1206"/>
                </a:cubicBezTo>
                <a:cubicBezTo>
                  <a:pt x="44" y="1195"/>
                  <a:pt x="40" y="1184"/>
                  <a:pt x="37" y="1173"/>
                </a:cubicBezTo>
                <a:cubicBezTo>
                  <a:pt x="37" y="1173"/>
                  <a:pt x="37" y="1173"/>
                  <a:pt x="37" y="1173"/>
                </a:cubicBezTo>
                <a:cubicBezTo>
                  <a:pt x="23" y="1127"/>
                  <a:pt x="12" y="1078"/>
                  <a:pt x="6" y="1028"/>
                </a:cubicBezTo>
                <a:cubicBezTo>
                  <a:pt x="5" y="1020"/>
                  <a:pt x="4" y="1012"/>
                  <a:pt x="4" y="1004"/>
                </a:cubicBezTo>
                <a:cubicBezTo>
                  <a:pt x="3" y="997"/>
                  <a:pt x="8" y="991"/>
                  <a:pt x="15" y="990"/>
                </a:cubicBezTo>
                <a:cubicBezTo>
                  <a:pt x="22" y="990"/>
                  <a:pt x="28" y="995"/>
                  <a:pt x="29" y="1002"/>
                </a:cubicBezTo>
                <a:cubicBezTo>
                  <a:pt x="30" y="1010"/>
                  <a:pt x="31" y="1017"/>
                  <a:pt x="31" y="1025"/>
                </a:cubicBezTo>
                <a:cubicBezTo>
                  <a:pt x="37" y="1074"/>
                  <a:pt x="47" y="1121"/>
                  <a:pt x="61" y="1165"/>
                </a:cubicBezTo>
                <a:cubicBezTo>
                  <a:pt x="61" y="1165"/>
                  <a:pt x="61" y="1165"/>
                  <a:pt x="61" y="1165"/>
                </a:cubicBezTo>
                <a:cubicBezTo>
                  <a:pt x="65" y="1176"/>
                  <a:pt x="68" y="1187"/>
                  <a:pt x="72" y="1197"/>
                </a:cubicBezTo>
                <a:cubicBezTo>
                  <a:pt x="92" y="1253"/>
                  <a:pt x="119" y="1306"/>
                  <a:pt x="150" y="1356"/>
                </a:cubicBezTo>
                <a:cubicBezTo>
                  <a:pt x="154" y="1362"/>
                  <a:pt x="158" y="1367"/>
                  <a:pt x="162" y="1373"/>
                </a:cubicBezTo>
                <a:cubicBezTo>
                  <a:pt x="176" y="1393"/>
                  <a:pt x="176" y="1393"/>
                  <a:pt x="176" y="1393"/>
                </a:cubicBezTo>
                <a:cubicBezTo>
                  <a:pt x="185" y="1405"/>
                  <a:pt x="194" y="1417"/>
                  <a:pt x="203" y="1428"/>
                </a:cubicBezTo>
                <a:cubicBezTo>
                  <a:pt x="214" y="1441"/>
                  <a:pt x="214" y="1441"/>
                  <a:pt x="214" y="1441"/>
                </a:cubicBezTo>
                <a:cubicBezTo>
                  <a:pt x="218" y="1447"/>
                  <a:pt x="218" y="1455"/>
                  <a:pt x="213" y="1459"/>
                </a:cubicBezTo>
                <a:cubicBezTo>
                  <a:pt x="210" y="1461"/>
                  <a:pt x="207" y="1462"/>
                  <a:pt x="204" y="1462"/>
                </a:cubicBezTo>
                <a:close/>
                <a:moveTo>
                  <a:pt x="1815" y="1160"/>
                </a:moveTo>
                <a:cubicBezTo>
                  <a:pt x="1814" y="1160"/>
                  <a:pt x="1813" y="1160"/>
                  <a:pt x="1812" y="1160"/>
                </a:cubicBezTo>
                <a:cubicBezTo>
                  <a:pt x="1805" y="1158"/>
                  <a:pt x="1801" y="1151"/>
                  <a:pt x="1803" y="1144"/>
                </a:cubicBezTo>
                <a:cubicBezTo>
                  <a:pt x="1806" y="1133"/>
                  <a:pt x="1809" y="1123"/>
                  <a:pt x="1811" y="1112"/>
                </a:cubicBezTo>
                <a:cubicBezTo>
                  <a:pt x="1813" y="1105"/>
                  <a:pt x="1820" y="1101"/>
                  <a:pt x="1827" y="1102"/>
                </a:cubicBezTo>
                <a:cubicBezTo>
                  <a:pt x="1833" y="1104"/>
                  <a:pt x="1838" y="1111"/>
                  <a:pt x="1836" y="1118"/>
                </a:cubicBezTo>
                <a:cubicBezTo>
                  <a:pt x="1833" y="1129"/>
                  <a:pt x="1831" y="1140"/>
                  <a:pt x="1827" y="1151"/>
                </a:cubicBezTo>
                <a:cubicBezTo>
                  <a:pt x="1826" y="1157"/>
                  <a:pt x="1821" y="1160"/>
                  <a:pt x="1815" y="1160"/>
                </a:cubicBezTo>
                <a:close/>
                <a:moveTo>
                  <a:pt x="1832" y="1086"/>
                </a:moveTo>
                <a:cubicBezTo>
                  <a:pt x="1832" y="1086"/>
                  <a:pt x="1831" y="1086"/>
                  <a:pt x="1830" y="1086"/>
                </a:cubicBezTo>
                <a:cubicBezTo>
                  <a:pt x="1823" y="1084"/>
                  <a:pt x="1818" y="1078"/>
                  <a:pt x="1820" y="1071"/>
                </a:cubicBezTo>
                <a:cubicBezTo>
                  <a:pt x="1825" y="1039"/>
                  <a:pt x="1829" y="1006"/>
                  <a:pt x="1831" y="973"/>
                </a:cubicBezTo>
                <a:cubicBezTo>
                  <a:pt x="1832" y="960"/>
                  <a:pt x="1832" y="946"/>
                  <a:pt x="1832" y="932"/>
                </a:cubicBezTo>
                <a:cubicBezTo>
                  <a:pt x="1832" y="923"/>
                  <a:pt x="1832" y="914"/>
                  <a:pt x="1832" y="905"/>
                </a:cubicBezTo>
                <a:cubicBezTo>
                  <a:pt x="1832" y="905"/>
                  <a:pt x="1832" y="905"/>
                  <a:pt x="1832" y="905"/>
                </a:cubicBezTo>
                <a:cubicBezTo>
                  <a:pt x="1830" y="869"/>
                  <a:pt x="1827" y="833"/>
                  <a:pt x="1821" y="797"/>
                </a:cubicBezTo>
                <a:cubicBezTo>
                  <a:pt x="1809" y="729"/>
                  <a:pt x="1788" y="662"/>
                  <a:pt x="1758" y="598"/>
                </a:cubicBezTo>
                <a:cubicBezTo>
                  <a:pt x="1755" y="592"/>
                  <a:pt x="1758" y="584"/>
                  <a:pt x="1764" y="581"/>
                </a:cubicBezTo>
                <a:cubicBezTo>
                  <a:pt x="1770" y="578"/>
                  <a:pt x="1778" y="581"/>
                  <a:pt x="1781" y="587"/>
                </a:cubicBezTo>
                <a:cubicBezTo>
                  <a:pt x="1812" y="653"/>
                  <a:pt x="1834" y="722"/>
                  <a:pt x="1846" y="793"/>
                </a:cubicBezTo>
                <a:cubicBezTo>
                  <a:pt x="1852" y="830"/>
                  <a:pt x="1856" y="867"/>
                  <a:pt x="1857" y="904"/>
                </a:cubicBezTo>
                <a:cubicBezTo>
                  <a:pt x="1857" y="904"/>
                  <a:pt x="1857" y="904"/>
                  <a:pt x="1857" y="904"/>
                </a:cubicBezTo>
                <a:cubicBezTo>
                  <a:pt x="1858" y="913"/>
                  <a:pt x="1858" y="923"/>
                  <a:pt x="1858" y="932"/>
                </a:cubicBezTo>
                <a:cubicBezTo>
                  <a:pt x="1858" y="946"/>
                  <a:pt x="1857" y="961"/>
                  <a:pt x="1857" y="975"/>
                </a:cubicBezTo>
                <a:cubicBezTo>
                  <a:pt x="1855" y="1008"/>
                  <a:pt x="1851" y="1042"/>
                  <a:pt x="1845" y="1075"/>
                </a:cubicBezTo>
                <a:cubicBezTo>
                  <a:pt x="1844" y="1081"/>
                  <a:pt x="1838" y="1086"/>
                  <a:pt x="1832" y="1086"/>
                </a:cubicBezTo>
                <a:close/>
                <a:moveTo>
                  <a:pt x="14" y="973"/>
                </a:moveTo>
                <a:cubicBezTo>
                  <a:pt x="7" y="973"/>
                  <a:pt x="1" y="968"/>
                  <a:pt x="1" y="961"/>
                </a:cubicBezTo>
                <a:cubicBezTo>
                  <a:pt x="1" y="952"/>
                  <a:pt x="0" y="942"/>
                  <a:pt x="0" y="932"/>
                </a:cubicBezTo>
                <a:cubicBezTo>
                  <a:pt x="0" y="927"/>
                  <a:pt x="0" y="927"/>
                  <a:pt x="0" y="927"/>
                </a:cubicBezTo>
                <a:cubicBezTo>
                  <a:pt x="0" y="920"/>
                  <a:pt x="6" y="914"/>
                  <a:pt x="13" y="914"/>
                </a:cubicBezTo>
                <a:cubicBezTo>
                  <a:pt x="13" y="914"/>
                  <a:pt x="13" y="914"/>
                  <a:pt x="13" y="914"/>
                </a:cubicBezTo>
                <a:cubicBezTo>
                  <a:pt x="20" y="914"/>
                  <a:pt x="26" y="920"/>
                  <a:pt x="26" y="927"/>
                </a:cubicBezTo>
                <a:cubicBezTo>
                  <a:pt x="26" y="932"/>
                  <a:pt x="26" y="932"/>
                  <a:pt x="26" y="932"/>
                </a:cubicBezTo>
                <a:cubicBezTo>
                  <a:pt x="26" y="941"/>
                  <a:pt x="26" y="951"/>
                  <a:pt x="26" y="960"/>
                </a:cubicBezTo>
                <a:cubicBezTo>
                  <a:pt x="27" y="967"/>
                  <a:pt x="21" y="973"/>
                  <a:pt x="14" y="973"/>
                </a:cubicBezTo>
                <a:cubicBezTo>
                  <a:pt x="14" y="973"/>
                  <a:pt x="14" y="973"/>
                  <a:pt x="14" y="973"/>
                </a:cubicBezTo>
                <a:close/>
                <a:moveTo>
                  <a:pt x="15" y="897"/>
                </a:moveTo>
                <a:cubicBezTo>
                  <a:pt x="14" y="897"/>
                  <a:pt x="14" y="897"/>
                  <a:pt x="14" y="897"/>
                </a:cubicBezTo>
                <a:cubicBezTo>
                  <a:pt x="7" y="897"/>
                  <a:pt x="1" y="891"/>
                  <a:pt x="2" y="884"/>
                </a:cubicBezTo>
                <a:cubicBezTo>
                  <a:pt x="6" y="810"/>
                  <a:pt x="21" y="737"/>
                  <a:pt x="45" y="667"/>
                </a:cubicBezTo>
                <a:cubicBezTo>
                  <a:pt x="56" y="634"/>
                  <a:pt x="70" y="601"/>
                  <a:pt x="86" y="569"/>
                </a:cubicBezTo>
                <a:cubicBezTo>
                  <a:pt x="86" y="569"/>
                  <a:pt x="86" y="569"/>
                  <a:pt x="86" y="569"/>
                </a:cubicBezTo>
                <a:cubicBezTo>
                  <a:pt x="112" y="518"/>
                  <a:pt x="143" y="469"/>
                  <a:pt x="179" y="424"/>
                </a:cubicBezTo>
                <a:cubicBezTo>
                  <a:pt x="183" y="419"/>
                  <a:pt x="191" y="418"/>
                  <a:pt x="197" y="423"/>
                </a:cubicBezTo>
                <a:cubicBezTo>
                  <a:pt x="202" y="427"/>
                  <a:pt x="203" y="435"/>
                  <a:pt x="199" y="440"/>
                </a:cubicBezTo>
                <a:cubicBezTo>
                  <a:pt x="164" y="484"/>
                  <a:pt x="133" y="531"/>
                  <a:pt x="109" y="581"/>
                </a:cubicBezTo>
                <a:cubicBezTo>
                  <a:pt x="108" y="581"/>
                  <a:pt x="108" y="581"/>
                  <a:pt x="108" y="581"/>
                </a:cubicBezTo>
                <a:cubicBezTo>
                  <a:pt x="93" y="612"/>
                  <a:pt x="80" y="643"/>
                  <a:pt x="69" y="675"/>
                </a:cubicBezTo>
                <a:cubicBezTo>
                  <a:pt x="45" y="743"/>
                  <a:pt x="31" y="814"/>
                  <a:pt x="27" y="885"/>
                </a:cubicBezTo>
                <a:cubicBezTo>
                  <a:pt x="27" y="892"/>
                  <a:pt x="21" y="897"/>
                  <a:pt x="15" y="897"/>
                </a:cubicBezTo>
                <a:close/>
                <a:moveTo>
                  <a:pt x="1750" y="568"/>
                </a:moveTo>
                <a:cubicBezTo>
                  <a:pt x="1746" y="568"/>
                  <a:pt x="1741" y="565"/>
                  <a:pt x="1739" y="561"/>
                </a:cubicBezTo>
                <a:cubicBezTo>
                  <a:pt x="1734" y="551"/>
                  <a:pt x="1728" y="541"/>
                  <a:pt x="1723" y="532"/>
                </a:cubicBezTo>
                <a:cubicBezTo>
                  <a:pt x="1719" y="526"/>
                  <a:pt x="1721" y="518"/>
                  <a:pt x="1727" y="514"/>
                </a:cubicBezTo>
                <a:cubicBezTo>
                  <a:pt x="1733" y="511"/>
                  <a:pt x="1741" y="513"/>
                  <a:pt x="1745" y="519"/>
                </a:cubicBezTo>
                <a:cubicBezTo>
                  <a:pt x="1751" y="529"/>
                  <a:pt x="1756" y="539"/>
                  <a:pt x="1762" y="549"/>
                </a:cubicBezTo>
                <a:cubicBezTo>
                  <a:pt x="1765" y="555"/>
                  <a:pt x="1763" y="563"/>
                  <a:pt x="1756" y="566"/>
                </a:cubicBezTo>
                <a:cubicBezTo>
                  <a:pt x="1755" y="567"/>
                  <a:pt x="1752" y="568"/>
                  <a:pt x="1750" y="568"/>
                </a:cubicBezTo>
                <a:close/>
                <a:moveTo>
                  <a:pt x="1711" y="502"/>
                </a:moveTo>
                <a:cubicBezTo>
                  <a:pt x="1707" y="502"/>
                  <a:pt x="1703" y="500"/>
                  <a:pt x="1701" y="496"/>
                </a:cubicBezTo>
                <a:cubicBezTo>
                  <a:pt x="1695" y="488"/>
                  <a:pt x="1690" y="480"/>
                  <a:pt x="1684" y="472"/>
                </a:cubicBezTo>
                <a:cubicBezTo>
                  <a:pt x="1678" y="464"/>
                  <a:pt x="1671" y="455"/>
                  <a:pt x="1665" y="447"/>
                </a:cubicBezTo>
                <a:cubicBezTo>
                  <a:pt x="1662" y="444"/>
                  <a:pt x="1660" y="441"/>
                  <a:pt x="1657" y="437"/>
                </a:cubicBezTo>
                <a:cubicBezTo>
                  <a:pt x="1655" y="435"/>
                  <a:pt x="1655" y="435"/>
                  <a:pt x="1655" y="435"/>
                </a:cubicBezTo>
                <a:cubicBezTo>
                  <a:pt x="1646" y="425"/>
                  <a:pt x="1637" y="414"/>
                  <a:pt x="1628" y="404"/>
                </a:cubicBezTo>
                <a:cubicBezTo>
                  <a:pt x="1611" y="385"/>
                  <a:pt x="1611" y="385"/>
                  <a:pt x="1611" y="385"/>
                </a:cubicBezTo>
                <a:cubicBezTo>
                  <a:pt x="1606" y="381"/>
                  <a:pt x="1602" y="376"/>
                  <a:pt x="1599" y="373"/>
                </a:cubicBezTo>
                <a:cubicBezTo>
                  <a:pt x="1594" y="368"/>
                  <a:pt x="1594" y="368"/>
                  <a:pt x="1594" y="368"/>
                </a:cubicBezTo>
                <a:cubicBezTo>
                  <a:pt x="1594" y="368"/>
                  <a:pt x="1594" y="368"/>
                  <a:pt x="1594" y="368"/>
                </a:cubicBezTo>
                <a:cubicBezTo>
                  <a:pt x="1484" y="258"/>
                  <a:pt x="1484" y="258"/>
                  <a:pt x="1484" y="258"/>
                </a:cubicBezTo>
                <a:cubicBezTo>
                  <a:pt x="1468" y="243"/>
                  <a:pt x="1468" y="243"/>
                  <a:pt x="1468" y="243"/>
                </a:cubicBezTo>
                <a:cubicBezTo>
                  <a:pt x="1434" y="211"/>
                  <a:pt x="1396" y="181"/>
                  <a:pt x="1357" y="155"/>
                </a:cubicBezTo>
                <a:cubicBezTo>
                  <a:pt x="1351" y="151"/>
                  <a:pt x="1349" y="143"/>
                  <a:pt x="1353" y="137"/>
                </a:cubicBezTo>
                <a:cubicBezTo>
                  <a:pt x="1357" y="131"/>
                  <a:pt x="1365" y="130"/>
                  <a:pt x="1371" y="133"/>
                </a:cubicBezTo>
                <a:cubicBezTo>
                  <a:pt x="1412" y="160"/>
                  <a:pt x="1450" y="191"/>
                  <a:pt x="1486" y="225"/>
                </a:cubicBezTo>
                <a:cubicBezTo>
                  <a:pt x="1502" y="240"/>
                  <a:pt x="1502" y="240"/>
                  <a:pt x="1502" y="240"/>
                </a:cubicBezTo>
                <a:cubicBezTo>
                  <a:pt x="1616" y="355"/>
                  <a:pt x="1616" y="355"/>
                  <a:pt x="1616" y="355"/>
                </a:cubicBezTo>
                <a:cubicBezTo>
                  <a:pt x="1620" y="358"/>
                  <a:pt x="1624" y="363"/>
                  <a:pt x="1629" y="368"/>
                </a:cubicBezTo>
                <a:cubicBezTo>
                  <a:pt x="1647" y="386"/>
                  <a:pt x="1647" y="386"/>
                  <a:pt x="1647" y="386"/>
                </a:cubicBezTo>
                <a:cubicBezTo>
                  <a:pt x="1656" y="397"/>
                  <a:pt x="1666" y="408"/>
                  <a:pt x="1675" y="419"/>
                </a:cubicBezTo>
                <a:cubicBezTo>
                  <a:pt x="1677" y="421"/>
                  <a:pt x="1677" y="421"/>
                  <a:pt x="1677" y="421"/>
                </a:cubicBezTo>
                <a:cubicBezTo>
                  <a:pt x="1680" y="425"/>
                  <a:pt x="1682" y="428"/>
                  <a:pt x="1685" y="432"/>
                </a:cubicBezTo>
                <a:cubicBezTo>
                  <a:pt x="1691" y="440"/>
                  <a:pt x="1698" y="449"/>
                  <a:pt x="1705" y="458"/>
                </a:cubicBezTo>
                <a:cubicBezTo>
                  <a:pt x="1710" y="466"/>
                  <a:pt x="1716" y="474"/>
                  <a:pt x="1722" y="482"/>
                </a:cubicBezTo>
                <a:cubicBezTo>
                  <a:pt x="1726" y="488"/>
                  <a:pt x="1724" y="496"/>
                  <a:pt x="1718" y="500"/>
                </a:cubicBezTo>
                <a:cubicBezTo>
                  <a:pt x="1716" y="501"/>
                  <a:pt x="1714" y="502"/>
                  <a:pt x="1711" y="502"/>
                </a:cubicBezTo>
                <a:close/>
                <a:moveTo>
                  <a:pt x="216" y="413"/>
                </a:moveTo>
                <a:cubicBezTo>
                  <a:pt x="213" y="413"/>
                  <a:pt x="210" y="412"/>
                  <a:pt x="208" y="410"/>
                </a:cubicBezTo>
                <a:cubicBezTo>
                  <a:pt x="202" y="405"/>
                  <a:pt x="202" y="397"/>
                  <a:pt x="207" y="392"/>
                </a:cubicBezTo>
                <a:cubicBezTo>
                  <a:pt x="214" y="383"/>
                  <a:pt x="222" y="375"/>
                  <a:pt x="230" y="366"/>
                </a:cubicBezTo>
                <a:cubicBezTo>
                  <a:pt x="235" y="361"/>
                  <a:pt x="243" y="361"/>
                  <a:pt x="248" y="366"/>
                </a:cubicBezTo>
                <a:cubicBezTo>
                  <a:pt x="253" y="371"/>
                  <a:pt x="253" y="379"/>
                  <a:pt x="248" y="384"/>
                </a:cubicBezTo>
                <a:cubicBezTo>
                  <a:pt x="241" y="392"/>
                  <a:pt x="233" y="400"/>
                  <a:pt x="226" y="409"/>
                </a:cubicBezTo>
                <a:cubicBezTo>
                  <a:pt x="223" y="411"/>
                  <a:pt x="220" y="413"/>
                  <a:pt x="216" y="413"/>
                </a:cubicBezTo>
                <a:close/>
                <a:moveTo>
                  <a:pt x="269" y="358"/>
                </a:moveTo>
                <a:cubicBezTo>
                  <a:pt x="266" y="358"/>
                  <a:pt x="263" y="357"/>
                  <a:pt x="260" y="354"/>
                </a:cubicBezTo>
                <a:cubicBezTo>
                  <a:pt x="255" y="349"/>
                  <a:pt x="255" y="341"/>
                  <a:pt x="260" y="336"/>
                </a:cubicBezTo>
                <a:cubicBezTo>
                  <a:pt x="358" y="238"/>
                  <a:pt x="358" y="238"/>
                  <a:pt x="358" y="238"/>
                </a:cubicBezTo>
                <a:cubicBezTo>
                  <a:pt x="383" y="215"/>
                  <a:pt x="383" y="215"/>
                  <a:pt x="383" y="215"/>
                </a:cubicBezTo>
                <a:cubicBezTo>
                  <a:pt x="387" y="211"/>
                  <a:pt x="391" y="208"/>
                  <a:pt x="395" y="204"/>
                </a:cubicBezTo>
                <a:cubicBezTo>
                  <a:pt x="396" y="203"/>
                  <a:pt x="398" y="201"/>
                  <a:pt x="400" y="199"/>
                </a:cubicBezTo>
                <a:cubicBezTo>
                  <a:pt x="418" y="184"/>
                  <a:pt x="418" y="184"/>
                  <a:pt x="418" y="184"/>
                </a:cubicBezTo>
                <a:cubicBezTo>
                  <a:pt x="436" y="170"/>
                  <a:pt x="436" y="170"/>
                  <a:pt x="436" y="170"/>
                </a:cubicBezTo>
                <a:cubicBezTo>
                  <a:pt x="438" y="169"/>
                  <a:pt x="440" y="167"/>
                  <a:pt x="441" y="166"/>
                </a:cubicBezTo>
                <a:cubicBezTo>
                  <a:pt x="446" y="163"/>
                  <a:pt x="450" y="160"/>
                  <a:pt x="454" y="156"/>
                </a:cubicBezTo>
                <a:cubicBezTo>
                  <a:pt x="473" y="144"/>
                  <a:pt x="473" y="144"/>
                  <a:pt x="473" y="144"/>
                </a:cubicBezTo>
                <a:cubicBezTo>
                  <a:pt x="483" y="136"/>
                  <a:pt x="494" y="129"/>
                  <a:pt x="504" y="123"/>
                </a:cubicBezTo>
                <a:cubicBezTo>
                  <a:pt x="504" y="123"/>
                  <a:pt x="505" y="123"/>
                  <a:pt x="505" y="123"/>
                </a:cubicBezTo>
                <a:cubicBezTo>
                  <a:pt x="553" y="93"/>
                  <a:pt x="605" y="68"/>
                  <a:pt x="660" y="49"/>
                </a:cubicBezTo>
                <a:cubicBezTo>
                  <a:pt x="666" y="46"/>
                  <a:pt x="674" y="50"/>
                  <a:pt x="676" y="56"/>
                </a:cubicBezTo>
                <a:cubicBezTo>
                  <a:pt x="678" y="63"/>
                  <a:pt x="675" y="70"/>
                  <a:pt x="668" y="73"/>
                </a:cubicBezTo>
                <a:cubicBezTo>
                  <a:pt x="615" y="91"/>
                  <a:pt x="565" y="115"/>
                  <a:pt x="518" y="144"/>
                </a:cubicBezTo>
                <a:cubicBezTo>
                  <a:pt x="518" y="144"/>
                  <a:pt x="518" y="144"/>
                  <a:pt x="518" y="144"/>
                </a:cubicBezTo>
                <a:cubicBezTo>
                  <a:pt x="507" y="151"/>
                  <a:pt x="497" y="158"/>
                  <a:pt x="487" y="164"/>
                </a:cubicBezTo>
                <a:cubicBezTo>
                  <a:pt x="469" y="177"/>
                  <a:pt x="469" y="177"/>
                  <a:pt x="469" y="177"/>
                </a:cubicBezTo>
                <a:cubicBezTo>
                  <a:pt x="465" y="180"/>
                  <a:pt x="461" y="183"/>
                  <a:pt x="457" y="186"/>
                </a:cubicBezTo>
                <a:cubicBezTo>
                  <a:pt x="455" y="188"/>
                  <a:pt x="453" y="189"/>
                  <a:pt x="451" y="191"/>
                </a:cubicBezTo>
                <a:cubicBezTo>
                  <a:pt x="434" y="204"/>
                  <a:pt x="434" y="204"/>
                  <a:pt x="434" y="204"/>
                </a:cubicBezTo>
                <a:cubicBezTo>
                  <a:pt x="417" y="219"/>
                  <a:pt x="417" y="219"/>
                  <a:pt x="417" y="219"/>
                </a:cubicBezTo>
                <a:cubicBezTo>
                  <a:pt x="415" y="220"/>
                  <a:pt x="413" y="222"/>
                  <a:pt x="411" y="224"/>
                </a:cubicBezTo>
                <a:cubicBezTo>
                  <a:pt x="407" y="227"/>
                  <a:pt x="404" y="230"/>
                  <a:pt x="400" y="233"/>
                </a:cubicBezTo>
                <a:cubicBezTo>
                  <a:pt x="370" y="263"/>
                  <a:pt x="370" y="263"/>
                  <a:pt x="370" y="263"/>
                </a:cubicBezTo>
                <a:cubicBezTo>
                  <a:pt x="278" y="354"/>
                  <a:pt x="278" y="354"/>
                  <a:pt x="278" y="354"/>
                </a:cubicBezTo>
                <a:cubicBezTo>
                  <a:pt x="276" y="357"/>
                  <a:pt x="272" y="358"/>
                  <a:pt x="269" y="358"/>
                </a:cubicBezTo>
                <a:close/>
                <a:moveTo>
                  <a:pt x="1327" y="135"/>
                </a:moveTo>
                <a:cubicBezTo>
                  <a:pt x="1325" y="135"/>
                  <a:pt x="1323" y="134"/>
                  <a:pt x="1321" y="133"/>
                </a:cubicBezTo>
                <a:cubicBezTo>
                  <a:pt x="1312" y="127"/>
                  <a:pt x="1302" y="122"/>
                  <a:pt x="1292" y="117"/>
                </a:cubicBezTo>
                <a:cubicBezTo>
                  <a:pt x="1286" y="114"/>
                  <a:pt x="1283" y="106"/>
                  <a:pt x="1286" y="100"/>
                </a:cubicBezTo>
                <a:cubicBezTo>
                  <a:pt x="1290" y="93"/>
                  <a:pt x="1297" y="91"/>
                  <a:pt x="1304" y="94"/>
                </a:cubicBezTo>
                <a:cubicBezTo>
                  <a:pt x="1314" y="100"/>
                  <a:pt x="1324" y="105"/>
                  <a:pt x="1334" y="111"/>
                </a:cubicBezTo>
                <a:cubicBezTo>
                  <a:pt x="1340" y="114"/>
                  <a:pt x="1342" y="122"/>
                  <a:pt x="1338" y="128"/>
                </a:cubicBezTo>
                <a:cubicBezTo>
                  <a:pt x="1336" y="132"/>
                  <a:pt x="1332" y="135"/>
                  <a:pt x="1327" y="135"/>
                </a:cubicBezTo>
                <a:close/>
                <a:moveTo>
                  <a:pt x="1260" y="100"/>
                </a:moveTo>
                <a:cubicBezTo>
                  <a:pt x="1258" y="100"/>
                  <a:pt x="1256" y="99"/>
                  <a:pt x="1254" y="99"/>
                </a:cubicBezTo>
                <a:cubicBezTo>
                  <a:pt x="1225" y="86"/>
                  <a:pt x="1196" y="74"/>
                  <a:pt x="1165" y="64"/>
                </a:cubicBezTo>
                <a:cubicBezTo>
                  <a:pt x="1155" y="61"/>
                  <a:pt x="1144" y="58"/>
                  <a:pt x="1133" y="55"/>
                </a:cubicBezTo>
                <a:cubicBezTo>
                  <a:pt x="1129" y="54"/>
                  <a:pt x="1126" y="53"/>
                  <a:pt x="1122" y="52"/>
                </a:cubicBezTo>
                <a:cubicBezTo>
                  <a:pt x="1117" y="51"/>
                  <a:pt x="1112" y="50"/>
                  <a:pt x="1106" y="48"/>
                </a:cubicBezTo>
                <a:cubicBezTo>
                  <a:pt x="1096" y="46"/>
                  <a:pt x="1096" y="46"/>
                  <a:pt x="1096" y="46"/>
                </a:cubicBezTo>
                <a:cubicBezTo>
                  <a:pt x="1096" y="46"/>
                  <a:pt x="1096" y="46"/>
                  <a:pt x="1096" y="46"/>
                </a:cubicBezTo>
                <a:cubicBezTo>
                  <a:pt x="1079" y="42"/>
                  <a:pt x="1079" y="42"/>
                  <a:pt x="1079" y="42"/>
                </a:cubicBezTo>
                <a:cubicBezTo>
                  <a:pt x="1058" y="39"/>
                  <a:pt x="1058" y="39"/>
                  <a:pt x="1058" y="39"/>
                </a:cubicBezTo>
                <a:cubicBezTo>
                  <a:pt x="1055" y="38"/>
                  <a:pt x="1053" y="38"/>
                  <a:pt x="1050" y="38"/>
                </a:cubicBezTo>
                <a:cubicBezTo>
                  <a:pt x="1045" y="37"/>
                  <a:pt x="1041" y="36"/>
                  <a:pt x="1036" y="35"/>
                </a:cubicBezTo>
                <a:cubicBezTo>
                  <a:pt x="1010" y="32"/>
                  <a:pt x="1010" y="32"/>
                  <a:pt x="1010" y="32"/>
                </a:cubicBezTo>
                <a:cubicBezTo>
                  <a:pt x="1007" y="32"/>
                  <a:pt x="1005" y="32"/>
                  <a:pt x="1003" y="31"/>
                </a:cubicBezTo>
                <a:cubicBezTo>
                  <a:pt x="992" y="31"/>
                  <a:pt x="992" y="31"/>
                  <a:pt x="992" y="31"/>
                </a:cubicBezTo>
                <a:cubicBezTo>
                  <a:pt x="932" y="26"/>
                  <a:pt x="873" y="28"/>
                  <a:pt x="815" y="36"/>
                </a:cubicBezTo>
                <a:cubicBezTo>
                  <a:pt x="804" y="38"/>
                  <a:pt x="792" y="40"/>
                  <a:pt x="781" y="42"/>
                </a:cubicBezTo>
                <a:cubicBezTo>
                  <a:pt x="774" y="43"/>
                  <a:pt x="767" y="39"/>
                  <a:pt x="766" y="32"/>
                </a:cubicBezTo>
                <a:cubicBezTo>
                  <a:pt x="765" y="25"/>
                  <a:pt x="769" y="18"/>
                  <a:pt x="776" y="17"/>
                </a:cubicBezTo>
                <a:cubicBezTo>
                  <a:pt x="788" y="15"/>
                  <a:pt x="800" y="13"/>
                  <a:pt x="811" y="11"/>
                </a:cubicBezTo>
                <a:cubicBezTo>
                  <a:pt x="871" y="2"/>
                  <a:pt x="933" y="0"/>
                  <a:pt x="994" y="5"/>
                </a:cubicBezTo>
                <a:cubicBezTo>
                  <a:pt x="1005" y="6"/>
                  <a:pt x="1005" y="6"/>
                  <a:pt x="1005" y="6"/>
                </a:cubicBezTo>
                <a:cubicBezTo>
                  <a:pt x="1008" y="6"/>
                  <a:pt x="1010" y="7"/>
                  <a:pt x="1013" y="7"/>
                </a:cubicBezTo>
                <a:cubicBezTo>
                  <a:pt x="1039" y="10"/>
                  <a:pt x="1039" y="10"/>
                  <a:pt x="1039" y="10"/>
                </a:cubicBezTo>
                <a:cubicBezTo>
                  <a:pt x="1044" y="11"/>
                  <a:pt x="1050" y="12"/>
                  <a:pt x="1055" y="12"/>
                </a:cubicBezTo>
                <a:cubicBezTo>
                  <a:pt x="1057" y="13"/>
                  <a:pt x="1059" y="13"/>
                  <a:pt x="1062" y="14"/>
                </a:cubicBezTo>
                <a:cubicBezTo>
                  <a:pt x="1085" y="18"/>
                  <a:pt x="1085" y="18"/>
                  <a:pt x="1085" y="18"/>
                </a:cubicBezTo>
                <a:cubicBezTo>
                  <a:pt x="1101" y="21"/>
                  <a:pt x="1101" y="21"/>
                  <a:pt x="1101" y="21"/>
                </a:cubicBezTo>
                <a:cubicBezTo>
                  <a:pt x="1101" y="21"/>
                  <a:pt x="1101" y="21"/>
                  <a:pt x="1101" y="21"/>
                </a:cubicBezTo>
                <a:cubicBezTo>
                  <a:pt x="1111" y="23"/>
                  <a:pt x="1111" y="23"/>
                  <a:pt x="1111" y="23"/>
                </a:cubicBezTo>
                <a:cubicBezTo>
                  <a:pt x="1117" y="25"/>
                  <a:pt x="1123" y="26"/>
                  <a:pt x="1129" y="28"/>
                </a:cubicBezTo>
                <a:cubicBezTo>
                  <a:pt x="1133" y="29"/>
                  <a:pt x="1136" y="30"/>
                  <a:pt x="1139" y="30"/>
                </a:cubicBezTo>
                <a:cubicBezTo>
                  <a:pt x="1150" y="33"/>
                  <a:pt x="1162" y="36"/>
                  <a:pt x="1173" y="40"/>
                </a:cubicBezTo>
                <a:cubicBezTo>
                  <a:pt x="1204" y="50"/>
                  <a:pt x="1235" y="62"/>
                  <a:pt x="1265" y="75"/>
                </a:cubicBezTo>
                <a:cubicBezTo>
                  <a:pt x="1271" y="78"/>
                  <a:pt x="1274" y="86"/>
                  <a:pt x="1271" y="92"/>
                </a:cubicBezTo>
                <a:cubicBezTo>
                  <a:pt x="1269" y="97"/>
                  <a:pt x="1264" y="100"/>
                  <a:pt x="1260" y="100"/>
                </a:cubicBezTo>
                <a:close/>
                <a:moveTo>
                  <a:pt x="704" y="60"/>
                </a:moveTo>
                <a:cubicBezTo>
                  <a:pt x="699" y="60"/>
                  <a:pt x="694" y="57"/>
                  <a:pt x="692" y="51"/>
                </a:cubicBezTo>
                <a:cubicBezTo>
                  <a:pt x="690" y="44"/>
                  <a:pt x="694" y="37"/>
                  <a:pt x="701" y="35"/>
                </a:cubicBezTo>
                <a:cubicBezTo>
                  <a:pt x="712" y="32"/>
                  <a:pt x="723" y="29"/>
                  <a:pt x="734" y="26"/>
                </a:cubicBezTo>
                <a:cubicBezTo>
                  <a:pt x="741" y="25"/>
                  <a:pt x="748" y="29"/>
                  <a:pt x="749" y="36"/>
                </a:cubicBezTo>
                <a:cubicBezTo>
                  <a:pt x="751" y="43"/>
                  <a:pt x="747" y="49"/>
                  <a:pt x="740" y="51"/>
                </a:cubicBezTo>
                <a:cubicBezTo>
                  <a:pt x="729" y="54"/>
                  <a:pt x="719" y="57"/>
                  <a:pt x="708" y="60"/>
                </a:cubicBezTo>
                <a:cubicBezTo>
                  <a:pt x="707" y="60"/>
                  <a:pt x="706" y="60"/>
                  <a:pt x="704" y="60"/>
                </a:cubicBezTo>
                <a:close/>
              </a:path>
            </a:pathLst>
          </a:custGeom>
          <a:solidFill>
            <a:schemeClr val="tx1">
              <a:lumMod val="25000"/>
              <a:lumOff val="75000"/>
            </a:schemeClr>
          </a:solidFill>
          <a:ln>
            <a:noFill/>
          </a:ln>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sp>
        <p:nvSpPr>
          <p:cNvPr id="78" name="Freeform 38">
            <a:extLst>
              <a:ext uri="{FF2B5EF4-FFF2-40B4-BE49-F238E27FC236}">
                <a16:creationId xmlns:a16="http://schemas.microsoft.com/office/drawing/2014/main" id="{D498CAD1-A964-414A-8D0B-E796754A3746}"/>
              </a:ext>
            </a:extLst>
          </p:cNvPr>
          <p:cNvSpPr>
            <a:spLocks noEditPoints="1"/>
          </p:cNvSpPr>
          <p:nvPr/>
        </p:nvSpPr>
        <p:spPr bwMode="auto">
          <a:xfrm>
            <a:off x="1493309" y="1897738"/>
            <a:ext cx="3059032" cy="3064270"/>
          </a:xfrm>
          <a:custGeom>
            <a:avLst/>
            <a:gdLst>
              <a:gd name="T0" fmla="*/ 876 w 1750"/>
              <a:gd name="T1" fmla="*/ 1726 h 1752"/>
              <a:gd name="T2" fmla="*/ 1086 w 1750"/>
              <a:gd name="T3" fmla="*/ 1708 h 1752"/>
              <a:gd name="T4" fmla="*/ 876 w 1750"/>
              <a:gd name="T5" fmla="*/ 1752 h 1752"/>
              <a:gd name="T6" fmla="*/ 619 w 1750"/>
              <a:gd name="T7" fmla="*/ 1680 h 1752"/>
              <a:gd name="T8" fmla="*/ 1102 w 1750"/>
              <a:gd name="T9" fmla="*/ 1703 h 1752"/>
              <a:gd name="T10" fmla="*/ 1150 w 1750"/>
              <a:gd name="T11" fmla="*/ 1700 h 1752"/>
              <a:gd name="T12" fmla="*/ 571 w 1750"/>
              <a:gd name="T13" fmla="*/ 1688 h 1752"/>
              <a:gd name="T14" fmla="*/ 422 w 1750"/>
              <a:gd name="T15" fmla="*/ 1601 h 1752"/>
              <a:gd name="T16" fmla="*/ 357 w 1750"/>
              <a:gd name="T17" fmla="*/ 1546 h 1752"/>
              <a:gd name="T18" fmla="*/ 360 w 1750"/>
              <a:gd name="T19" fmla="*/ 1513 h 1752"/>
              <a:gd name="T20" fmla="*/ 418 w 1750"/>
              <a:gd name="T21" fmla="*/ 1566 h 1752"/>
              <a:gd name="T22" fmla="*/ 451 w 1750"/>
              <a:gd name="T23" fmla="*/ 1590 h 1752"/>
              <a:gd name="T24" fmla="*/ 1185 w 1750"/>
              <a:gd name="T25" fmla="*/ 1684 h 1752"/>
              <a:gd name="T26" fmla="*/ 1245 w 1750"/>
              <a:gd name="T27" fmla="*/ 1626 h 1752"/>
              <a:gd name="T28" fmla="*/ 1384 w 1750"/>
              <a:gd name="T29" fmla="*/ 1519 h 1752"/>
              <a:gd name="T30" fmla="*/ 1409 w 1750"/>
              <a:gd name="T31" fmla="*/ 1530 h 1752"/>
              <a:gd name="T32" fmla="*/ 1264 w 1750"/>
              <a:gd name="T33" fmla="*/ 1644 h 1752"/>
              <a:gd name="T34" fmla="*/ 1185 w 1750"/>
              <a:gd name="T35" fmla="*/ 1684 h 1752"/>
              <a:gd name="T36" fmla="*/ 206 w 1750"/>
              <a:gd name="T37" fmla="*/ 1376 h 1752"/>
              <a:gd name="T38" fmla="*/ 238 w 1750"/>
              <a:gd name="T39" fmla="*/ 1423 h 1752"/>
              <a:gd name="T40" fmla="*/ 1651 w 1750"/>
              <a:gd name="T41" fmla="*/ 1224 h 1752"/>
              <a:gd name="T42" fmla="*/ 177 w 1750"/>
              <a:gd name="T43" fmla="*/ 1362 h 1752"/>
              <a:gd name="T44" fmla="*/ 82 w 1750"/>
              <a:gd name="T45" fmla="*/ 1218 h 1752"/>
              <a:gd name="T46" fmla="*/ 37 w 1750"/>
              <a:gd name="T47" fmla="*/ 1002 h 1752"/>
              <a:gd name="T48" fmla="*/ 165 w 1750"/>
              <a:gd name="T49" fmla="*/ 1306 h 1752"/>
              <a:gd name="T50" fmla="*/ 1664 w 1750"/>
              <a:gd name="T51" fmla="*/ 1210 h 1752"/>
              <a:gd name="T52" fmla="*/ 1690 w 1750"/>
              <a:gd name="T53" fmla="*/ 1172 h 1752"/>
              <a:gd name="T54" fmla="*/ 1682 w 1750"/>
              <a:gd name="T55" fmla="*/ 1123 h 1752"/>
              <a:gd name="T56" fmla="*/ 1724 w 1750"/>
              <a:gd name="T57" fmla="*/ 877 h 1752"/>
              <a:gd name="T58" fmla="*/ 1738 w 1750"/>
              <a:gd name="T59" fmla="*/ 747 h 1752"/>
              <a:gd name="T60" fmla="*/ 1720 w 1750"/>
              <a:gd name="T61" fmla="*/ 1085 h 1752"/>
              <a:gd name="T62" fmla="*/ 2 w 1750"/>
              <a:gd name="T63" fmla="*/ 929 h 1752"/>
              <a:gd name="T64" fmla="*/ 18 w 1750"/>
              <a:gd name="T65" fmla="*/ 975 h 1752"/>
              <a:gd name="T66" fmla="*/ 42 w 1750"/>
              <a:gd name="T67" fmla="*/ 630 h 1752"/>
              <a:gd name="T68" fmla="*/ 43 w 1750"/>
              <a:gd name="T69" fmla="*/ 720 h 1752"/>
              <a:gd name="T70" fmla="*/ 13 w 1750"/>
              <a:gd name="T71" fmla="*/ 899 h 1752"/>
              <a:gd name="T72" fmla="*/ 1719 w 1750"/>
              <a:gd name="T73" fmla="*/ 665 h 1752"/>
              <a:gd name="T74" fmla="*/ 1682 w 1750"/>
              <a:gd name="T75" fmla="*/ 632 h 1752"/>
              <a:gd name="T76" fmla="*/ 1561 w 1750"/>
              <a:gd name="T77" fmla="*/ 416 h 1752"/>
              <a:gd name="T78" fmla="*/ 1468 w 1750"/>
              <a:gd name="T79" fmla="*/ 317 h 1752"/>
              <a:gd name="T80" fmla="*/ 1553 w 1750"/>
              <a:gd name="T81" fmla="*/ 368 h 1752"/>
              <a:gd name="T82" fmla="*/ 1601 w 1750"/>
              <a:gd name="T83" fmla="*/ 426 h 1752"/>
              <a:gd name="T84" fmla="*/ 130 w 1750"/>
              <a:gd name="T85" fmla="*/ 488 h 1752"/>
              <a:gd name="T86" fmla="*/ 160 w 1750"/>
              <a:gd name="T87" fmla="*/ 455 h 1752"/>
              <a:gd name="T88" fmla="*/ 165 w 1750"/>
              <a:gd name="T89" fmla="*/ 406 h 1752"/>
              <a:gd name="T90" fmla="*/ 365 w 1750"/>
              <a:gd name="T91" fmla="*/ 199 h 1752"/>
              <a:gd name="T92" fmla="*/ 420 w 1750"/>
              <a:gd name="T93" fmla="*/ 154 h 1752"/>
              <a:gd name="T94" fmla="*/ 446 w 1750"/>
              <a:gd name="T95" fmla="*/ 166 h 1752"/>
              <a:gd name="T96" fmla="*/ 393 w 1750"/>
              <a:gd name="T97" fmla="*/ 209 h 1752"/>
              <a:gd name="T98" fmla="*/ 239 w 1750"/>
              <a:gd name="T99" fmla="*/ 360 h 1752"/>
              <a:gd name="T100" fmla="*/ 1414 w 1750"/>
              <a:gd name="T101" fmla="*/ 263 h 1752"/>
              <a:gd name="T102" fmla="*/ 1447 w 1750"/>
              <a:gd name="T103" fmla="*/ 291 h 1752"/>
              <a:gd name="T104" fmla="*/ 1208 w 1750"/>
              <a:gd name="T105" fmla="*/ 107 h 1752"/>
              <a:gd name="T106" fmla="*/ 1052 w 1750"/>
              <a:gd name="T107" fmla="*/ 49 h 1752"/>
              <a:gd name="T108" fmla="*/ 1103 w 1750"/>
              <a:gd name="T109" fmla="*/ 37 h 1752"/>
              <a:gd name="T110" fmla="*/ 1402 w 1750"/>
              <a:gd name="T111" fmla="*/ 233 h 1752"/>
              <a:gd name="T112" fmla="*/ 515 w 1750"/>
              <a:gd name="T113" fmla="*/ 93 h 1752"/>
              <a:gd name="T114" fmla="*/ 559 w 1750"/>
              <a:gd name="T115" fmla="*/ 98 h 1752"/>
              <a:gd name="T116" fmla="*/ 935 w 1750"/>
              <a:gd name="T117" fmla="*/ 4 h 1752"/>
              <a:gd name="T118" fmla="*/ 769 w 1750"/>
              <a:gd name="T119" fmla="*/ 35 h 1752"/>
              <a:gd name="T120" fmla="*/ 1012 w 1750"/>
              <a:gd name="T121" fmla="*/ 40 h 1752"/>
              <a:gd name="T122" fmla="*/ 983 w 1750"/>
              <a:gd name="T123" fmla="*/ 9 h 1752"/>
              <a:gd name="T124" fmla="*/ 1014 w 1750"/>
              <a:gd name="T125" fmla="*/ 40 h 1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750" h="1752">
                <a:moveTo>
                  <a:pt x="876" y="1752"/>
                </a:moveTo>
                <a:cubicBezTo>
                  <a:pt x="811" y="1752"/>
                  <a:pt x="746" y="1743"/>
                  <a:pt x="684" y="1727"/>
                </a:cubicBezTo>
                <a:cubicBezTo>
                  <a:pt x="678" y="1726"/>
                  <a:pt x="674" y="1719"/>
                  <a:pt x="675" y="1712"/>
                </a:cubicBezTo>
                <a:cubicBezTo>
                  <a:pt x="677" y="1705"/>
                  <a:pt x="684" y="1701"/>
                  <a:pt x="691" y="1703"/>
                </a:cubicBezTo>
                <a:cubicBezTo>
                  <a:pt x="751" y="1718"/>
                  <a:pt x="813" y="1726"/>
                  <a:pt x="876" y="1726"/>
                </a:cubicBezTo>
                <a:cubicBezTo>
                  <a:pt x="886" y="1726"/>
                  <a:pt x="896" y="1726"/>
                  <a:pt x="906" y="1725"/>
                </a:cubicBezTo>
                <a:cubicBezTo>
                  <a:pt x="906" y="1725"/>
                  <a:pt x="906" y="1725"/>
                  <a:pt x="906" y="1725"/>
                </a:cubicBezTo>
                <a:cubicBezTo>
                  <a:pt x="918" y="1725"/>
                  <a:pt x="930" y="1724"/>
                  <a:pt x="943" y="1723"/>
                </a:cubicBezTo>
                <a:cubicBezTo>
                  <a:pt x="985" y="1719"/>
                  <a:pt x="1028" y="1711"/>
                  <a:pt x="1070" y="1700"/>
                </a:cubicBezTo>
                <a:cubicBezTo>
                  <a:pt x="1077" y="1698"/>
                  <a:pt x="1084" y="1702"/>
                  <a:pt x="1086" y="1708"/>
                </a:cubicBezTo>
                <a:cubicBezTo>
                  <a:pt x="1088" y="1715"/>
                  <a:pt x="1084" y="1722"/>
                  <a:pt x="1077" y="1724"/>
                </a:cubicBezTo>
                <a:cubicBezTo>
                  <a:pt x="1033" y="1736"/>
                  <a:pt x="989" y="1744"/>
                  <a:pt x="945" y="1748"/>
                </a:cubicBezTo>
                <a:cubicBezTo>
                  <a:pt x="932" y="1750"/>
                  <a:pt x="920" y="1750"/>
                  <a:pt x="907" y="1751"/>
                </a:cubicBezTo>
                <a:cubicBezTo>
                  <a:pt x="907" y="1751"/>
                  <a:pt x="907" y="1751"/>
                  <a:pt x="907" y="1751"/>
                </a:cubicBezTo>
                <a:cubicBezTo>
                  <a:pt x="896" y="1751"/>
                  <a:pt x="886" y="1752"/>
                  <a:pt x="876" y="1752"/>
                </a:cubicBezTo>
                <a:close/>
                <a:moveTo>
                  <a:pt x="647" y="1716"/>
                </a:moveTo>
                <a:cubicBezTo>
                  <a:pt x="646" y="1716"/>
                  <a:pt x="644" y="1716"/>
                  <a:pt x="643" y="1715"/>
                </a:cubicBezTo>
                <a:cubicBezTo>
                  <a:pt x="632" y="1712"/>
                  <a:pt x="621" y="1708"/>
                  <a:pt x="610" y="1704"/>
                </a:cubicBezTo>
                <a:cubicBezTo>
                  <a:pt x="604" y="1701"/>
                  <a:pt x="601" y="1694"/>
                  <a:pt x="603" y="1687"/>
                </a:cubicBezTo>
                <a:cubicBezTo>
                  <a:pt x="605" y="1681"/>
                  <a:pt x="613" y="1678"/>
                  <a:pt x="619" y="1680"/>
                </a:cubicBezTo>
                <a:cubicBezTo>
                  <a:pt x="630" y="1684"/>
                  <a:pt x="640" y="1688"/>
                  <a:pt x="651" y="1691"/>
                </a:cubicBezTo>
                <a:cubicBezTo>
                  <a:pt x="658" y="1693"/>
                  <a:pt x="661" y="1700"/>
                  <a:pt x="659" y="1707"/>
                </a:cubicBezTo>
                <a:cubicBezTo>
                  <a:pt x="657" y="1712"/>
                  <a:pt x="652" y="1716"/>
                  <a:pt x="647" y="1716"/>
                </a:cubicBezTo>
                <a:close/>
                <a:moveTo>
                  <a:pt x="1114" y="1712"/>
                </a:moveTo>
                <a:cubicBezTo>
                  <a:pt x="1109" y="1712"/>
                  <a:pt x="1104" y="1709"/>
                  <a:pt x="1102" y="1703"/>
                </a:cubicBezTo>
                <a:cubicBezTo>
                  <a:pt x="1100" y="1697"/>
                  <a:pt x="1103" y="1690"/>
                  <a:pt x="1110" y="1687"/>
                </a:cubicBezTo>
                <a:cubicBezTo>
                  <a:pt x="1118" y="1685"/>
                  <a:pt x="1126" y="1682"/>
                  <a:pt x="1133" y="1679"/>
                </a:cubicBezTo>
                <a:cubicBezTo>
                  <a:pt x="1136" y="1678"/>
                  <a:pt x="1139" y="1677"/>
                  <a:pt x="1142" y="1676"/>
                </a:cubicBezTo>
                <a:cubicBezTo>
                  <a:pt x="1148" y="1673"/>
                  <a:pt x="1155" y="1677"/>
                  <a:pt x="1158" y="1683"/>
                </a:cubicBezTo>
                <a:cubicBezTo>
                  <a:pt x="1160" y="1690"/>
                  <a:pt x="1157" y="1697"/>
                  <a:pt x="1150" y="1700"/>
                </a:cubicBezTo>
                <a:cubicBezTo>
                  <a:pt x="1148" y="1701"/>
                  <a:pt x="1145" y="1702"/>
                  <a:pt x="1142" y="1703"/>
                </a:cubicBezTo>
                <a:cubicBezTo>
                  <a:pt x="1135" y="1706"/>
                  <a:pt x="1126" y="1709"/>
                  <a:pt x="1118" y="1712"/>
                </a:cubicBezTo>
                <a:cubicBezTo>
                  <a:pt x="1117" y="1712"/>
                  <a:pt x="1115" y="1712"/>
                  <a:pt x="1114" y="1712"/>
                </a:cubicBezTo>
                <a:close/>
                <a:moveTo>
                  <a:pt x="576" y="1689"/>
                </a:moveTo>
                <a:cubicBezTo>
                  <a:pt x="574" y="1689"/>
                  <a:pt x="572" y="1688"/>
                  <a:pt x="571" y="1688"/>
                </a:cubicBezTo>
                <a:cubicBezTo>
                  <a:pt x="531" y="1670"/>
                  <a:pt x="492" y="1649"/>
                  <a:pt x="457" y="1626"/>
                </a:cubicBezTo>
                <a:cubicBezTo>
                  <a:pt x="436" y="1611"/>
                  <a:pt x="436" y="1611"/>
                  <a:pt x="436" y="1611"/>
                </a:cubicBezTo>
                <a:cubicBezTo>
                  <a:pt x="432" y="1608"/>
                  <a:pt x="427" y="1605"/>
                  <a:pt x="422" y="1601"/>
                </a:cubicBezTo>
                <a:cubicBezTo>
                  <a:pt x="422" y="1601"/>
                  <a:pt x="422" y="1601"/>
                  <a:pt x="422" y="1601"/>
                </a:cubicBezTo>
                <a:cubicBezTo>
                  <a:pt x="422" y="1601"/>
                  <a:pt x="422" y="1601"/>
                  <a:pt x="422" y="1601"/>
                </a:cubicBezTo>
                <a:cubicBezTo>
                  <a:pt x="403" y="1586"/>
                  <a:pt x="403" y="1586"/>
                  <a:pt x="403" y="1586"/>
                </a:cubicBezTo>
                <a:cubicBezTo>
                  <a:pt x="401" y="1584"/>
                  <a:pt x="399" y="1583"/>
                  <a:pt x="397" y="1581"/>
                </a:cubicBezTo>
                <a:cubicBezTo>
                  <a:pt x="373" y="1560"/>
                  <a:pt x="373" y="1560"/>
                  <a:pt x="373" y="1560"/>
                </a:cubicBezTo>
                <a:cubicBezTo>
                  <a:pt x="369" y="1557"/>
                  <a:pt x="366" y="1554"/>
                  <a:pt x="362" y="1551"/>
                </a:cubicBezTo>
                <a:cubicBezTo>
                  <a:pt x="360" y="1549"/>
                  <a:pt x="359" y="1547"/>
                  <a:pt x="357" y="1546"/>
                </a:cubicBezTo>
                <a:cubicBezTo>
                  <a:pt x="342" y="1531"/>
                  <a:pt x="342" y="1531"/>
                  <a:pt x="342" y="1531"/>
                </a:cubicBezTo>
                <a:cubicBezTo>
                  <a:pt x="259" y="1449"/>
                  <a:pt x="259" y="1449"/>
                  <a:pt x="259" y="1449"/>
                </a:cubicBezTo>
                <a:cubicBezTo>
                  <a:pt x="254" y="1444"/>
                  <a:pt x="254" y="1436"/>
                  <a:pt x="259" y="1431"/>
                </a:cubicBezTo>
                <a:cubicBezTo>
                  <a:pt x="264" y="1426"/>
                  <a:pt x="272" y="1426"/>
                  <a:pt x="277" y="1431"/>
                </a:cubicBezTo>
                <a:cubicBezTo>
                  <a:pt x="360" y="1513"/>
                  <a:pt x="360" y="1513"/>
                  <a:pt x="360" y="1513"/>
                </a:cubicBezTo>
                <a:cubicBezTo>
                  <a:pt x="374" y="1527"/>
                  <a:pt x="374" y="1527"/>
                  <a:pt x="374" y="1527"/>
                </a:cubicBezTo>
                <a:cubicBezTo>
                  <a:pt x="376" y="1529"/>
                  <a:pt x="378" y="1531"/>
                  <a:pt x="380" y="1532"/>
                </a:cubicBezTo>
                <a:cubicBezTo>
                  <a:pt x="383" y="1535"/>
                  <a:pt x="386" y="1538"/>
                  <a:pt x="389" y="1541"/>
                </a:cubicBezTo>
                <a:cubicBezTo>
                  <a:pt x="413" y="1562"/>
                  <a:pt x="413" y="1562"/>
                  <a:pt x="413" y="1562"/>
                </a:cubicBezTo>
                <a:cubicBezTo>
                  <a:pt x="415" y="1563"/>
                  <a:pt x="416" y="1564"/>
                  <a:pt x="418" y="1566"/>
                </a:cubicBezTo>
                <a:cubicBezTo>
                  <a:pt x="419" y="1566"/>
                  <a:pt x="420" y="1567"/>
                  <a:pt x="421" y="1568"/>
                </a:cubicBezTo>
                <a:cubicBezTo>
                  <a:pt x="437" y="1580"/>
                  <a:pt x="437" y="1580"/>
                  <a:pt x="437" y="1580"/>
                </a:cubicBezTo>
                <a:cubicBezTo>
                  <a:pt x="437" y="1580"/>
                  <a:pt x="437" y="1580"/>
                  <a:pt x="437" y="1580"/>
                </a:cubicBezTo>
                <a:cubicBezTo>
                  <a:pt x="438" y="1581"/>
                  <a:pt x="438" y="1581"/>
                  <a:pt x="438" y="1581"/>
                </a:cubicBezTo>
                <a:cubicBezTo>
                  <a:pt x="442" y="1584"/>
                  <a:pt x="446" y="1587"/>
                  <a:pt x="451" y="1590"/>
                </a:cubicBezTo>
                <a:cubicBezTo>
                  <a:pt x="471" y="1605"/>
                  <a:pt x="471" y="1605"/>
                  <a:pt x="471" y="1605"/>
                </a:cubicBezTo>
                <a:cubicBezTo>
                  <a:pt x="505" y="1627"/>
                  <a:pt x="542" y="1647"/>
                  <a:pt x="581" y="1664"/>
                </a:cubicBezTo>
                <a:cubicBezTo>
                  <a:pt x="587" y="1667"/>
                  <a:pt x="590" y="1675"/>
                  <a:pt x="587" y="1681"/>
                </a:cubicBezTo>
                <a:cubicBezTo>
                  <a:pt x="585" y="1686"/>
                  <a:pt x="581" y="1689"/>
                  <a:pt x="576" y="1689"/>
                </a:cubicBezTo>
                <a:close/>
                <a:moveTo>
                  <a:pt x="1185" y="1684"/>
                </a:moveTo>
                <a:cubicBezTo>
                  <a:pt x="1180" y="1684"/>
                  <a:pt x="1175" y="1681"/>
                  <a:pt x="1173" y="1676"/>
                </a:cubicBezTo>
                <a:cubicBezTo>
                  <a:pt x="1171" y="1670"/>
                  <a:pt x="1174" y="1662"/>
                  <a:pt x="1180" y="1660"/>
                </a:cubicBezTo>
                <a:cubicBezTo>
                  <a:pt x="1181" y="1659"/>
                  <a:pt x="1181" y="1659"/>
                  <a:pt x="1181" y="1659"/>
                </a:cubicBezTo>
                <a:cubicBezTo>
                  <a:pt x="1194" y="1653"/>
                  <a:pt x="1206" y="1647"/>
                  <a:pt x="1218" y="1641"/>
                </a:cubicBezTo>
                <a:cubicBezTo>
                  <a:pt x="1245" y="1626"/>
                  <a:pt x="1245" y="1626"/>
                  <a:pt x="1245" y="1626"/>
                </a:cubicBezTo>
                <a:cubicBezTo>
                  <a:pt x="1247" y="1625"/>
                  <a:pt x="1249" y="1623"/>
                  <a:pt x="1251" y="1622"/>
                </a:cubicBezTo>
                <a:cubicBezTo>
                  <a:pt x="1254" y="1620"/>
                  <a:pt x="1254" y="1620"/>
                  <a:pt x="1254" y="1620"/>
                </a:cubicBezTo>
                <a:cubicBezTo>
                  <a:pt x="1291" y="1597"/>
                  <a:pt x="1327" y="1571"/>
                  <a:pt x="1360" y="1541"/>
                </a:cubicBezTo>
                <a:cubicBezTo>
                  <a:pt x="1360" y="1541"/>
                  <a:pt x="1360" y="1541"/>
                  <a:pt x="1360" y="1541"/>
                </a:cubicBezTo>
                <a:cubicBezTo>
                  <a:pt x="1368" y="1534"/>
                  <a:pt x="1376" y="1527"/>
                  <a:pt x="1384" y="1519"/>
                </a:cubicBezTo>
                <a:cubicBezTo>
                  <a:pt x="1398" y="1506"/>
                  <a:pt x="1398" y="1506"/>
                  <a:pt x="1398" y="1506"/>
                </a:cubicBezTo>
                <a:cubicBezTo>
                  <a:pt x="1481" y="1423"/>
                  <a:pt x="1481" y="1423"/>
                  <a:pt x="1481" y="1423"/>
                </a:cubicBezTo>
                <a:cubicBezTo>
                  <a:pt x="1486" y="1418"/>
                  <a:pt x="1494" y="1418"/>
                  <a:pt x="1499" y="1423"/>
                </a:cubicBezTo>
                <a:cubicBezTo>
                  <a:pt x="1504" y="1428"/>
                  <a:pt x="1504" y="1436"/>
                  <a:pt x="1499" y="1441"/>
                </a:cubicBezTo>
                <a:cubicBezTo>
                  <a:pt x="1409" y="1530"/>
                  <a:pt x="1409" y="1530"/>
                  <a:pt x="1409" y="1530"/>
                </a:cubicBezTo>
                <a:cubicBezTo>
                  <a:pt x="1402" y="1538"/>
                  <a:pt x="1402" y="1538"/>
                  <a:pt x="1402" y="1538"/>
                </a:cubicBezTo>
                <a:cubicBezTo>
                  <a:pt x="1394" y="1545"/>
                  <a:pt x="1386" y="1553"/>
                  <a:pt x="1377" y="1560"/>
                </a:cubicBezTo>
                <a:cubicBezTo>
                  <a:pt x="1377" y="1560"/>
                  <a:pt x="1377" y="1560"/>
                  <a:pt x="1377" y="1560"/>
                </a:cubicBezTo>
                <a:cubicBezTo>
                  <a:pt x="1343" y="1591"/>
                  <a:pt x="1306" y="1618"/>
                  <a:pt x="1267" y="1642"/>
                </a:cubicBezTo>
                <a:cubicBezTo>
                  <a:pt x="1264" y="1644"/>
                  <a:pt x="1264" y="1644"/>
                  <a:pt x="1264" y="1644"/>
                </a:cubicBezTo>
                <a:cubicBezTo>
                  <a:pt x="1262" y="1645"/>
                  <a:pt x="1260" y="1646"/>
                  <a:pt x="1258" y="1648"/>
                </a:cubicBezTo>
                <a:cubicBezTo>
                  <a:pt x="1230" y="1663"/>
                  <a:pt x="1230" y="1663"/>
                  <a:pt x="1230" y="1663"/>
                </a:cubicBezTo>
                <a:cubicBezTo>
                  <a:pt x="1217" y="1670"/>
                  <a:pt x="1205" y="1676"/>
                  <a:pt x="1193" y="1682"/>
                </a:cubicBezTo>
                <a:cubicBezTo>
                  <a:pt x="1190" y="1683"/>
                  <a:pt x="1190" y="1683"/>
                  <a:pt x="1190" y="1683"/>
                </a:cubicBezTo>
                <a:cubicBezTo>
                  <a:pt x="1188" y="1684"/>
                  <a:pt x="1187" y="1684"/>
                  <a:pt x="1185" y="1684"/>
                </a:cubicBezTo>
                <a:close/>
                <a:moveTo>
                  <a:pt x="238" y="1423"/>
                </a:moveTo>
                <a:cubicBezTo>
                  <a:pt x="235" y="1423"/>
                  <a:pt x="232" y="1421"/>
                  <a:pt x="229" y="1419"/>
                </a:cubicBezTo>
                <a:cubicBezTo>
                  <a:pt x="221" y="1410"/>
                  <a:pt x="221" y="1410"/>
                  <a:pt x="221" y="1410"/>
                </a:cubicBezTo>
                <a:cubicBezTo>
                  <a:pt x="206" y="1394"/>
                  <a:pt x="206" y="1394"/>
                  <a:pt x="206" y="1394"/>
                </a:cubicBezTo>
                <a:cubicBezTo>
                  <a:pt x="201" y="1389"/>
                  <a:pt x="201" y="1381"/>
                  <a:pt x="206" y="1376"/>
                </a:cubicBezTo>
                <a:cubicBezTo>
                  <a:pt x="211" y="1372"/>
                  <a:pt x="219" y="1372"/>
                  <a:pt x="224" y="1377"/>
                </a:cubicBezTo>
                <a:cubicBezTo>
                  <a:pt x="239" y="1392"/>
                  <a:pt x="239" y="1392"/>
                  <a:pt x="239" y="1392"/>
                </a:cubicBezTo>
                <a:cubicBezTo>
                  <a:pt x="247" y="1401"/>
                  <a:pt x="247" y="1401"/>
                  <a:pt x="247" y="1401"/>
                </a:cubicBezTo>
                <a:cubicBezTo>
                  <a:pt x="252" y="1406"/>
                  <a:pt x="252" y="1414"/>
                  <a:pt x="247" y="1419"/>
                </a:cubicBezTo>
                <a:cubicBezTo>
                  <a:pt x="245" y="1421"/>
                  <a:pt x="242" y="1423"/>
                  <a:pt x="238" y="1423"/>
                </a:cubicBezTo>
                <a:close/>
                <a:moveTo>
                  <a:pt x="1547" y="1386"/>
                </a:moveTo>
                <a:cubicBezTo>
                  <a:pt x="1544" y="1386"/>
                  <a:pt x="1541" y="1385"/>
                  <a:pt x="1538" y="1383"/>
                </a:cubicBezTo>
                <a:cubicBezTo>
                  <a:pt x="1533" y="1378"/>
                  <a:pt x="1533" y="1370"/>
                  <a:pt x="1537" y="1365"/>
                </a:cubicBezTo>
                <a:cubicBezTo>
                  <a:pt x="1574" y="1323"/>
                  <a:pt x="1607" y="1278"/>
                  <a:pt x="1634" y="1229"/>
                </a:cubicBezTo>
                <a:cubicBezTo>
                  <a:pt x="1637" y="1223"/>
                  <a:pt x="1645" y="1221"/>
                  <a:pt x="1651" y="1224"/>
                </a:cubicBezTo>
                <a:cubicBezTo>
                  <a:pt x="1657" y="1227"/>
                  <a:pt x="1659" y="1235"/>
                  <a:pt x="1656" y="1241"/>
                </a:cubicBezTo>
                <a:cubicBezTo>
                  <a:pt x="1628" y="1292"/>
                  <a:pt x="1595" y="1339"/>
                  <a:pt x="1556" y="1382"/>
                </a:cubicBezTo>
                <a:cubicBezTo>
                  <a:pt x="1554" y="1385"/>
                  <a:pt x="1550" y="1386"/>
                  <a:pt x="1547" y="1386"/>
                </a:cubicBezTo>
                <a:close/>
                <a:moveTo>
                  <a:pt x="187" y="1367"/>
                </a:moveTo>
                <a:cubicBezTo>
                  <a:pt x="183" y="1367"/>
                  <a:pt x="179" y="1365"/>
                  <a:pt x="177" y="1362"/>
                </a:cubicBezTo>
                <a:cubicBezTo>
                  <a:pt x="171" y="1355"/>
                  <a:pt x="171" y="1355"/>
                  <a:pt x="171" y="1355"/>
                </a:cubicBezTo>
                <a:cubicBezTo>
                  <a:pt x="162" y="1343"/>
                  <a:pt x="153" y="1332"/>
                  <a:pt x="145" y="1321"/>
                </a:cubicBezTo>
                <a:cubicBezTo>
                  <a:pt x="131" y="1302"/>
                  <a:pt x="131" y="1302"/>
                  <a:pt x="131" y="1302"/>
                </a:cubicBezTo>
                <a:cubicBezTo>
                  <a:pt x="128" y="1297"/>
                  <a:pt x="124" y="1291"/>
                  <a:pt x="120" y="1285"/>
                </a:cubicBezTo>
                <a:cubicBezTo>
                  <a:pt x="107" y="1264"/>
                  <a:pt x="94" y="1241"/>
                  <a:pt x="82" y="1218"/>
                </a:cubicBezTo>
                <a:cubicBezTo>
                  <a:pt x="82" y="1218"/>
                  <a:pt x="82" y="1218"/>
                  <a:pt x="82" y="1218"/>
                </a:cubicBezTo>
                <a:cubicBezTo>
                  <a:pt x="68" y="1191"/>
                  <a:pt x="55" y="1162"/>
                  <a:pt x="45" y="1133"/>
                </a:cubicBezTo>
                <a:cubicBezTo>
                  <a:pt x="30" y="1093"/>
                  <a:pt x="19" y="1050"/>
                  <a:pt x="12" y="1006"/>
                </a:cubicBezTo>
                <a:cubicBezTo>
                  <a:pt x="10" y="999"/>
                  <a:pt x="15" y="993"/>
                  <a:pt x="22" y="991"/>
                </a:cubicBezTo>
                <a:cubicBezTo>
                  <a:pt x="29" y="990"/>
                  <a:pt x="36" y="995"/>
                  <a:pt x="37" y="1002"/>
                </a:cubicBezTo>
                <a:cubicBezTo>
                  <a:pt x="44" y="1044"/>
                  <a:pt x="55" y="1085"/>
                  <a:pt x="69" y="1124"/>
                </a:cubicBezTo>
                <a:cubicBezTo>
                  <a:pt x="79" y="1152"/>
                  <a:pt x="91" y="1180"/>
                  <a:pt x="105" y="1207"/>
                </a:cubicBezTo>
                <a:cubicBezTo>
                  <a:pt x="116" y="1229"/>
                  <a:pt x="128" y="1251"/>
                  <a:pt x="142" y="1272"/>
                </a:cubicBezTo>
                <a:cubicBezTo>
                  <a:pt x="145" y="1277"/>
                  <a:pt x="148" y="1282"/>
                  <a:pt x="152" y="1287"/>
                </a:cubicBezTo>
                <a:cubicBezTo>
                  <a:pt x="165" y="1306"/>
                  <a:pt x="165" y="1306"/>
                  <a:pt x="165" y="1306"/>
                </a:cubicBezTo>
                <a:cubicBezTo>
                  <a:pt x="173" y="1317"/>
                  <a:pt x="182" y="1328"/>
                  <a:pt x="190" y="1339"/>
                </a:cubicBezTo>
                <a:cubicBezTo>
                  <a:pt x="196" y="1346"/>
                  <a:pt x="196" y="1346"/>
                  <a:pt x="196" y="1346"/>
                </a:cubicBezTo>
                <a:cubicBezTo>
                  <a:pt x="201" y="1351"/>
                  <a:pt x="200" y="1359"/>
                  <a:pt x="195" y="1364"/>
                </a:cubicBezTo>
                <a:cubicBezTo>
                  <a:pt x="193" y="1366"/>
                  <a:pt x="190" y="1367"/>
                  <a:pt x="187" y="1367"/>
                </a:cubicBezTo>
                <a:close/>
                <a:moveTo>
                  <a:pt x="1664" y="1210"/>
                </a:moveTo>
                <a:cubicBezTo>
                  <a:pt x="1662" y="1210"/>
                  <a:pt x="1661" y="1210"/>
                  <a:pt x="1659" y="1209"/>
                </a:cubicBezTo>
                <a:cubicBezTo>
                  <a:pt x="1652" y="1206"/>
                  <a:pt x="1650" y="1198"/>
                  <a:pt x="1653" y="1192"/>
                </a:cubicBezTo>
                <a:cubicBezTo>
                  <a:pt x="1658" y="1182"/>
                  <a:pt x="1662" y="1172"/>
                  <a:pt x="1666" y="1162"/>
                </a:cubicBezTo>
                <a:cubicBezTo>
                  <a:pt x="1669" y="1155"/>
                  <a:pt x="1677" y="1152"/>
                  <a:pt x="1683" y="1155"/>
                </a:cubicBezTo>
                <a:cubicBezTo>
                  <a:pt x="1690" y="1158"/>
                  <a:pt x="1693" y="1165"/>
                  <a:pt x="1690" y="1172"/>
                </a:cubicBezTo>
                <a:cubicBezTo>
                  <a:pt x="1685" y="1182"/>
                  <a:pt x="1681" y="1193"/>
                  <a:pt x="1676" y="1203"/>
                </a:cubicBezTo>
                <a:cubicBezTo>
                  <a:pt x="1674" y="1208"/>
                  <a:pt x="1669" y="1210"/>
                  <a:pt x="1664" y="1210"/>
                </a:cubicBezTo>
                <a:close/>
                <a:moveTo>
                  <a:pt x="1694" y="1140"/>
                </a:moveTo>
                <a:cubicBezTo>
                  <a:pt x="1692" y="1140"/>
                  <a:pt x="1691" y="1140"/>
                  <a:pt x="1689" y="1139"/>
                </a:cubicBezTo>
                <a:cubicBezTo>
                  <a:pt x="1683" y="1137"/>
                  <a:pt x="1679" y="1129"/>
                  <a:pt x="1682" y="1123"/>
                </a:cubicBezTo>
                <a:cubicBezTo>
                  <a:pt x="1687" y="1108"/>
                  <a:pt x="1692" y="1093"/>
                  <a:pt x="1696" y="1078"/>
                </a:cubicBezTo>
                <a:cubicBezTo>
                  <a:pt x="1711" y="1025"/>
                  <a:pt x="1720" y="971"/>
                  <a:pt x="1723" y="916"/>
                </a:cubicBezTo>
                <a:cubicBezTo>
                  <a:pt x="1723" y="911"/>
                  <a:pt x="1723" y="911"/>
                  <a:pt x="1723" y="911"/>
                </a:cubicBezTo>
                <a:cubicBezTo>
                  <a:pt x="1723" y="911"/>
                  <a:pt x="1723" y="911"/>
                  <a:pt x="1723" y="911"/>
                </a:cubicBezTo>
                <a:cubicBezTo>
                  <a:pt x="1724" y="900"/>
                  <a:pt x="1724" y="888"/>
                  <a:pt x="1724" y="877"/>
                </a:cubicBezTo>
                <a:cubicBezTo>
                  <a:pt x="1724" y="836"/>
                  <a:pt x="1721" y="793"/>
                  <a:pt x="1713" y="751"/>
                </a:cubicBezTo>
                <a:cubicBezTo>
                  <a:pt x="1713" y="749"/>
                  <a:pt x="1713" y="747"/>
                  <a:pt x="1712" y="745"/>
                </a:cubicBezTo>
                <a:cubicBezTo>
                  <a:pt x="1711" y="738"/>
                  <a:pt x="1716" y="731"/>
                  <a:pt x="1722" y="730"/>
                </a:cubicBezTo>
                <a:cubicBezTo>
                  <a:pt x="1729" y="729"/>
                  <a:pt x="1736" y="733"/>
                  <a:pt x="1737" y="740"/>
                </a:cubicBezTo>
                <a:cubicBezTo>
                  <a:pt x="1738" y="742"/>
                  <a:pt x="1738" y="745"/>
                  <a:pt x="1738" y="747"/>
                </a:cubicBezTo>
                <a:cubicBezTo>
                  <a:pt x="1746" y="790"/>
                  <a:pt x="1750" y="834"/>
                  <a:pt x="1750" y="877"/>
                </a:cubicBezTo>
                <a:cubicBezTo>
                  <a:pt x="1750" y="889"/>
                  <a:pt x="1749" y="900"/>
                  <a:pt x="1749" y="912"/>
                </a:cubicBezTo>
                <a:cubicBezTo>
                  <a:pt x="1749" y="912"/>
                  <a:pt x="1749" y="912"/>
                  <a:pt x="1749" y="912"/>
                </a:cubicBezTo>
                <a:cubicBezTo>
                  <a:pt x="1749" y="917"/>
                  <a:pt x="1749" y="917"/>
                  <a:pt x="1749" y="917"/>
                </a:cubicBezTo>
                <a:cubicBezTo>
                  <a:pt x="1745" y="974"/>
                  <a:pt x="1736" y="1030"/>
                  <a:pt x="1720" y="1085"/>
                </a:cubicBezTo>
                <a:cubicBezTo>
                  <a:pt x="1716" y="1101"/>
                  <a:pt x="1711" y="1116"/>
                  <a:pt x="1706" y="1131"/>
                </a:cubicBezTo>
                <a:cubicBezTo>
                  <a:pt x="1704" y="1137"/>
                  <a:pt x="1699" y="1140"/>
                  <a:pt x="1694" y="1140"/>
                </a:cubicBezTo>
                <a:close/>
                <a:moveTo>
                  <a:pt x="18" y="975"/>
                </a:moveTo>
                <a:cubicBezTo>
                  <a:pt x="12" y="975"/>
                  <a:pt x="6" y="970"/>
                  <a:pt x="5" y="964"/>
                </a:cubicBezTo>
                <a:cubicBezTo>
                  <a:pt x="4" y="952"/>
                  <a:pt x="3" y="941"/>
                  <a:pt x="2" y="929"/>
                </a:cubicBezTo>
                <a:cubicBezTo>
                  <a:pt x="2" y="922"/>
                  <a:pt x="7" y="916"/>
                  <a:pt x="14" y="916"/>
                </a:cubicBezTo>
                <a:cubicBezTo>
                  <a:pt x="21" y="915"/>
                  <a:pt x="27" y="920"/>
                  <a:pt x="28" y="927"/>
                </a:cubicBezTo>
                <a:cubicBezTo>
                  <a:pt x="28" y="938"/>
                  <a:pt x="29" y="950"/>
                  <a:pt x="31" y="961"/>
                </a:cubicBezTo>
                <a:cubicBezTo>
                  <a:pt x="32" y="968"/>
                  <a:pt x="27" y="974"/>
                  <a:pt x="20" y="975"/>
                </a:cubicBezTo>
                <a:cubicBezTo>
                  <a:pt x="19" y="975"/>
                  <a:pt x="19" y="975"/>
                  <a:pt x="18" y="975"/>
                </a:cubicBezTo>
                <a:close/>
                <a:moveTo>
                  <a:pt x="13" y="899"/>
                </a:moveTo>
                <a:cubicBezTo>
                  <a:pt x="6" y="899"/>
                  <a:pt x="1" y="893"/>
                  <a:pt x="0" y="886"/>
                </a:cubicBezTo>
                <a:cubicBezTo>
                  <a:pt x="0" y="883"/>
                  <a:pt x="0" y="880"/>
                  <a:pt x="0" y="877"/>
                </a:cubicBezTo>
                <a:cubicBezTo>
                  <a:pt x="0" y="823"/>
                  <a:pt x="6" y="768"/>
                  <a:pt x="18" y="715"/>
                </a:cubicBezTo>
                <a:cubicBezTo>
                  <a:pt x="24" y="686"/>
                  <a:pt x="32" y="657"/>
                  <a:pt x="42" y="630"/>
                </a:cubicBezTo>
                <a:cubicBezTo>
                  <a:pt x="56" y="587"/>
                  <a:pt x="75" y="545"/>
                  <a:pt x="97" y="506"/>
                </a:cubicBezTo>
                <a:cubicBezTo>
                  <a:pt x="101" y="500"/>
                  <a:pt x="109" y="497"/>
                  <a:pt x="115" y="501"/>
                </a:cubicBezTo>
                <a:cubicBezTo>
                  <a:pt x="121" y="504"/>
                  <a:pt x="123" y="512"/>
                  <a:pt x="120" y="518"/>
                </a:cubicBezTo>
                <a:cubicBezTo>
                  <a:pt x="98" y="557"/>
                  <a:pt x="80" y="597"/>
                  <a:pt x="66" y="638"/>
                </a:cubicBezTo>
                <a:cubicBezTo>
                  <a:pt x="57" y="665"/>
                  <a:pt x="49" y="692"/>
                  <a:pt x="43" y="720"/>
                </a:cubicBezTo>
                <a:cubicBezTo>
                  <a:pt x="43" y="720"/>
                  <a:pt x="43" y="720"/>
                  <a:pt x="43" y="720"/>
                </a:cubicBezTo>
                <a:cubicBezTo>
                  <a:pt x="32" y="772"/>
                  <a:pt x="26" y="824"/>
                  <a:pt x="26" y="877"/>
                </a:cubicBezTo>
                <a:cubicBezTo>
                  <a:pt x="26" y="880"/>
                  <a:pt x="26" y="883"/>
                  <a:pt x="26" y="886"/>
                </a:cubicBezTo>
                <a:cubicBezTo>
                  <a:pt x="26" y="893"/>
                  <a:pt x="20" y="899"/>
                  <a:pt x="13" y="899"/>
                </a:cubicBezTo>
                <a:cubicBezTo>
                  <a:pt x="13" y="899"/>
                  <a:pt x="13" y="899"/>
                  <a:pt x="13" y="899"/>
                </a:cubicBezTo>
                <a:close/>
                <a:moveTo>
                  <a:pt x="1716" y="714"/>
                </a:moveTo>
                <a:cubicBezTo>
                  <a:pt x="1710" y="714"/>
                  <a:pt x="1705" y="710"/>
                  <a:pt x="1704" y="704"/>
                </a:cubicBezTo>
                <a:cubicBezTo>
                  <a:pt x="1701" y="693"/>
                  <a:pt x="1698" y="682"/>
                  <a:pt x="1695" y="672"/>
                </a:cubicBezTo>
                <a:cubicBezTo>
                  <a:pt x="1693" y="665"/>
                  <a:pt x="1697" y="658"/>
                  <a:pt x="1704" y="656"/>
                </a:cubicBezTo>
                <a:cubicBezTo>
                  <a:pt x="1710" y="654"/>
                  <a:pt x="1718" y="658"/>
                  <a:pt x="1719" y="665"/>
                </a:cubicBezTo>
                <a:cubicBezTo>
                  <a:pt x="1723" y="676"/>
                  <a:pt x="1726" y="687"/>
                  <a:pt x="1728" y="698"/>
                </a:cubicBezTo>
                <a:cubicBezTo>
                  <a:pt x="1730" y="705"/>
                  <a:pt x="1726" y="712"/>
                  <a:pt x="1719" y="713"/>
                </a:cubicBezTo>
                <a:cubicBezTo>
                  <a:pt x="1718" y="714"/>
                  <a:pt x="1717" y="714"/>
                  <a:pt x="1716" y="714"/>
                </a:cubicBezTo>
                <a:close/>
                <a:moveTo>
                  <a:pt x="1694" y="640"/>
                </a:moveTo>
                <a:cubicBezTo>
                  <a:pt x="1689" y="640"/>
                  <a:pt x="1684" y="637"/>
                  <a:pt x="1682" y="632"/>
                </a:cubicBezTo>
                <a:cubicBezTo>
                  <a:pt x="1659" y="567"/>
                  <a:pt x="1627" y="505"/>
                  <a:pt x="1586" y="449"/>
                </a:cubicBezTo>
                <a:cubicBezTo>
                  <a:pt x="1584" y="447"/>
                  <a:pt x="1582" y="444"/>
                  <a:pt x="1581" y="441"/>
                </a:cubicBezTo>
                <a:cubicBezTo>
                  <a:pt x="1581" y="441"/>
                  <a:pt x="1581" y="441"/>
                  <a:pt x="1581" y="441"/>
                </a:cubicBezTo>
                <a:cubicBezTo>
                  <a:pt x="1577" y="436"/>
                  <a:pt x="1573" y="431"/>
                  <a:pt x="1569" y="426"/>
                </a:cubicBezTo>
                <a:cubicBezTo>
                  <a:pt x="1566" y="423"/>
                  <a:pt x="1564" y="420"/>
                  <a:pt x="1561" y="416"/>
                </a:cubicBezTo>
                <a:cubicBezTo>
                  <a:pt x="1558" y="412"/>
                  <a:pt x="1558" y="412"/>
                  <a:pt x="1558" y="412"/>
                </a:cubicBezTo>
                <a:cubicBezTo>
                  <a:pt x="1550" y="403"/>
                  <a:pt x="1542" y="394"/>
                  <a:pt x="1534" y="385"/>
                </a:cubicBezTo>
                <a:cubicBezTo>
                  <a:pt x="1517" y="367"/>
                  <a:pt x="1517" y="367"/>
                  <a:pt x="1517" y="367"/>
                </a:cubicBezTo>
                <a:cubicBezTo>
                  <a:pt x="1513" y="363"/>
                  <a:pt x="1509" y="359"/>
                  <a:pt x="1506" y="356"/>
                </a:cubicBezTo>
                <a:cubicBezTo>
                  <a:pt x="1468" y="317"/>
                  <a:pt x="1468" y="317"/>
                  <a:pt x="1468" y="317"/>
                </a:cubicBezTo>
                <a:cubicBezTo>
                  <a:pt x="1463" y="312"/>
                  <a:pt x="1463" y="304"/>
                  <a:pt x="1468" y="299"/>
                </a:cubicBezTo>
                <a:cubicBezTo>
                  <a:pt x="1473" y="294"/>
                  <a:pt x="1481" y="294"/>
                  <a:pt x="1486" y="299"/>
                </a:cubicBezTo>
                <a:cubicBezTo>
                  <a:pt x="1524" y="338"/>
                  <a:pt x="1524" y="338"/>
                  <a:pt x="1524" y="338"/>
                </a:cubicBezTo>
                <a:cubicBezTo>
                  <a:pt x="1528" y="341"/>
                  <a:pt x="1532" y="345"/>
                  <a:pt x="1536" y="350"/>
                </a:cubicBezTo>
                <a:cubicBezTo>
                  <a:pt x="1553" y="368"/>
                  <a:pt x="1553" y="368"/>
                  <a:pt x="1553" y="368"/>
                </a:cubicBezTo>
                <a:cubicBezTo>
                  <a:pt x="1561" y="377"/>
                  <a:pt x="1569" y="386"/>
                  <a:pt x="1577" y="396"/>
                </a:cubicBezTo>
                <a:cubicBezTo>
                  <a:pt x="1581" y="401"/>
                  <a:pt x="1581" y="401"/>
                  <a:pt x="1581" y="401"/>
                </a:cubicBezTo>
                <a:cubicBezTo>
                  <a:pt x="1584" y="404"/>
                  <a:pt x="1586" y="407"/>
                  <a:pt x="1589" y="411"/>
                </a:cubicBezTo>
                <a:cubicBezTo>
                  <a:pt x="1593" y="416"/>
                  <a:pt x="1597" y="421"/>
                  <a:pt x="1601" y="426"/>
                </a:cubicBezTo>
                <a:cubicBezTo>
                  <a:pt x="1601" y="426"/>
                  <a:pt x="1601" y="426"/>
                  <a:pt x="1601" y="426"/>
                </a:cubicBezTo>
                <a:cubicBezTo>
                  <a:pt x="1603" y="429"/>
                  <a:pt x="1605" y="432"/>
                  <a:pt x="1607" y="434"/>
                </a:cubicBezTo>
                <a:cubicBezTo>
                  <a:pt x="1649" y="492"/>
                  <a:pt x="1682" y="556"/>
                  <a:pt x="1706" y="623"/>
                </a:cubicBezTo>
                <a:cubicBezTo>
                  <a:pt x="1709" y="630"/>
                  <a:pt x="1705" y="637"/>
                  <a:pt x="1698" y="640"/>
                </a:cubicBezTo>
                <a:cubicBezTo>
                  <a:pt x="1697" y="640"/>
                  <a:pt x="1696" y="640"/>
                  <a:pt x="1694" y="640"/>
                </a:cubicBezTo>
                <a:close/>
                <a:moveTo>
                  <a:pt x="130" y="488"/>
                </a:moveTo>
                <a:cubicBezTo>
                  <a:pt x="128" y="488"/>
                  <a:pt x="126" y="488"/>
                  <a:pt x="124" y="486"/>
                </a:cubicBezTo>
                <a:cubicBezTo>
                  <a:pt x="118" y="483"/>
                  <a:pt x="116" y="475"/>
                  <a:pt x="120" y="469"/>
                </a:cubicBezTo>
                <a:cubicBezTo>
                  <a:pt x="126" y="459"/>
                  <a:pt x="132" y="450"/>
                  <a:pt x="139" y="440"/>
                </a:cubicBezTo>
                <a:cubicBezTo>
                  <a:pt x="143" y="434"/>
                  <a:pt x="151" y="433"/>
                  <a:pt x="157" y="437"/>
                </a:cubicBezTo>
                <a:cubicBezTo>
                  <a:pt x="163" y="441"/>
                  <a:pt x="164" y="449"/>
                  <a:pt x="160" y="455"/>
                </a:cubicBezTo>
                <a:cubicBezTo>
                  <a:pt x="153" y="464"/>
                  <a:pt x="147" y="473"/>
                  <a:pt x="141" y="483"/>
                </a:cubicBezTo>
                <a:cubicBezTo>
                  <a:pt x="139" y="486"/>
                  <a:pt x="135" y="488"/>
                  <a:pt x="130" y="488"/>
                </a:cubicBezTo>
                <a:close/>
                <a:moveTo>
                  <a:pt x="175" y="426"/>
                </a:moveTo>
                <a:cubicBezTo>
                  <a:pt x="172" y="426"/>
                  <a:pt x="169" y="425"/>
                  <a:pt x="167" y="424"/>
                </a:cubicBezTo>
                <a:cubicBezTo>
                  <a:pt x="161" y="419"/>
                  <a:pt x="161" y="411"/>
                  <a:pt x="165" y="406"/>
                </a:cubicBezTo>
                <a:cubicBezTo>
                  <a:pt x="183" y="383"/>
                  <a:pt x="202" y="362"/>
                  <a:pt x="221" y="342"/>
                </a:cubicBezTo>
                <a:cubicBezTo>
                  <a:pt x="282" y="281"/>
                  <a:pt x="282" y="281"/>
                  <a:pt x="282" y="281"/>
                </a:cubicBezTo>
                <a:cubicBezTo>
                  <a:pt x="282" y="281"/>
                  <a:pt x="282" y="281"/>
                  <a:pt x="282" y="281"/>
                </a:cubicBezTo>
                <a:cubicBezTo>
                  <a:pt x="342" y="221"/>
                  <a:pt x="342" y="221"/>
                  <a:pt x="342" y="221"/>
                </a:cubicBezTo>
                <a:cubicBezTo>
                  <a:pt x="365" y="199"/>
                  <a:pt x="365" y="199"/>
                  <a:pt x="365" y="199"/>
                </a:cubicBezTo>
                <a:cubicBezTo>
                  <a:pt x="369" y="196"/>
                  <a:pt x="373" y="193"/>
                  <a:pt x="376" y="190"/>
                </a:cubicBezTo>
                <a:cubicBezTo>
                  <a:pt x="378" y="188"/>
                  <a:pt x="380" y="187"/>
                  <a:pt x="381" y="185"/>
                </a:cubicBezTo>
                <a:cubicBezTo>
                  <a:pt x="398" y="171"/>
                  <a:pt x="398" y="171"/>
                  <a:pt x="398" y="171"/>
                </a:cubicBezTo>
                <a:cubicBezTo>
                  <a:pt x="415" y="158"/>
                  <a:pt x="415" y="158"/>
                  <a:pt x="415" y="158"/>
                </a:cubicBezTo>
                <a:cubicBezTo>
                  <a:pt x="417" y="157"/>
                  <a:pt x="418" y="155"/>
                  <a:pt x="420" y="154"/>
                </a:cubicBezTo>
                <a:cubicBezTo>
                  <a:pt x="424" y="151"/>
                  <a:pt x="428" y="148"/>
                  <a:pt x="432" y="145"/>
                </a:cubicBezTo>
                <a:cubicBezTo>
                  <a:pt x="449" y="133"/>
                  <a:pt x="449" y="133"/>
                  <a:pt x="449" y="133"/>
                </a:cubicBezTo>
                <a:cubicBezTo>
                  <a:pt x="454" y="129"/>
                  <a:pt x="462" y="131"/>
                  <a:pt x="466" y="137"/>
                </a:cubicBezTo>
                <a:cubicBezTo>
                  <a:pt x="470" y="142"/>
                  <a:pt x="469" y="150"/>
                  <a:pt x="463" y="154"/>
                </a:cubicBezTo>
                <a:cubicBezTo>
                  <a:pt x="446" y="166"/>
                  <a:pt x="446" y="166"/>
                  <a:pt x="446" y="166"/>
                </a:cubicBezTo>
                <a:cubicBezTo>
                  <a:pt x="443" y="168"/>
                  <a:pt x="439" y="171"/>
                  <a:pt x="436" y="174"/>
                </a:cubicBezTo>
                <a:cubicBezTo>
                  <a:pt x="434" y="175"/>
                  <a:pt x="432" y="177"/>
                  <a:pt x="430" y="178"/>
                </a:cubicBezTo>
                <a:cubicBezTo>
                  <a:pt x="414" y="191"/>
                  <a:pt x="414" y="191"/>
                  <a:pt x="414" y="191"/>
                </a:cubicBezTo>
                <a:cubicBezTo>
                  <a:pt x="398" y="205"/>
                  <a:pt x="398" y="205"/>
                  <a:pt x="398" y="205"/>
                </a:cubicBezTo>
                <a:cubicBezTo>
                  <a:pt x="396" y="206"/>
                  <a:pt x="395" y="208"/>
                  <a:pt x="393" y="209"/>
                </a:cubicBezTo>
                <a:cubicBezTo>
                  <a:pt x="389" y="212"/>
                  <a:pt x="386" y="215"/>
                  <a:pt x="383" y="218"/>
                </a:cubicBezTo>
                <a:cubicBezTo>
                  <a:pt x="354" y="246"/>
                  <a:pt x="354" y="246"/>
                  <a:pt x="354" y="246"/>
                </a:cubicBezTo>
                <a:cubicBezTo>
                  <a:pt x="300" y="299"/>
                  <a:pt x="300" y="299"/>
                  <a:pt x="300" y="299"/>
                </a:cubicBezTo>
                <a:cubicBezTo>
                  <a:pt x="300" y="299"/>
                  <a:pt x="300" y="299"/>
                  <a:pt x="300" y="299"/>
                </a:cubicBezTo>
                <a:cubicBezTo>
                  <a:pt x="239" y="360"/>
                  <a:pt x="239" y="360"/>
                  <a:pt x="239" y="360"/>
                </a:cubicBezTo>
                <a:cubicBezTo>
                  <a:pt x="220" y="379"/>
                  <a:pt x="202" y="400"/>
                  <a:pt x="185" y="422"/>
                </a:cubicBezTo>
                <a:cubicBezTo>
                  <a:pt x="182" y="425"/>
                  <a:pt x="179" y="426"/>
                  <a:pt x="175" y="426"/>
                </a:cubicBezTo>
                <a:close/>
                <a:moveTo>
                  <a:pt x="1447" y="291"/>
                </a:moveTo>
                <a:cubicBezTo>
                  <a:pt x="1443" y="291"/>
                  <a:pt x="1440" y="290"/>
                  <a:pt x="1438" y="287"/>
                </a:cubicBezTo>
                <a:cubicBezTo>
                  <a:pt x="1414" y="263"/>
                  <a:pt x="1414" y="263"/>
                  <a:pt x="1414" y="263"/>
                </a:cubicBezTo>
                <a:cubicBezTo>
                  <a:pt x="1409" y="258"/>
                  <a:pt x="1409" y="250"/>
                  <a:pt x="1414" y="245"/>
                </a:cubicBezTo>
                <a:cubicBezTo>
                  <a:pt x="1419" y="240"/>
                  <a:pt x="1427" y="240"/>
                  <a:pt x="1432" y="245"/>
                </a:cubicBezTo>
                <a:cubicBezTo>
                  <a:pt x="1456" y="269"/>
                  <a:pt x="1456" y="269"/>
                  <a:pt x="1456" y="269"/>
                </a:cubicBezTo>
                <a:cubicBezTo>
                  <a:pt x="1461" y="274"/>
                  <a:pt x="1461" y="282"/>
                  <a:pt x="1456" y="287"/>
                </a:cubicBezTo>
                <a:cubicBezTo>
                  <a:pt x="1453" y="290"/>
                  <a:pt x="1450" y="291"/>
                  <a:pt x="1447" y="291"/>
                </a:cubicBezTo>
                <a:close/>
                <a:moveTo>
                  <a:pt x="1393" y="237"/>
                </a:moveTo>
                <a:cubicBezTo>
                  <a:pt x="1389" y="237"/>
                  <a:pt x="1386" y="236"/>
                  <a:pt x="1384" y="234"/>
                </a:cubicBezTo>
                <a:cubicBezTo>
                  <a:pt x="1377" y="227"/>
                  <a:pt x="1377" y="227"/>
                  <a:pt x="1377" y="227"/>
                </a:cubicBezTo>
                <a:cubicBezTo>
                  <a:pt x="1337" y="189"/>
                  <a:pt x="1293" y="156"/>
                  <a:pt x="1246" y="128"/>
                </a:cubicBezTo>
                <a:cubicBezTo>
                  <a:pt x="1234" y="121"/>
                  <a:pt x="1221" y="114"/>
                  <a:pt x="1208" y="107"/>
                </a:cubicBezTo>
                <a:cubicBezTo>
                  <a:pt x="1208" y="107"/>
                  <a:pt x="1208" y="107"/>
                  <a:pt x="1208" y="107"/>
                </a:cubicBezTo>
                <a:cubicBezTo>
                  <a:pt x="1172" y="89"/>
                  <a:pt x="1134" y="73"/>
                  <a:pt x="1095" y="61"/>
                </a:cubicBezTo>
                <a:cubicBezTo>
                  <a:pt x="1085" y="58"/>
                  <a:pt x="1076" y="55"/>
                  <a:pt x="1065" y="52"/>
                </a:cubicBezTo>
                <a:cubicBezTo>
                  <a:pt x="1062" y="51"/>
                  <a:pt x="1059" y="51"/>
                  <a:pt x="1055" y="50"/>
                </a:cubicBezTo>
                <a:cubicBezTo>
                  <a:pt x="1054" y="49"/>
                  <a:pt x="1053" y="49"/>
                  <a:pt x="1052" y="49"/>
                </a:cubicBezTo>
                <a:cubicBezTo>
                  <a:pt x="1046" y="47"/>
                  <a:pt x="1042" y="40"/>
                  <a:pt x="1043" y="33"/>
                </a:cubicBezTo>
                <a:cubicBezTo>
                  <a:pt x="1045" y="26"/>
                  <a:pt x="1052" y="22"/>
                  <a:pt x="1059" y="24"/>
                </a:cubicBezTo>
                <a:cubicBezTo>
                  <a:pt x="1060" y="24"/>
                  <a:pt x="1061" y="25"/>
                  <a:pt x="1062" y="25"/>
                </a:cubicBezTo>
                <a:cubicBezTo>
                  <a:pt x="1065" y="26"/>
                  <a:pt x="1069" y="27"/>
                  <a:pt x="1072" y="28"/>
                </a:cubicBezTo>
                <a:cubicBezTo>
                  <a:pt x="1082" y="30"/>
                  <a:pt x="1093" y="33"/>
                  <a:pt x="1103" y="37"/>
                </a:cubicBezTo>
                <a:cubicBezTo>
                  <a:pt x="1143" y="49"/>
                  <a:pt x="1182" y="66"/>
                  <a:pt x="1220" y="85"/>
                </a:cubicBezTo>
                <a:cubicBezTo>
                  <a:pt x="1233" y="91"/>
                  <a:pt x="1246" y="99"/>
                  <a:pt x="1259" y="106"/>
                </a:cubicBezTo>
                <a:cubicBezTo>
                  <a:pt x="1308" y="135"/>
                  <a:pt x="1353" y="170"/>
                  <a:pt x="1395" y="209"/>
                </a:cubicBezTo>
                <a:cubicBezTo>
                  <a:pt x="1401" y="215"/>
                  <a:pt x="1401" y="215"/>
                  <a:pt x="1401" y="215"/>
                </a:cubicBezTo>
                <a:cubicBezTo>
                  <a:pt x="1406" y="220"/>
                  <a:pt x="1407" y="228"/>
                  <a:pt x="1402" y="233"/>
                </a:cubicBezTo>
                <a:cubicBezTo>
                  <a:pt x="1399" y="236"/>
                  <a:pt x="1396" y="237"/>
                  <a:pt x="1393" y="237"/>
                </a:cubicBezTo>
                <a:close/>
                <a:moveTo>
                  <a:pt x="491" y="134"/>
                </a:moveTo>
                <a:cubicBezTo>
                  <a:pt x="487" y="134"/>
                  <a:pt x="483" y="131"/>
                  <a:pt x="481" y="127"/>
                </a:cubicBezTo>
                <a:cubicBezTo>
                  <a:pt x="477" y="121"/>
                  <a:pt x="479" y="114"/>
                  <a:pt x="485" y="110"/>
                </a:cubicBezTo>
                <a:cubicBezTo>
                  <a:pt x="495" y="104"/>
                  <a:pt x="505" y="98"/>
                  <a:pt x="515" y="93"/>
                </a:cubicBezTo>
                <a:cubicBezTo>
                  <a:pt x="521" y="89"/>
                  <a:pt x="529" y="92"/>
                  <a:pt x="532" y="98"/>
                </a:cubicBezTo>
                <a:cubicBezTo>
                  <a:pt x="535" y="104"/>
                  <a:pt x="533" y="112"/>
                  <a:pt x="527" y="115"/>
                </a:cubicBezTo>
                <a:cubicBezTo>
                  <a:pt x="517" y="120"/>
                  <a:pt x="507" y="126"/>
                  <a:pt x="498" y="132"/>
                </a:cubicBezTo>
                <a:cubicBezTo>
                  <a:pt x="496" y="133"/>
                  <a:pt x="494" y="134"/>
                  <a:pt x="491" y="134"/>
                </a:cubicBezTo>
                <a:close/>
                <a:moveTo>
                  <a:pt x="559" y="98"/>
                </a:moveTo>
                <a:cubicBezTo>
                  <a:pt x="554" y="98"/>
                  <a:pt x="549" y="95"/>
                  <a:pt x="547" y="90"/>
                </a:cubicBezTo>
                <a:cubicBezTo>
                  <a:pt x="544" y="84"/>
                  <a:pt x="547" y="76"/>
                  <a:pt x="553" y="73"/>
                </a:cubicBezTo>
                <a:cubicBezTo>
                  <a:pt x="605" y="49"/>
                  <a:pt x="660" y="31"/>
                  <a:pt x="717" y="18"/>
                </a:cubicBezTo>
                <a:cubicBezTo>
                  <a:pt x="733" y="15"/>
                  <a:pt x="749" y="12"/>
                  <a:pt x="765" y="10"/>
                </a:cubicBezTo>
                <a:cubicBezTo>
                  <a:pt x="821" y="1"/>
                  <a:pt x="878" y="0"/>
                  <a:pt x="935" y="4"/>
                </a:cubicBezTo>
                <a:cubicBezTo>
                  <a:pt x="940" y="4"/>
                  <a:pt x="940" y="4"/>
                  <a:pt x="940" y="4"/>
                </a:cubicBezTo>
                <a:cubicBezTo>
                  <a:pt x="947" y="5"/>
                  <a:pt x="952" y="11"/>
                  <a:pt x="951" y="18"/>
                </a:cubicBezTo>
                <a:cubicBezTo>
                  <a:pt x="951" y="25"/>
                  <a:pt x="945" y="30"/>
                  <a:pt x="938" y="30"/>
                </a:cubicBezTo>
                <a:cubicBezTo>
                  <a:pt x="933" y="29"/>
                  <a:pt x="933" y="29"/>
                  <a:pt x="933" y="29"/>
                </a:cubicBezTo>
                <a:cubicBezTo>
                  <a:pt x="878" y="25"/>
                  <a:pt x="822" y="27"/>
                  <a:pt x="769" y="35"/>
                </a:cubicBezTo>
                <a:cubicBezTo>
                  <a:pt x="753" y="37"/>
                  <a:pt x="737" y="40"/>
                  <a:pt x="722" y="43"/>
                </a:cubicBezTo>
                <a:cubicBezTo>
                  <a:pt x="667" y="55"/>
                  <a:pt x="614" y="73"/>
                  <a:pt x="564" y="96"/>
                </a:cubicBezTo>
                <a:cubicBezTo>
                  <a:pt x="562" y="97"/>
                  <a:pt x="561" y="98"/>
                  <a:pt x="559" y="98"/>
                </a:cubicBezTo>
                <a:close/>
                <a:moveTo>
                  <a:pt x="1014" y="40"/>
                </a:moveTo>
                <a:cubicBezTo>
                  <a:pt x="1014" y="40"/>
                  <a:pt x="1013" y="40"/>
                  <a:pt x="1012" y="40"/>
                </a:cubicBezTo>
                <a:cubicBezTo>
                  <a:pt x="995" y="37"/>
                  <a:pt x="995" y="37"/>
                  <a:pt x="995" y="37"/>
                </a:cubicBezTo>
                <a:cubicBezTo>
                  <a:pt x="993" y="37"/>
                  <a:pt x="990" y="36"/>
                  <a:pt x="988" y="36"/>
                </a:cubicBezTo>
                <a:cubicBezTo>
                  <a:pt x="985" y="35"/>
                  <a:pt x="982" y="35"/>
                  <a:pt x="979" y="34"/>
                </a:cubicBezTo>
                <a:cubicBezTo>
                  <a:pt x="972" y="33"/>
                  <a:pt x="967" y="27"/>
                  <a:pt x="968" y="20"/>
                </a:cubicBezTo>
                <a:cubicBezTo>
                  <a:pt x="969" y="13"/>
                  <a:pt x="976" y="8"/>
                  <a:pt x="983" y="9"/>
                </a:cubicBezTo>
                <a:cubicBezTo>
                  <a:pt x="986" y="10"/>
                  <a:pt x="989" y="10"/>
                  <a:pt x="992" y="11"/>
                </a:cubicBezTo>
                <a:cubicBezTo>
                  <a:pt x="994" y="11"/>
                  <a:pt x="997" y="12"/>
                  <a:pt x="999" y="12"/>
                </a:cubicBezTo>
                <a:cubicBezTo>
                  <a:pt x="1016" y="15"/>
                  <a:pt x="1016" y="15"/>
                  <a:pt x="1016" y="15"/>
                </a:cubicBezTo>
                <a:cubicBezTo>
                  <a:pt x="1023" y="16"/>
                  <a:pt x="1028" y="23"/>
                  <a:pt x="1027" y="30"/>
                </a:cubicBezTo>
                <a:cubicBezTo>
                  <a:pt x="1026" y="36"/>
                  <a:pt x="1020" y="40"/>
                  <a:pt x="1014" y="40"/>
                </a:cubicBezTo>
                <a:close/>
              </a:path>
            </a:pathLst>
          </a:custGeom>
          <a:solidFill>
            <a:srgbClr val="7653C5"/>
          </a:solidFill>
          <a:ln>
            <a:noFill/>
          </a:ln>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sp>
        <p:nvSpPr>
          <p:cNvPr id="79" name="Freeform 39">
            <a:extLst>
              <a:ext uri="{FF2B5EF4-FFF2-40B4-BE49-F238E27FC236}">
                <a16:creationId xmlns:a16="http://schemas.microsoft.com/office/drawing/2014/main" id="{D63C786E-7360-4FBD-A78C-7F17E41CEB3B}"/>
              </a:ext>
            </a:extLst>
          </p:cNvPr>
          <p:cNvSpPr>
            <a:spLocks noEditPoints="1"/>
          </p:cNvSpPr>
          <p:nvPr/>
        </p:nvSpPr>
        <p:spPr bwMode="auto">
          <a:xfrm>
            <a:off x="1587595" y="1994642"/>
            <a:ext cx="2870461" cy="2872208"/>
          </a:xfrm>
          <a:custGeom>
            <a:avLst/>
            <a:gdLst>
              <a:gd name="T0" fmla="*/ 564 w 1642"/>
              <a:gd name="T1" fmla="*/ 1566 h 1643"/>
              <a:gd name="T2" fmla="*/ 904 w 1642"/>
              <a:gd name="T3" fmla="*/ 1625 h 1643"/>
              <a:gd name="T4" fmla="*/ 923 w 1642"/>
              <a:gd name="T5" fmla="*/ 1613 h 1643"/>
              <a:gd name="T6" fmla="*/ 934 w 1642"/>
              <a:gd name="T7" fmla="*/ 1633 h 1643"/>
              <a:gd name="T8" fmla="*/ 1060 w 1642"/>
              <a:gd name="T9" fmla="*/ 1574 h 1643"/>
              <a:gd name="T10" fmla="*/ 1164 w 1642"/>
              <a:gd name="T11" fmla="*/ 1524 h 1643"/>
              <a:gd name="T12" fmla="*/ 1283 w 1642"/>
              <a:gd name="T13" fmla="*/ 1469 h 1643"/>
              <a:gd name="T14" fmla="*/ 1176 w 1642"/>
              <a:gd name="T15" fmla="*/ 1546 h 1643"/>
              <a:gd name="T16" fmla="*/ 1069 w 1642"/>
              <a:gd name="T17" fmla="*/ 1597 h 1643"/>
              <a:gd name="T18" fmla="*/ 515 w 1642"/>
              <a:gd name="T19" fmla="*/ 1572 h 1643"/>
              <a:gd name="T20" fmla="*/ 477 w 1642"/>
              <a:gd name="T21" fmla="*/ 1552 h 1643"/>
              <a:gd name="T22" fmla="*/ 385 w 1642"/>
              <a:gd name="T23" fmla="*/ 1491 h 1643"/>
              <a:gd name="T24" fmla="*/ 340 w 1642"/>
              <a:gd name="T25" fmla="*/ 1452 h 1643"/>
              <a:gd name="T26" fmla="*/ 236 w 1642"/>
              <a:gd name="T27" fmla="*/ 1312 h 1643"/>
              <a:gd name="T28" fmla="*/ 393 w 1642"/>
              <a:gd name="T29" fmla="*/ 1465 h 1643"/>
              <a:gd name="T30" fmla="*/ 419 w 1642"/>
              <a:gd name="T31" fmla="*/ 1485 h 1643"/>
              <a:gd name="T32" fmla="*/ 483 w 1642"/>
              <a:gd name="T33" fmla="*/ 1554 h 1643"/>
              <a:gd name="T34" fmla="*/ 1314 w 1642"/>
              <a:gd name="T35" fmla="*/ 1440 h 1643"/>
              <a:gd name="T36" fmla="*/ 1412 w 1642"/>
              <a:gd name="T37" fmla="*/ 1342 h 1643"/>
              <a:gd name="T38" fmla="*/ 206 w 1642"/>
              <a:gd name="T39" fmla="*/ 1281 h 1643"/>
              <a:gd name="T40" fmla="*/ 1443 w 1642"/>
              <a:gd name="T41" fmla="*/ 1274 h 1643"/>
              <a:gd name="T42" fmla="*/ 1462 w 1642"/>
              <a:gd name="T43" fmla="*/ 1291 h 1643"/>
              <a:gd name="T44" fmla="*/ 123 w 1642"/>
              <a:gd name="T45" fmla="*/ 1218 h 1643"/>
              <a:gd name="T46" fmla="*/ 15 w 1642"/>
              <a:gd name="T47" fmla="*/ 947 h 1643"/>
              <a:gd name="T48" fmla="*/ 143 w 1642"/>
              <a:gd name="T49" fmla="*/ 1202 h 1643"/>
              <a:gd name="T50" fmla="*/ 1522 w 1642"/>
              <a:gd name="T51" fmla="*/ 1191 h 1643"/>
              <a:gd name="T52" fmla="*/ 1549 w 1642"/>
              <a:gd name="T53" fmla="*/ 1156 h 1643"/>
              <a:gd name="T54" fmla="*/ 1616 w 1642"/>
              <a:gd name="T55" fmla="*/ 817 h 1643"/>
              <a:gd name="T56" fmla="*/ 1637 w 1642"/>
              <a:gd name="T57" fmla="*/ 903 h 1643"/>
              <a:gd name="T58" fmla="*/ 9 w 1642"/>
              <a:gd name="T59" fmla="*/ 905 h 1643"/>
              <a:gd name="T60" fmla="*/ 2 w 1642"/>
              <a:gd name="T61" fmla="*/ 871 h 1643"/>
              <a:gd name="T62" fmla="*/ 73 w 1642"/>
              <a:gd name="T63" fmla="*/ 527 h 1643"/>
              <a:gd name="T64" fmla="*/ 16 w 1642"/>
              <a:gd name="T65" fmla="*/ 883 h 1643"/>
              <a:gd name="T66" fmla="*/ 1628 w 1642"/>
              <a:gd name="T67" fmla="*/ 787 h 1643"/>
              <a:gd name="T68" fmla="*/ 1492 w 1642"/>
              <a:gd name="T69" fmla="*/ 409 h 1643"/>
              <a:gd name="T70" fmla="*/ 1631 w 1642"/>
              <a:gd name="T71" fmla="*/ 701 h 1643"/>
              <a:gd name="T72" fmla="*/ 81 w 1642"/>
              <a:gd name="T73" fmla="*/ 495 h 1643"/>
              <a:gd name="T74" fmla="*/ 113 w 1642"/>
              <a:gd name="T75" fmla="*/ 477 h 1643"/>
              <a:gd name="T76" fmla="*/ 327 w 1642"/>
              <a:gd name="T77" fmla="*/ 204 h 1643"/>
              <a:gd name="T78" fmla="*/ 338 w 1642"/>
              <a:gd name="T79" fmla="*/ 229 h 1643"/>
              <a:gd name="T80" fmla="*/ 1464 w 1642"/>
              <a:gd name="T81" fmla="*/ 394 h 1643"/>
              <a:gd name="T82" fmla="*/ 1446 w 1642"/>
              <a:gd name="T83" fmla="*/ 367 h 1643"/>
              <a:gd name="T84" fmla="*/ 1257 w 1642"/>
              <a:gd name="T85" fmla="*/ 185 h 1643"/>
              <a:gd name="T86" fmla="*/ 1273 w 1642"/>
              <a:gd name="T87" fmla="*/ 166 h 1643"/>
              <a:gd name="T88" fmla="*/ 1455 w 1642"/>
              <a:gd name="T89" fmla="*/ 363 h 1643"/>
              <a:gd name="T90" fmla="*/ 361 w 1642"/>
              <a:gd name="T91" fmla="*/ 173 h 1643"/>
              <a:gd name="T92" fmla="*/ 391 w 1642"/>
              <a:gd name="T93" fmla="*/ 164 h 1643"/>
              <a:gd name="T94" fmla="*/ 465 w 1642"/>
              <a:gd name="T95" fmla="*/ 97 h 1643"/>
              <a:gd name="T96" fmla="*/ 478 w 1642"/>
              <a:gd name="T97" fmla="*/ 119 h 1643"/>
              <a:gd name="T98" fmla="*/ 1161 w 1642"/>
              <a:gd name="T99" fmla="*/ 115 h 1643"/>
              <a:gd name="T100" fmla="*/ 1172 w 1642"/>
              <a:gd name="T101" fmla="*/ 109 h 1643"/>
              <a:gd name="T102" fmla="*/ 988 w 1642"/>
              <a:gd name="T103" fmla="*/ 47 h 1643"/>
              <a:gd name="T104" fmla="*/ 914 w 1642"/>
              <a:gd name="T105" fmla="*/ 32 h 1643"/>
              <a:gd name="T106" fmla="*/ 782 w 1642"/>
              <a:gd name="T107" fmla="*/ 14 h 1643"/>
              <a:gd name="T108" fmla="*/ 917 w 1642"/>
              <a:gd name="T109" fmla="*/ 7 h 1643"/>
              <a:gd name="T110" fmla="*/ 994 w 1642"/>
              <a:gd name="T111" fmla="*/ 22 h 1643"/>
              <a:gd name="T112" fmla="*/ 1123 w 1642"/>
              <a:gd name="T113" fmla="*/ 96 h 1643"/>
              <a:gd name="T114" fmla="*/ 753 w 1642"/>
              <a:gd name="T115" fmla="*/ 29 h 1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642" h="1643">
                <a:moveTo>
                  <a:pt x="822" y="1643"/>
                </a:moveTo>
                <a:cubicBezTo>
                  <a:pt x="817" y="1643"/>
                  <a:pt x="812" y="1642"/>
                  <a:pt x="807" y="1642"/>
                </a:cubicBezTo>
                <a:cubicBezTo>
                  <a:pt x="726" y="1641"/>
                  <a:pt x="648" y="1626"/>
                  <a:pt x="574" y="1598"/>
                </a:cubicBezTo>
                <a:cubicBezTo>
                  <a:pt x="568" y="1595"/>
                  <a:pt x="561" y="1593"/>
                  <a:pt x="554" y="1590"/>
                </a:cubicBezTo>
                <a:cubicBezTo>
                  <a:pt x="548" y="1587"/>
                  <a:pt x="545" y="1580"/>
                  <a:pt x="547" y="1573"/>
                </a:cubicBezTo>
                <a:cubicBezTo>
                  <a:pt x="549" y="1569"/>
                  <a:pt x="554" y="1565"/>
                  <a:pt x="559" y="1565"/>
                </a:cubicBezTo>
                <a:cubicBezTo>
                  <a:pt x="561" y="1565"/>
                  <a:pt x="562" y="1566"/>
                  <a:pt x="564" y="1566"/>
                </a:cubicBezTo>
                <a:cubicBezTo>
                  <a:pt x="570" y="1569"/>
                  <a:pt x="577" y="1572"/>
                  <a:pt x="583" y="1574"/>
                </a:cubicBezTo>
                <a:cubicBezTo>
                  <a:pt x="654" y="1601"/>
                  <a:pt x="729" y="1615"/>
                  <a:pt x="807" y="1617"/>
                </a:cubicBezTo>
                <a:cubicBezTo>
                  <a:pt x="807" y="1617"/>
                  <a:pt x="807" y="1617"/>
                  <a:pt x="808" y="1617"/>
                </a:cubicBezTo>
                <a:cubicBezTo>
                  <a:pt x="812" y="1617"/>
                  <a:pt x="817" y="1617"/>
                  <a:pt x="822" y="1617"/>
                </a:cubicBezTo>
                <a:cubicBezTo>
                  <a:pt x="842" y="1617"/>
                  <a:pt x="863" y="1616"/>
                  <a:pt x="884" y="1614"/>
                </a:cubicBezTo>
                <a:cubicBezTo>
                  <a:pt x="886" y="1614"/>
                  <a:pt x="888" y="1614"/>
                  <a:pt x="890" y="1614"/>
                </a:cubicBezTo>
                <a:cubicBezTo>
                  <a:pt x="897" y="1613"/>
                  <a:pt x="904" y="1618"/>
                  <a:pt x="904" y="1625"/>
                </a:cubicBezTo>
                <a:cubicBezTo>
                  <a:pt x="905" y="1632"/>
                  <a:pt x="900" y="1638"/>
                  <a:pt x="893" y="1639"/>
                </a:cubicBezTo>
                <a:cubicBezTo>
                  <a:pt x="892" y="1639"/>
                  <a:pt x="892" y="1639"/>
                  <a:pt x="892" y="1639"/>
                </a:cubicBezTo>
                <a:cubicBezTo>
                  <a:pt x="890" y="1639"/>
                  <a:pt x="888" y="1639"/>
                  <a:pt x="886" y="1640"/>
                </a:cubicBezTo>
                <a:cubicBezTo>
                  <a:pt x="865" y="1642"/>
                  <a:pt x="843" y="1643"/>
                  <a:pt x="822" y="1643"/>
                </a:cubicBezTo>
                <a:close/>
                <a:moveTo>
                  <a:pt x="934" y="1633"/>
                </a:moveTo>
                <a:cubicBezTo>
                  <a:pt x="927" y="1633"/>
                  <a:pt x="922" y="1629"/>
                  <a:pt x="921" y="1623"/>
                </a:cubicBezTo>
                <a:cubicBezTo>
                  <a:pt x="921" y="1619"/>
                  <a:pt x="921" y="1616"/>
                  <a:pt x="923" y="1613"/>
                </a:cubicBezTo>
                <a:cubicBezTo>
                  <a:pt x="925" y="1610"/>
                  <a:pt x="928" y="1609"/>
                  <a:pt x="932" y="1608"/>
                </a:cubicBezTo>
                <a:cubicBezTo>
                  <a:pt x="938" y="1607"/>
                  <a:pt x="945" y="1612"/>
                  <a:pt x="946" y="1619"/>
                </a:cubicBezTo>
                <a:cubicBezTo>
                  <a:pt x="947" y="1622"/>
                  <a:pt x="946" y="1625"/>
                  <a:pt x="944" y="1628"/>
                </a:cubicBezTo>
                <a:cubicBezTo>
                  <a:pt x="942" y="1631"/>
                  <a:pt x="939" y="1633"/>
                  <a:pt x="936" y="1633"/>
                </a:cubicBezTo>
                <a:cubicBezTo>
                  <a:pt x="935" y="1633"/>
                  <a:pt x="935" y="1633"/>
                  <a:pt x="935" y="1633"/>
                </a:cubicBezTo>
                <a:cubicBezTo>
                  <a:pt x="935" y="1633"/>
                  <a:pt x="935" y="1633"/>
                  <a:pt x="935" y="1633"/>
                </a:cubicBezTo>
                <a:cubicBezTo>
                  <a:pt x="935" y="1633"/>
                  <a:pt x="934" y="1633"/>
                  <a:pt x="934" y="1633"/>
                </a:cubicBezTo>
                <a:close/>
                <a:moveTo>
                  <a:pt x="975" y="1625"/>
                </a:moveTo>
                <a:cubicBezTo>
                  <a:pt x="969" y="1625"/>
                  <a:pt x="964" y="1621"/>
                  <a:pt x="963" y="1615"/>
                </a:cubicBezTo>
                <a:cubicBezTo>
                  <a:pt x="962" y="1612"/>
                  <a:pt x="963" y="1609"/>
                  <a:pt x="964" y="1606"/>
                </a:cubicBezTo>
                <a:cubicBezTo>
                  <a:pt x="966" y="1603"/>
                  <a:pt x="969" y="1601"/>
                  <a:pt x="972" y="1600"/>
                </a:cubicBezTo>
                <a:cubicBezTo>
                  <a:pt x="993" y="1595"/>
                  <a:pt x="1013" y="1590"/>
                  <a:pt x="1033" y="1583"/>
                </a:cubicBezTo>
                <a:cubicBezTo>
                  <a:pt x="1033" y="1583"/>
                  <a:pt x="1033" y="1583"/>
                  <a:pt x="1033" y="1583"/>
                </a:cubicBezTo>
                <a:cubicBezTo>
                  <a:pt x="1042" y="1580"/>
                  <a:pt x="1051" y="1577"/>
                  <a:pt x="1060" y="1574"/>
                </a:cubicBezTo>
                <a:cubicBezTo>
                  <a:pt x="1063" y="1572"/>
                  <a:pt x="1066" y="1571"/>
                  <a:pt x="1069" y="1570"/>
                </a:cubicBezTo>
                <a:cubicBezTo>
                  <a:pt x="1069" y="1570"/>
                  <a:pt x="1069" y="1570"/>
                  <a:pt x="1069" y="1570"/>
                </a:cubicBezTo>
                <a:cubicBezTo>
                  <a:pt x="1074" y="1568"/>
                  <a:pt x="1079" y="1566"/>
                  <a:pt x="1083" y="1564"/>
                </a:cubicBezTo>
                <a:cubicBezTo>
                  <a:pt x="1084" y="1564"/>
                  <a:pt x="1086" y="1563"/>
                  <a:pt x="1087" y="1563"/>
                </a:cubicBezTo>
                <a:cubicBezTo>
                  <a:pt x="1107" y="1554"/>
                  <a:pt x="1107" y="1554"/>
                  <a:pt x="1107" y="1554"/>
                </a:cubicBezTo>
                <a:cubicBezTo>
                  <a:pt x="1117" y="1549"/>
                  <a:pt x="1128" y="1544"/>
                  <a:pt x="1138" y="1538"/>
                </a:cubicBezTo>
                <a:cubicBezTo>
                  <a:pt x="1164" y="1524"/>
                  <a:pt x="1164" y="1524"/>
                  <a:pt x="1164" y="1524"/>
                </a:cubicBezTo>
                <a:cubicBezTo>
                  <a:pt x="1165" y="1523"/>
                  <a:pt x="1167" y="1522"/>
                  <a:pt x="1169" y="1521"/>
                </a:cubicBezTo>
                <a:cubicBezTo>
                  <a:pt x="1170" y="1520"/>
                  <a:pt x="1171" y="1520"/>
                  <a:pt x="1172" y="1519"/>
                </a:cubicBezTo>
                <a:cubicBezTo>
                  <a:pt x="1181" y="1513"/>
                  <a:pt x="1191" y="1507"/>
                  <a:pt x="1200" y="1501"/>
                </a:cubicBezTo>
                <a:cubicBezTo>
                  <a:pt x="1223" y="1485"/>
                  <a:pt x="1245" y="1468"/>
                  <a:pt x="1266" y="1450"/>
                </a:cubicBezTo>
                <a:cubicBezTo>
                  <a:pt x="1271" y="1445"/>
                  <a:pt x="1280" y="1446"/>
                  <a:pt x="1284" y="1451"/>
                </a:cubicBezTo>
                <a:cubicBezTo>
                  <a:pt x="1286" y="1454"/>
                  <a:pt x="1287" y="1457"/>
                  <a:pt x="1287" y="1460"/>
                </a:cubicBezTo>
                <a:cubicBezTo>
                  <a:pt x="1287" y="1464"/>
                  <a:pt x="1285" y="1467"/>
                  <a:pt x="1283" y="1469"/>
                </a:cubicBezTo>
                <a:cubicBezTo>
                  <a:pt x="1261" y="1488"/>
                  <a:pt x="1238" y="1506"/>
                  <a:pt x="1215" y="1522"/>
                </a:cubicBezTo>
                <a:cubicBezTo>
                  <a:pt x="1214" y="1522"/>
                  <a:pt x="1214" y="1522"/>
                  <a:pt x="1214" y="1522"/>
                </a:cubicBezTo>
                <a:cubicBezTo>
                  <a:pt x="1214" y="1522"/>
                  <a:pt x="1214" y="1522"/>
                  <a:pt x="1214" y="1522"/>
                </a:cubicBezTo>
                <a:cubicBezTo>
                  <a:pt x="1205" y="1529"/>
                  <a:pt x="1195" y="1535"/>
                  <a:pt x="1185" y="1541"/>
                </a:cubicBezTo>
                <a:cubicBezTo>
                  <a:pt x="1184" y="1541"/>
                  <a:pt x="1183" y="1542"/>
                  <a:pt x="1182" y="1543"/>
                </a:cubicBezTo>
                <a:cubicBezTo>
                  <a:pt x="1180" y="1544"/>
                  <a:pt x="1179" y="1545"/>
                  <a:pt x="1176" y="1546"/>
                </a:cubicBezTo>
                <a:cubicBezTo>
                  <a:pt x="1176" y="1546"/>
                  <a:pt x="1176" y="1546"/>
                  <a:pt x="1176" y="1546"/>
                </a:cubicBezTo>
                <a:cubicBezTo>
                  <a:pt x="1150" y="1561"/>
                  <a:pt x="1150" y="1561"/>
                  <a:pt x="1150" y="1561"/>
                </a:cubicBezTo>
                <a:cubicBezTo>
                  <a:pt x="1140" y="1566"/>
                  <a:pt x="1129" y="1572"/>
                  <a:pt x="1118" y="1577"/>
                </a:cubicBezTo>
                <a:cubicBezTo>
                  <a:pt x="1115" y="1578"/>
                  <a:pt x="1115" y="1578"/>
                  <a:pt x="1115" y="1578"/>
                </a:cubicBezTo>
                <a:cubicBezTo>
                  <a:pt x="1097" y="1586"/>
                  <a:pt x="1097" y="1586"/>
                  <a:pt x="1097" y="1586"/>
                </a:cubicBezTo>
                <a:cubicBezTo>
                  <a:pt x="1096" y="1587"/>
                  <a:pt x="1094" y="1587"/>
                  <a:pt x="1093" y="1588"/>
                </a:cubicBezTo>
                <a:cubicBezTo>
                  <a:pt x="1088" y="1590"/>
                  <a:pt x="1083" y="1592"/>
                  <a:pt x="1078" y="1594"/>
                </a:cubicBezTo>
                <a:cubicBezTo>
                  <a:pt x="1075" y="1595"/>
                  <a:pt x="1072" y="1596"/>
                  <a:pt x="1069" y="1597"/>
                </a:cubicBezTo>
                <a:cubicBezTo>
                  <a:pt x="1060" y="1601"/>
                  <a:pt x="1051" y="1604"/>
                  <a:pt x="1041" y="1607"/>
                </a:cubicBezTo>
                <a:cubicBezTo>
                  <a:pt x="1021" y="1614"/>
                  <a:pt x="1000" y="1620"/>
                  <a:pt x="980" y="1624"/>
                </a:cubicBezTo>
                <a:cubicBezTo>
                  <a:pt x="980" y="1624"/>
                  <a:pt x="980" y="1624"/>
                  <a:pt x="980" y="1624"/>
                </a:cubicBezTo>
                <a:cubicBezTo>
                  <a:pt x="978" y="1625"/>
                  <a:pt x="978" y="1625"/>
                  <a:pt x="978" y="1625"/>
                </a:cubicBezTo>
                <a:cubicBezTo>
                  <a:pt x="977" y="1625"/>
                  <a:pt x="976" y="1625"/>
                  <a:pt x="975" y="1625"/>
                </a:cubicBezTo>
                <a:close/>
                <a:moveTo>
                  <a:pt x="520" y="1574"/>
                </a:moveTo>
                <a:cubicBezTo>
                  <a:pt x="518" y="1574"/>
                  <a:pt x="517" y="1573"/>
                  <a:pt x="515" y="1572"/>
                </a:cubicBezTo>
                <a:cubicBezTo>
                  <a:pt x="508" y="1569"/>
                  <a:pt x="506" y="1562"/>
                  <a:pt x="509" y="1555"/>
                </a:cubicBezTo>
                <a:cubicBezTo>
                  <a:pt x="511" y="1551"/>
                  <a:pt x="516" y="1548"/>
                  <a:pt x="520" y="1548"/>
                </a:cubicBezTo>
                <a:cubicBezTo>
                  <a:pt x="522" y="1548"/>
                  <a:pt x="524" y="1549"/>
                  <a:pt x="526" y="1549"/>
                </a:cubicBezTo>
                <a:cubicBezTo>
                  <a:pt x="532" y="1552"/>
                  <a:pt x="535" y="1560"/>
                  <a:pt x="532" y="1566"/>
                </a:cubicBezTo>
                <a:cubicBezTo>
                  <a:pt x="530" y="1571"/>
                  <a:pt x="525" y="1574"/>
                  <a:pt x="520" y="1574"/>
                </a:cubicBezTo>
                <a:close/>
                <a:moveTo>
                  <a:pt x="483" y="1554"/>
                </a:moveTo>
                <a:cubicBezTo>
                  <a:pt x="481" y="1554"/>
                  <a:pt x="478" y="1553"/>
                  <a:pt x="477" y="1552"/>
                </a:cubicBezTo>
                <a:cubicBezTo>
                  <a:pt x="462" y="1544"/>
                  <a:pt x="447" y="1535"/>
                  <a:pt x="433" y="1526"/>
                </a:cubicBezTo>
                <a:cubicBezTo>
                  <a:pt x="433" y="1526"/>
                  <a:pt x="433" y="1526"/>
                  <a:pt x="433" y="1526"/>
                </a:cubicBezTo>
                <a:cubicBezTo>
                  <a:pt x="417" y="1514"/>
                  <a:pt x="417" y="1514"/>
                  <a:pt x="417" y="1514"/>
                </a:cubicBezTo>
                <a:cubicBezTo>
                  <a:pt x="416" y="1514"/>
                  <a:pt x="415" y="1513"/>
                  <a:pt x="413" y="1512"/>
                </a:cubicBezTo>
                <a:cubicBezTo>
                  <a:pt x="410" y="1510"/>
                  <a:pt x="407" y="1508"/>
                  <a:pt x="404" y="1505"/>
                </a:cubicBezTo>
                <a:cubicBezTo>
                  <a:pt x="402" y="1504"/>
                  <a:pt x="401" y="1503"/>
                  <a:pt x="400" y="1502"/>
                </a:cubicBezTo>
                <a:cubicBezTo>
                  <a:pt x="385" y="1491"/>
                  <a:pt x="385" y="1491"/>
                  <a:pt x="385" y="1491"/>
                </a:cubicBezTo>
                <a:cubicBezTo>
                  <a:pt x="384" y="1490"/>
                  <a:pt x="383" y="1489"/>
                  <a:pt x="382" y="1489"/>
                </a:cubicBezTo>
                <a:cubicBezTo>
                  <a:pt x="381" y="1487"/>
                  <a:pt x="379" y="1486"/>
                  <a:pt x="377" y="1484"/>
                </a:cubicBezTo>
                <a:cubicBezTo>
                  <a:pt x="377" y="1484"/>
                  <a:pt x="377" y="1484"/>
                  <a:pt x="377" y="1484"/>
                </a:cubicBezTo>
                <a:cubicBezTo>
                  <a:pt x="355" y="1465"/>
                  <a:pt x="355" y="1465"/>
                  <a:pt x="355" y="1465"/>
                </a:cubicBezTo>
                <a:cubicBezTo>
                  <a:pt x="351" y="1462"/>
                  <a:pt x="348" y="1459"/>
                  <a:pt x="345" y="1456"/>
                </a:cubicBezTo>
                <a:cubicBezTo>
                  <a:pt x="343" y="1454"/>
                  <a:pt x="342" y="1453"/>
                  <a:pt x="340" y="1452"/>
                </a:cubicBezTo>
                <a:cubicBezTo>
                  <a:pt x="340" y="1452"/>
                  <a:pt x="340" y="1452"/>
                  <a:pt x="340" y="1452"/>
                </a:cubicBezTo>
                <a:cubicBezTo>
                  <a:pt x="326" y="1438"/>
                  <a:pt x="326" y="1438"/>
                  <a:pt x="326" y="1438"/>
                </a:cubicBezTo>
                <a:cubicBezTo>
                  <a:pt x="313" y="1425"/>
                  <a:pt x="313" y="1425"/>
                  <a:pt x="313" y="1425"/>
                </a:cubicBezTo>
                <a:cubicBezTo>
                  <a:pt x="217" y="1329"/>
                  <a:pt x="217" y="1329"/>
                  <a:pt x="217" y="1329"/>
                </a:cubicBezTo>
                <a:cubicBezTo>
                  <a:pt x="217" y="1329"/>
                  <a:pt x="217" y="1329"/>
                  <a:pt x="217" y="1329"/>
                </a:cubicBezTo>
                <a:cubicBezTo>
                  <a:pt x="215" y="1327"/>
                  <a:pt x="214" y="1324"/>
                  <a:pt x="214" y="1321"/>
                </a:cubicBezTo>
                <a:cubicBezTo>
                  <a:pt x="214" y="1317"/>
                  <a:pt x="215" y="1314"/>
                  <a:pt x="218" y="1312"/>
                </a:cubicBezTo>
                <a:cubicBezTo>
                  <a:pt x="222" y="1307"/>
                  <a:pt x="231" y="1307"/>
                  <a:pt x="236" y="1312"/>
                </a:cubicBezTo>
                <a:cubicBezTo>
                  <a:pt x="344" y="1420"/>
                  <a:pt x="344" y="1420"/>
                  <a:pt x="344" y="1420"/>
                </a:cubicBezTo>
                <a:cubicBezTo>
                  <a:pt x="358" y="1433"/>
                  <a:pt x="358" y="1433"/>
                  <a:pt x="358" y="1433"/>
                </a:cubicBezTo>
                <a:cubicBezTo>
                  <a:pt x="358" y="1433"/>
                  <a:pt x="358" y="1433"/>
                  <a:pt x="358" y="1433"/>
                </a:cubicBezTo>
                <a:cubicBezTo>
                  <a:pt x="359" y="1435"/>
                  <a:pt x="361" y="1436"/>
                  <a:pt x="363" y="1438"/>
                </a:cubicBezTo>
                <a:cubicBezTo>
                  <a:pt x="366" y="1441"/>
                  <a:pt x="368" y="1443"/>
                  <a:pt x="371" y="1446"/>
                </a:cubicBezTo>
                <a:cubicBezTo>
                  <a:pt x="371" y="1446"/>
                  <a:pt x="371" y="1446"/>
                  <a:pt x="371" y="1446"/>
                </a:cubicBezTo>
                <a:cubicBezTo>
                  <a:pt x="393" y="1465"/>
                  <a:pt x="393" y="1465"/>
                  <a:pt x="393" y="1465"/>
                </a:cubicBezTo>
                <a:cubicBezTo>
                  <a:pt x="395" y="1466"/>
                  <a:pt x="396" y="1467"/>
                  <a:pt x="398" y="1468"/>
                </a:cubicBezTo>
                <a:cubicBezTo>
                  <a:pt x="399" y="1469"/>
                  <a:pt x="400" y="1470"/>
                  <a:pt x="401" y="1471"/>
                </a:cubicBezTo>
                <a:cubicBezTo>
                  <a:pt x="401" y="1471"/>
                  <a:pt x="401" y="1471"/>
                  <a:pt x="401" y="1471"/>
                </a:cubicBezTo>
                <a:cubicBezTo>
                  <a:pt x="401" y="1471"/>
                  <a:pt x="401" y="1471"/>
                  <a:pt x="401" y="1471"/>
                </a:cubicBezTo>
                <a:cubicBezTo>
                  <a:pt x="416" y="1483"/>
                  <a:pt x="416" y="1483"/>
                  <a:pt x="416" y="1483"/>
                </a:cubicBezTo>
                <a:cubicBezTo>
                  <a:pt x="417" y="1483"/>
                  <a:pt x="418" y="1484"/>
                  <a:pt x="419" y="1485"/>
                </a:cubicBezTo>
                <a:cubicBezTo>
                  <a:pt x="419" y="1485"/>
                  <a:pt x="419" y="1485"/>
                  <a:pt x="419" y="1485"/>
                </a:cubicBezTo>
                <a:cubicBezTo>
                  <a:pt x="422" y="1487"/>
                  <a:pt x="425" y="1489"/>
                  <a:pt x="429" y="1492"/>
                </a:cubicBezTo>
                <a:cubicBezTo>
                  <a:pt x="430" y="1492"/>
                  <a:pt x="430" y="1493"/>
                  <a:pt x="431" y="1494"/>
                </a:cubicBezTo>
                <a:cubicBezTo>
                  <a:pt x="447" y="1505"/>
                  <a:pt x="447" y="1505"/>
                  <a:pt x="447" y="1505"/>
                </a:cubicBezTo>
                <a:cubicBezTo>
                  <a:pt x="461" y="1514"/>
                  <a:pt x="475" y="1522"/>
                  <a:pt x="489" y="1530"/>
                </a:cubicBezTo>
                <a:cubicBezTo>
                  <a:pt x="492" y="1532"/>
                  <a:pt x="494" y="1535"/>
                  <a:pt x="495" y="1538"/>
                </a:cubicBezTo>
                <a:cubicBezTo>
                  <a:pt x="496" y="1541"/>
                  <a:pt x="496" y="1545"/>
                  <a:pt x="494" y="1548"/>
                </a:cubicBezTo>
                <a:cubicBezTo>
                  <a:pt x="492" y="1552"/>
                  <a:pt x="487" y="1554"/>
                  <a:pt x="483" y="1554"/>
                </a:cubicBezTo>
                <a:close/>
                <a:moveTo>
                  <a:pt x="1305" y="1443"/>
                </a:moveTo>
                <a:cubicBezTo>
                  <a:pt x="1302" y="1443"/>
                  <a:pt x="1299" y="1442"/>
                  <a:pt x="1296" y="1439"/>
                </a:cubicBezTo>
                <a:cubicBezTo>
                  <a:pt x="1294" y="1437"/>
                  <a:pt x="1293" y="1434"/>
                  <a:pt x="1293" y="1430"/>
                </a:cubicBezTo>
                <a:cubicBezTo>
                  <a:pt x="1293" y="1427"/>
                  <a:pt x="1294" y="1424"/>
                  <a:pt x="1297" y="1421"/>
                </a:cubicBezTo>
                <a:cubicBezTo>
                  <a:pt x="1302" y="1417"/>
                  <a:pt x="1310" y="1417"/>
                  <a:pt x="1315" y="1422"/>
                </a:cubicBezTo>
                <a:cubicBezTo>
                  <a:pt x="1317" y="1424"/>
                  <a:pt x="1318" y="1428"/>
                  <a:pt x="1318" y="1431"/>
                </a:cubicBezTo>
                <a:cubicBezTo>
                  <a:pt x="1318" y="1434"/>
                  <a:pt x="1317" y="1437"/>
                  <a:pt x="1314" y="1440"/>
                </a:cubicBezTo>
                <a:cubicBezTo>
                  <a:pt x="1312" y="1442"/>
                  <a:pt x="1309" y="1443"/>
                  <a:pt x="1305" y="1443"/>
                </a:cubicBezTo>
                <a:close/>
                <a:moveTo>
                  <a:pt x="1336" y="1413"/>
                </a:moveTo>
                <a:cubicBezTo>
                  <a:pt x="1332" y="1413"/>
                  <a:pt x="1329" y="1412"/>
                  <a:pt x="1327" y="1410"/>
                </a:cubicBezTo>
                <a:cubicBezTo>
                  <a:pt x="1322" y="1405"/>
                  <a:pt x="1322" y="1397"/>
                  <a:pt x="1327" y="1392"/>
                </a:cubicBezTo>
                <a:cubicBezTo>
                  <a:pt x="1394" y="1324"/>
                  <a:pt x="1394" y="1324"/>
                  <a:pt x="1394" y="1324"/>
                </a:cubicBezTo>
                <a:cubicBezTo>
                  <a:pt x="1399" y="1319"/>
                  <a:pt x="1408" y="1319"/>
                  <a:pt x="1412" y="1324"/>
                </a:cubicBezTo>
                <a:cubicBezTo>
                  <a:pt x="1417" y="1329"/>
                  <a:pt x="1417" y="1337"/>
                  <a:pt x="1412" y="1342"/>
                </a:cubicBezTo>
                <a:cubicBezTo>
                  <a:pt x="1345" y="1410"/>
                  <a:pt x="1345" y="1410"/>
                  <a:pt x="1345" y="1410"/>
                </a:cubicBezTo>
                <a:cubicBezTo>
                  <a:pt x="1342" y="1412"/>
                  <a:pt x="1339" y="1413"/>
                  <a:pt x="1336" y="1413"/>
                </a:cubicBezTo>
                <a:close/>
                <a:moveTo>
                  <a:pt x="197" y="1303"/>
                </a:moveTo>
                <a:cubicBezTo>
                  <a:pt x="193" y="1303"/>
                  <a:pt x="190" y="1302"/>
                  <a:pt x="188" y="1299"/>
                </a:cubicBezTo>
                <a:cubicBezTo>
                  <a:pt x="185" y="1297"/>
                  <a:pt x="184" y="1293"/>
                  <a:pt x="184" y="1290"/>
                </a:cubicBezTo>
                <a:cubicBezTo>
                  <a:pt x="184" y="1287"/>
                  <a:pt x="186" y="1283"/>
                  <a:pt x="188" y="1281"/>
                </a:cubicBezTo>
                <a:cubicBezTo>
                  <a:pt x="193" y="1276"/>
                  <a:pt x="202" y="1277"/>
                  <a:pt x="206" y="1281"/>
                </a:cubicBezTo>
                <a:cubicBezTo>
                  <a:pt x="209" y="1284"/>
                  <a:pt x="210" y="1287"/>
                  <a:pt x="210" y="1291"/>
                </a:cubicBezTo>
                <a:cubicBezTo>
                  <a:pt x="210" y="1294"/>
                  <a:pt x="208" y="1297"/>
                  <a:pt x="206" y="1299"/>
                </a:cubicBezTo>
                <a:cubicBezTo>
                  <a:pt x="203" y="1302"/>
                  <a:pt x="200" y="1303"/>
                  <a:pt x="197" y="1303"/>
                </a:cubicBezTo>
                <a:close/>
                <a:moveTo>
                  <a:pt x="1453" y="1295"/>
                </a:moveTo>
                <a:cubicBezTo>
                  <a:pt x="1449" y="1295"/>
                  <a:pt x="1446" y="1294"/>
                  <a:pt x="1444" y="1292"/>
                </a:cubicBezTo>
                <a:cubicBezTo>
                  <a:pt x="1442" y="1289"/>
                  <a:pt x="1440" y="1286"/>
                  <a:pt x="1440" y="1283"/>
                </a:cubicBezTo>
                <a:cubicBezTo>
                  <a:pt x="1440" y="1279"/>
                  <a:pt x="1441" y="1276"/>
                  <a:pt x="1443" y="1274"/>
                </a:cubicBezTo>
                <a:cubicBezTo>
                  <a:pt x="1462" y="1253"/>
                  <a:pt x="1479" y="1231"/>
                  <a:pt x="1495" y="1208"/>
                </a:cubicBezTo>
                <a:cubicBezTo>
                  <a:pt x="1497" y="1205"/>
                  <a:pt x="1501" y="1203"/>
                  <a:pt x="1505" y="1203"/>
                </a:cubicBezTo>
                <a:cubicBezTo>
                  <a:pt x="1508" y="1203"/>
                  <a:pt x="1510" y="1204"/>
                  <a:pt x="1513" y="1205"/>
                </a:cubicBezTo>
                <a:cubicBezTo>
                  <a:pt x="1515" y="1207"/>
                  <a:pt x="1517" y="1210"/>
                  <a:pt x="1518" y="1213"/>
                </a:cubicBezTo>
                <a:cubicBezTo>
                  <a:pt x="1518" y="1217"/>
                  <a:pt x="1518" y="1220"/>
                  <a:pt x="1516" y="1223"/>
                </a:cubicBezTo>
                <a:cubicBezTo>
                  <a:pt x="1499" y="1246"/>
                  <a:pt x="1481" y="1269"/>
                  <a:pt x="1462" y="1290"/>
                </a:cubicBezTo>
                <a:cubicBezTo>
                  <a:pt x="1462" y="1291"/>
                  <a:pt x="1462" y="1291"/>
                  <a:pt x="1462" y="1291"/>
                </a:cubicBezTo>
                <a:cubicBezTo>
                  <a:pt x="1460" y="1293"/>
                  <a:pt x="1456" y="1295"/>
                  <a:pt x="1453" y="1295"/>
                </a:cubicBezTo>
                <a:close/>
                <a:moveTo>
                  <a:pt x="169" y="1271"/>
                </a:moveTo>
                <a:cubicBezTo>
                  <a:pt x="165" y="1271"/>
                  <a:pt x="162" y="1269"/>
                  <a:pt x="159" y="1267"/>
                </a:cubicBezTo>
                <a:cubicBezTo>
                  <a:pt x="158" y="1265"/>
                  <a:pt x="158" y="1265"/>
                  <a:pt x="158" y="1265"/>
                </a:cubicBezTo>
                <a:cubicBezTo>
                  <a:pt x="150" y="1255"/>
                  <a:pt x="142" y="1245"/>
                  <a:pt x="134" y="1234"/>
                </a:cubicBezTo>
                <a:cubicBezTo>
                  <a:pt x="134" y="1234"/>
                  <a:pt x="134" y="1234"/>
                  <a:pt x="134" y="1234"/>
                </a:cubicBezTo>
                <a:cubicBezTo>
                  <a:pt x="123" y="1218"/>
                  <a:pt x="123" y="1218"/>
                  <a:pt x="123" y="1218"/>
                </a:cubicBezTo>
                <a:cubicBezTo>
                  <a:pt x="122" y="1217"/>
                  <a:pt x="122" y="1217"/>
                  <a:pt x="121" y="1216"/>
                </a:cubicBezTo>
                <a:cubicBezTo>
                  <a:pt x="118" y="1211"/>
                  <a:pt x="115" y="1207"/>
                  <a:pt x="112" y="1201"/>
                </a:cubicBezTo>
                <a:cubicBezTo>
                  <a:pt x="111" y="1200"/>
                  <a:pt x="110" y="1198"/>
                  <a:pt x="109" y="1196"/>
                </a:cubicBezTo>
                <a:cubicBezTo>
                  <a:pt x="82" y="1153"/>
                  <a:pt x="59" y="1107"/>
                  <a:pt x="42" y="1059"/>
                </a:cubicBezTo>
                <a:cubicBezTo>
                  <a:pt x="30" y="1027"/>
                  <a:pt x="20" y="992"/>
                  <a:pt x="14" y="957"/>
                </a:cubicBezTo>
                <a:cubicBezTo>
                  <a:pt x="14" y="957"/>
                  <a:pt x="14" y="957"/>
                  <a:pt x="14" y="957"/>
                </a:cubicBezTo>
                <a:cubicBezTo>
                  <a:pt x="13" y="953"/>
                  <a:pt x="14" y="950"/>
                  <a:pt x="15" y="947"/>
                </a:cubicBezTo>
                <a:cubicBezTo>
                  <a:pt x="17" y="944"/>
                  <a:pt x="20" y="943"/>
                  <a:pt x="24" y="942"/>
                </a:cubicBezTo>
                <a:cubicBezTo>
                  <a:pt x="30" y="941"/>
                  <a:pt x="37" y="945"/>
                  <a:pt x="39" y="952"/>
                </a:cubicBezTo>
                <a:cubicBezTo>
                  <a:pt x="45" y="986"/>
                  <a:pt x="54" y="1020"/>
                  <a:pt x="66" y="1051"/>
                </a:cubicBezTo>
                <a:cubicBezTo>
                  <a:pt x="82" y="1097"/>
                  <a:pt x="104" y="1141"/>
                  <a:pt x="130" y="1183"/>
                </a:cubicBezTo>
                <a:cubicBezTo>
                  <a:pt x="131" y="1184"/>
                  <a:pt x="132" y="1186"/>
                  <a:pt x="133" y="1188"/>
                </a:cubicBezTo>
                <a:cubicBezTo>
                  <a:pt x="133" y="1188"/>
                  <a:pt x="133" y="1188"/>
                  <a:pt x="133" y="1188"/>
                </a:cubicBezTo>
                <a:cubicBezTo>
                  <a:pt x="136" y="1193"/>
                  <a:pt x="139" y="1197"/>
                  <a:pt x="143" y="1202"/>
                </a:cubicBezTo>
                <a:cubicBezTo>
                  <a:pt x="155" y="1219"/>
                  <a:pt x="155" y="1219"/>
                  <a:pt x="155" y="1219"/>
                </a:cubicBezTo>
                <a:cubicBezTo>
                  <a:pt x="163" y="1230"/>
                  <a:pt x="171" y="1240"/>
                  <a:pt x="178" y="1249"/>
                </a:cubicBezTo>
                <a:cubicBezTo>
                  <a:pt x="179" y="1250"/>
                  <a:pt x="179" y="1250"/>
                  <a:pt x="179" y="1250"/>
                </a:cubicBezTo>
                <a:cubicBezTo>
                  <a:pt x="183" y="1255"/>
                  <a:pt x="183" y="1263"/>
                  <a:pt x="177" y="1268"/>
                </a:cubicBezTo>
                <a:cubicBezTo>
                  <a:pt x="175" y="1270"/>
                  <a:pt x="172" y="1271"/>
                  <a:pt x="169" y="1271"/>
                </a:cubicBezTo>
                <a:close/>
                <a:moveTo>
                  <a:pt x="1528" y="1193"/>
                </a:moveTo>
                <a:cubicBezTo>
                  <a:pt x="1526" y="1193"/>
                  <a:pt x="1524" y="1192"/>
                  <a:pt x="1522" y="1191"/>
                </a:cubicBezTo>
                <a:cubicBezTo>
                  <a:pt x="1516" y="1187"/>
                  <a:pt x="1514" y="1180"/>
                  <a:pt x="1518" y="1174"/>
                </a:cubicBezTo>
                <a:cubicBezTo>
                  <a:pt x="1520" y="1170"/>
                  <a:pt x="1524" y="1167"/>
                  <a:pt x="1528" y="1167"/>
                </a:cubicBezTo>
                <a:cubicBezTo>
                  <a:pt x="1531" y="1167"/>
                  <a:pt x="1533" y="1168"/>
                  <a:pt x="1535" y="1169"/>
                </a:cubicBezTo>
                <a:cubicBezTo>
                  <a:pt x="1538" y="1171"/>
                  <a:pt x="1540" y="1174"/>
                  <a:pt x="1541" y="1177"/>
                </a:cubicBezTo>
                <a:cubicBezTo>
                  <a:pt x="1542" y="1180"/>
                  <a:pt x="1541" y="1184"/>
                  <a:pt x="1539" y="1187"/>
                </a:cubicBezTo>
                <a:cubicBezTo>
                  <a:pt x="1537" y="1191"/>
                  <a:pt x="1533" y="1193"/>
                  <a:pt x="1528" y="1193"/>
                </a:cubicBezTo>
                <a:close/>
                <a:moveTo>
                  <a:pt x="1549" y="1156"/>
                </a:moveTo>
                <a:cubicBezTo>
                  <a:pt x="1547" y="1156"/>
                  <a:pt x="1545" y="1156"/>
                  <a:pt x="1543" y="1155"/>
                </a:cubicBezTo>
                <a:cubicBezTo>
                  <a:pt x="1537" y="1151"/>
                  <a:pt x="1535" y="1144"/>
                  <a:pt x="1538" y="1137"/>
                </a:cubicBezTo>
                <a:cubicBezTo>
                  <a:pt x="1560" y="1096"/>
                  <a:pt x="1577" y="1053"/>
                  <a:pt x="1590" y="1008"/>
                </a:cubicBezTo>
                <a:cubicBezTo>
                  <a:pt x="1600" y="973"/>
                  <a:pt x="1607" y="937"/>
                  <a:pt x="1612" y="900"/>
                </a:cubicBezTo>
                <a:cubicBezTo>
                  <a:pt x="1613" y="886"/>
                  <a:pt x="1614" y="872"/>
                  <a:pt x="1615" y="858"/>
                </a:cubicBezTo>
                <a:cubicBezTo>
                  <a:pt x="1616" y="846"/>
                  <a:pt x="1616" y="834"/>
                  <a:pt x="1616" y="822"/>
                </a:cubicBezTo>
                <a:cubicBezTo>
                  <a:pt x="1616" y="820"/>
                  <a:pt x="1616" y="819"/>
                  <a:pt x="1616" y="817"/>
                </a:cubicBezTo>
                <a:cubicBezTo>
                  <a:pt x="1616" y="814"/>
                  <a:pt x="1617" y="810"/>
                  <a:pt x="1620" y="808"/>
                </a:cubicBezTo>
                <a:cubicBezTo>
                  <a:pt x="1622" y="805"/>
                  <a:pt x="1625" y="804"/>
                  <a:pt x="1629" y="804"/>
                </a:cubicBezTo>
                <a:cubicBezTo>
                  <a:pt x="1629" y="804"/>
                  <a:pt x="1629" y="804"/>
                  <a:pt x="1629" y="804"/>
                </a:cubicBezTo>
                <a:cubicBezTo>
                  <a:pt x="1636" y="804"/>
                  <a:pt x="1642" y="810"/>
                  <a:pt x="1642" y="817"/>
                </a:cubicBezTo>
                <a:cubicBezTo>
                  <a:pt x="1642" y="819"/>
                  <a:pt x="1642" y="820"/>
                  <a:pt x="1642" y="822"/>
                </a:cubicBezTo>
                <a:cubicBezTo>
                  <a:pt x="1642" y="834"/>
                  <a:pt x="1641" y="847"/>
                  <a:pt x="1641" y="859"/>
                </a:cubicBezTo>
                <a:cubicBezTo>
                  <a:pt x="1640" y="874"/>
                  <a:pt x="1639" y="889"/>
                  <a:pt x="1637" y="903"/>
                </a:cubicBezTo>
                <a:cubicBezTo>
                  <a:pt x="1632" y="941"/>
                  <a:pt x="1625" y="979"/>
                  <a:pt x="1615" y="1015"/>
                </a:cubicBezTo>
                <a:cubicBezTo>
                  <a:pt x="1601" y="1061"/>
                  <a:pt x="1583" y="1106"/>
                  <a:pt x="1561" y="1149"/>
                </a:cubicBezTo>
                <a:cubicBezTo>
                  <a:pt x="1558" y="1153"/>
                  <a:pt x="1554" y="1156"/>
                  <a:pt x="1549" y="1156"/>
                </a:cubicBezTo>
                <a:close/>
                <a:moveTo>
                  <a:pt x="19" y="925"/>
                </a:moveTo>
                <a:cubicBezTo>
                  <a:pt x="13" y="925"/>
                  <a:pt x="7" y="920"/>
                  <a:pt x="7" y="914"/>
                </a:cubicBezTo>
                <a:cubicBezTo>
                  <a:pt x="7" y="914"/>
                  <a:pt x="7" y="914"/>
                  <a:pt x="7" y="914"/>
                </a:cubicBezTo>
                <a:cubicBezTo>
                  <a:pt x="6" y="911"/>
                  <a:pt x="7" y="907"/>
                  <a:pt x="9" y="905"/>
                </a:cubicBezTo>
                <a:cubicBezTo>
                  <a:pt x="11" y="902"/>
                  <a:pt x="14" y="900"/>
                  <a:pt x="18" y="900"/>
                </a:cubicBezTo>
                <a:cubicBezTo>
                  <a:pt x="24" y="899"/>
                  <a:pt x="31" y="904"/>
                  <a:pt x="32" y="911"/>
                </a:cubicBezTo>
                <a:cubicBezTo>
                  <a:pt x="32" y="914"/>
                  <a:pt x="31" y="918"/>
                  <a:pt x="29" y="920"/>
                </a:cubicBezTo>
                <a:cubicBezTo>
                  <a:pt x="27" y="923"/>
                  <a:pt x="24" y="925"/>
                  <a:pt x="21" y="925"/>
                </a:cubicBezTo>
                <a:cubicBezTo>
                  <a:pt x="20" y="925"/>
                  <a:pt x="20" y="925"/>
                  <a:pt x="19" y="925"/>
                </a:cubicBezTo>
                <a:close/>
                <a:moveTo>
                  <a:pt x="15" y="883"/>
                </a:moveTo>
                <a:cubicBezTo>
                  <a:pt x="8" y="883"/>
                  <a:pt x="3" y="878"/>
                  <a:pt x="2" y="871"/>
                </a:cubicBezTo>
                <a:cubicBezTo>
                  <a:pt x="1" y="855"/>
                  <a:pt x="0" y="838"/>
                  <a:pt x="0" y="822"/>
                </a:cubicBezTo>
                <a:cubicBezTo>
                  <a:pt x="0" y="809"/>
                  <a:pt x="1" y="797"/>
                  <a:pt x="1" y="785"/>
                </a:cubicBezTo>
                <a:cubicBezTo>
                  <a:pt x="5" y="719"/>
                  <a:pt x="17" y="655"/>
                  <a:pt x="39" y="592"/>
                </a:cubicBezTo>
                <a:cubicBezTo>
                  <a:pt x="45" y="573"/>
                  <a:pt x="53" y="553"/>
                  <a:pt x="62" y="534"/>
                </a:cubicBezTo>
                <a:cubicBezTo>
                  <a:pt x="62" y="533"/>
                  <a:pt x="62" y="533"/>
                  <a:pt x="62" y="533"/>
                </a:cubicBezTo>
                <a:cubicBezTo>
                  <a:pt x="62" y="533"/>
                  <a:pt x="62" y="533"/>
                  <a:pt x="62" y="533"/>
                </a:cubicBezTo>
                <a:cubicBezTo>
                  <a:pt x="64" y="529"/>
                  <a:pt x="69" y="527"/>
                  <a:pt x="73" y="527"/>
                </a:cubicBezTo>
                <a:cubicBezTo>
                  <a:pt x="75" y="527"/>
                  <a:pt x="77" y="527"/>
                  <a:pt x="79" y="528"/>
                </a:cubicBezTo>
                <a:cubicBezTo>
                  <a:pt x="85" y="531"/>
                  <a:pt x="88" y="538"/>
                  <a:pt x="85" y="545"/>
                </a:cubicBezTo>
                <a:cubicBezTo>
                  <a:pt x="77" y="563"/>
                  <a:pt x="69" y="582"/>
                  <a:pt x="63" y="601"/>
                </a:cubicBezTo>
                <a:cubicBezTo>
                  <a:pt x="42" y="661"/>
                  <a:pt x="30" y="723"/>
                  <a:pt x="27" y="786"/>
                </a:cubicBezTo>
                <a:cubicBezTo>
                  <a:pt x="26" y="798"/>
                  <a:pt x="26" y="810"/>
                  <a:pt x="26" y="822"/>
                </a:cubicBezTo>
                <a:cubicBezTo>
                  <a:pt x="26" y="838"/>
                  <a:pt x="26" y="854"/>
                  <a:pt x="28" y="869"/>
                </a:cubicBezTo>
                <a:cubicBezTo>
                  <a:pt x="28" y="876"/>
                  <a:pt x="23" y="882"/>
                  <a:pt x="16" y="883"/>
                </a:cubicBezTo>
                <a:cubicBezTo>
                  <a:pt x="15" y="883"/>
                  <a:pt x="15" y="883"/>
                  <a:pt x="15" y="883"/>
                </a:cubicBezTo>
                <a:close/>
                <a:moveTo>
                  <a:pt x="1627" y="787"/>
                </a:moveTo>
                <a:cubicBezTo>
                  <a:pt x="1621" y="787"/>
                  <a:pt x="1615" y="782"/>
                  <a:pt x="1615" y="775"/>
                </a:cubicBezTo>
                <a:cubicBezTo>
                  <a:pt x="1614" y="768"/>
                  <a:pt x="1619" y="762"/>
                  <a:pt x="1626" y="762"/>
                </a:cubicBezTo>
                <a:cubicBezTo>
                  <a:pt x="1634" y="761"/>
                  <a:pt x="1639" y="767"/>
                  <a:pt x="1640" y="774"/>
                </a:cubicBezTo>
                <a:cubicBezTo>
                  <a:pt x="1640" y="774"/>
                  <a:pt x="1640" y="774"/>
                  <a:pt x="1640" y="774"/>
                </a:cubicBezTo>
                <a:cubicBezTo>
                  <a:pt x="1640" y="781"/>
                  <a:pt x="1635" y="787"/>
                  <a:pt x="1628" y="787"/>
                </a:cubicBezTo>
                <a:cubicBezTo>
                  <a:pt x="1628" y="787"/>
                  <a:pt x="1628" y="787"/>
                  <a:pt x="1627" y="787"/>
                </a:cubicBezTo>
                <a:close/>
                <a:moveTo>
                  <a:pt x="1623" y="745"/>
                </a:moveTo>
                <a:cubicBezTo>
                  <a:pt x="1617" y="745"/>
                  <a:pt x="1611" y="740"/>
                  <a:pt x="1610" y="734"/>
                </a:cubicBezTo>
                <a:cubicBezTo>
                  <a:pt x="1609" y="725"/>
                  <a:pt x="1608" y="715"/>
                  <a:pt x="1606" y="705"/>
                </a:cubicBezTo>
                <a:cubicBezTo>
                  <a:pt x="1594" y="633"/>
                  <a:pt x="1570" y="563"/>
                  <a:pt x="1534" y="498"/>
                </a:cubicBezTo>
                <a:cubicBezTo>
                  <a:pt x="1520" y="473"/>
                  <a:pt x="1506" y="450"/>
                  <a:pt x="1489" y="427"/>
                </a:cubicBezTo>
                <a:cubicBezTo>
                  <a:pt x="1485" y="421"/>
                  <a:pt x="1487" y="413"/>
                  <a:pt x="1492" y="409"/>
                </a:cubicBezTo>
                <a:cubicBezTo>
                  <a:pt x="1495" y="408"/>
                  <a:pt x="1497" y="407"/>
                  <a:pt x="1500" y="407"/>
                </a:cubicBezTo>
                <a:cubicBezTo>
                  <a:pt x="1504" y="407"/>
                  <a:pt x="1508" y="409"/>
                  <a:pt x="1510" y="412"/>
                </a:cubicBezTo>
                <a:cubicBezTo>
                  <a:pt x="1527" y="435"/>
                  <a:pt x="1542" y="460"/>
                  <a:pt x="1556" y="485"/>
                </a:cubicBezTo>
                <a:cubicBezTo>
                  <a:pt x="1556" y="485"/>
                  <a:pt x="1556" y="485"/>
                  <a:pt x="1556" y="485"/>
                </a:cubicBezTo>
                <a:cubicBezTo>
                  <a:pt x="1556" y="485"/>
                  <a:pt x="1556" y="485"/>
                  <a:pt x="1556" y="485"/>
                </a:cubicBezTo>
                <a:cubicBezTo>
                  <a:pt x="1556" y="486"/>
                  <a:pt x="1556" y="486"/>
                  <a:pt x="1556" y="486"/>
                </a:cubicBezTo>
                <a:cubicBezTo>
                  <a:pt x="1593" y="554"/>
                  <a:pt x="1619" y="626"/>
                  <a:pt x="1631" y="701"/>
                </a:cubicBezTo>
                <a:cubicBezTo>
                  <a:pt x="1633" y="711"/>
                  <a:pt x="1634" y="721"/>
                  <a:pt x="1636" y="731"/>
                </a:cubicBezTo>
                <a:cubicBezTo>
                  <a:pt x="1637" y="738"/>
                  <a:pt x="1632" y="744"/>
                  <a:pt x="1625" y="745"/>
                </a:cubicBezTo>
                <a:cubicBezTo>
                  <a:pt x="1624" y="745"/>
                  <a:pt x="1624" y="745"/>
                  <a:pt x="1623" y="745"/>
                </a:cubicBezTo>
                <a:close/>
                <a:moveTo>
                  <a:pt x="92" y="514"/>
                </a:moveTo>
                <a:cubicBezTo>
                  <a:pt x="90" y="514"/>
                  <a:pt x="88" y="514"/>
                  <a:pt x="86" y="513"/>
                </a:cubicBezTo>
                <a:cubicBezTo>
                  <a:pt x="83" y="511"/>
                  <a:pt x="81" y="508"/>
                  <a:pt x="80" y="505"/>
                </a:cubicBezTo>
                <a:cubicBezTo>
                  <a:pt x="79" y="502"/>
                  <a:pt x="79" y="498"/>
                  <a:pt x="81" y="495"/>
                </a:cubicBezTo>
                <a:cubicBezTo>
                  <a:pt x="81" y="495"/>
                  <a:pt x="81" y="495"/>
                  <a:pt x="81" y="495"/>
                </a:cubicBezTo>
                <a:cubicBezTo>
                  <a:pt x="81" y="495"/>
                  <a:pt x="81" y="495"/>
                  <a:pt x="81" y="495"/>
                </a:cubicBezTo>
                <a:cubicBezTo>
                  <a:pt x="83" y="491"/>
                  <a:pt x="87" y="489"/>
                  <a:pt x="92" y="489"/>
                </a:cubicBezTo>
                <a:cubicBezTo>
                  <a:pt x="94" y="489"/>
                  <a:pt x="96" y="489"/>
                  <a:pt x="98" y="490"/>
                </a:cubicBezTo>
                <a:cubicBezTo>
                  <a:pt x="104" y="493"/>
                  <a:pt x="106" y="501"/>
                  <a:pt x="103" y="507"/>
                </a:cubicBezTo>
                <a:cubicBezTo>
                  <a:pt x="101" y="511"/>
                  <a:pt x="97" y="514"/>
                  <a:pt x="92" y="514"/>
                </a:cubicBezTo>
                <a:close/>
                <a:moveTo>
                  <a:pt x="113" y="477"/>
                </a:moveTo>
                <a:cubicBezTo>
                  <a:pt x="110" y="477"/>
                  <a:pt x="108" y="476"/>
                  <a:pt x="106" y="475"/>
                </a:cubicBezTo>
                <a:cubicBezTo>
                  <a:pt x="100" y="472"/>
                  <a:pt x="98" y="464"/>
                  <a:pt x="102" y="458"/>
                </a:cubicBezTo>
                <a:cubicBezTo>
                  <a:pt x="117" y="433"/>
                  <a:pt x="133" y="409"/>
                  <a:pt x="151" y="387"/>
                </a:cubicBezTo>
                <a:cubicBezTo>
                  <a:pt x="168" y="365"/>
                  <a:pt x="186" y="345"/>
                  <a:pt x="206" y="325"/>
                </a:cubicBezTo>
                <a:cubicBezTo>
                  <a:pt x="320" y="211"/>
                  <a:pt x="320" y="211"/>
                  <a:pt x="320" y="211"/>
                </a:cubicBezTo>
                <a:cubicBezTo>
                  <a:pt x="321" y="210"/>
                  <a:pt x="321" y="210"/>
                  <a:pt x="322" y="209"/>
                </a:cubicBezTo>
                <a:cubicBezTo>
                  <a:pt x="323" y="208"/>
                  <a:pt x="325" y="206"/>
                  <a:pt x="327" y="204"/>
                </a:cubicBezTo>
                <a:cubicBezTo>
                  <a:pt x="329" y="202"/>
                  <a:pt x="329" y="202"/>
                  <a:pt x="329" y="202"/>
                </a:cubicBezTo>
                <a:cubicBezTo>
                  <a:pt x="334" y="198"/>
                  <a:pt x="342" y="198"/>
                  <a:pt x="347" y="203"/>
                </a:cubicBezTo>
                <a:cubicBezTo>
                  <a:pt x="349" y="205"/>
                  <a:pt x="350" y="208"/>
                  <a:pt x="350" y="212"/>
                </a:cubicBezTo>
                <a:cubicBezTo>
                  <a:pt x="350" y="215"/>
                  <a:pt x="349" y="218"/>
                  <a:pt x="346" y="221"/>
                </a:cubicBezTo>
                <a:cubicBezTo>
                  <a:pt x="344" y="223"/>
                  <a:pt x="344" y="223"/>
                  <a:pt x="344" y="223"/>
                </a:cubicBezTo>
                <a:cubicBezTo>
                  <a:pt x="343" y="224"/>
                  <a:pt x="342" y="225"/>
                  <a:pt x="340" y="227"/>
                </a:cubicBezTo>
                <a:cubicBezTo>
                  <a:pt x="339" y="228"/>
                  <a:pt x="339" y="228"/>
                  <a:pt x="338" y="229"/>
                </a:cubicBezTo>
                <a:cubicBezTo>
                  <a:pt x="338" y="229"/>
                  <a:pt x="338" y="229"/>
                  <a:pt x="338" y="229"/>
                </a:cubicBezTo>
                <a:cubicBezTo>
                  <a:pt x="224" y="343"/>
                  <a:pt x="224" y="343"/>
                  <a:pt x="224" y="343"/>
                </a:cubicBezTo>
                <a:cubicBezTo>
                  <a:pt x="205" y="362"/>
                  <a:pt x="187" y="382"/>
                  <a:pt x="171" y="403"/>
                </a:cubicBezTo>
                <a:cubicBezTo>
                  <a:pt x="154" y="424"/>
                  <a:pt x="138" y="447"/>
                  <a:pt x="124" y="471"/>
                </a:cubicBezTo>
                <a:cubicBezTo>
                  <a:pt x="121" y="475"/>
                  <a:pt x="117" y="477"/>
                  <a:pt x="113" y="477"/>
                </a:cubicBezTo>
                <a:close/>
                <a:moveTo>
                  <a:pt x="1474" y="399"/>
                </a:moveTo>
                <a:cubicBezTo>
                  <a:pt x="1470" y="399"/>
                  <a:pt x="1467" y="397"/>
                  <a:pt x="1464" y="394"/>
                </a:cubicBezTo>
                <a:cubicBezTo>
                  <a:pt x="1462" y="392"/>
                  <a:pt x="1461" y="388"/>
                  <a:pt x="1461" y="385"/>
                </a:cubicBezTo>
                <a:cubicBezTo>
                  <a:pt x="1462" y="382"/>
                  <a:pt x="1463" y="379"/>
                  <a:pt x="1466" y="376"/>
                </a:cubicBezTo>
                <a:cubicBezTo>
                  <a:pt x="1471" y="372"/>
                  <a:pt x="1479" y="373"/>
                  <a:pt x="1484" y="378"/>
                </a:cubicBezTo>
                <a:cubicBezTo>
                  <a:pt x="1486" y="380"/>
                  <a:pt x="1487" y="384"/>
                  <a:pt x="1487" y="387"/>
                </a:cubicBezTo>
                <a:cubicBezTo>
                  <a:pt x="1486" y="390"/>
                  <a:pt x="1485" y="394"/>
                  <a:pt x="1482" y="396"/>
                </a:cubicBezTo>
                <a:cubicBezTo>
                  <a:pt x="1480" y="398"/>
                  <a:pt x="1477" y="399"/>
                  <a:pt x="1474" y="399"/>
                </a:cubicBezTo>
                <a:close/>
                <a:moveTo>
                  <a:pt x="1446" y="367"/>
                </a:moveTo>
                <a:cubicBezTo>
                  <a:pt x="1443" y="367"/>
                  <a:pt x="1439" y="365"/>
                  <a:pt x="1437" y="363"/>
                </a:cubicBezTo>
                <a:cubicBezTo>
                  <a:pt x="1425" y="350"/>
                  <a:pt x="1425" y="350"/>
                  <a:pt x="1425" y="350"/>
                </a:cubicBezTo>
                <a:cubicBezTo>
                  <a:pt x="1421" y="346"/>
                  <a:pt x="1417" y="342"/>
                  <a:pt x="1414" y="339"/>
                </a:cubicBezTo>
                <a:cubicBezTo>
                  <a:pt x="1414" y="339"/>
                  <a:pt x="1414" y="339"/>
                  <a:pt x="1414" y="339"/>
                </a:cubicBezTo>
                <a:cubicBezTo>
                  <a:pt x="1300" y="225"/>
                  <a:pt x="1300" y="225"/>
                  <a:pt x="1300" y="225"/>
                </a:cubicBezTo>
                <a:cubicBezTo>
                  <a:pt x="1286" y="212"/>
                  <a:pt x="1286" y="212"/>
                  <a:pt x="1286" y="212"/>
                </a:cubicBezTo>
                <a:cubicBezTo>
                  <a:pt x="1277" y="203"/>
                  <a:pt x="1267" y="194"/>
                  <a:pt x="1257" y="185"/>
                </a:cubicBezTo>
                <a:cubicBezTo>
                  <a:pt x="1256" y="185"/>
                  <a:pt x="1256" y="185"/>
                  <a:pt x="1256" y="185"/>
                </a:cubicBezTo>
                <a:cubicBezTo>
                  <a:pt x="1235" y="167"/>
                  <a:pt x="1213" y="150"/>
                  <a:pt x="1190" y="135"/>
                </a:cubicBezTo>
                <a:cubicBezTo>
                  <a:pt x="1187" y="134"/>
                  <a:pt x="1185" y="131"/>
                  <a:pt x="1184" y="127"/>
                </a:cubicBezTo>
                <a:cubicBezTo>
                  <a:pt x="1184" y="124"/>
                  <a:pt x="1184" y="121"/>
                  <a:pt x="1186" y="118"/>
                </a:cubicBezTo>
                <a:cubicBezTo>
                  <a:pt x="1189" y="114"/>
                  <a:pt x="1193" y="112"/>
                  <a:pt x="1197" y="112"/>
                </a:cubicBezTo>
                <a:cubicBezTo>
                  <a:pt x="1199" y="112"/>
                  <a:pt x="1202" y="113"/>
                  <a:pt x="1204" y="114"/>
                </a:cubicBezTo>
                <a:cubicBezTo>
                  <a:pt x="1228" y="130"/>
                  <a:pt x="1251" y="147"/>
                  <a:pt x="1273" y="166"/>
                </a:cubicBezTo>
                <a:cubicBezTo>
                  <a:pt x="1283" y="175"/>
                  <a:pt x="1294" y="184"/>
                  <a:pt x="1304" y="193"/>
                </a:cubicBezTo>
                <a:cubicBezTo>
                  <a:pt x="1318" y="207"/>
                  <a:pt x="1318" y="207"/>
                  <a:pt x="1318" y="207"/>
                </a:cubicBezTo>
                <a:cubicBezTo>
                  <a:pt x="1432" y="321"/>
                  <a:pt x="1432" y="321"/>
                  <a:pt x="1432" y="321"/>
                </a:cubicBezTo>
                <a:cubicBezTo>
                  <a:pt x="1435" y="324"/>
                  <a:pt x="1439" y="328"/>
                  <a:pt x="1442" y="332"/>
                </a:cubicBezTo>
                <a:cubicBezTo>
                  <a:pt x="1444" y="333"/>
                  <a:pt x="1445" y="334"/>
                  <a:pt x="1446" y="335"/>
                </a:cubicBezTo>
                <a:cubicBezTo>
                  <a:pt x="1455" y="345"/>
                  <a:pt x="1455" y="345"/>
                  <a:pt x="1455" y="345"/>
                </a:cubicBezTo>
                <a:cubicBezTo>
                  <a:pt x="1460" y="350"/>
                  <a:pt x="1460" y="358"/>
                  <a:pt x="1455" y="363"/>
                </a:cubicBezTo>
                <a:cubicBezTo>
                  <a:pt x="1452" y="366"/>
                  <a:pt x="1449" y="367"/>
                  <a:pt x="1446" y="367"/>
                </a:cubicBezTo>
                <a:close/>
                <a:moveTo>
                  <a:pt x="369" y="195"/>
                </a:moveTo>
                <a:cubicBezTo>
                  <a:pt x="365" y="195"/>
                  <a:pt x="362" y="194"/>
                  <a:pt x="359" y="191"/>
                </a:cubicBezTo>
                <a:cubicBezTo>
                  <a:pt x="357" y="188"/>
                  <a:pt x="356" y="185"/>
                  <a:pt x="356" y="182"/>
                </a:cubicBezTo>
                <a:cubicBezTo>
                  <a:pt x="356" y="179"/>
                  <a:pt x="358" y="176"/>
                  <a:pt x="360" y="173"/>
                </a:cubicBezTo>
                <a:cubicBezTo>
                  <a:pt x="360" y="173"/>
                  <a:pt x="360" y="173"/>
                  <a:pt x="360" y="173"/>
                </a:cubicBezTo>
                <a:cubicBezTo>
                  <a:pt x="361" y="173"/>
                  <a:pt x="361" y="173"/>
                  <a:pt x="361" y="173"/>
                </a:cubicBezTo>
                <a:cubicBezTo>
                  <a:pt x="366" y="169"/>
                  <a:pt x="374" y="169"/>
                  <a:pt x="378" y="174"/>
                </a:cubicBezTo>
                <a:cubicBezTo>
                  <a:pt x="383" y="180"/>
                  <a:pt x="382" y="188"/>
                  <a:pt x="377" y="192"/>
                </a:cubicBezTo>
                <a:cubicBezTo>
                  <a:pt x="377" y="193"/>
                  <a:pt x="377" y="193"/>
                  <a:pt x="377" y="193"/>
                </a:cubicBezTo>
                <a:cubicBezTo>
                  <a:pt x="377" y="193"/>
                  <a:pt x="377" y="193"/>
                  <a:pt x="377" y="193"/>
                </a:cubicBezTo>
                <a:cubicBezTo>
                  <a:pt x="375" y="194"/>
                  <a:pt x="372" y="195"/>
                  <a:pt x="369" y="195"/>
                </a:cubicBezTo>
                <a:close/>
                <a:moveTo>
                  <a:pt x="402" y="169"/>
                </a:moveTo>
                <a:cubicBezTo>
                  <a:pt x="398" y="169"/>
                  <a:pt x="394" y="167"/>
                  <a:pt x="391" y="164"/>
                </a:cubicBezTo>
                <a:cubicBezTo>
                  <a:pt x="389" y="161"/>
                  <a:pt x="389" y="157"/>
                  <a:pt x="389" y="154"/>
                </a:cubicBezTo>
                <a:cubicBezTo>
                  <a:pt x="389" y="151"/>
                  <a:pt x="391" y="148"/>
                  <a:pt x="394" y="146"/>
                </a:cubicBezTo>
                <a:cubicBezTo>
                  <a:pt x="395" y="144"/>
                  <a:pt x="397" y="143"/>
                  <a:pt x="399" y="142"/>
                </a:cubicBezTo>
                <a:cubicBezTo>
                  <a:pt x="402" y="139"/>
                  <a:pt x="406" y="137"/>
                  <a:pt x="410" y="134"/>
                </a:cubicBezTo>
                <a:cubicBezTo>
                  <a:pt x="410" y="134"/>
                  <a:pt x="410" y="134"/>
                  <a:pt x="410" y="134"/>
                </a:cubicBezTo>
                <a:cubicBezTo>
                  <a:pt x="426" y="123"/>
                  <a:pt x="426" y="123"/>
                  <a:pt x="426" y="123"/>
                </a:cubicBezTo>
                <a:cubicBezTo>
                  <a:pt x="439" y="114"/>
                  <a:pt x="452" y="105"/>
                  <a:pt x="465" y="97"/>
                </a:cubicBezTo>
                <a:cubicBezTo>
                  <a:pt x="502" y="76"/>
                  <a:pt x="542" y="57"/>
                  <a:pt x="583" y="42"/>
                </a:cubicBezTo>
                <a:cubicBezTo>
                  <a:pt x="623" y="28"/>
                  <a:pt x="665" y="17"/>
                  <a:pt x="708" y="10"/>
                </a:cubicBezTo>
                <a:cubicBezTo>
                  <a:pt x="715" y="9"/>
                  <a:pt x="721" y="13"/>
                  <a:pt x="722" y="20"/>
                </a:cubicBezTo>
                <a:cubicBezTo>
                  <a:pt x="723" y="24"/>
                  <a:pt x="722" y="27"/>
                  <a:pt x="720" y="30"/>
                </a:cubicBezTo>
                <a:cubicBezTo>
                  <a:pt x="718" y="32"/>
                  <a:pt x="715" y="34"/>
                  <a:pt x="712" y="35"/>
                </a:cubicBezTo>
                <a:cubicBezTo>
                  <a:pt x="629" y="49"/>
                  <a:pt x="549" y="78"/>
                  <a:pt x="479" y="119"/>
                </a:cubicBezTo>
                <a:cubicBezTo>
                  <a:pt x="478" y="119"/>
                  <a:pt x="478" y="119"/>
                  <a:pt x="478" y="119"/>
                </a:cubicBezTo>
                <a:cubicBezTo>
                  <a:pt x="465" y="127"/>
                  <a:pt x="452" y="135"/>
                  <a:pt x="440" y="144"/>
                </a:cubicBezTo>
                <a:cubicBezTo>
                  <a:pt x="424" y="155"/>
                  <a:pt x="424" y="155"/>
                  <a:pt x="424" y="155"/>
                </a:cubicBezTo>
                <a:cubicBezTo>
                  <a:pt x="421" y="157"/>
                  <a:pt x="418" y="159"/>
                  <a:pt x="415" y="162"/>
                </a:cubicBezTo>
                <a:cubicBezTo>
                  <a:pt x="413" y="163"/>
                  <a:pt x="411" y="165"/>
                  <a:pt x="409" y="166"/>
                </a:cubicBezTo>
                <a:cubicBezTo>
                  <a:pt x="407" y="168"/>
                  <a:pt x="404" y="169"/>
                  <a:pt x="402" y="169"/>
                </a:cubicBezTo>
                <a:close/>
                <a:moveTo>
                  <a:pt x="1161" y="115"/>
                </a:moveTo>
                <a:cubicBezTo>
                  <a:pt x="1161" y="115"/>
                  <a:pt x="1161" y="115"/>
                  <a:pt x="1161" y="115"/>
                </a:cubicBezTo>
                <a:cubicBezTo>
                  <a:pt x="1158" y="115"/>
                  <a:pt x="1156" y="115"/>
                  <a:pt x="1154" y="114"/>
                </a:cubicBezTo>
                <a:cubicBezTo>
                  <a:pt x="1154" y="113"/>
                  <a:pt x="1154" y="113"/>
                  <a:pt x="1154" y="113"/>
                </a:cubicBezTo>
                <a:cubicBezTo>
                  <a:pt x="1154" y="113"/>
                  <a:pt x="1154" y="113"/>
                  <a:pt x="1154" y="113"/>
                </a:cubicBezTo>
                <a:cubicBezTo>
                  <a:pt x="1148" y="110"/>
                  <a:pt x="1146" y="102"/>
                  <a:pt x="1150" y="96"/>
                </a:cubicBezTo>
                <a:cubicBezTo>
                  <a:pt x="1152" y="92"/>
                  <a:pt x="1156" y="90"/>
                  <a:pt x="1161" y="90"/>
                </a:cubicBezTo>
                <a:cubicBezTo>
                  <a:pt x="1163" y="90"/>
                  <a:pt x="1165" y="90"/>
                  <a:pt x="1167" y="92"/>
                </a:cubicBezTo>
                <a:cubicBezTo>
                  <a:pt x="1173" y="95"/>
                  <a:pt x="1175" y="103"/>
                  <a:pt x="1172" y="109"/>
                </a:cubicBezTo>
                <a:cubicBezTo>
                  <a:pt x="1169" y="113"/>
                  <a:pt x="1165" y="115"/>
                  <a:pt x="1161" y="115"/>
                </a:cubicBezTo>
                <a:close/>
                <a:moveTo>
                  <a:pt x="1123" y="96"/>
                </a:moveTo>
                <a:cubicBezTo>
                  <a:pt x="1121" y="96"/>
                  <a:pt x="1119" y="95"/>
                  <a:pt x="1118" y="94"/>
                </a:cubicBezTo>
                <a:cubicBezTo>
                  <a:pt x="1088" y="80"/>
                  <a:pt x="1056" y="67"/>
                  <a:pt x="1025" y="57"/>
                </a:cubicBezTo>
                <a:cubicBezTo>
                  <a:pt x="1025" y="57"/>
                  <a:pt x="1025" y="57"/>
                  <a:pt x="1025" y="57"/>
                </a:cubicBezTo>
                <a:cubicBezTo>
                  <a:pt x="1016" y="54"/>
                  <a:pt x="1007" y="52"/>
                  <a:pt x="998" y="50"/>
                </a:cubicBezTo>
                <a:cubicBezTo>
                  <a:pt x="995" y="49"/>
                  <a:pt x="991" y="48"/>
                  <a:pt x="988" y="47"/>
                </a:cubicBezTo>
                <a:cubicBezTo>
                  <a:pt x="988" y="47"/>
                  <a:pt x="988" y="47"/>
                  <a:pt x="988" y="47"/>
                </a:cubicBezTo>
                <a:cubicBezTo>
                  <a:pt x="983" y="46"/>
                  <a:pt x="979" y="45"/>
                  <a:pt x="974" y="44"/>
                </a:cubicBezTo>
                <a:cubicBezTo>
                  <a:pt x="973" y="43"/>
                  <a:pt x="971" y="43"/>
                  <a:pt x="970" y="43"/>
                </a:cubicBezTo>
                <a:cubicBezTo>
                  <a:pt x="951" y="39"/>
                  <a:pt x="951" y="39"/>
                  <a:pt x="951" y="39"/>
                </a:cubicBezTo>
                <a:cubicBezTo>
                  <a:pt x="932" y="35"/>
                  <a:pt x="932" y="35"/>
                  <a:pt x="932" y="35"/>
                </a:cubicBezTo>
                <a:cubicBezTo>
                  <a:pt x="930" y="35"/>
                  <a:pt x="927" y="35"/>
                  <a:pt x="925" y="34"/>
                </a:cubicBezTo>
                <a:cubicBezTo>
                  <a:pt x="921" y="33"/>
                  <a:pt x="917" y="33"/>
                  <a:pt x="914" y="32"/>
                </a:cubicBezTo>
                <a:cubicBezTo>
                  <a:pt x="913" y="32"/>
                  <a:pt x="913" y="32"/>
                  <a:pt x="913" y="32"/>
                </a:cubicBezTo>
                <a:cubicBezTo>
                  <a:pt x="894" y="30"/>
                  <a:pt x="894" y="30"/>
                  <a:pt x="894" y="30"/>
                </a:cubicBezTo>
                <a:cubicBezTo>
                  <a:pt x="893" y="30"/>
                  <a:pt x="891" y="30"/>
                  <a:pt x="890" y="30"/>
                </a:cubicBezTo>
                <a:cubicBezTo>
                  <a:pt x="888" y="29"/>
                  <a:pt x="886" y="29"/>
                  <a:pt x="885" y="29"/>
                </a:cubicBezTo>
                <a:cubicBezTo>
                  <a:pt x="875" y="28"/>
                  <a:pt x="875" y="28"/>
                  <a:pt x="875" y="28"/>
                </a:cubicBezTo>
                <a:cubicBezTo>
                  <a:pt x="848" y="26"/>
                  <a:pt x="822" y="26"/>
                  <a:pt x="795" y="27"/>
                </a:cubicBezTo>
                <a:cubicBezTo>
                  <a:pt x="788" y="27"/>
                  <a:pt x="782" y="21"/>
                  <a:pt x="782" y="14"/>
                </a:cubicBezTo>
                <a:cubicBezTo>
                  <a:pt x="781" y="11"/>
                  <a:pt x="783" y="8"/>
                  <a:pt x="785" y="5"/>
                </a:cubicBezTo>
                <a:cubicBezTo>
                  <a:pt x="787" y="3"/>
                  <a:pt x="790" y="1"/>
                  <a:pt x="794" y="1"/>
                </a:cubicBezTo>
                <a:cubicBezTo>
                  <a:pt x="821" y="0"/>
                  <a:pt x="849" y="1"/>
                  <a:pt x="877" y="3"/>
                </a:cubicBezTo>
                <a:cubicBezTo>
                  <a:pt x="887" y="4"/>
                  <a:pt x="887" y="4"/>
                  <a:pt x="887" y="4"/>
                </a:cubicBezTo>
                <a:cubicBezTo>
                  <a:pt x="889" y="4"/>
                  <a:pt x="892" y="4"/>
                  <a:pt x="894" y="4"/>
                </a:cubicBezTo>
                <a:cubicBezTo>
                  <a:pt x="895" y="5"/>
                  <a:pt x="896" y="5"/>
                  <a:pt x="897" y="5"/>
                </a:cubicBezTo>
                <a:cubicBezTo>
                  <a:pt x="917" y="7"/>
                  <a:pt x="917" y="7"/>
                  <a:pt x="917" y="7"/>
                </a:cubicBezTo>
                <a:cubicBezTo>
                  <a:pt x="921" y="8"/>
                  <a:pt x="926" y="8"/>
                  <a:pt x="930" y="9"/>
                </a:cubicBezTo>
                <a:cubicBezTo>
                  <a:pt x="932" y="10"/>
                  <a:pt x="934" y="10"/>
                  <a:pt x="936" y="10"/>
                </a:cubicBezTo>
                <a:cubicBezTo>
                  <a:pt x="936" y="10"/>
                  <a:pt x="936" y="10"/>
                  <a:pt x="936" y="10"/>
                </a:cubicBezTo>
                <a:cubicBezTo>
                  <a:pt x="956" y="14"/>
                  <a:pt x="956" y="14"/>
                  <a:pt x="956" y="14"/>
                </a:cubicBezTo>
                <a:cubicBezTo>
                  <a:pt x="975" y="18"/>
                  <a:pt x="975" y="18"/>
                  <a:pt x="975" y="18"/>
                </a:cubicBezTo>
                <a:cubicBezTo>
                  <a:pt x="977" y="18"/>
                  <a:pt x="978" y="18"/>
                  <a:pt x="979" y="19"/>
                </a:cubicBezTo>
                <a:cubicBezTo>
                  <a:pt x="984" y="20"/>
                  <a:pt x="989" y="21"/>
                  <a:pt x="994" y="22"/>
                </a:cubicBezTo>
                <a:cubicBezTo>
                  <a:pt x="995" y="22"/>
                  <a:pt x="995" y="22"/>
                  <a:pt x="995" y="22"/>
                </a:cubicBezTo>
                <a:cubicBezTo>
                  <a:pt x="998" y="23"/>
                  <a:pt x="1001" y="24"/>
                  <a:pt x="1005" y="25"/>
                </a:cubicBezTo>
                <a:cubicBezTo>
                  <a:pt x="1014" y="28"/>
                  <a:pt x="1023" y="30"/>
                  <a:pt x="1033" y="33"/>
                </a:cubicBezTo>
                <a:cubicBezTo>
                  <a:pt x="1066" y="44"/>
                  <a:pt x="1098" y="56"/>
                  <a:pt x="1129" y="72"/>
                </a:cubicBezTo>
                <a:cubicBezTo>
                  <a:pt x="1132" y="73"/>
                  <a:pt x="1134" y="76"/>
                  <a:pt x="1135" y="79"/>
                </a:cubicBezTo>
                <a:cubicBezTo>
                  <a:pt x="1136" y="82"/>
                  <a:pt x="1136" y="85"/>
                  <a:pt x="1135" y="89"/>
                </a:cubicBezTo>
                <a:cubicBezTo>
                  <a:pt x="1132" y="93"/>
                  <a:pt x="1128" y="96"/>
                  <a:pt x="1123" y="96"/>
                </a:cubicBezTo>
                <a:close/>
                <a:moveTo>
                  <a:pt x="752" y="30"/>
                </a:moveTo>
                <a:cubicBezTo>
                  <a:pt x="745" y="29"/>
                  <a:pt x="740" y="25"/>
                  <a:pt x="739" y="18"/>
                </a:cubicBezTo>
                <a:cubicBezTo>
                  <a:pt x="739" y="11"/>
                  <a:pt x="744" y="5"/>
                  <a:pt x="751" y="4"/>
                </a:cubicBezTo>
                <a:cubicBezTo>
                  <a:pt x="751" y="4"/>
                  <a:pt x="751" y="4"/>
                  <a:pt x="751" y="4"/>
                </a:cubicBezTo>
                <a:cubicBezTo>
                  <a:pt x="751" y="4"/>
                  <a:pt x="751" y="4"/>
                  <a:pt x="751" y="4"/>
                </a:cubicBezTo>
                <a:cubicBezTo>
                  <a:pt x="758" y="4"/>
                  <a:pt x="764" y="9"/>
                  <a:pt x="765" y="16"/>
                </a:cubicBezTo>
                <a:cubicBezTo>
                  <a:pt x="765" y="23"/>
                  <a:pt x="760" y="29"/>
                  <a:pt x="753" y="29"/>
                </a:cubicBezTo>
                <a:cubicBezTo>
                  <a:pt x="753" y="29"/>
                  <a:pt x="752" y="30"/>
                  <a:pt x="752" y="30"/>
                </a:cubicBezTo>
                <a:close/>
              </a:path>
            </a:pathLst>
          </a:custGeom>
          <a:solidFill>
            <a:schemeClr val="tx1">
              <a:lumMod val="25000"/>
              <a:lumOff val="75000"/>
            </a:schemeClr>
          </a:solidFill>
          <a:ln>
            <a:noFill/>
          </a:ln>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sp>
        <p:nvSpPr>
          <p:cNvPr id="80" name="Freeform 40">
            <a:extLst>
              <a:ext uri="{FF2B5EF4-FFF2-40B4-BE49-F238E27FC236}">
                <a16:creationId xmlns:a16="http://schemas.microsoft.com/office/drawing/2014/main" id="{376513CB-2322-4890-B2E2-59806EC62CCD}"/>
              </a:ext>
            </a:extLst>
          </p:cNvPr>
          <p:cNvSpPr>
            <a:spLocks/>
          </p:cNvSpPr>
          <p:nvPr/>
        </p:nvSpPr>
        <p:spPr bwMode="auto">
          <a:xfrm>
            <a:off x="1669658" y="2087182"/>
            <a:ext cx="2695859" cy="2685383"/>
          </a:xfrm>
          <a:custGeom>
            <a:avLst/>
            <a:gdLst>
              <a:gd name="T0" fmla="*/ 416 w 1542"/>
              <a:gd name="T1" fmla="*/ 1428 h 1536"/>
              <a:gd name="T2" fmla="*/ 372 w 1542"/>
              <a:gd name="T3" fmla="*/ 1395 h 1536"/>
              <a:gd name="T4" fmla="*/ 344 w 1542"/>
              <a:gd name="T5" fmla="*/ 1372 h 1536"/>
              <a:gd name="T6" fmla="*/ 317 w 1542"/>
              <a:gd name="T7" fmla="*/ 1347 h 1536"/>
              <a:gd name="T8" fmla="*/ 186 w 1542"/>
              <a:gd name="T9" fmla="*/ 1215 h 1536"/>
              <a:gd name="T10" fmla="*/ 165 w 1542"/>
              <a:gd name="T11" fmla="*/ 1192 h 1536"/>
              <a:gd name="T12" fmla="*/ 119 w 1542"/>
              <a:gd name="T13" fmla="*/ 1133 h 1536"/>
              <a:gd name="T14" fmla="*/ 12 w 1542"/>
              <a:gd name="T15" fmla="*/ 846 h 1536"/>
              <a:gd name="T16" fmla="*/ 298 w 1542"/>
              <a:gd name="T17" fmla="*/ 209 h 1536"/>
              <a:gd name="T18" fmla="*/ 337 w 1542"/>
              <a:gd name="T19" fmla="*/ 171 h 1536"/>
              <a:gd name="T20" fmla="*/ 365 w 1542"/>
              <a:gd name="T21" fmla="*/ 147 h 1536"/>
              <a:gd name="T22" fmla="*/ 394 w 1542"/>
              <a:gd name="T23" fmla="*/ 124 h 1536"/>
              <a:gd name="T24" fmla="*/ 826 w 1542"/>
              <a:gd name="T25" fmla="*/ 4 h 1536"/>
              <a:gd name="T26" fmla="*/ 862 w 1542"/>
              <a:gd name="T27" fmla="*/ 8 h 1536"/>
              <a:gd name="T28" fmla="*/ 899 w 1542"/>
              <a:gd name="T29" fmla="*/ 14 h 1536"/>
              <a:gd name="T30" fmla="*/ 944 w 1542"/>
              <a:gd name="T31" fmla="*/ 24 h 1536"/>
              <a:gd name="T32" fmla="*/ 1219 w 1542"/>
              <a:gd name="T33" fmla="*/ 179 h 1536"/>
              <a:gd name="T34" fmla="*/ 1363 w 1542"/>
              <a:gd name="T35" fmla="*/ 323 h 1536"/>
              <a:gd name="T36" fmla="*/ 1390 w 1542"/>
              <a:gd name="T37" fmla="*/ 354 h 1536"/>
              <a:gd name="T38" fmla="*/ 1418 w 1542"/>
              <a:gd name="T39" fmla="*/ 390 h 1536"/>
              <a:gd name="T40" fmla="*/ 1516 w 1542"/>
              <a:gd name="T41" fmla="*/ 947 h 1536"/>
              <a:gd name="T42" fmla="*/ 1356 w 1542"/>
              <a:gd name="T43" fmla="*/ 1185 h 1536"/>
              <a:gd name="T44" fmla="*/ 1506 w 1542"/>
              <a:gd name="T45" fmla="*/ 662 h 1536"/>
              <a:gd name="T46" fmla="*/ 1376 w 1542"/>
              <a:gd name="T47" fmla="*/ 376 h 1536"/>
              <a:gd name="T48" fmla="*/ 1345 w 1542"/>
              <a:gd name="T49" fmla="*/ 341 h 1536"/>
              <a:gd name="T50" fmla="*/ 1202 w 1542"/>
              <a:gd name="T51" fmla="*/ 198 h 1536"/>
              <a:gd name="T52" fmla="*/ 938 w 1542"/>
              <a:gd name="T53" fmla="*/ 49 h 1536"/>
              <a:gd name="T54" fmla="*/ 894 w 1542"/>
              <a:gd name="T55" fmla="*/ 39 h 1536"/>
              <a:gd name="T56" fmla="*/ 859 w 1542"/>
              <a:gd name="T57" fmla="*/ 33 h 1536"/>
              <a:gd name="T58" fmla="*/ 824 w 1542"/>
              <a:gd name="T59" fmla="*/ 29 h 1536"/>
              <a:gd name="T60" fmla="*/ 409 w 1542"/>
              <a:gd name="T61" fmla="*/ 145 h 1536"/>
              <a:gd name="T62" fmla="*/ 381 w 1542"/>
              <a:gd name="T63" fmla="*/ 167 h 1536"/>
              <a:gd name="T64" fmla="*/ 355 w 1542"/>
              <a:gd name="T65" fmla="*/ 189 h 1536"/>
              <a:gd name="T66" fmla="*/ 316 w 1542"/>
              <a:gd name="T67" fmla="*/ 227 h 1536"/>
              <a:gd name="T68" fmla="*/ 37 w 1542"/>
              <a:gd name="T69" fmla="*/ 843 h 1536"/>
              <a:gd name="T70" fmla="*/ 132 w 1542"/>
              <a:gd name="T71" fmla="*/ 1106 h 1536"/>
              <a:gd name="T72" fmla="*/ 171 w 1542"/>
              <a:gd name="T73" fmla="*/ 1160 h 1536"/>
              <a:gd name="T74" fmla="*/ 188 w 1542"/>
              <a:gd name="T75" fmla="*/ 1180 h 1536"/>
              <a:gd name="T76" fmla="*/ 220 w 1542"/>
              <a:gd name="T77" fmla="*/ 1214 h 1536"/>
              <a:gd name="T78" fmla="*/ 352 w 1542"/>
              <a:gd name="T79" fmla="*/ 1345 h 1536"/>
              <a:gd name="T80" fmla="*/ 385 w 1542"/>
              <a:gd name="T81" fmla="*/ 1373 h 1536"/>
              <a:gd name="T82" fmla="*/ 412 w 1542"/>
              <a:gd name="T83" fmla="*/ 1394 h 1536"/>
              <a:gd name="T84" fmla="*/ 832 w 1542"/>
              <a:gd name="T85" fmla="*/ 1508 h 1536"/>
              <a:gd name="T86" fmla="*/ 1003 w 1542"/>
              <a:gd name="T87" fmla="*/ 1467 h 1536"/>
              <a:gd name="T88" fmla="*/ 1066 w 1542"/>
              <a:gd name="T89" fmla="*/ 1437 h 1536"/>
              <a:gd name="T90" fmla="*/ 1097 w 1542"/>
              <a:gd name="T91" fmla="*/ 1420 h 1536"/>
              <a:gd name="T92" fmla="*/ 1309 w 1542"/>
              <a:gd name="T93" fmla="*/ 1233 h 1536"/>
              <a:gd name="T94" fmla="*/ 1291 w 1542"/>
              <a:gd name="T95" fmla="*/ 1287 h 1536"/>
              <a:gd name="T96" fmla="*/ 1107 w 1542"/>
              <a:gd name="T97" fmla="*/ 1443 h 1536"/>
              <a:gd name="T98" fmla="*/ 1050 w 1542"/>
              <a:gd name="T99" fmla="*/ 1474 h 1536"/>
              <a:gd name="T100" fmla="*/ 1011 w 1542"/>
              <a:gd name="T101" fmla="*/ 1491 h 1536"/>
              <a:gd name="T102" fmla="*/ 834 w 1542"/>
              <a:gd name="T103" fmla="*/ 1533 h 1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542" h="1536">
                <a:moveTo>
                  <a:pt x="775" y="1536"/>
                </a:moveTo>
                <a:cubicBezTo>
                  <a:pt x="696" y="1536"/>
                  <a:pt x="618" y="1522"/>
                  <a:pt x="546" y="1494"/>
                </a:cubicBezTo>
                <a:cubicBezTo>
                  <a:pt x="500" y="1477"/>
                  <a:pt x="456" y="1454"/>
                  <a:pt x="416" y="1428"/>
                </a:cubicBezTo>
                <a:cubicBezTo>
                  <a:pt x="398" y="1415"/>
                  <a:pt x="398" y="1415"/>
                  <a:pt x="398" y="1415"/>
                </a:cubicBezTo>
                <a:cubicBezTo>
                  <a:pt x="394" y="1412"/>
                  <a:pt x="390" y="1410"/>
                  <a:pt x="386" y="1406"/>
                </a:cubicBezTo>
                <a:cubicBezTo>
                  <a:pt x="372" y="1395"/>
                  <a:pt x="372" y="1395"/>
                  <a:pt x="372" y="1395"/>
                </a:cubicBezTo>
                <a:cubicBezTo>
                  <a:pt x="371" y="1395"/>
                  <a:pt x="370" y="1394"/>
                  <a:pt x="369" y="1393"/>
                </a:cubicBezTo>
                <a:cubicBezTo>
                  <a:pt x="368" y="1392"/>
                  <a:pt x="366" y="1391"/>
                  <a:pt x="364" y="1390"/>
                </a:cubicBezTo>
                <a:cubicBezTo>
                  <a:pt x="344" y="1372"/>
                  <a:pt x="344" y="1372"/>
                  <a:pt x="344" y="1372"/>
                </a:cubicBezTo>
                <a:cubicBezTo>
                  <a:pt x="341" y="1369"/>
                  <a:pt x="338" y="1366"/>
                  <a:pt x="335" y="1364"/>
                </a:cubicBezTo>
                <a:cubicBezTo>
                  <a:pt x="333" y="1362"/>
                  <a:pt x="332" y="1361"/>
                  <a:pt x="330" y="1359"/>
                </a:cubicBezTo>
                <a:cubicBezTo>
                  <a:pt x="317" y="1347"/>
                  <a:pt x="317" y="1347"/>
                  <a:pt x="317" y="1347"/>
                </a:cubicBezTo>
                <a:cubicBezTo>
                  <a:pt x="304" y="1334"/>
                  <a:pt x="304" y="1334"/>
                  <a:pt x="304" y="1334"/>
                </a:cubicBezTo>
                <a:cubicBezTo>
                  <a:pt x="203" y="1232"/>
                  <a:pt x="203" y="1232"/>
                  <a:pt x="203" y="1232"/>
                </a:cubicBezTo>
                <a:cubicBezTo>
                  <a:pt x="197" y="1227"/>
                  <a:pt x="191" y="1221"/>
                  <a:pt x="186" y="1215"/>
                </a:cubicBezTo>
                <a:cubicBezTo>
                  <a:pt x="183" y="1212"/>
                  <a:pt x="180" y="1209"/>
                  <a:pt x="178" y="1206"/>
                </a:cubicBezTo>
                <a:cubicBezTo>
                  <a:pt x="175" y="1203"/>
                  <a:pt x="172" y="1200"/>
                  <a:pt x="169" y="1197"/>
                </a:cubicBezTo>
                <a:cubicBezTo>
                  <a:pt x="168" y="1195"/>
                  <a:pt x="167" y="1194"/>
                  <a:pt x="165" y="1192"/>
                </a:cubicBezTo>
                <a:cubicBezTo>
                  <a:pt x="151" y="1176"/>
                  <a:pt x="151" y="1176"/>
                  <a:pt x="151" y="1176"/>
                </a:cubicBezTo>
                <a:cubicBezTo>
                  <a:pt x="144" y="1167"/>
                  <a:pt x="138" y="1158"/>
                  <a:pt x="131" y="1150"/>
                </a:cubicBezTo>
                <a:cubicBezTo>
                  <a:pt x="119" y="1133"/>
                  <a:pt x="119" y="1133"/>
                  <a:pt x="119" y="1133"/>
                </a:cubicBezTo>
                <a:cubicBezTo>
                  <a:pt x="116" y="1128"/>
                  <a:pt x="113" y="1124"/>
                  <a:pt x="110" y="1119"/>
                </a:cubicBezTo>
                <a:cubicBezTo>
                  <a:pt x="84" y="1078"/>
                  <a:pt x="62" y="1034"/>
                  <a:pt x="46" y="988"/>
                </a:cubicBezTo>
                <a:cubicBezTo>
                  <a:pt x="29" y="944"/>
                  <a:pt x="18" y="896"/>
                  <a:pt x="12" y="846"/>
                </a:cubicBezTo>
                <a:cubicBezTo>
                  <a:pt x="0" y="750"/>
                  <a:pt x="11" y="650"/>
                  <a:pt x="43" y="557"/>
                </a:cubicBezTo>
                <a:cubicBezTo>
                  <a:pt x="74" y="465"/>
                  <a:pt x="128" y="380"/>
                  <a:pt x="197" y="311"/>
                </a:cubicBezTo>
                <a:cubicBezTo>
                  <a:pt x="298" y="209"/>
                  <a:pt x="298" y="209"/>
                  <a:pt x="298" y="209"/>
                </a:cubicBezTo>
                <a:cubicBezTo>
                  <a:pt x="301" y="206"/>
                  <a:pt x="304" y="204"/>
                  <a:pt x="306" y="201"/>
                </a:cubicBezTo>
                <a:cubicBezTo>
                  <a:pt x="312" y="195"/>
                  <a:pt x="318" y="189"/>
                  <a:pt x="324" y="183"/>
                </a:cubicBezTo>
                <a:cubicBezTo>
                  <a:pt x="337" y="171"/>
                  <a:pt x="337" y="171"/>
                  <a:pt x="337" y="171"/>
                </a:cubicBezTo>
                <a:cubicBezTo>
                  <a:pt x="340" y="168"/>
                  <a:pt x="343" y="166"/>
                  <a:pt x="346" y="163"/>
                </a:cubicBezTo>
                <a:cubicBezTo>
                  <a:pt x="348" y="162"/>
                  <a:pt x="350" y="160"/>
                  <a:pt x="351" y="159"/>
                </a:cubicBezTo>
                <a:cubicBezTo>
                  <a:pt x="365" y="147"/>
                  <a:pt x="365" y="147"/>
                  <a:pt x="365" y="147"/>
                </a:cubicBezTo>
                <a:cubicBezTo>
                  <a:pt x="379" y="136"/>
                  <a:pt x="379" y="136"/>
                  <a:pt x="379" y="136"/>
                </a:cubicBezTo>
                <a:cubicBezTo>
                  <a:pt x="381" y="134"/>
                  <a:pt x="383" y="133"/>
                  <a:pt x="384" y="132"/>
                </a:cubicBezTo>
                <a:cubicBezTo>
                  <a:pt x="388" y="129"/>
                  <a:pt x="391" y="127"/>
                  <a:pt x="394" y="124"/>
                </a:cubicBezTo>
                <a:cubicBezTo>
                  <a:pt x="409" y="114"/>
                  <a:pt x="409" y="114"/>
                  <a:pt x="409" y="114"/>
                </a:cubicBezTo>
                <a:cubicBezTo>
                  <a:pt x="488" y="60"/>
                  <a:pt x="581" y="23"/>
                  <a:pt x="680" y="8"/>
                </a:cubicBezTo>
                <a:cubicBezTo>
                  <a:pt x="727" y="1"/>
                  <a:pt x="777" y="0"/>
                  <a:pt x="826" y="4"/>
                </a:cubicBezTo>
                <a:cubicBezTo>
                  <a:pt x="835" y="4"/>
                  <a:pt x="835" y="4"/>
                  <a:pt x="835" y="4"/>
                </a:cubicBezTo>
                <a:cubicBezTo>
                  <a:pt x="837" y="5"/>
                  <a:pt x="839" y="5"/>
                  <a:pt x="841" y="5"/>
                </a:cubicBezTo>
                <a:cubicBezTo>
                  <a:pt x="862" y="8"/>
                  <a:pt x="862" y="8"/>
                  <a:pt x="862" y="8"/>
                </a:cubicBezTo>
                <a:cubicBezTo>
                  <a:pt x="866" y="8"/>
                  <a:pt x="870" y="9"/>
                  <a:pt x="874" y="9"/>
                </a:cubicBezTo>
                <a:cubicBezTo>
                  <a:pt x="876" y="10"/>
                  <a:pt x="878" y="10"/>
                  <a:pt x="880" y="10"/>
                </a:cubicBezTo>
                <a:cubicBezTo>
                  <a:pt x="899" y="14"/>
                  <a:pt x="899" y="14"/>
                  <a:pt x="899" y="14"/>
                </a:cubicBezTo>
                <a:cubicBezTo>
                  <a:pt x="921" y="18"/>
                  <a:pt x="921" y="18"/>
                  <a:pt x="921" y="18"/>
                </a:cubicBezTo>
                <a:cubicBezTo>
                  <a:pt x="925" y="19"/>
                  <a:pt x="930" y="20"/>
                  <a:pt x="935" y="22"/>
                </a:cubicBezTo>
                <a:cubicBezTo>
                  <a:pt x="938" y="23"/>
                  <a:pt x="941" y="23"/>
                  <a:pt x="944" y="24"/>
                </a:cubicBezTo>
                <a:cubicBezTo>
                  <a:pt x="952" y="27"/>
                  <a:pt x="961" y="29"/>
                  <a:pt x="970" y="32"/>
                </a:cubicBezTo>
                <a:cubicBezTo>
                  <a:pt x="1016" y="46"/>
                  <a:pt x="1061" y="66"/>
                  <a:pt x="1103" y="91"/>
                </a:cubicBezTo>
                <a:cubicBezTo>
                  <a:pt x="1145" y="116"/>
                  <a:pt x="1184" y="146"/>
                  <a:pt x="1219" y="179"/>
                </a:cubicBezTo>
                <a:cubicBezTo>
                  <a:pt x="1232" y="192"/>
                  <a:pt x="1232" y="192"/>
                  <a:pt x="1232" y="192"/>
                </a:cubicBezTo>
                <a:cubicBezTo>
                  <a:pt x="1347" y="306"/>
                  <a:pt x="1347" y="306"/>
                  <a:pt x="1347" y="306"/>
                </a:cubicBezTo>
                <a:cubicBezTo>
                  <a:pt x="1353" y="312"/>
                  <a:pt x="1358" y="318"/>
                  <a:pt x="1363" y="323"/>
                </a:cubicBezTo>
                <a:cubicBezTo>
                  <a:pt x="1366" y="326"/>
                  <a:pt x="1369" y="329"/>
                  <a:pt x="1372" y="332"/>
                </a:cubicBezTo>
                <a:cubicBezTo>
                  <a:pt x="1372" y="333"/>
                  <a:pt x="1372" y="333"/>
                  <a:pt x="1372" y="333"/>
                </a:cubicBezTo>
                <a:cubicBezTo>
                  <a:pt x="1378" y="340"/>
                  <a:pt x="1384" y="347"/>
                  <a:pt x="1390" y="354"/>
                </a:cubicBezTo>
                <a:cubicBezTo>
                  <a:pt x="1396" y="361"/>
                  <a:pt x="1396" y="361"/>
                  <a:pt x="1396" y="361"/>
                </a:cubicBezTo>
                <a:cubicBezTo>
                  <a:pt x="1399" y="364"/>
                  <a:pt x="1401" y="367"/>
                  <a:pt x="1404" y="371"/>
                </a:cubicBezTo>
                <a:cubicBezTo>
                  <a:pt x="1409" y="377"/>
                  <a:pt x="1414" y="383"/>
                  <a:pt x="1418" y="390"/>
                </a:cubicBezTo>
                <a:cubicBezTo>
                  <a:pt x="1476" y="470"/>
                  <a:pt x="1515" y="562"/>
                  <a:pt x="1531" y="657"/>
                </a:cubicBezTo>
                <a:cubicBezTo>
                  <a:pt x="1539" y="707"/>
                  <a:pt x="1542" y="756"/>
                  <a:pt x="1540" y="803"/>
                </a:cubicBezTo>
                <a:cubicBezTo>
                  <a:pt x="1537" y="852"/>
                  <a:pt x="1529" y="901"/>
                  <a:pt x="1516" y="947"/>
                </a:cubicBezTo>
                <a:cubicBezTo>
                  <a:pt x="1489" y="1040"/>
                  <a:pt x="1441" y="1128"/>
                  <a:pt x="1375" y="1202"/>
                </a:cubicBezTo>
                <a:cubicBezTo>
                  <a:pt x="1370" y="1207"/>
                  <a:pt x="1362" y="1207"/>
                  <a:pt x="1357" y="1203"/>
                </a:cubicBezTo>
                <a:cubicBezTo>
                  <a:pt x="1352" y="1198"/>
                  <a:pt x="1351" y="1190"/>
                  <a:pt x="1356" y="1185"/>
                </a:cubicBezTo>
                <a:cubicBezTo>
                  <a:pt x="1419" y="1114"/>
                  <a:pt x="1466" y="1030"/>
                  <a:pt x="1491" y="940"/>
                </a:cubicBezTo>
                <a:cubicBezTo>
                  <a:pt x="1504" y="895"/>
                  <a:pt x="1512" y="849"/>
                  <a:pt x="1514" y="802"/>
                </a:cubicBezTo>
                <a:cubicBezTo>
                  <a:pt x="1517" y="756"/>
                  <a:pt x="1514" y="709"/>
                  <a:pt x="1506" y="662"/>
                </a:cubicBezTo>
                <a:cubicBezTo>
                  <a:pt x="1491" y="570"/>
                  <a:pt x="1453" y="481"/>
                  <a:pt x="1398" y="404"/>
                </a:cubicBezTo>
                <a:cubicBezTo>
                  <a:pt x="1393" y="398"/>
                  <a:pt x="1389" y="392"/>
                  <a:pt x="1384" y="386"/>
                </a:cubicBezTo>
                <a:cubicBezTo>
                  <a:pt x="1381" y="383"/>
                  <a:pt x="1379" y="380"/>
                  <a:pt x="1376" y="376"/>
                </a:cubicBezTo>
                <a:cubicBezTo>
                  <a:pt x="1371" y="370"/>
                  <a:pt x="1371" y="370"/>
                  <a:pt x="1371" y="370"/>
                </a:cubicBezTo>
                <a:cubicBezTo>
                  <a:pt x="1365" y="363"/>
                  <a:pt x="1359" y="356"/>
                  <a:pt x="1353" y="350"/>
                </a:cubicBezTo>
                <a:cubicBezTo>
                  <a:pt x="1351" y="347"/>
                  <a:pt x="1348" y="344"/>
                  <a:pt x="1345" y="341"/>
                </a:cubicBezTo>
                <a:cubicBezTo>
                  <a:pt x="1340" y="335"/>
                  <a:pt x="1334" y="330"/>
                  <a:pt x="1329" y="324"/>
                </a:cubicBezTo>
                <a:cubicBezTo>
                  <a:pt x="1215" y="210"/>
                  <a:pt x="1215" y="210"/>
                  <a:pt x="1215" y="210"/>
                </a:cubicBezTo>
                <a:cubicBezTo>
                  <a:pt x="1202" y="198"/>
                  <a:pt x="1202" y="198"/>
                  <a:pt x="1202" y="198"/>
                </a:cubicBezTo>
                <a:cubicBezTo>
                  <a:pt x="1168" y="165"/>
                  <a:pt x="1130" y="137"/>
                  <a:pt x="1090" y="113"/>
                </a:cubicBezTo>
                <a:cubicBezTo>
                  <a:pt x="1050" y="89"/>
                  <a:pt x="1006" y="70"/>
                  <a:pt x="962" y="56"/>
                </a:cubicBezTo>
                <a:cubicBezTo>
                  <a:pt x="954" y="53"/>
                  <a:pt x="946" y="51"/>
                  <a:pt x="938" y="49"/>
                </a:cubicBezTo>
                <a:cubicBezTo>
                  <a:pt x="934" y="48"/>
                  <a:pt x="931" y="47"/>
                  <a:pt x="928" y="46"/>
                </a:cubicBezTo>
                <a:cubicBezTo>
                  <a:pt x="923" y="45"/>
                  <a:pt x="919" y="44"/>
                  <a:pt x="915" y="43"/>
                </a:cubicBezTo>
                <a:cubicBezTo>
                  <a:pt x="894" y="39"/>
                  <a:pt x="894" y="39"/>
                  <a:pt x="894" y="39"/>
                </a:cubicBezTo>
                <a:cubicBezTo>
                  <a:pt x="876" y="36"/>
                  <a:pt x="876" y="36"/>
                  <a:pt x="876" y="36"/>
                </a:cubicBezTo>
                <a:cubicBezTo>
                  <a:pt x="874" y="35"/>
                  <a:pt x="872" y="35"/>
                  <a:pt x="870" y="35"/>
                </a:cubicBezTo>
                <a:cubicBezTo>
                  <a:pt x="866" y="34"/>
                  <a:pt x="863" y="33"/>
                  <a:pt x="859" y="33"/>
                </a:cubicBezTo>
                <a:cubicBezTo>
                  <a:pt x="838" y="30"/>
                  <a:pt x="838" y="30"/>
                  <a:pt x="838" y="30"/>
                </a:cubicBezTo>
                <a:cubicBezTo>
                  <a:pt x="836" y="30"/>
                  <a:pt x="834" y="30"/>
                  <a:pt x="833" y="30"/>
                </a:cubicBezTo>
                <a:cubicBezTo>
                  <a:pt x="824" y="29"/>
                  <a:pt x="824" y="29"/>
                  <a:pt x="824" y="29"/>
                </a:cubicBezTo>
                <a:cubicBezTo>
                  <a:pt x="777" y="25"/>
                  <a:pt x="729" y="27"/>
                  <a:pt x="683" y="34"/>
                </a:cubicBezTo>
                <a:cubicBezTo>
                  <a:pt x="589" y="48"/>
                  <a:pt x="499" y="83"/>
                  <a:pt x="424" y="135"/>
                </a:cubicBezTo>
                <a:cubicBezTo>
                  <a:pt x="409" y="145"/>
                  <a:pt x="409" y="145"/>
                  <a:pt x="409" y="145"/>
                </a:cubicBezTo>
                <a:cubicBezTo>
                  <a:pt x="406" y="147"/>
                  <a:pt x="403" y="150"/>
                  <a:pt x="400" y="152"/>
                </a:cubicBezTo>
                <a:cubicBezTo>
                  <a:pt x="398" y="153"/>
                  <a:pt x="397" y="155"/>
                  <a:pt x="395" y="156"/>
                </a:cubicBezTo>
                <a:cubicBezTo>
                  <a:pt x="381" y="167"/>
                  <a:pt x="381" y="167"/>
                  <a:pt x="381" y="167"/>
                </a:cubicBezTo>
                <a:cubicBezTo>
                  <a:pt x="368" y="178"/>
                  <a:pt x="368" y="178"/>
                  <a:pt x="368" y="178"/>
                </a:cubicBezTo>
                <a:cubicBezTo>
                  <a:pt x="366" y="180"/>
                  <a:pt x="365" y="181"/>
                  <a:pt x="363" y="182"/>
                </a:cubicBezTo>
                <a:cubicBezTo>
                  <a:pt x="360" y="185"/>
                  <a:pt x="357" y="187"/>
                  <a:pt x="355" y="189"/>
                </a:cubicBezTo>
                <a:cubicBezTo>
                  <a:pt x="342" y="202"/>
                  <a:pt x="342" y="202"/>
                  <a:pt x="342" y="202"/>
                </a:cubicBezTo>
                <a:cubicBezTo>
                  <a:pt x="336" y="208"/>
                  <a:pt x="330" y="214"/>
                  <a:pt x="324" y="219"/>
                </a:cubicBezTo>
                <a:cubicBezTo>
                  <a:pt x="322" y="222"/>
                  <a:pt x="319" y="224"/>
                  <a:pt x="316" y="227"/>
                </a:cubicBezTo>
                <a:cubicBezTo>
                  <a:pt x="215" y="329"/>
                  <a:pt x="215" y="329"/>
                  <a:pt x="215" y="329"/>
                </a:cubicBezTo>
                <a:cubicBezTo>
                  <a:pt x="148" y="395"/>
                  <a:pt x="97" y="477"/>
                  <a:pt x="67" y="565"/>
                </a:cubicBezTo>
                <a:cubicBezTo>
                  <a:pt x="36" y="655"/>
                  <a:pt x="26" y="751"/>
                  <a:pt x="37" y="843"/>
                </a:cubicBezTo>
                <a:cubicBezTo>
                  <a:pt x="43" y="891"/>
                  <a:pt x="54" y="937"/>
                  <a:pt x="69" y="979"/>
                </a:cubicBezTo>
                <a:cubicBezTo>
                  <a:pt x="85" y="1024"/>
                  <a:pt x="106" y="1066"/>
                  <a:pt x="132" y="1105"/>
                </a:cubicBezTo>
                <a:cubicBezTo>
                  <a:pt x="132" y="1106"/>
                  <a:pt x="132" y="1106"/>
                  <a:pt x="132" y="1106"/>
                </a:cubicBezTo>
                <a:cubicBezTo>
                  <a:pt x="134" y="1110"/>
                  <a:pt x="137" y="1114"/>
                  <a:pt x="140" y="1118"/>
                </a:cubicBezTo>
                <a:cubicBezTo>
                  <a:pt x="152" y="1135"/>
                  <a:pt x="152" y="1135"/>
                  <a:pt x="152" y="1135"/>
                </a:cubicBezTo>
                <a:cubicBezTo>
                  <a:pt x="158" y="1143"/>
                  <a:pt x="165" y="1152"/>
                  <a:pt x="171" y="1160"/>
                </a:cubicBezTo>
                <a:cubicBezTo>
                  <a:pt x="173" y="1162"/>
                  <a:pt x="173" y="1162"/>
                  <a:pt x="173" y="1162"/>
                </a:cubicBezTo>
                <a:cubicBezTo>
                  <a:pt x="184" y="1176"/>
                  <a:pt x="184" y="1176"/>
                  <a:pt x="184" y="1176"/>
                </a:cubicBezTo>
                <a:cubicBezTo>
                  <a:pt x="186" y="1177"/>
                  <a:pt x="187" y="1179"/>
                  <a:pt x="188" y="1180"/>
                </a:cubicBezTo>
                <a:cubicBezTo>
                  <a:pt x="191" y="1183"/>
                  <a:pt x="193" y="1186"/>
                  <a:pt x="196" y="1188"/>
                </a:cubicBezTo>
                <a:cubicBezTo>
                  <a:pt x="199" y="1192"/>
                  <a:pt x="202" y="1195"/>
                  <a:pt x="205" y="1198"/>
                </a:cubicBezTo>
                <a:cubicBezTo>
                  <a:pt x="210" y="1203"/>
                  <a:pt x="215" y="1209"/>
                  <a:pt x="220" y="1214"/>
                </a:cubicBezTo>
                <a:cubicBezTo>
                  <a:pt x="335" y="1329"/>
                  <a:pt x="335" y="1329"/>
                  <a:pt x="335" y="1329"/>
                </a:cubicBezTo>
                <a:cubicBezTo>
                  <a:pt x="348" y="1341"/>
                  <a:pt x="348" y="1341"/>
                  <a:pt x="348" y="1341"/>
                </a:cubicBezTo>
                <a:cubicBezTo>
                  <a:pt x="349" y="1342"/>
                  <a:pt x="351" y="1344"/>
                  <a:pt x="352" y="1345"/>
                </a:cubicBezTo>
                <a:cubicBezTo>
                  <a:pt x="355" y="1348"/>
                  <a:pt x="357" y="1350"/>
                  <a:pt x="360" y="1352"/>
                </a:cubicBezTo>
                <a:cubicBezTo>
                  <a:pt x="381" y="1370"/>
                  <a:pt x="381" y="1370"/>
                  <a:pt x="381" y="1370"/>
                </a:cubicBezTo>
                <a:cubicBezTo>
                  <a:pt x="382" y="1371"/>
                  <a:pt x="383" y="1372"/>
                  <a:pt x="385" y="1373"/>
                </a:cubicBezTo>
                <a:cubicBezTo>
                  <a:pt x="386" y="1374"/>
                  <a:pt x="386" y="1375"/>
                  <a:pt x="387" y="1375"/>
                </a:cubicBezTo>
                <a:cubicBezTo>
                  <a:pt x="401" y="1386"/>
                  <a:pt x="401" y="1386"/>
                  <a:pt x="401" y="1386"/>
                </a:cubicBezTo>
                <a:cubicBezTo>
                  <a:pt x="405" y="1389"/>
                  <a:pt x="409" y="1392"/>
                  <a:pt x="412" y="1394"/>
                </a:cubicBezTo>
                <a:cubicBezTo>
                  <a:pt x="430" y="1407"/>
                  <a:pt x="430" y="1407"/>
                  <a:pt x="430" y="1407"/>
                </a:cubicBezTo>
                <a:cubicBezTo>
                  <a:pt x="468" y="1432"/>
                  <a:pt x="510" y="1454"/>
                  <a:pt x="555" y="1470"/>
                </a:cubicBezTo>
                <a:cubicBezTo>
                  <a:pt x="641" y="1503"/>
                  <a:pt x="737" y="1516"/>
                  <a:pt x="832" y="1508"/>
                </a:cubicBezTo>
                <a:cubicBezTo>
                  <a:pt x="878" y="1503"/>
                  <a:pt x="924" y="1494"/>
                  <a:pt x="969" y="1479"/>
                </a:cubicBezTo>
                <a:cubicBezTo>
                  <a:pt x="977" y="1476"/>
                  <a:pt x="985" y="1473"/>
                  <a:pt x="993" y="1470"/>
                </a:cubicBezTo>
                <a:cubicBezTo>
                  <a:pt x="996" y="1469"/>
                  <a:pt x="999" y="1468"/>
                  <a:pt x="1003" y="1467"/>
                </a:cubicBezTo>
                <a:cubicBezTo>
                  <a:pt x="1007" y="1465"/>
                  <a:pt x="1011" y="1464"/>
                  <a:pt x="1015" y="1462"/>
                </a:cubicBezTo>
                <a:cubicBezTo>
                  <a:pt x="1039" y="1451"/>
                  <a:pt x="1039" y="1451"/>
                  <a:pt x="1039" y="1451"/>
                </a:cubicBezTo>
                <a:cubicBezTo>
                  <a:pt x="1048" y="1447"/>
                  <a:pt x="1057" y="1442"/>
                  <a:pt x="1066" y="1437"/>
                </a:cubicBezTo>
                <a:cubicBezTo>
                  <a:pt x="1089" y="1424"/>
                  <a:pt x="1089" y="1424"/>
                  <a:pt x="1089" y="1424"/>
                </a:cubicBezTo>
                <a:cubicBezTo>
                  <a:pt x="1091" y="1424"/>
                  <a:pt x="1092" y="1423"/>
                  <a:pt x="1094" y="1422"/>
                </a:cubicBezTo>
                <a:cubicBezTo>
                  <a:pt x="1097" y="1420"/>
                  <a:pt x="1097" y="1420"/>
                  <a:pt x="1097" y="1420"/>
                </a:cubicBezTo>
                <a:cubicBezTo>
                  <a:pt x="1137" y="1396"/>
                  <a:pt x="1174" y="1367"/>
                  <a:pt x="1208" y="1334"/>
                </a:cubicBezTo>
                <a:cubicBezTo>
                  <a:pt x="1230" y="1312"/>
                  <a:pt x="1252" y="1290"/>
                  <a:pt x="1273" y="1269"/>
                </a:cubicBezTo>
                <a:cubicBezTo>
                  <a:pt x="1285" y="1257"/>
                  <a:pt x="1297" y="1245"/>
                  <a:pt x="1309" y="1233"/>
                </a:cubicBezTo>
                <a:cubicBezTo>
                  <a:pt x="1314" y="1228"/>
                  <a:pt x="1322" y="1228"/>
                  <a:pt x="1327" y="1233"/>
                </a:cubicBezTo>
                <a:cubicBezTo>
                  <a:pt x="1332" y="1238"/>
                  <a:pt x="1332" y="1246"/>
                  <a:pt x="1327" y="1251"/>
                </a:cubicBezTo>
                <a:cubicBezTo>
                  <a:pt x="1315" y="1263"/>
                  <a:pt x="1303" y="1275"/>
                  <a:pt x="1291" y="1287"/>
                </a:cubicBezTo>
                <a:cubicBezTo>
                  <a:pt x="1270" y="1308"/>
                  <a:pt x="1248" y="1330"/>
                  <a:pt x="1225" y="1352"/>
                </a:cubicBezTo>
                <a:cubicBezTo>
                  <a:pt x="1190" y="1386"/>
                  <a:pt x="1151" y="1416"/>
                  <a:pt x="1110" y="1442"/>
                </a:cubicBezTo>
                <a:cubicBezTo>
                  <a:pt x="1107" y="1443"/>
                  <a:pt x="1107" y="1443"/>
                  <a:pt x="1107" y="1443"/>
                </a:cubicBezTo>
                <a:cubicBezTo>
                  <a:pt x="1106" y="1444"/>
                  <a:pt x="1104" y="1446"/>
                  <a:pt x="1102" y="1447"/>
                </a:cubicBezTo>
                <a:cubicBezTo>
                  <a:pt x="1078" y="1460"/>
                  <a:pt x="1078" y="1460"/>
                  <a:pt x="1078" y="1460"/>
                </a:cubicBezTo>
                <a:cubicBezTo>
                  <a:pt x="1069" y="1465"/>
                  <a:pt x="1059" y="1470"/>
                  <a:pt x="1050" y="1474"/>
                </a:cubicBezTo>
                <a:cubicBezTo>
                  <a:pt x="1045" y="1476"/>
                  <a:pt x="1045" y="1476"/>
                  <a:pt x="1045" y="1476"/>
                </a:cubicBezTo>
                <a:cubicBezTo>
                  <a:pt x="1025" y="1485"/>
                  <a:pt x="1025" y="1485"/>
                  <a:pt x="1025" y="1485"/>
                </a:cubicBezTo>
                <a:cubicBezTo>
                  <a:pt x="1021" y="1487"/>
                  <a:pt x="1016" y="1489"/>
                  <a:pt x="1011" y="1491"/>
                </a:cubicBezTo>
                <a:cubicBezTo>
                  <a:pt x="1008" y="1492"/>
                  <a:pt x="1005" y="1493"/>
                  <a:pt x="1002" y="1494"/>
                </a:cubicBezTo>
                <a:cubicBezTo>
                  <a:pt x="994" y="1497"/>
                  <a:pt x="986" y="1500"/>
                  <a:pt x="977" y="1503"/>
                </a:cubicBezTo>
                <a:cubicBezTo>
                  <a:pt x="930" y="1518"/>
                  <a:pt x="882" y="1528"/>
                  <a:pt x="834" y="1533"/>
                </a:cubicBezTo>
                <a:cubicBezTo>
                  <a:pt x="814" y="1535"/>
                  <a:pt x="795" y="1536"/>
                  <a:pt x="775" y="1536"/>
                </a:cubicBezTo>
                <a:close/>
              </a:path>
            </a:pathLst>
          </a:custGeom>
          <a:solidFill>
            <a:schemeClr val="accent6">
              <a:lumMod val="20000"/>
              <a:lumOff val="80000"/>
            </a:schemeClr>
          </a:solidFill>
          <a:ln>
            <a:noFill/>
          </a:ln>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sp>
        <p:nvSpPr>
          <p:cNvPr id="81" name="Freeform 41">
            <a:extLst>
              <a:ext uri="{FF2B5EF4-FFF2-40B4-BE49-F238E27FC236}">
                <a16:creationId xmlns:a16="http://schemas.microsoft.com/office/drawing/2014/main" id="{624C7793-5765-4971-A601-E5B1655CC2D6}"/>
              </a:ext>
            </a:extLst>
          </p:cNvPr>
          <p:cNvSpPr>
            <a:spLocks noEditPoints="1"/>
          </p:cNvSpPr>
          <p:nvPr/>
        </p:nvSpPr>
        <p:spPr bwMode="auto">
          <a:xfrm>
            <a:off x="1777038" y="2181467"/>
            <a:ext cx="2491575" cy="2496812"/>
          </a:xfrm>
          <a:custGeom>
            <a:avLst/>
            <a:gdLst>
              <a:gd name="T0" fmla="*/ 766 w 1426"/>
              <a:gd name="T1" fmla="*/ 1400 h 1428"/>
              <a:gd name="T2" fmla="*/ 922 w 1426"/>
              <a:gd name="T3" fmla="*/ 1363 h 1428"/>
              <a:gd name="T4" fmla="*/ 946 w 1426"/>
              <a:gd name="T5" fmla="*/ 1380 h 1428"/>
              <a:gd name="T6" fmla="*/ 864 w 1426"/>
              <a:gd name="T7" fmla="*/ 1408 h 1428"/>
              <a:gd name="T8" fmla="*/ 563 w 1426"/>
              <a:gd name="T9" fmla="*/ 1408 h 1428"/>
              <a:gd name="T10" fmla="*/ 580 w 1426"/>
              <a:gd name="T11" fmla="*/ 1400 h 1428"/>
              <a:gd name="T12" fmla="*/ 443 w 1426"/>
              <a:gd name="T13" fmla="*/ 1363 h 1428"/>
              <a:gd name="T14" fmla="*/ 344 w 1426"/>
              <a:gd name="T15" fmla="*/ 1299 h 1428"/>
              <a:gd name="T16" fmla="*/ 306 w 1426"/>
              <a:gd name="T17" fmla="*/ 1266 h 1428"/>
              <a:gd name="T18" fmla="*/ 260 w 1426"/>
              <a:gd name="T19" fmla="*/ 1184 h 1428"/>
              <a:gd name="T20" fmla="*/ 354 w 1426"/>
              <a:gd name="T21" fmla="*/ 1274 h 1428"/>
              <a:gd name="T22" fmla="*/ 386 w 1426"/>
              <a:gd name="T23" fmla="*/ 1298 h 1428"/>
              <a:gd name="T24" fmla="*/ 539 w 1426"/>
              <a:gd name="T25" fmla="*/ 1388 h 1428"/>
              <a:gd name="T26" fmla="*/ 980 w 1426"/>
              <a:gd name="T27" fmla="*/ 1337 h 1428"/>
              <a:gd name="T28" fmla="*/ 1006 w 1426"/>
              <a:gd name="T29" fmla="*/ 1336 h 1428"/>
              <a:gd name="T30" fmla="*/ 1228 w 1426"/>
              <a:gd name="T31" fmla="*/ 1140 h 1428"/>
              <a:gd name="T32" fmla="*/ 221 w 1426"/>
              <a:gd name="T33" fmla="*/ 1176 h 1428"/>
              <a:gd name="T34" fmla="*/ 191 w 1426"/>
              <a:gd name="T35" fmla="*/ 1146 h 1428"/>
              <a:gd name="T36" fmla="*/ 145 w 1426"/>
              <a:gd name="T37" fmla="*/ 1103 h 1428"/>
              <a:gd name="T38" fmla="*/ 114 w 1426"/>
              <a:gd name="T39" fmla="*/ 1064 h 1428"/>
              <a:gd name="T40" fmla="*/ 15 w 1426"/>
              <a:gd name="T41" fmla="*/ 844 h 1428"/>
              <a:gd name="T42" fmla="*/ 116 w 1426"/>
              <a:gd name="T43" fmla="*/ 1023 h 1428"/>
              <a:gd name="T44" fmla="*/ 164 w 1426"/>
              <a:gd name="T45" fmla="*/ 1086 h 1428"/>
              <a:gd name="T46" fmla="*/ 200 w 1426"/>
              <a:gd name="T47" fmla="*/ 1124 h 1428"/>
              <a:gd name="T48" fmla="*/ 1306 w 1426"/>
              <a:gd name="T49" fmla="*/ 1029 h 1428"/>
              <a:gd name="T50" fmla="*/ 1274 w 1426"/>
              <a:gd name="T51" fmla="*/ 1111 h 1428"/>
              <a:gd name="T52" fmla="*/ 1327 w 1426"/>
              <a:gd name="T53" fmla="*/ 994 h 1428"/>
              <a:gd name="T54" fmla="*/ 1349 w 1426"/>
              <a:gd name="T55" fmla="*/ 1006 h 1428"/>
              <a:gd name="T56" fmla="*/ 1378 w 1426"/>
              <a:gd name="T57" fmla="*/ 872 h 1428"/>
              <a:gd name="T58" fmla="*/ 1405 w 1426"/>
              <a:gd name="T59" fmla="*/ 618 h 1428"/>
              <a:gd name="T60" fmla="*/ 1369 w 1426"/>
              <a:gd name="T61" fmla="*/ 967 h 1428"/>
              <a:gd name="T62" fmla="*/ 7 w 1426"/>
              <a:gd name="T63" fmla="*/ 801 h 1428"/>
              <a:gd name="T64" fmla="*/ 21 w 1426"/>
              <a:gd name="T65" fmla="*/ 812 h 1428"/>
              <a:gd name="T66" fmla="*/ 2 w 1426"/>
              <a:gd name="T67" fmla="*/ 672 h 1428"/>
              <a:gd name="T68" fmla="*/ 98 w 1426"/>
              <a:gd name="T69" fmla="*/ 437 h 1428"/>
              <a:gd name="T70" fmla="*/ 16 w 1426"/>
              <a:gd name="T71" fmla="*/ 770 h 1428"/>
              <a:gd name="T72" fmla="*/ 1410 w 1426"/>
              <a:gd name="T73" fmla="*/ 596 h 1428"/>
              <a:gd name="T74" fmla="*/ 1293 w 1426"/>
              <a:gd name="T75" fmla="*/ 382 h 1428"/>
              <a:gd name="T76" fmla="*/ 1253 w 1426"/>
              <a:gd name="T77" fmla="*/ 332 h 1428"/>
              <a:gd name="T78" fmla="*/ 1197 w 1426"/>
              <a:gd name="T79" fmla="*/ 276 h 1428"/>
              <a:gd name="T80" fmla="*/ 1271 w 1426"/>
              <a:gd name="T81" fmla="*/ 315 h 1428"/>
              <a:gd name="T82" fmla="*/ 1293 w 1426"/>
              <a:gd name="T83" fmla="*/ 341 h 1428"/>
              <a:gd name="T84" fmla="*/ 109 w 1426"/>
              <a:gd name="T85" fmla="*/ 407 h 1428"/>
              <a:gd name="T86" fmla="*/ 122 w 1426"/>
              <a:gd name="T87" fmla="*/ 392 h 1428"/>
              <a:gd name="T88" fmla="*/ 124 w 1426"/>
              <a:gd name="T89" fmla="*/ 352 h 1428"/>
              <a:gd name="T90" fmla="*/ 312 w 1426"/>
              <a:gd name="T91" fmla="*/ 157 h 1428"/>
              <a:gd name="T92" fmla="*/ 356 w 1426"/>
              <a:gd name="T93" fmla="*/ 121 h 1428"/>
              <a:gd name="T94" fmla="*/ 383 w 1426"/>
              <a:gd name="T95" fmla="*/ 133 h 1428"/>
              <a:gd name="T96" fmla="*/ 342 w 1426"/>
              <a:gd name="T97" fmla="*/ 165 h 1428"/>
              <a:gd name="T98" fmla="*/ 306 w 1426"/>
              <a:gd name="T99" fmla="*/ 198 h 1428"/>
              <a:gd name="T100" fmla="*/ 1167 w 1426"/>
              <a:gd name="T101" fmla="*/ 246 h 1428"/>
              <a:gd name="T102" fmla="*/ 1146 w 1426"/>
              <a:gd name="T103" fmla="*/ 220 h 1428"/>
              <a:gd name="T104" fmla="*/ 1002 w 1426"/>
              <a:gd name="T105" fmla="*/ 106 h 1428"/>
              <a:gd name="T106" fmla="*/ 857 w 1426"/>
              <a:gd name="T107" fmla="*/ 46 h 1428"/>
              <a:gd name="T108" fmla="*/ 892 w 1426"/>
              <a:gd name="T109" fmla="*/ 29 h 1428"/>
              <a:gd name="T110" fmla="*/ 1121 w 1426"/>
              <a:gd name="T111" fmla="*/ 165 h 1428"/>
              <a:gd name="T112" fmla="*/ 411 w 1426"/>
              <a:gd name="T113" fmla="*/ 112 h 1428"/>
              <a:gd name="T114" fmla="*/ 422 w 1426"/>
              <a:gd name="T115" fmla="*/ 92 h 1428"/>
              <a:gd name="T116" fmla="*/ 442 w 1426"/>
              <a:gd name="T117" fmla="*/ 67 h 1428"/>
              <a:gd name="T118" fmla="*/ 774 w 1426"/>
              <a:gd name="T119" fmla="*/ 5 h 1428"/>
              <a:gd name="T120" fmla="*/ 774 w 1426"/>
              <a:gd name="T121" fmla="*/ 30 h 1428"/>
              <a:gd name="T122" fmla="*/ 453 w 1426"/>
              <a:gd name="T123" fmla="*/ 90 h 1428"/>
              <a:gd name="T124" fmla="*/ 808 w 1426"/>
              <a:gd name="T125" fmla="*/ 31 h 1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26" h="1428">
                <a:moveTo>
                  <a:pt x="714" y="1428"/>
                </a:moveTo>
                <a:cubicBezTo>
                  <a:pt x="678" y="1428"/>
                  <a:pt x="641" y="1424"/>
                  <a:pt x="606" y="1418"/>
                </a:cubicBezTo>
                <a:cubicBezTo>
                  <a:pt x="600" y="1417"/>
                  <a:pt x="595" y="1410"/>
                  <a:pt x="596" y="1403"/>
                </a:cubicBezTo>
                <a:cubicBezTo>
                  <a:pt x="597" y="1397"/>
                  <a:pt x="603" y="1393"/>
                  <a:pt x="609" y="1393"/>
                </a:cubicBezTo>
                <a:cubicBezTo>
                  <a:pt x="609" y="1393"/>
                  <a:pt x="610" y="1393"/>
                  <a:pt x="611" y="1393"/>
                </a:cubicBezTo>
                <a:cubicBezTo>
                  <a:pt x="661" y="1402"/>
                  <a:pt x="714" y="1404"/>
                  <a:pt x="766" y="1400"/>
                </a:cubicBezTo>
                <a:cubicBezTo>
                  <a:pt x="796" y="1397"/>
                  <a:pt x="827" y="1391"/>
                  <a:pt x="858" y="1383"/>
                </a:cubicBezTo>
                <a:cubicBezTo>
                  <a:pt x="869" y="1381"/>
                  <a:pt x="880" y="1377"/>
                  <a:pt x="891" y="1373"/>
                </a:cubicBezTo>
                <a:cubicBezTo>
                  <a:pt x="892" y="1373"/>
                  <a:pt x="892" y="1373"/>
                  <a:pt x="892" y="1373"/>
                </a:cubicBezTo>
                <a:cubicBezTo>
                  <a:pt x="898" y="1371"/>
                  <a:pt x="905" y="1369"/>
                  <a:pt x="912" y="1366"/>
                </a:cubicBezTo>
                <a:cubicBezTo>
                  <a:pt x="915" y="1365"/>
                  <a:pt x="918" y="1364"/>
                  <a:pt x="922" y="1363"/>
                </a:cubicBezTo>
                <a:cubicBezTo>
                  <a:pt x="922" y="1363"/>
                  <a:pt x="922" y="1363"/>
                  <a:pt x="922" y="1363"/>
                </a:cubicBezTo>
                <a:cubicBezTo>
                  <a:pt x="922" y="1362"/>
                  <a:pt x="922" y="1362"/>
                  <a:pt x="922" y="1362"/>
                </a:cubicBezTo>
                <a:cubicBezTo>
                  <a:pt x="925" y="1361"/>
                  <a:pt x="929" y="1360"/>
                  <a:pt x="933" y="1358"/>
                </a:cubicBezTo>
                <a:cubicBezTo>
                  <a:pt x="934" y="1357"/>
                  <a:pt x="935" y="1357"/>
                  <a:pt x="936" y="1357"/>
                </a:cubicBezTo>
                <a:cubicBezTo>
                  <a:pt x="938" y="1356"/>
                  <a:pt x="939" y="1356"/>
                  <a:pt x="941" y="1356"/>
                </a:cubicBezTo>
                <a:cubicBezTo>
                  <a:pt x="946" y="1356"/>
                  <a:pt x="951" y="1359"/>
                  <a:pt x="953" y="1363"/>
                </a:cubicBezTo>
                <a:cubicBezTo>
                  <a:pt x="956" y="1370"/>
                  <a:pt x="953" y="1377"/>
                  <a:pt x="946" y="1380"/>
                </a:cubicBezTo>
                <a:cubicBezTo>
                  <a:pt x="945" y="1380"/>
                  <a:pt x="944" y="1381"/>
                  <a:pt x="943" y="1381"/>
                </a:cubicBezTo>
                <a:cubicBezTo>
                  <a:pt x="939" y="1383"/>
                  <a:pt x="935" y="1385"/>
                  <a:pt x="931" y="1386"/>
                </a:cubicBezTo>
                <a:cubicBezTo>
                  <a:pt x="928" y="1387"/>
                  <a:pt x="925" y="1389"/>
                  <a:pt x="922" y="1390"/>
                </a:cubicBezTo>
                <a:cubicBezTo>
                  <a:pt x="914" y="1393"/>
                  <a:pt x="907" y="1395"/>
                  <a:pt x="899" y="1398"/>
                </a:cubicBezTo>
                <a:cubicBezTo>
                  <a:pt x="899" y="1398"/>
                  <a:pt x="899" y="1398"/>
                  <a:pt x="899" y="1398"/>
                </a:cubicBezTo>
                <a:cubicBezTo>
                  <a:pt x="888" y="1401"/>
                  <a:pt x="876" y="1405"/>
                  <a:pt x="864" y="1408"/>
                </a:cubicBezTo>
                <a:cubicBezTo>
                  <a:pt x="832" y="1416"/>
                  <a:pt x="800" y="1422"/>
                  <a:pt x="768" y="1425"/>
                </a:cubicBezTo>
                <a:cubicBezTo>
                  <a:pt x="750" y="1427"/>
                  <a:pt x="732" y="1428"/>
                  <a:pt x="714" y="1428"/>
                </a:cubicBezTo>
                <a:close/>
                <a:moveTo>
                  <a:pt x="567" y="1409"/>
                </a:moveTo>
                <a:cubicBezTo>
                  <a:pt x="566" y="1409"/>
                  <a:pt x="565" y="1409"/>
                  <a:pt x="564" y="1409"/>
                </a:cubicBezTo>
                <a:cubicBezTo>
                  <a:pt x="563" y="1408"/>
                  <a:pt x="563" y="1408"/>
                  <a:pt x="563" y="1408"/>
                </a:cubicBezTo>
                <a:cubicBezTo>
                  <a:pt x="563" y="1408"/>
                  <a:pt x="563" y="1408"/>
                  <a:pt x="563" y="1408"/>
                </a:cubicBezTo>
                <a:cubicBezTo>
                  <a:pt x="560" y="1407"/>
                  <a:pt x="558" y="1405"/>
                  <a:pt x="556" y="1403"/>
                </a:cubicBezTo>
                <a:cubicBezTo>
                  <a:pt x="555" y="1400"/>
                  <a:pt x="554" y="1397"/>
                  <a:pt x="555" y="1393"/>
                </a:cubicBezTo>
                <a:cubicBezTo>
                  <a:pt x="557" y="1387"/>
                  <a:pt x="564" y="1382"/>
                  <a:pt x="570" y="1384"/>
                </a:cubicBezTo>
                <a:cubicBezTo>
                  <a:pt x="570" y="1384"/>
                  <a:pt x="570" y="1384"/>
                  <a:pt x="570" y="1384"/>
                </a:cubicBezTo>
                <a:cubicBezTo>
                  <a:pt x="570" y="1384"/>
                  <a:pt x="570" y="1384"/>
                  <a:pt x="570" y="1384"/>
                </a:cubicBezTo>
                <a:cubicBezTo>
                  <a:pt x="577" y="1386"/>
                  <a:pt x="581" y="1393"/>
                  <a:pt x="580" y="1400"/>
                </a:cubicBezTo>
                <a:cubicBezTo>
                  <a:pt x="578" y="1405"/>
                  <a:pt x="573" y="1409"/>
                  <a:pt x="567" y="1409"/>
                </a:cubicBezTo>
                <a:close/>
                <a:moveTo>
                  <a:pt x="527" y="1397"/>
                </a:moveTo>
                <a:cubicBezTo>
                  <a:pt x="525" y="1397"/>
                  <a:pt x="524" y="1397"/>
                  <a:pt x="522" y="1396"/>
                </a:cubicBezTo>
                <a:cubicBezTo>
                  <a:pt x="516" y="1394"/>
                  <a:pt x="510" y="1392"/>
                  <a:pt x="504" y="1390"/>
                </a:cubicBezTo>
                <a:cubicBezTo>
                  <a:pt x="483" y="1382"/>
                  <a:pt x="462" y="1373"/>
                  <a:pt x="443" y="1363"/>
                </a:cubicBezTo>
                <a:cubicBezTo>
                  <a:pt x="443" y="1363"/>
                  <a:pt x="443" y="1363"/>
                  <a:pt x="443" y="1363"/>
                </a:cubicBezTo>
                <a:cubicBezTo>
                  <a:pt x="443" y="1363"/>
                  <a:pt x="442" y="1363"/>
                  <a:pt x="442" y="1362"/>
                </a:cubicBezTo>
                <a:cubicBezTo>
                  <a:pt x="422" y="1352"/>
                  <a:pt x="403" y="1341"/>
                  <a:pt x="385" y="1329"/>
                </a:cubicBezTo>
                <a:cubicBezTo>
                  <a:pt x="371" y="1319"/>
                  <a:pt x="371" y="1319"/>
                  <a:pt x="371" y="1319"/>
                </a:cubicBezTo>
                <a:cubicBezTo>
                  <a:pt x="370" y="1319"/>
                  <a:pt x="369" y="1318"/>
                  <a:pt x="368" y="1317"/>
                </a:cubicBezTo>
                <a:cubicBezTo>
                  <a:pt x="365" y="1315"/>
                  <a:pt x="361" y="1312"/>
                  <a:pt x="357" y="1309"/>
                </a:cubicBezTo>
                <a:cubicBezTo>
                  <a:pt x="344" y="1299"/>
                  <a:pt x="344" y="1299"/>
                  <a:pt x="344" y="1299"/>
                </a:cubicBezTo>
                <a:cubicBezTo>
                  <a:pt x="344" y="1299"/>
                  <a:pt x="343" y="1298"/>
                  <a:pt x="342" y="1298"/>
                </a:cubicBezTo>
                <a:cubicBezTo>
                  <a:pt x="341" y="1296"/>
                  <a:pt x="339" y="1295"/>
                  <a:pt x="337" y="1294"/>
                </a:cubicBezTo>
                <a:cubicBezTo>
                  <a:pt x="337" y="1294"/>
                  <a:pt x="337" y="1294"/>
                  <a:pt x="337" y="1294"/>
                </a:cubicBezTo>
                <a:cubicBezTo>
                  <a:pt x="319" y="1278"/>
                  <a:pt x="319" y="1278"/>
                  <a:pt x="319" y="1278"/>
                </a:cubicBezTo>
                <a:cubicBezTo>
                  <a:pt x="316" y="1275"/>
                  <a:pt x="313" y="1272"/>
                  <a:pt x="310" y="1270"/>
                </a:cubicBezTo>
                <a:cubicBezTo>
                  <a:pt x="309" y="1269"/>
                  <a:pt x="308" y="1267"/>
                  <a:pt x="306" y="1266"/>
                </a:cubicBezTo>
                <a:cubicBezTo>
                  <a:pt x="306" y="1266"/>
                  <a:pt x="306" y="1266"/>
                  <a:pt x="306" y="1266"/>
                </a:cubicBezTo>
                <a:cubicBezTo>
                  <a:pt x="294" y="1255"/>
                  <a:pt x="294" y="1255"/>
                  <a:pt x="294" y="1255"/>
                </a:cubicBezTo>
                <a:cubicBezTo>
                  <a:pt x="242" y="1202"/>
                  <a:pt x="242" y="1202"/>
                  <a:pt x="242" y="1202"/>
                </a:cubicBezTo>
                <a:cubicBezTo>
                  <a:pt x="239" y="1200"/>
                  <a:pt x="238" y="1197"/>
                  <a:pt x="238" y="1193"/>
                </a:cubicBezTo>
                <a:cubicBezTo>
                  <a:pt x="238" y="1190"/>
                  <a:pt x="239" y="1187"/>
                  <a:pt x="242" y="1184"/>
                </a:cubicBezTo>
                <a:cubicBezTo>
                  <a:pt x="247" y="1179"/>
                  <a:pt x="255" y="1179"/>
                  <a:pt x="260" y="1184"/>
                </a:cubicBezTo>
                <a:cubicBezTo>
                  <a:pt x="312" y="1236"/>
                  <a:pt x="312" y="1236"/>
                  <a:pt x="312" y="1236"/>
                </a:cubicBezTo>
                <a:cubicBezTo>
                  <a:pt x="324" y="1248"/>
                  <a:pt x="324" y="1248"/>
                  <a:pt x="324" y="1248"/>
                </a:cubicBezTo>
                <a:cubicBezTo>
                  <a:pt x="325" y="1249"/>
                  <a:pt x="327" y="1250"/>
                  <a:pt x="328" y="1252"/>
                </a:cubicBezTo>
                <a:cubicBezTo>
                  <a:pt x="331" y="1254"/>
                  <a:pt x="333" y="1256"/>
                  <a:pt x="335" y="1258"/>
                </a:cubicBezTo>
                <a:cubicBezTo>
                  <a:pt x="335" y="1258"/>
                  <a:pt x="335" y="1258"/>
                  <a:pt x="335" y="1258"/>
                </a:cubicBezTo>
                <a:cubicBezTo>
                  <a:pt x="354" y="1274"/>
                  <a:pt x="354" y="1274"/>
                  <a:pt x="354" y="1274"/>
                </a:cubicBezTo>
                <a:cubicBezTo>
                  <a:pt x="355" y="1275"/>
                  <a:pt x="356" y="1276"/>
                  <a:pt x="357" y="1277"/>
                </a:cubicBezTo>
                <a:cubicBezTo>
                  <a:pt x="358" y="1278"/>
                  <a:pt x="359" y="1278"/>
                  <a:pt x="360" y="1279"/>
                </a:cubicBezTo>
                <a:cubicBezTo>
                  <a:pt x="360" y="1279"/>
                  <a:pt x="360" y="1279"/>
                  <a:pt x="360" y="1279"/>
                </a:cubicBezTo>
                <a:cubicBezTo>
                  <a:pt x="373" y="1289"/>
                  <a:pt x="373" y="1289"/>
                  <a:pt x="373" y="1289"/>
                </a:cubicBezTo>
                <a:cubicBezTo>
                  <a:pt x="376" y="1292"/>
                  <a:pt x="379" y="1294"/>
                  <a:pt x="383" y="1296"/>
                </a:cubicBezTo>
                <a:cubicBezTo>
                  <a:pt x="384" y="1297"/>
                  <a:pt x="385" y="1298"/>
                  <a:pt x="386" y="1298"/>
                </a:cubicBezTo>
                <a:cubicBezTo>
                  <a:pt x="399" y="1308"/>
                  <a:pt x="399" y="1308"/>
                  <a:pt x="399" y="1308"/>
                </a:cubicBezTo>
                <a:cubicBezTo>
                  <a:pt x="416" y="1319"/>
                  <a:pt x="435" y="1330"/>
                  <a:pt x="454" y="1340"/>
                </a:cubicBezTo>
                <a:cubicBezTo>
                  <a:pt x="454" y="1340"/>
                  <a:pt x="454" y="1340"/>
                  <a:pt x="454" y="1340"/>
                </a:cubicBezTo>
                <a:cubicBezTo>
                  <a:pt x="473" y="1350"/>
                  <a:pt x="493" y="1358"/>
                  <a:pt x="513" y="1366"/>
                </a:cubicBezTo>
                <a:cubicBezTo>
                  <a:pt x="519" y="1368"/>
                  <a:pt x="524" y="1370"/>
                  <a:pt x="531" y="1372"/>
                </a:cubicBezTo>
                <a:cubicBezTo>
                  <a:pt x="537" y="1374"/>
                  <a:pt x="541" y="1382"/>
                  <a:pt x="539" y="1388"/>
                </a:cubicBezTo>
                <a:cubicBezTo>
                  <a:pt x="537" y="1394"/>
                  <a:pt x="532" y="1397"/>
                  <a:pt x="527" y="1397"/>
                </a:cubicBezTo>
                <a:close/>
                <a:moveTo>
                  <a:pt x="980" y="1363"/>
                </a:moveTo>
                <a:cubicBezTo>
                  <a:pt x="975" y="1363"/>
                  <a:pt x="970" y="1360"/>
                  <a:pt x="968" y="1356"/>
                </a:cubicBezTo>
                <a:cubicBezTo>
                  <a:pt x="967" y="1353"/>
                  <a:pt x="966" y="1349"/>
                  <a:pt x="968" y="1346"/>
                </a:cubicBezTo>
                <a:cubicBezTo>
                  <a:pt x="969" y="1343"/>
                  <a:pt x="971" y="1340"/>
                  <a:pt x="974" y="1339"/>
                </a:cubicBezTo>
                <a:cubicBezTo>
                  <a:pt x="976" y="1338"/>
                  <a:pt x="978" y="1337"/>
                  <a:pt x="980" y="1337"/>
                </a:cubicBezTo>
                <a:cubicBezTo>
                  <a:pt x="984" y="1337"/>
                  <a:pt x="989" y="1340"/>
                  <a:pt x="991" y="1344"/>
                </a:cubicBezTo>
                <a:cubicBezTo>
                  <a:pt x="994" y="1351"/>
                  <a:pt x="992" y="1358"/>
                  <a:pt x="985" y="1362"/>
                </a:cubicBezTo>
                <a:cubicBezTo>
                  <a:pt x="985" y="1362"/>
                  <a:pt x="985" y="1362"/>
                  <a:pt x="985" y="1362"/>
                </a:cubicBezTo>
                <a:cubicBezTo>
                  <a:pt x="984" y="1362"/>
                  <a:pt x="982" y="1363"/>
                  <a:pt x="980" y="1363"/>
                </a:cubicBezTo>
                <a:close/>
                <a:moveTo>
                  <a:pt x="1017" y="1342"/>
                </a:moveTo>
                <a:cubicBezTo>
                  <a:pt x="1012" y="1342"/>
                  <a:pt x="1008" y="1340"/>
                  <a:pt x="1006" y="1336"/>
                </a:cubicBezTo>
                <a:cubicBezTo>
                  <a:pt x="1004" y="1333"/>
                  <a:pt x="1003" y="1330"/>
                  <a:pt x="1004" y="1326"/>
                </a:cubicBezTo>
                <a:cubicBezTo>
                  <a:pt x="1005" y="1323"/>
                  <a:pt x="1007" y="1320"/>
                  <a:pt x="1010" y="1319"/>
                </a:cubicBezTo>
                <a:cubicBezTo>
                  <a:pt x="1045" y="1297"/>
                  <a:pt x="1079" y="1271"/>
                  <a:pt x="1109" y="1241"/>
                </a:cubicBezTo>
                <a:cubicBezTo>
                  <a:pt x="1121" y="1229"/>
                  <a:pt x="1121" y="1229"/>
                  <a:pt x="1121" y="1229"/>
                </a:cubicBezTo>
                <a:cubicBezTo>
                  <a:pt x="1210" y="1140"/>
                  <a:pt x="1210" y="1140"/>
                  <a:pt x="1210" y="1140"/>
                </a:cubicBezTo>
                <a:cubicBezTo>
                  <a:pt x="1215" y="1136"/>
                  <a:pt x="1223" y="1136"/>
                  <a:pt x="1228" y="1140"/>
                </a:cubicBezTo>
                <a:cubicBezTo>
                  <a:pt x="1233" y="1145"/>
                  <a:pt x="1233" y="1153"/>
                  <a:pt x="1228" y="1158"/>
                </a:cubicBezTo>
                <a:cubicBezTo>
                  <a:pt x="1133" y="1254"/>
                  <a:pt x="1133" y="1254"/>
                  <a:pt x="1133" y="1254"/>
                </a:cubicBezTo>
                <a:cubicBezTo>
                  <a:pt x="1127" y="1259"/>
                  <a:pt x="1127" y="1259"/>
                  <a:pt x="1127" y="1259"/>
                </a:cubicBezTo>
                <a:cubicBezTo>
                  <a:pt x="1095" y="1290"/>
                  <a:pt x="1060" y="1317"/>
                  <a:pt x="1023" y="1340"/>
                </a:cubicBezTo>
                <a:cubicBezTo>
                  <a:pt x="1021" y="1341"/>
                  <a:pt x="1019" y="1342"/>
                  <a:pt x="1017" y="1342"/>
                </a:cubicBezTo>
                <a:close/>
                <a:moveTo>
                  <a:pt x="221" y="1176"/>
                </a:moveTo>
                <a:cubicBezTo>
                  <a:pt x="217" y="1176"/>
                  <a:pt x="214" y="1175"/>
                  <a:pt x="212" y="1172"/>
                </a:cubicBezTo>
                <a:cubicBezTo>
                  <a:pt x="207" y="1167"/>
                  <a:pt x="207" y="1159"/>
                  <a:pt x="212" y="1154"/>
                </a:cubicBezTo>
                <a:cubicBezTo>
                  <a:pt x="217" y="1149"/>
                  <a:pt x="225" y="1149"/>
                  <a:pt x="230" y="1154"/>
                </a:cubicBezTo>
                <a:cubicBezTo>
                  <a:pt x="235" y="1159"/>
                  <a:pt x="235" y="1167"/>
                  <a:pt x="230" y="1172"/>
                </a:cubicBezTo>
                <a:cubicBezTo>
                  <a:pt x="227" y="1175"/>
                  <a:pt x="224" y="1176"/>
                  <a:pt x="221" y="1176"/>
                </a:cubicBezTo>
                <a:close/>
                <a:moveTo>
                  <a:pt x="191" y="1146"/>
                </a:moveTo>
                <a:cubicBezTo>
                  <a:pt x="191" y="1146"/>
                  <a:pt x="191" y="1146"/>
                  <a:pt x="191" y="1146"/>
                </a:cubicBezTo>
                <a:cubicBezTo>
                  <a:pt x="187" y="1146"/>
                  <a:pt x="184" y="1145"/>
                  <a:pt x="182" y="1142"/>
                </a:cubicBezTo>
                <a:cubicBezTo>
                  <a:pt x="173" y="1134"/>
                  <a:pt x="173" y="1134"/>
                  <a:pt x="173" y="1134"/>
                </a:cubicBezTo>
                <a:cubicBezTo>
                  <a:pt x="156" y="1116"/>
                  <a:pt x="156" y="1116"/>
                  <a:pt x="156" y="1116"/>
                </a:cubicBezTo>
                <a:cubicBezTo>
                  <a:pt x="153" y="1113"/>
                  <a:pt x="151" y="1110"/>
                  <a:pt x="148" y="1107"/>
                </a:cubicBezTo>
                <a:cubicBezTo>
                  <a:pt x="147" y="1106"/>
                  <a:pt x="146" y="1104"/>
                  <a:pt x="145" y="1103"/>
                </a:cubicBezTo>
                <a:cubicBezTo>
                  <a:pt x="134" y="1090"/>
                  <a:pt x="134" y="1090"/>
                  <a:pt x="134" y="1090"/>
                </a:cubicBezTo>
                <a:cubicBezTo>
                  <a:pt x="133" y="1089"/>
                  <a:pt x="132" y="1087"/>
                  <a:pt x="130" y="1086"/>
                </a:cubicBezTo>
                <a:cubicBezTo>
                  <a:pt x="128" y="1083"/>
                  <a:pt x="126" y="1080"/>
                  <a:pt x="124" y="1078"/>
                </a:cubicBezTo>
                <a:cubicBezTo>
                  <a:pt x="124" y="1078"/>
                  <a:pt x="124" y="1078"/>
                  <a:pt x="124" y="1078"/>
                </a:cubicBezTo>
                <a:cubicBezTo>
                  <a:pt x="124" y="1078"/>
                  <a:pt x="124" y="1077"/>
                  <a:pt x="124" y="1077"/>
                </a:cubicBezTo>
                <a:cubicBezTo>
                  <a:pt x="120" y="1072"/>
                  <a:pt x="117" y="1068"/>
                  <a:pt x="114" y="1064"/>
                </a:cubicBezTo>
                <a:cubicBezTo>
                  <a:pt x="114" y="1064"/>
                  <a:pt x="114" y="1064"/>
                  <a:pt x="114" y="1064"/>
                </a:cubicBezTo>
                <a:cubicBezTo>
                  <a:pt x="104" y="1050"/>
                  <a:pt x="104" y="1050"/>
                  <a:pt x="104" y="1050"/>
                </a:cubicBezTo>
                <a:cubicBezTo>
                  <a:pt x="103" y="1049"/>
                  <a:pt x="103" y="1048"/>
                  <a:pt x="102" y="1048"/>
                </a:cubicBezTo>
                <a:cubicBezTo>
                  <a:pt x="100" y="1044"/>
                  <a:pt x="97" y="1040"/>
                  <a:pt x="94" y="1036"/>
                </a:cubicBezTo>
                <a:cubicBezTo>
                  <a:pt x="70" y="998"/>
                  <a:pt x="51" y="958"/>
                  <a:pt x="35" y="916"/>
                </a:cubicBezTo>
                <a:cubicBezTo>
                  <a:pt x="27" y="893"/>
                  <a:pt x="20" y="869"/>
                  <a:pt x="15" y="844"/>
                </a:cubicBezTo>
                <a:cubicBezTo>
                  <a:pt x="14" y="841"/>
                  <a:pt x="14" y="837"/>
                  <a:pt x="16" y="834"/>
                </a:cubicBezTo>
                <a:cubicBezTo>
                  <a:pt x="18" y="832"/>
                  <a:pt x="21" y="830"/>
                  <a:pt x="24" y="829"/>
                </a:cubicBezTo>
                <a:cubicBezTo>
                  <a:pt x="31" y="827"/>
                  <a:pt x="38" y="832"/>
                  <a:pt x="39" y="839"/>
                </a:cubicBezTo>
                <a:cubicBezTo>
                  <a:pt x="45" y="862"/>
                  <a:pt x="51" y="886"/>
                  <a:pt x="59" y="907"/>
                </a:cubicBezTo>
                <a:cubicBezTo>
                  <a:pt x="74" y="948"/>
                  <a:pt x="93" y="986"/>
                  <a:pt x="116" y="1022"/>
                </a:cubicBezTo>
                <a:cubicBezTo>
                  <a:pt x="116" y="1023"/>
                  <a:pt x="116" y="1023"/>
                  <a:pt x="116" y="1023"/>
                </a:cubicBezTo>
                <a:cubicBezTo>
                  <a:pt x="118" y="1026"/>
                  <a:pt x="121" y="1030"/>
                  <a:pt x="124" y="1034"/>
                </a:cubicBezTo>
                <a:cubicBezTo>
                  <a:pt x="134" y="1049"/>
                  <a:pt x="134" y="1049"/>
                  <a:pt x="134" y="1049"/>
                </a:cubicBezTo>
                <a:cubicBezTo>
                  <a:pt x="137" y="1053"/>
                  <a:pt x="140" y="1057"/>
                  <a:pt x="144" y="1062"/>
                </a:cubicBezTo>
                <a:cubicBezTo>
                  <a:pt x="146" y="1064"/>
                  <a:pt x="148" y="1067"/>
                  <a:pt x="150" y="1069"/>
                </a:cubicBezTo>
                <a:cubicBezTo>
                  <a:pt x="151" y="1071"/>
                  <a:pt x="152" y="1072"/>
                  <a:pt x="154" y="1074"/>
                </a:cubicBezTo>
                <a:cubicBezTo>
                  <a:pt x="164" y="1086"/>
                  <a:pt x="164" y="1086"/>
                  <a:pt x="164" y="1086"/>
                </a:cubicBezTo>
                <a:cubicBezTo>
                  <a:pt x="164" y="1086"/>
                  <a:pt x="164" y="1086"/>
                  <a:pt x="164" y="1086"/>
                </a:cubicBezTo>
                <a:cubicBezTo>
                  <a:pt x="166" y="1088"/>
                  <a:pt x="167" y="1090"/>
                  <a:pt x="168" y="1091"/>
                </a:cubicBezTo>
                <a:cubicBezTo>
                  <a:pt x="170" y="1094"/>
                  <a:pt x="172" y="1096"/>
                  <a:pt x="174" y="1098"/>
                </a:cubicBezTo>
                <a:cubicBezTo>
                  <a:pt x="175" y="1098"/>
                  <a:pt x="175" y="1098"/>
                  <a:pt x="175" y="1098"/>
                </a:cubicBezTo>
                <a:cubicBezTo>
                  <a:pt x="192" y="1116"/>
                  <a:pt x="192" y="1116"/>
                  <a:pt x="192" y="1116"/>
                </a:cubicBezTo>
                <a:cubicBezTo>
                  <a:pt x="200" y="1124"/>
                  <a:pt x="200" y="1124"/>
                  <a:pt x="200" y="1124"/>
                </a:cubicBezTo>
                <a:cubicBezTo>
                  <a:pt x="205" y="1129"/>
                  <a:pt x="205" y="1137"/>
                  <a:pt x="200" y="1142"/>
                </a:cubicBezTo>
                <a:cubicBezTo>
                  <a:pt x="197" y="1145"/>
                  <a:pt x="194" y="1146"/>
                  <a:pt x="191" y="1146"/>
                </a:cubicBezTo>
                <a:close/>
                <a:moveTo>
                  <a:pt x="1264" y="1116"/>
                </a:moveTo>
                <a:cubicBezTo>
                  <a:pt x="1261" y="1116"/>
                  <a:pt x="1258" y="1115"/>
                  <a:pt x="1256" y="1112"/>
                </a:cubicBezTo>
                <a:cubicBezTo>
                  <a:pt x="1251" y="1108"/>
                  <a:pt x="1250" y="1100"/>
                  <a:pt x="1255" y="1094"/>
                </a:cubicBezTo>
                <a:cubicBezTo>
                  <a:pt x="1273" y="1074"/>
                  <a:pt x="1290" y="1052"/>
                  <a:pt x="1306" y="1029"/>
                </a:cubicBezTo>
                <a:cubicBezTo>
                  <a:pt x="1308" y="1025"/>
                  <a:pt x="1312" y="1023"/>
                  <a:pt x="1316" y="1023"/>
                </a:cubicBezTo>
                <a:cubicBezTo>
                  <a:pt x="1319" y="1023"/>
                  <a:pt x="1321" y="1024"/>
                  <a:pt x="1323" y="1025"/>
                </a:cubicBezTo>
                <a:cubicBezTo>
                  <a:pt x="1326" y="1027"/>
                  <a:pt x="1328" y="1030"/>
                  <a:pt x="1329" y="1033"/>
                </a:cubicBezTo>
                <a:cubicBezTo>
                  <a:pt x="1329" y="1037"/>
                  <a:pt x="1329" y="1040"/>
                  <a:pt x="1327" y="1043"/>
                </a:cubicBezTo>
                <a:cubicBezTo>
                  <a:pt x="1311" y="1067"/>
                  <a:pt x="1293" y="1090"/>
                  <a:pt x="1274" y="1111"/>
                </a:cubicBezTo>
                <a:cubicBezTo>
                  <a:pt x="1274" y="1111"/>
                  <a:pt x="1274" y="1111"/>
                  <a:pt x="1274" y="1111"/>
                </a:cubicBezTo>
                <a:cubicBezTo>
                  <a:pt x="1271" y="1114"/>
                  <a:pt x="1268" y="1116"/>
                  <a:pt x="1264" y="1116"/>
                </a:cubicBezTo>
                <a:close/>
                <a:moveTo>
                  <a:pt x="1338" y="1012"/>
                </a:moveTo>
                <a:cubicBezTo>
                  <a:pt x="1336" y="1012"/>
                  <a:pt x="1334" y="1012"/>
                  <a:pt x="1332" y="1011"/>
                </a:cubicBezTo>
                <a:cubicBezTo>
                  <a:pt x="1329" y="1009"/>
                  <a:pt x="1327" y="1006"/>
                  <a:pt x="1326" y="1003"/>
                </a:cubicBezTo>
                <a:cubicBezTo>
                  <a:pt x="1325" y="1000"/>
                  <a:pt x="1326" y="997"/>
                  <a:pt x="1327" y="994"/>
                </a:cubicBezTo>
                <a:cubicBezTo>
                  <a:pt x="1327" y="994"/>
                  <a:pt x="1327" y="994"/>
                  <a:pt x="1327" y="994"/>
                </a:cubicBezTo>
                <a:cubicBezTo>
                  <a:pt x="1327" y="993"/>
                  <a:pt x="1327" y="993"/>
                  <a:pt x="1327" y="993"/>
                </a:cubicBezTo>
                <a:cubicBezTo>
                  <a:pt x="1329" y="989"/>
                  <a:pt x="1334" y="987"/>
                  <a:pt x="1338" y="987"/>
                </a:cubicBezTo>
                <a:cubicBezTo>
                  <a:pt x="1341" y="987"/>
                  <a:pt x="1343" y="988"/>
                  <a:pt x="1345" y="989"/>
                </a:cubicBezTo>
                <a:cubicBezTo>
                  <a:pt x="1348" y="990"/>
                  <a:pt x="1350" y="993"/>
                  <a:pt x="1351" y="996"/>
                </a:cubicBezTo>
                <a:cubicBezTo>
                  <a:pt x="1351" y="1000"/>
                  <a:pt x="1351" y="1003"/>
                  <a:pt x="1349" y="1006"/>
                </a:cubicBezTo>
                <a:cubicBezTo>
                  <a:pt x="1349" y="1006"/>
                  <a:pt x="1349" y="1006"/>
                  <a:pt x="1349" y="1006"/>
                </a:cubicBezTo>
                <a:cubicBezTo>
                  <a:pt x="1347" y="1010"/>
                  <a:pt x="1343" y="1012"/>
                  <a:pt x="1338" y="1012"/>
                </a:cubicBezTo>
                <a:close/>
                <a:moveTo>
                  <a:pt x="1358" y="975"/>
                </a:moveTo>
                <a:cubicBezTo>
                  <a:pt x="1356" y="975"/>
                  <a:pt x="1354" y="974"/>
                  <a:pt x="1352" y="974"/>
                </a:cubicBezTo>
                <a:cubicBezTo>
                  <a:pt x="1349" y="972"/>
                  <a:pt x="1347" y="970"/>
                  <a:pt x="1346" y="966"/>
                </a:cubicBezTo>
                <a:cubicBezTo>
                  <a:pt x="1345" y="963"/>
                  <a:pt x="1345" y="960"/>
                  <a:pt x="1346" y="957"/>
                </a:cubicBezTo>
                <a:cubicBezTo>
                  <a:pt x="1359" y="929"/>
                  <a:pt x="1370" y="900"/>
                  <a:pt x="1378" y="872"/>
                </a:cubicBezTo>
                <a:cubicBezTo>
                  <a:pt x="1390" y="830"/>
                  <a:pt x="1397" y="788"/>
                  <a:pt x="1399" y="745"/>
                </a:cubicBezTo>
                <a:cubicBezTo>
                  <a:pt x="1400" y="735"/>
                  <a:pt x="1400" y="725"/>
                  <a:pt x="1400" y="716"/>
                </a:cubicBezTo>
                <a:cubicBezTo>
                  <a:pt x="1400" y="715"/>
                  <a:pt x="1400" y="715"/>
                  <a:pt x="1400" y="715"/>
                </a:cubicBezTo>
                <a:cubicBezTo>
                  <a:pt x="1400" y="688"/>
                  <a:pt x="1398" y="660"/>
                  <a:pt x="1394" y="633"/>
                </a:cubicBezTo>
                <a:cubicBezTo>
                  <a:pt x="1394" y="629"/>
                  <a:pt x="1395" y="626"/>
                  <a:pt x="1397" y="623"/>
                </a:cubicBezTo>
                <a:cubicBezTo>
                  <a:pt x="1399" y="621"/>
                  <a:pt x="1402" y="619"/>
                  <a:pt x="1405" y="618"/>
                </a:cubicBezTo>
                <a:cubicBezTo>
                  <a:pt x="1412" y="617"/>
                  <a:pt x="1418" y="622"/>
                  <a:pt x="1419" y="629"/>
                </a:cubicBezTo>
                <a:cubicBezTo>
                  <a:pt x="1424" y="658"/>
                  <a:pt x="1426" y="687"/>
                  <a:pt x="1426" y="715"/>
                </a:cubicBezTo>
                <a:cubicBezTo>
                  <a:pt x="1426" y="716"/>
                  <a:pt x="1426" y="716"/>
                  <a:pt x="1426" y="716"/>
                </a:cubicBezTo>
                <a:cubicBezTo>
                  <a:pt x="1426" y="726"/>
                  <a:pt x="1425" y="736"/>
                  <a:pt x="1425" y="746"/>
                </a:cubicBezTo>
                <a:cubicBezTo>
                  <a:pt x="1422" y="791"/>
                  <a:pt x="1415" y="836"/>
                  <a:pt x="1403" y="879"/>
                </a:cubicBezTo>
                <a:cubicBezTo>
                  <a:pt x="1394" y="909"/>
                  <a:pt x="1383" y="939"/>
                  <a:pt x="1369" y="967"/>
                </a:cubicBezTo>
                <a:cubicBezTo>
                  <a:pt x="1369" y="968"/>
                  <a:pt x="1369" y="968"/>
                  <a:pt x="1369" y="968"/>
                </a:cubicBezTo>
                <a:cubicBezTo>
                  <a:pt x="1369" y="968"/>
                  <a:pt x="1369" y="968"/>
                  <a:pt x="1369" y="968"/>
                </a:cubicBezTo>
                <a:cubicBezTo>
                  <a:pt x="1367" y="972"/>
                  <a:pt x="1362" y="975"/>
                  <a:pt x="1358" y="975"/>
                </a:cubicBezTo>
                <a:close/>
                <a:moveTo>
                  <a:pt x="19" y="812"/>
                </a:moveTo>
                <a:cubicBezTo>
                  <a:pt x="19" y="812"/>
                  <a:pt x="19" y="812"/>
                  <a:pt x="19" y="812"/>
                </a:cubicBezTo>
                <a:cubicBezTo>
                  <a:pt x="13" y="812"/>
                  <a:pt x="8" y="808"/>
                  <a:pt x="7" y="801"/>
                </a:cubicBezTo>
                <a:cubicBezTo>
                  <a:pt x="7" y="801"/>
                  <a:pt x="7" y="801"/>
                  <a:pt x="7" y="801"/>
                </a:cubicBezTo>
                <a:cubicBezTo>
                  <a:pt x="6" y="798"/>
                  <a:pt x="7" y="795"/>
                  <a:pt x="9" y="792"/>
                </a:cubicBezTo>
                <a:cubicBezTo>
                  <a:pt x="11" y="789"/>
                  <a:pt x="14" y="788"/>
                  <a:pt x="18" y="787"/>
                </a:cubicBezTo>
                <a:cubicBezTo>
                  <a:pt x="24" y="786"/>
                  <a:pt x="31" y="791"/>
                  <a:pt x="32" y="798"/>
                </a:cubicBezTo>
                <a:cubicBezTo>
                  <a:pt x="33" y="801"/>
                  <a:pt x="32" y="804"/>
                  <a:pt x="30" y="807"/>
                </a:cubicBezTo>
                <a:cubicBezTo>
                  <a:pt x="28" y="810"/>
                  <a:pt x="25" y="812"/>
                  <a:pt x="21" y="812"/>
                </a:cubicBezTo>
                <a:cubicBezTo>
                  <a:pt x="21" y="812"/>
                  <a:pt x="20" y="812"/>
                  <a:pt x="19" y="812"/>
                </a:cubicBezTo>
                <a:close/>
                <a:moveTo>
                  <a:pt x="15" y="770"/>
                </a:moveTo>
                <a:cubicBezTo>
                  <a:pt x="15" y="770"/>
                  <a:pt x="15" y="770"/>
                  <a:pt x="15" y="770"/>
                </a:cubicBezTo>
                <a:cubicBezTo>
                  <a:pt x="8" y="770"/>
                  <a:pt x="2" y="765"/>
                  <a:pt x="2" y="758"/>
                </a:cubicBezTo>
                <a:cubicBezTo>
                  <a:pt x="1" y="744"/>
                  <a:pt x="0" y="729"/>
                  <a:pt x="0" y="715"/>
                </a:cubicBezTo>
                <a:cubicBezTo>
                  <a:pt x="0" y="701"/>
                  <a:pt x="1" y="686"/>
                  <a:pt x="2" y="672"/>
                </a:cubicBezTo>
                <a:cubicBezTo>
                  <a:pt x="6" y="620"/>
                  <a:pt x="16" y="569"/>
                  <a:pt x="33" y="520"/>
                </a:cubicBezTo>
                <a:cubicBezTo>
                  <a:pt x="44" y="487"/>
                  <a:pt x="59" y="455"/>
                  <a:pt x="76" y="425"/>
                </a:cubicBezTo>
                <a:cubicBezTo>
                  <a:pt x="78" y="421"/>
                  <a:pt x="82" y="418"/>
                  <a:pt x="87" y="418"/>
                </a:cubicBezTo>
                <a:cubicBezTo>
                  <a:pt x="89" y="418"/>
                  <a:pt x="91" y="419"/>
                  <a:pt x="93" y="420"/>
                </a:cubicBezTo>
                <a:cubicBezTo>
                  <a:pt x="96" y="421"/>
                  <a:pt x="98" y="424"/>
                  <a:pt x="99" y="427"/>
                </a:cubicBezTo>
                <a:cubicBezTo>
                  <a:pt x="100" y="431"/>
                  <a:pt x="100" y="434"/>
                  <a:pt x="98" y="437"/>
                </a:cubicBezTo>
                <a:cubicBezTo>
                  <a:pt x="82" y="466"/>
                  <a:pt x="68" y="497"/>
                  <a:pt x="57" y="529"/>
                </a:cubicBezTo>
                <a:cubicBezTo>
                  <a:pt x="41" y="576"/>
                  <a:pt x="31" y="624"/>
                  <a:pt x="27" y="674"/>
                </a:cubicBezTo>
                <a:cubicBezTo>
                  <a:pt x="26" y="687"/>
                  <a:pt x="26" y="701"/>
                  <a:pt x="26" y="715"/>
                </a:cubicBezTo>
                <a:cubicBezTo>
                  <a:pt x="26" y="729"/>
                  <a:pt x="26" y="743"/>
                  <a:pt x="27" y="757"/>
                </a:cubicBezTo>
                <a:cubicBezTo>
                  <a:pt x="28" y="760"/>
                  <a:pt x="27" y="763"/>
                  <a:pt x="24" y="766"/>
                </a:cubicBezTo>
                <a:cubicBezTo>
                  <a:pt x="22" y="768"/>
                  <a:pt x="19" y="770"/>
                  <a:pt x="16" y="770"/>
                </a:cubicBezTo>
                <a:cubicBezTo>
                  <a:pt x="15" y="770"/>
                  <a:pt x="15" y="770"/>
                  <a:pt x="15" y="770"/>
                </a:cubicBezTo>
                <a:close/>
                <a:moveTo>
                  <a:pt x="1399" y="602"/>
                </a:moveTo>
                <a:cubicBezTo>
                  <a:pt x="1393" y="602"/>
                  <a:pt x="1388" y="598"/>
                  <a:pt x="1387" y="592"/>
                </a:cubicBezTo>
                <a:cubicBezTo>
                  <a:pt x="1385" y="585"/>
                  <a:pt x="1390" y="578"/>
                  <a:pt x="1397" y="577"/>
                </a:cubicBezTo>
                <a:cubicBezTo>
                  <a:pt x="1403" y="575"/>
                  <a:pt x="1410" y="580"/>
                  <a:pt x="1412" y="587"/>
                </a:cubicBezTo>
                <a:cubicBezTo>
                  <a:pt x="1412" y="590"/>
                  <a:pt x="1412" y="593"/>
                  <a:pt x="1410" y="596"/>
                </a:cubicBezTo>
                <a:cubicBezTo>
                  <a:pt x="1408" y="599"/>
                  <a:pt x="1405" y="601"/>
                  <a:pt x="1402" y="602"/>
                </a:cubicBezTo>
                <a:cubicBezTo>
                  <a:pt x="1401" y="602"/>
                  <a:pt x="1400" y="602"/>
                  <a:pt x="1399" y="602"/>
                </a:cubicBezTo>
                <a:close/>
                <a:moveTo>
                  <a:pt x="1389" y="561"/>
                </a:moveTo>
                <a:cubicBezTo>
                  <a:pt x="1389" y="561"/>
                  <a:pt x="1389" y="561"/>
                  <a:pt x="1389" y="561"/>
                </a:cubicBezTo>
                <a:cubicBezTo>
                  <a:pt x="1383" y="561"/>
                  <a:pt x="1378" y="557"/>
                  <a:pt x="1377" y="552"/>
                </a:cubicBezTo>
                <a:cubicBezTo>
                  <a:pt x="1359" y="491"/>
                  <a:pt x="1330" y="434"/>
                  <a:pt x="1293" y="382"/>
                </a:cubicBezTo>
                <a:cubicBezTo>
                  <a:pt x="1289" y="377"/>
                  <a:pt x="1285" y="372"/>
                  <a:pt x="1281" y="366"/>
                </a:cubicBezTo>
                <a:cubicBezTo>
                  <a:pt x="1278" y="363"/>
                  <a:pt x="1276" y="360"/>
                  <a:pt x="1273" y="356"/>
                </a:cubicBezTo>
                <a:cubicBezTo>
                  <a:pt x="1271" y="354"/>
                  <a:pt x="1269" y="352"/>
                  <a:pt x="1267" y="349"/>
                </a:cubicBezTo>
                <a:cubicBezTo>
                  <a:pt x="1264" y="345"/>
                  <a:pt x="1260" y="341"/>
                  <a:pt x="1256" y="337"/>
                </a:cubicBezTo>
                <a:cubicBezTo>
                  <a:pt x="1256" y="336"/>
                  <a:pt x="1256" y="336"/>
                  <a:pt x="1256" y="336"/>
                </a:cubicBezTo>
                <a:cubicBezTo>
                  <a:pt x="1255" y="335"/>
                  <a:pt x="1254" y="334"/>
                  <a:pt x="1253" y="332"/>
                </a:cubicBezTo>
                <a:cubicBezTo>
                  <a:pt x="1253" y="332"/>
                  <a:pt x="1253" y="332"/>
                  <a:pt x="1253" y="332"/>
                </a:cubicBezTo>
                <a:cubicBezTo>
                  <a:pt x="1241" y="320"/>
                  <a:pt x="1241" y="320"/>
                  <a:pt x="1241" y="320"/>
                </a:cubicBezTo>
                <a:cubicBezTo>
                  <a:pt x="1240" y="319"/>
                  <a:pt x="1239" y="318"/>
                  <a:pt x="1238" y="317"/>
                </a:cubicBezTo>
                <a:cubicBezTo>
                  <a:pt x="1236" y="314"/>
                  <a:pt x="1233" y="312"/>
                  <a:pt x="1230" y="309"/>
                </a:cubicBezTo>
                <a:cubicBezTo>
                  <a:pt x="1230" y="308"/>
                  <a:pt x="1230" y="308"/>
                  <a:pt x="1230" y="308"/>
                </a:cubicBezTo>
                <a:cubicBezTo>
                  <a:pt x="1197" y="276"/>
                  <a:pt x="1197" y="276"/>
                  <a:pt x="1197" y="276"/>
                </a:cubicBezTo>
                <a:cubicBezTo>
                  <a:pt x="1192" y="271"/>
                  <a:pt x="1192" y="263"/>
                  <a:pt x="1197" y="258"/>
                </a:cubicBezTo>
                <a:cubicBezTo>
                  <a:pt x="1202" y="253"/>
                  <a:pt x="1210" y="253"/>
                  <a:pt x="1215" y="258"/>
                </a:cubicBezTo>
                <a:cubicBezTo>
                  <a:pt x="1248" y="291"/>
                  <a:pt x="1248" y="291"/>
                  <a:pt x="1248" y="291"/>
                </a:cubicBezTo>
                <a:cubicBezTo>
                  <a:pt x="1251" y="294"/>
                  <a:pt x="1254" y="297"/>
                  <a:pt x="1257" y="300"/>
                </a:cubicBezTo>
                <a:cubicBezTo>
                  <a:pt x="1258" y="301"/>
                  <a:pt x="1259" y="302"/>
                  <a:pt x="1260" y="303"/>
                </a:cubicBezTo>
                <a:cubicBezTo>
                  <a:pt x="1271" y="315"/>
                  <a:pt x="1271" y="315"/>
                  <a:pt x="1271" y="315"/>
                </a:cubicBezTo>
                <a:cubicBezTo>
                  <a:pt x="1272" y="316"/>
                  <a:pt x="1274" y="318"/>
                  <a:pt x="1275" y="319"/>
                </a:cubicBezTo>
                <a:cubicBezTo>
                  <a:pt x="1275" y="319"/>
                  <a:pt x="1275" y="319"/>
                  <a:pt x="1275" y="319"/>
                </a:cubicBezTo>
                <a:cubicBezTo>
                  <a:pt x="1275" y="319"/>
                  <a:pt x="1275" y="320"/>
                  <a:pt x="1275" y="320"/>
                </a:cubicBezTo>
                <a:cubicBezTo>
                  <a:pt x="1279" y="324"/>
                  <a:pt x="1283" y="329"/>
                  <a:pt x="1287" y="333"/>
                </a:cubicBezTo>
                <a:cubicBezTo>
                  <a:pt x="1289" y="336"/>
                  <a:pt x="1291" y="338"/>
                  <a:pt x="1293" y="340"/>
                </a:cubicBezTo>
                <a:cubicBezTo>
                  <a:pt x="1293" y="341"/>
                  <a:pt x="1293" y="341"/>
                  <a:pt x="1293" y="341"/>
                </a:cubicBezTo>
                <a:cubicBezTo>
                  <a:pt x="1296" y="344"/>
                  <a:pt x="1298" y="347"/>
                  <a:pt x="1301" y="350"/>
                </a:cubicBezTo>
                <a:cubicBezTo>
                  <a:pt x="1305" y="356"/>
                  <a:pt x="1309" y="361"/>
                  <a:pt x="1314" y="367"/>
                </a:cubicBezTo>
                <a:cubicBezTo>
                  <a:pt x="1353" y="422"/>
                  <a:pt x="1382" y="481"/>
                  <a:pt x="1401" y="545"/>
                </a:cubicBezTo>
                <a:cubicBezTo>
                  <a:pt x="1403" y="551"/>
                  <a:pt x="1399" y="558"/>
                  <a:pt x="1392" y="560"/>
                </a:cubicBezTo>
                <a:cubicBezTo>
                  <a:pt x="1391" y="561"/>
                  <a:pt x="1390" y="561"/>
                  <a:pt x="1389" y="561"/>
                </a:cubicBezTo>
                <a:close/>
                <a:moveTo>
                  <a:pt x="109" y="407"/>
                </a:moveTo>
                <a:cubicBezTo>
                  <a:pt x="107" y="407"/>
                  <a:pt x="104" y="407"/>
                  <a:pt x="102" y="405"/>
                </a:cubicBezTo>
                <a:cubicBezTo>
                  <a:pt x="99" y="403"/>
                  <a:pt x="97" y="400"/>
                  <a:pt x="97" y="397"/>
                </a:cubicBezTo>
                <a:cubicBezTo>
                  <a:pt x="96" y="394"/>
                  <a:pt x="97" y="390"/>
                  <a:pt x="98" y="388"/>
                </a:cubicBezTo>
                <a:cubicBezTo>
                  <a:pt x="101" y="384"/>
                  <a:pt x="105" y="382"/>
                  <a:pt x="109" y="382"/>
                </a:cubicBezTo>
                <a:cubicBezTo>
                  <a:pt x="112" y="382"/>
                  <a:pt x="114" y="383"/>
                  <a:pt x="116" y="384"/>
                </a:cubicBezTo>
                <a:cubicBezTo>
                  <a:pt x="119" y="386"/>
                  <a:pt x="121" y="389"/>
                  <a:pt x="122" y="392"/>
                </a:cubicBezTo>
                <a:cubicBezTo>
                  <a:pt x="122" y="395"/>
                  <a:pt x="122" y="399"/>
                  <a:pt x="120" y="402"/>
                </a:cubicBezTo>
                <a:cubicBezTo>
                  <a:pt x="117" y="405"/>
                  <a:pt x="113" y="407"/>
                  <a:pt x="109" y="407"/>
                </a:cubicBezTo>
                <a:close/>
                <a:moveTo>
                  <a:pt x="134" y="373"/>
                </a:moveTo>
                <a:cubicBezTo>
                  <a:pt x="131" y="373"/>
                  <a:pt x="128" y="372"/>
                  <a:pt x="126" y="370"/>
                </a:cubicBezTo>
                <a:cubicBezTo>
                  <a:pt x="123" y="368"/>
                  <a:pt x="122" y="365"/>
                  <a:pt x="121" y="362"/>
                </a:cubicBezTo>
                <a:cubicBezTo>
                  <a:pt x="121" y="358"/>
                  <a:pt x="122" y="355"/>
                  <a:pt x="124" y="352"/>
                </a:cubicBezTo>
                <a:cubicBezTo>
                  <a:pt x="139" y="332"/>
                  <a:pt x="156" y="313"/>
                  <a:pt x="174" y="295"/>
                </a:cubicBezTo>
                <a:cubicBezTo>
                  <a:pt x="288" y="180"/>
                  <a:pt x="288" y="180"/>
                  <a:pt x="288" y="180"/>
                </a:cubicBezTo>
                <a:cubicBezTo>
                  <a:pt x="289" y="180"/>
                  <a:pt x="290" y="179"/>
                  <a:pt x="290" y="178"/>
                </a:cubicBezTo>
                <a:cubicBezTo>
                  <a:pt x="292" y="177"/>
                  <a:pt x="293" y="175"/>
                  <a:pt x="295" y="174"/>
                </a:cubicBezTo>
                <a:cubicBezTo>
                  <a:pt x="295" y="174"/>
                  <a:pt x="295" y="174"/>
                  <a:pt x="295" y="174"/>
                </a:cubicBezTo>
                <a:cubicBezTo>
                  <a:pt x="312" y="157"/>
                  <a:pt x="312" y="157"/>
                  <a:pt x="312" y="157"/>
                </a:cubicBezTo>
                <a:cubicBezTo>
                  <a:pt x="316" y="154"/>
                  <a:pt x="319" y="152"/>
                  <a:pt x="321" y="149"/>
                </a:cubicBezTo>
                <a:cubicBezTo>
                  <a:pt x="323" y="148"/>
                  <a:pt x="324" y="147"/>
                  <a:pt x="325" y="146"/>
                </a:cubicBezTo>
                <a:cubicBezTo>
                  <a:pt x="325" y="146"/>
                  <a:pt x="325" y="146"/>
                  <a:pt x="325" y="146"/>
                </a:cubicBezTo>
                <a:cubicBezTo>
                  <a:pt x="338" y="135"/>
                  <a:pt x="338" y="135"/>
                  <a:pt x="338" y="135"/>
                </a:cubicBezTo>
                <a:cubicBezTo>
                  <a:pt x="352" y="124"/>
                  <a:pt x="352" y="124"/>
                  <a:pt x="352" y="124"/>
                </a:cubicBezTo>
                <a:cubicBezTo>
                  <a:pt x="353" y="123"/>
                  <a:pt x="354" y="122"/>
                  <a:pt x="356" y="121"/>
                </a:cubicBezTo>
                <a:cubicBezTo>
                  <a:pt x="359" y="119"/>
                  <a:pt x="362" y="116"/>
                  <a:pt x="365" y="114"/>
                </a:cubicBezTo>
                <a:cubicBezTo>
                  <a:pt x="368" y="112"/>
                  <a:pt x="368" y="112"/>
                  <a:pt x="368" y="112"/>
                </a:cubicBezTo>
                <a:cubicBezTo>
                  <a:pt x="370" y="111"/>
                  <a:pt x="373" y="110"/>
                  <a:pt x="375" y="110"/>
                </a:cubicBezTo>
                <a:cubicBezTo>
                  <a:pt x="379" y="110"/>
                  <a:pt x="383" y="112"/>
                  <a:pt x="386" y="115"/>
                </a:cubicBezTo>
                <a:cubicBezTo>
                  <a:pt x="388" y="118"/>
                  <a:pt x="388" y="121"/>
                  <a:pt x="388" y="125"/>
                </a:cubicBezTo>
                <a:cubicBezTo>
                  <a:pt x="387" y="128"/>
                  <a:pt x="385" y="131"/>
                  <a:pt x="383" y="133"/>
                </a:cubicBezTo>
                <a:cubicBezTo>
                  <a:pt x="379" y="135"/>
                  <a:pt x="379" y="135"/>
                  <a:pt x="379" y="135"/>
                </a:cubicBezTo>
                <a:cubicBezTo>
                  <a:pt x="377" y="137"/>
                  <a:pt x="375" y="139"/>
                  <a:pt x="372" y="141"/>
                </a:cubicBezTo>
                <a:cubicBezTo>
                  <a:pt x="371" y="142"/>
                  <a:pt x="369" y="143"/>
                  <a:pt x="367" y="145"/>
                </a:cubicBezTo>
                <a:cubicBezTo>
                  <a:pt x="367" y="145"/>
                  <a:pt x="367" y="145"/>
                  <a:pt x="367" y="145"/>
                </a:cubicBezTo>
                <a:cubicBezTo>
                  <a:pt x="354" y="155"/>
                  <a:pt x="354" y="155"/>
                  <a:pt x="354" y="155"/>
                </a:cubicBezTo>
                <a:cubicBezTo>
                  <a:pt x="342" y="165"/>
                  <a:pt x="342" y="165"/>
                  <a:pt x="342" y="165"/>
                </a:cubicBezTo>
                <a:cubicBezTo>
                  <a:pt x="341" y="166"/>
                  <a:pt x="339" y="168"/>
                  <a:pt x="337" y="169"/>
                </a:cubicBezTo>
                <a:cubicBezTo>
                  <a:pt x="335" y="171"/>
                  <a:pt x="332" y="173"/>
                  <a:pt x="330" y="175"/>
                </a:cubicBezTo>
                <a:cubicBezTo>
                  <a:pt x="330" y="175"/>
                  <a:pt x="330" y="175"/>
                  <a:pt x="330" y="175"/>
                </a:cubicBezTo>
                <a:cubicBezTo>
                  <a:pt x="312" y="193"/>
                  <a:pt x="312" y="193"/>
                  <a:pt x="312" y="193"/>
                </a:cubicBezTo>
                <a:cubicBezTo>
                  <a:pt x="311" y="193"/>
                  <a:pt x="310" y="195"/>
                  <a:pt x="309" y="196"/>
                </a:cubicBezTo>
                <a:cubicBezTo>
                  <a:pt x="308" y="197"/>
                  <a:pt x="307" y="198"/>
                  <a:pt x="306" y="198"/>
                </a:cubicBezTo>
                <a:cubicBezTo>
                  <a:pt x="306" y="198"/>
                  <a:pt x="306" y="198"/>
                  <a:pt x="306" y="198"/>
                </a:cubicBezTo>
                <a:cubicBezTo>
                  <a:pt x="192" y="313"/>
                  <a:pt x="192" y="313"/>
                  <a:pt x="192" y="313"/>
                </a:cubicBezTo>
                <a:cubicBezTo>
                  <a:pt x="175" y="330"/>
                  <a:pt x="159" y="348"/>
                  <a:pt x="144" y="368"/>
                </a:cubicBezTo>
                <a:cubicBezTo>
                  <a:pt x="141" y="371"/>
                  <a:pt x="138" y="373"/>
                  <a:pt x="134" y="373"/>
                </a:cubicBezTo>
                <a:close/>
                <a:moveTo>
                  <a:pt x="1176" y="250"/>
                </a:moveTo>
                <a:cubicBezTo>
                  <a:pt x="1173" y="250"/>
                  <a:pt x="1170" y="248"/>
                  <a:pt x="1167" y="246"/>
                </a:cubicBezTo>
                <a:cubicBezTo>
                  <a:pt x="1162" y="241"/>
                  <a:pt x="1162" y="233"/>
                  <a:pt x="1167" y="228"/>
                </a:cubicBezTo>
                <a:cubicBezTo>
                  <a:pt x="1172" y="223"/>
                  <a:pt x="1181" y="223"/>
                  <a:pt x="1185" y="228"/>
                </a:cubicBezTo>
                <a:cubicBezTo>
                  <a:pt x="1188" y="230"/>
                  <a:pt x="1189" y="234"/>
                  <a:pt x="1189" y="237"/>
                </a:cubicBezTo>
                <a:cubicBezTo>
                  <a:pt x="1189" y="240"/>
                  <a:pt x="1188" y="244"/>
                  <a:pt x="1185" y="246"/>
                </a:cubicBezTo>
                <a:cubicBezTo>
                  <a:pt x="1183" y="248"/>
                  <a:pt x="1180" y="250"/>
                  <a:pt x="1176" y="250"/>
                </a:cubicBezTo>
                <a:close/>
                <a:moveTo>
                  <a:pt x="1146" y="220"/>
                </a:moveTo>
                <a:cubicBezTo>
                  <a:pt x="1146" y="220"/>
                  <a:pt x="1146" y="220"/>
                  <a:pt x="1146" y="220"/>
                </a:cubicBezTo>
                <a:cubicBezTo>
                  <a:pt x="1143" y="220"/>
                  <a:pt x="1140" y="218"/>
                  <a:pt x="1137" y="216"/>
                </a:cubicBezTo>
                <a:cubicBezTo>
                  <a:pt x="1116" y="194"/>
                  <a:pt x="1116" y="194"/>
                  <a:pt x="1116" y="194"/>
                </a:cubicBezTo>
                <a:cubicBezTo>
                  <a:pt x="1104" y="183"/>
                  <a:pt x="1104" y="183"/>
                  <a:pt x="1104" y="183"/>
                </a:cubicBezTo>
                <a:cubicBezTo>
                  <a:pt x="1073" y="153"/>
                  <a:pt x="1038" y="127"/>
                  <a:pt x="1002" y="106"/>
                </a:cubicBezTo>
                <a:cubicBezTo>
                  <a:pt x="1002" y="106"/>
                  <a:pt x="1002" y="106"/>
                  <a:pt x="1002" y="106"/>
                </a:cubicBezTo>
                <a:cubicBezTo>
                  <a:pt x="981" y="93"/>
                  <a:pt x="958" y="82"/>
                  <a:pt x="936" y="72"/>
                </a:cubicBezTo>
                <a:cubicBezTo>
                  <a:pt x="935" y="72"/>
                  <a:pt x="935" y="72"/>
                  <a:pt x="935" y="72"/>
                </a:cubicBezTo>
                <a:cubicBezTo>
                  <a:pt x="919" y="65"/>
                  <a:pt x="902" y="59"/>
                  <a:pt x="884" y="53"/>
                </a:cubicBezTo>
                <a:cubicBezTo>
                  <a:pt x="884" y="53"/>
                  <a:pt x="884" y="53"/>
                  <a:pt x="884" y="53"/>
                </a:cubicBezTo>
                <a:cubicBezTo>
                  <a:pt x="877" y="51"/>
                  <a:pt x="870" y="49"/>
                  <a:pt x="863" y="47"/>
                </a:cubicBezTo>
                <a:cubicBezTo>
                  <a:pt x="861" y="47"/>
                  <a:pt x="859" y="46"/>
                  <a:pt x="857" y="46"/>
                </a:cubicBezTo>
                <a:cubicBezTo>
                  <a:pt x="850" y="44"/>
                  <a:pt x="846" y="37"/>
                  <a:pt x="848" y="30"/>
                </a:cubicBezTo>
                <a:cubicBezTo>
                  <a:pt x="849" y="24"/>
                  <a:pt x="854" y="21"/>
                  <a:pt x="860" y="21"/>
                </a:cubicBezTo>
                <a:cubicBezTo>
                  <a:pt x="861" y="21"/>
                  <a:pt x="862" y="21"/>
                  <a:pt x="863" y="21"/>
                </a:cubicBezTo>
                <a:cubicBezTo>
                  <a:pt x="865" y="22"/>
                  <a:pt x="867" y="22"/>
                  <a:pt x="869" y="23"/>
                </a:cubicBezTo>
                <a:cubicBezTo>
                  <a:pt x="877" y="25"/>
                  <a:pt x="884" y="27"/>
                  <a:pt x="892" y="29"/>
                </a:cubicBezTo>
                <a:cubicBezTo>
                  <a:pt x="892" y="29"/>
                  <a:pt x="892" y="29"/>
                  <a:pt x="892" y="29"/>
                </a:cubicBezTo>
                <a:cubicBezTo>
                  <a:pt x="910" y="35"/>
                  <a:pt x="928" y="41"/>
                  <a:pt x="945" y="49"/>
                </a:cubicBezTo>
                <a:cubicBezTo>
                  <a:pt x="945" y="49"/>
                  <a:pt x="945" y="49"/>
                  <a:pt x="945" y="49"/>
                </a:cubicBezTo>
                <a:cubicBezTo>
                  <a:pt x="945" y="49"/>
                  <a:pt x="946" y="49"/>
                  <a:pt x="946" y="49"/>
                </a:cubicBezTo>
                <a:cubicBezTo>
                  <a:pt x="969" y="59"/>
                  <a:pt x="992" y="71"/>
                  <a:pt x="1014" y="84"/>
                </a:cubicBezTo>
                <a:cubicBezTo>
                  <a:pt x="1015" y="84"/>
                  <a:pt x="1015" y="84"/>
                  <a:pt x="1015" y="84"/>
                </a:cubicBezTo>
                <a:cubicBezTo>
                  <a:pt x="1053" y="106"/>
                  <a:pt x="1089" y="134"/>
                  <a:pt x="1121" y="165"/>
                </a:cubicBezTo>
                <a:cubicBezTo>
                  <a:pt x="1133" y="176"/>
                  <a:pt x="1133" y="176"/>
                  <a:pt x="1133" y="176"/>
                </a:cubicBezTo>
                <a:cubicBezTo>
                  <a:pt x="1155" y="198"/>
                  <a:pt x="1155" y="198"/>
                  <a:pt x="1155" y="198"/>
                </a:cubicBezTo>
                <a:cubicBezTo>
                  <a:pt x="1158" y="200"/>
                  <a:pt x="1159" y="204"/>
                  <a:pt x="1159" y="207"/>
                </a:cubicBezTo>
                <a:cubicBezTo>
                  <a:pt x="1159" y="210"/>
                  <a:pt x="1158" y="214"/>
                  <a:pt x="1155" y="216"/>
                </a:cubicBezTo>
                <a:cubicBezTo>
                  <a:pt x="1153" y="218"/>
                  <a:pt x="1150" y="220"/>
                  <a:pt x="1146" y="220"/>
                </a:cubicBezTo>
                <a:close/>
                <a:moveTo>
                  <a:pt x="411" y="112"/>
                </a:moveTo>
                <a:cubicBezTo>
                  <a:pt x="406" y="112"/>
                  <a:pt x="402" y="110"/>
                  <a:pt x="400" y="106"/>
                </a:cubicBezTo>
                <a:cubicBezTo>
                  <a:pt x="398" y="103"/>
                  <a:pt x="397" y="99"/>
                  <a:pt x="398" y="96"/>
                </a:cubicBezTo>
                <a:cubicBezTo>
                  <a:pt x="399" y="93"/>
                  <a:pt x="401" y="90"/>
                  <a:pt x="404" y="88"/>
                </a:cubicBezTo>
                <a:cubicBezTo>
                  <a:pt x="404" y="88"/>
                  <a:pt x="404" y="88"/>
                  <a:pt x="404" y="88"/>
                </a:cubicBezTo>
                <a:cubicBezTo>
                  <a:pt x="406" y="87"/>
                  <a:pt x="408" y="86"/>
                  <a:pt x="411" y="86"/>
                </a:cubicBezTo>
                <a:cubicBezTo>
                  <a:pt x="415" y="86"/>
                  <a:pt x="419" y="89"/>
                  <a:pt x="422" y="92"/>
                </a:cubicBezTo>
                <a:cubicBezTo>
                  <a:pt x="425" y="98"/>
                  <a:pt x="423" y="106"/>
                  <a:pt x="417" y="110"/>
                </a:cubicBezTo>
                <a:cubicBezTo>
                  <a:pt x="415" y="111"/>
                  <a:pt x="413" y="112"/>
                  <a:pt x="411" y="112"/>
                </a:cubicBezTo>
                <a:close/>
                <a:moveTo>
                  <a:pt x="448" y="91"/>
                </a:moveTo>
                <a:cubicBezTo>
                  <a:pt x="443" y="91"/>
                  <a:pt x="438" y="88"/>
                  <a:pt x="436" y="84"/>
                </a:cubicBezTo>
                <a:cubicBezTo>
                  <a:pt x="435" y="81"/>
                  <a:pt x="434" y="78"/>
                  <a:pt x="436" y="74"/>
                </a:cubicBezTo>
                <a:cubicBezTo>
                  <a:pt x="437" y="71"/>
                  <a:pt x="439" y="68"/>
                  <a:pt x="442" y="67"/>
                </a:cubicBezTo>
                <a:cubicBezTo>
                  <a:pt x="467" y="54"/>
                  <a:pt x="494" y="43"/>
                  <a:pt x="522" y="33"/>
                </a:cubicBezTo>
                <a:cubicBezTo>
                  <a:pt x="556" y="22"/>
                  <a:pt x="591" y="13"/>
                  <a:pt x="627" y="8"/>
                </a:cubicBezTo>
                <a:cubicBezTo>
                  <a:pt x="670" y="2"/>
                  <a:pt x="716" y="0"/>
                  <a:pt x="760" y="4"/>
                </a:cubicBezTo>
                <a:cubicBezTo>
                  <a:pt x="760" y="4"/>
                  <a:pt x="760" y="4"/>
                  <a:pt x="760" y="4"/>
                </a:cubicBezTo>
                <a:cubicBezTo>
                  <a:pt x="769" y="4"/>
                  <a:pt x="769" y="4"/>
                  <a:pt x="769" y="4"/>
                </a:cubicBezTo>
                <a:cubicBezTo>
                  <a:pt x="771" y="4"/>
                  <a:pt x="773" y="5"/>
                  <a:pt x="774" y="5"/>
                </a:cubicBezTo>
                <a:cubicBezTo>
                  <a:pt x="775" y="5"/>
                  <a:pt x="776" y="5"/>
                  <a:pt x="777" y="5"/>
                </a:cubicBezTo>
                <a:cubicBezTo>
                  <a:pt x="778" y="5"/>
                  <a:pt x="778" y="5"/>
                  <a:pt x="778" y="5"/>
                </a:cubicBezTo>
                <a:cubicBezTo>
                  <a:pt x="785" y="6"/>
                  <a:pt x="790" y="12"/>
                  <a:pt x="789" y="19"/>
                </a:cubicBezTo>
                <a:cubicBezTo>
                  <a:pt x="789" y="26"/>
                  <a:pt x="782" y="31"/>
                  <a:pt x="775" y="31"/>
                </a:cubicBezTo>
                <a:cubicBezTo>
                  <a:pt x="774" y="30"/>
                  <a:pt x="774" y="30"/>
                  <a:pt x="774" y="30"/>
                </a:cubicBezTo>
                <a:cubicBezTo>
                  <a:pt x="774" y="30"/>
                  <a:pt x="774" y="30"/>
                  <a:pt x="774" y="30"/>
                </a:cubicBezTo>
                <a:cubicBezTo>
                  <a:pt x="773" y="30"/>
                  <a:pt x="772" y="30"/>
                  <a:pt x="771" y="30"/>
                </a:cubicBezTo>
                <a:cubicBezTo>
                  <a:pt x="769" y="30"/>
                  <a:pt x="768" y="30"/>
                  <a:pt x="767" y="30"/>
                </a:cubicBezTo>
                <a:cubicBezTo>
                  <a:pt x="759" y="29"/>
                  <a:pt x="759" y="29"/>
                  <a:pt x="759" y="29"/>
                </a:cubicBezTo>
                <a:cubicBezTo>
                  <a:pt x="715" y="26"/>
                  <a:pt x="672" y="27"/>
                  <a:pt x="630" y="33"/>
                </a:cubicBezTo>
                <a:cubicBezTo>
                  <a:pt x="596" y="38"/>
                  <a:pt x="562" y="46"/>
                  <a:pt x="530" y="57"/>
                </a:cubicBezTo>
                <a:cubicBezTo>
                  <a:pt x="503" y="66"/>
                  <a:pt x="478" y="77"/>
                  <a:pt x="453" y="90"/>
                </a:cubicBezTo>
                <a:cubicBezTo>
                  <a:pt x="452" y="91"/>
                  <a:pt x="450" y="91"/>
                  <a:pt x="448" y="91"/>
                </a:cubicBezTo>
                <a:close/>
                <a:moveTo>
                  <a:pt x="819" y="37"/>
                </a:moveTo>
                <a:cubicBezTo>
                  <a:pt x="819" y="37"/>
                  <a:pt x="819" y="37"/>
                  <a:pt x="819" y="37"/>
                </a:cubicBezTo>
                <a:cubicBezTo>
                  <a:pt x="819" y="37"/>
                  <a:pt x="819" y="37"/>
                  <a:pt x="819" y="37"/>
                </a:cubicBezTo>
                <a:cubicBezTo>
                  <a:pt x="818" y="37"/>
                  <a:pt x="817" y="37"/>
                  <a:pt x="817" y="37"/>
                </a:cubicBezTo>
                <a:cubicBezTo>
                  <a:pt x="813" y="36"/>
                  <a:pt x="810" y="34"/>
                  <a:pt x="808" y="31"/>
                </a:cubicBezTo>
                <a:cubicBezTo>
                  <a:pt x="806" y="29"/>
                  <a:pt x="806" y="25"/>
                  <a:pt x="806" y="22"/>
                </a:cubicBezTo>
                <a:cubicBezTo>
                  <a:pt x="807" y="15"/>
                  <a:pt x="814" y="10"/>
                  <a:pt x="821" y="11"/>
                </a:cubicBezTo>
                <a:cubicBezTo>
                  <a:pt x="828" y="13"/>
                  <a:pt x="832" y="19"/>
                  <a:pt x="831" y="26"/>
                </a:cubicBezTo>
                <a:cubicBezTo>
                  <a:pt x="830" y="32"/>
                  <a:pt x="825" y="37"/>
                  <a:pt x="819" y="37"/>
                </a:cubicBezTo>
                <a:close/>
              </a:path>
            </a:pathLst>
          </a:custGeom>
          <a:solidFill>
            <a:srgbClr val="E9C9D5"/>
          </a:solidFill>
          <a:ln>
            <a:noFill/>
          </a:ln>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sp>
        <p:nvSpPr>
          <p:cNvPr id="82" name="Freeform 42">
            <a:extLst>
              <a:ext uri="{FF2B5EF4-FFF2-40B4-BE49-F238E27FC236}">
                <a16:creationId xmlns:a16="http://schemas.microsoft.com/office/drawing/2014/main" id="{32D10E20-837B-4E00-A39E-F387032B59EC}"/>
              </a:ext>
            </a:extLst>
          </p:cNvPr>
          <p:cNvSpPr>
            <a:spLocks noEditPoints="1"/>
          </p:cNvSpPr>
          <p:nvPr/>
        </p:nvSpPr>
        <p:spPr bwMode="auto">
          <a:xfrm>
            <a:off x="1871324" y="2279244"/>
            <a:ext cx="2303004" cy="2304750"/>
          </a:xfrm>
          <a:custGeom>
            <a:avLst/>
            <a:gdLst>
              <a:gd name="T0" fmla="*/ 661 w 1318"/>
              <a:gd name="T1" fmla="*/ 1292 h 1318"/>
              <a:gd name="T2" fmla="*/ 474 w 1318"/>
              <a:gd name="T3" fmla="*/ 1285 h 1318"/>
              <a:gd name="T4" fmla="*/ 324 w 1318"/>
              <a:gd name="T5" fmla="*/ 1201 h 1318"/>
              <a:gd name="T6" fmla="*/ 340 w 1318"/>
              <a:gd name="T7" fmla="*/ 1181 h 1318"/>
              <a:gd name="T8" fmla="*/ 483 w 1318"/>
              <a:gd name="T9" fmla="*/ 1261 h 1318"/>
              <a:gd name="T10" fmla="*/ 691 w 1318"/>
              <a:gd name="T11" fmla="*/ 1304 h 1318"/>
              <a:gd name="T12" fmla="*/ 848 w 1318"/>
              <a:gd name="T13" fmla="*/ 1256 h 1318"/>
              <a:gd name="T14" fmla="*/ 874 w 1318"/>
              <a:gd name="T15" fmla="*/ 1245 h 1318"/>
              <a:gd name="T16" fmla="*/ 983 w 1318"/>
              <a:gd name="T17" fmla="*/ 1177 h 1318"/>
              <a:gd name="T18" fmla="*/ 937 w 1318"/>
              <a:gd name="T19" fmla="*/ 1241 h 1318"/>
              <a:gd name="T20" fmla="*/ 873 w 1318"/>
              <a:gd name="T21" fmla="*/ 1274 h 1318"/>
              <a:gd name="T22" fmla="*/ 848 w 1318"/>
              <a:gd name="T23" fmla="*/ 1283 h 1318"/>
              <a:gd name="T24" fmla="*/ 299 w 1318"/>
              <a:gd name="T25" fmla="*/ 1175 h 1318"/>
              <a:gd name="T26" fmla="*/ 312 w 1318"/>
              <a:gd name="T27" fmla="*/ 1162 h 1318"/>
              <a:gd name="T28" fmla="*/ 1014 w 1318"/>
              <a:gd name="T29" fmla="*/ 1150 h 1318"/>
              <a:gd name="T30" fmla="*/ 260 w 1318"/>
              <a:gd name="T31" fmla="*/ 1142 h 1318"/>
              <a:gd name="T32" fmla="*/ 132 w 1318"/>
              <a:gd name="T33" fmla="*/ 1012 h 1318"/>
              <a:gd name="T34" fmla="*/ 93 w 1318"/>
              <a:gd name="T35" fmla="*/ 961 h 1318"/>
              <a:gd name="T36" fmla="*/ 107 w 1318"/>
              <a:gd name="T37" fmla="*/ 937 h 1318"/>
              <a:gd name="T38" fmla="*/ 151 w 1318"/>
              <a:gd name="T39" fmla="*/ 995 h 1318"/>
              <a:gd name="T40" fmla="*/ 278 w 1318"/>
              <a:gd name="T41" fmla="*/ 1124 h 1318"/>
              <a:gd name="T42" fmla="*/ 1044 w 1318"/>
              <a:gd name="T43" fmla="*/ 1120 h 1318"/>
              <a:gd name="T44" fmla="*/ 1170 w 1318"/>
              <a:gd name="T45" fmla="*/ 1024 h 1318"/>
              <a:gd name="T46" fmla="*/ 1262 w 1318"/>
              <a:gd name="T47" fmla="*/ 897 h 1318"/>
              <a:gd name="T48" fmla="*/ 39 w 1318"/>
              <a:gd name="T49" fmla="*/ 860 h 1318"/>
              <a:gd name="T50" fmla="*/ 56 w 1318"/>
              <a:gd name="T51" fmla="*/ 867 h 1318"/>
              <a:gd name="T52" fmla="*/ 1256 w 1318"/>
              <a:gd name="T53" fmla="*/ 848 h 1318"/>
              <a:gd name="T54" fmla="*/ 1268 w 1318"/>
              <a:gd name="T55" fmla="*/ 866 h 1318"/>
              <a:gd name="T56" fmla="*/ 23 w 1318"/>
              <a:gd name="T57" fmla="*/ 503 h 1318"/>
              <a:gd name="T58" fmla="*/ 26 w 1318"/>
              <a:gd name="T59" fmla="*/ 659 h 1318"/>
              <a:gd name="T60" fmla="*/ 37 w 1318"/>
              <a:gd name="T61" fmla="*/ 828 h 1318"/>
              <a:gd name="T62" fmla="*/ 1292 w 1318"/>
              <a:gd name="T63" fmla="*/ 659 h 1318"/>
              <a:gd name="T64" fmla="*/ 1282 w 1318"/>
              <a:gd name="T65" fmla="*/ 491 h 1318"/>
              <a:gd name="T66" fmla="*/ 1317 w 1318"/>
              <a:gd name="T67" fmla="*/ 687 h 1318"/>
              <a:gd name="T68" fmla="*/ 45 w 1318"/>
              <a:gd name="T69" fmla="*/ 477 h 1318"/>
              <a:gd name="T70" fmla="*/ 54 w 1318"/>
              <a:gd name="T71" fmla="*/ 454 h 1318"/>
              <a:gd name="T72" fmla="*/ 1256 w 1318"/>
              <a:gd name="T73" fmla="*/ 468 h 1318"/>
              <a:gd name="T74" fmla="*/ 1279 w 1318"/>
              <a:gd name="T75" fmla="*/ 469 h 1318"/>
              <a:gd name="T76" fmla="*/ 137 w 1318"/>
              <a:gd name="T77" fmla="*/ 299 h 1318"/>
              <a:gd name="T78" fmla="*/ 176 w 1318"/>
              <a:gd name="T79" fmla="*/ 295 h 1318"/>
              <a:gd name="T80" fmla="*/ 1195 w 1318"/>
              <a:gd name="T81" fmla="*/ 358 h 1318"/>
              <a:gd name="T82" fmla="*/ 1146 w 1318"/>
              <a:gd name="T83" fmla="*/ 299 h 1318"/>
              <a:gd name="T84" fmla="*/ 1037 w 1318"/>
              <a:gd name="T85" fmla="*/ 185 h 1318"/>
              <a:gd name="T86" fmla="*/ 1167 w 1318"/>
              <a:gd name="T87" fmla="*/ 284 h 1318"/>
              <a:gd name="T88" fmla="*/ 1216 w 1318"/>
              <a:gd name="T89" fmla="*/ 343 h 1318"/>
              <a:gd name="T90" fmla="*/ 297 w 1318"/>
              <a:gd name="T91" fmla="*/ 170 h 1318"/>
              <a:gd name="T92" fmla="*/ 297 w 1318"/>
              <a:gd name="T93" fmla="*/ 170 h 1318"/>
              <a:gd name="T94" fmla="*/ 1029 w 1318"/>
              <a:gd name="T95" fmla="*/ 164 h 1318"/>
              <a:gd name="T96" fmla="*/ 331 w 1318"/>
              <a:gd name="T97" fmla="*/ 111 h 1318"/>
              <a:gd name="T98" fmla="*/ 580 w 1318"/>
              <a:gd name="T99" fmla="*/ 5 h 1318"/>
              <a:gd name="T100" fmla="*/ 457 w 1318"/>
              <a:gd name="T101" fmla="*/ 66 h 1318"/>
              <a:gd name="T102" fmla="*/ 336 w 1318"/>
              <a:gd name="T103" fmla="*/ 139 h 1318"/>
              <a:gd name="T104" fmla="*/ 836 w 1318"/>
              <a:gd name="T105" fmla="*/ 57 h 1318"/>
              <a:gd name="T106" fmla="*/ 776 w 1318"/>
              <a:gd name="T107" fmla="*/ 39 h 1318"/>
              <a:gd name="T108" fmla="*/ 730 w 1318"/>
              <a:gd name="T109" fmla="*/ 30 h 1318"/>
              <a:gd name="T110" fmla="*/ 691 w 1318"/>
              <a:gd name="T111" fmla="*/ 22 h 1318"/>
              <a:gd name="T112" fmla="*/ 733 w 1318"/>
              <a:gd name="T113" fmla="*/ 5 h 1318"/>
              <a:gd name="T114" fmla="*/ 781 w 1318"/>
              <a:gd name="T115" fmla="*/ 14 h 1318"/>
              <a:gd name="T116" fmla="*/ 933 w 1318"/>
              <a:gd name="T117" fmla="*/ 74 h 1318"/>
              <a:gd name="T118" fmla="*/ 988 w 1318"/>
              <a:gd name="T119" fmla="*/ 140 h 1318"/>
              <a:gd name="T120" fmla="*/ 658 w 1318"/>
              <a:gd name="T121" fmla="*/ 25 h 1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18" h="1318">
                <a:moveTo>
                  <a:pt x="662" y="1318"/>
                </a:moveTo>
                <a:cubicBezTo>
                  <a:pt x="661" y="1318"/>
                  <a:pt x="661" y="1318"/>
                  <a:pt x="661" y="1318"/>
                </a:cubicBezTo>
                <a:cubicBezTo>
                  <a:pt x="654" y="1318"/>
                  <a:pt x="649" y="1312"/>
                  <a:pt x="649" y="1305"/>
                </a:cubicBezTo>
                <a:cubicBezTo>
                  <a:pt x="649" y="1301"/>
                  <a:pt x="650" y="1298"/>
                  <a:pt x="652" y="1296"/>
                </a:cubicBezTo>
                <a:cubicBezTo>
                  <a:pt x="655" y="1293"/>
                  <a:pt x="658" y="1292"/>
                  <a:pt x="661" y="1292"/>
                </a:cubicBezTo>
                <a:cubicBezTo>
                  <a:pt x="661" y="1292"/>
                  <a:pt x="661" y="1292"/>
                  <a:pt x="661" y="1292"/>
                </a:cubicBezTo>
                <a:cubicBezTo>
                  <a:pt x="668" y="1292"/>
                  <a:pt x="674" y="1298"/>
                  <a:pt x="674" y="1305"/>
                </a:cubicBezTo>
                <a:cubicBezTo>
                  <a:pt x="674" y="1308"/>
                  <a:pt x="673" y="1311"/>
                  <a:pt x="670" y="1314"/>
                </a:cubicBezTo>
                <a:cubicBezTo>
                  <a:pt x="668" y="1316"/>
                  <a:pt x="665" y="1318"/>
                  <a:pt x="662" y="1318"/>
                </a:cubicBezTo>
                <a:close/>
                <a:moveTo>
                  <a:pt x="619" y="1316"/>
                </a:moveTo>
                <a:cubicBezTo>
                  <a:pt x="619" y="1316"/>
                  <a:pt x="618" y="1316"/>
                  <a:pt x="618" y="1316"/>
                </a:cubicBezTo>
                <a:cubicBezTo>
                  <a:pt x="568" y="1312"/>
                  <a:pt x="520" y="1302"/>
                  <a:pt x="474" y="1285"/>
                </a:cubicBezTo>
                <a:cubicBezTo>
                  <a:pt x="472" y="1284"/>
                  <a:pt x="471" y="1284"/>
                  <a:pt x="469" y="1283"/>
                </a:cubicBezTo>
                <a:cubicBezTo>
                  <a:pt x="430" y="1268"/>
                  <a:pt x="394" y="1250"/>
                  <a:pt x="361" y="1228"/>
                </a:cubicBezTo>
                <a:cubicBezTo>
                  <a:pt x="348" y="1219"/>
                  <a:pt x="348" y="1219"/>
                  <a:pt x="348" y="1219"/>
                </a:cubicBezTo>
                <a:cubicBezTo>
                  <a:pt x="347" y="1219"/>
                  <a:pt x="347" y="1218"/>
                  <a:pt x="346" y="1217"/>
                </a:cubicBezTo>
                <a:cubicBezTo>
                  <a:pt x="343" y="1215"/>
                  <a:pt x="339" y="1213"/>
                  <a:pt x="336" y="1210"/>
                </a:cubicBezTo>
                <a:cubicBezTo>
                  <a:pt x="324" y="1201"/>
                  <a:pt x="324" y="1201"/>
                  <a:pt x="324" y="1201"/>
                </a:cubicBezTo>
                <a:cubicBezTo>
                  <a:pt x="324" y="1201"/>
                  <a:pt x="324" y="1201"/>
                  <a:pt x="324" y="1201"/>
                </a:cubicBezTo>
                <a:cubicBezTo>
                  <a:pt x="323" y="1200"/>
                  <a:pt x="323" y="1200"/>
                  <a:pt x="323" y="1200"/>
                </a:cubicBezTo>
                <a:cubicBezTo>
                  <a:pt x="318" y="1196"/>
                  <a:pt x="317" y="1188"/>
                  <a:pt x="321" y="1183"/>
                </a:cubicBezTo>
                <a:cubicBezTo>
                  <a:pt x="324" y="1179"/>
                  <a:pt x="327" y="1178"/>
                  <a:pt x="331" y="1178"/>
                </a:cubicBezTo>
                <a:cubicBezTo>
                  <a:pt x="334" y="1178"/>
                  <a:pt x="337" y="1179"/>
                  <a:pt x="339" y="1180"/>
                </a:cubicBezTo>
                <a:cubicBezTo>
                  <a:pt x="339" y="1180"/>
                  <a:pt x="339" y="1181"/>
                  <a:pt x="340" y="1181"/>
                </a:cubicBezTo>
                <a:cubicBezTo>
                  <a:pt x="352" y="1190"/>
                  <a:pt x="352" y="1190"/>
                  <a:pt x="352" y="1190"/>
                </a:cubicBezTo>
                <a:cubicBezTo>
                  <a:pt x="354" y="1192"/>
                  <a:pt x="357" y="1194"/>
                  <a:pt x="360" y="1196"/>
                </a:cubicBezTo>
                <a:cubicBezTo>
                  <a:pt x="361" y="1197"/>
                  <a:pt x="362" y="1198"/>
                  <a:pt x="363" y="1198"/>
                </a:cubicBezTo>
                <a:cubicBezTo>
                  <a:pt x="375" y="1207"/>
                  <a:pt x="375" y="1207"/>
                  <a:pt x="375" y="1207"/>
                </a:cubicBezTo>
                <a:cubicBezTo>
                  <a:pt x="406" y="1228"/>
                  <a:pt x="441" y="1245"/>
                  <a:pt x="478" y="1259"/>
                </a:cubicBezTo>
                <a:cubicBezTo>
                  <a:pt x="480" y="1260"/>
                  <a:pt x="481" y="1260"/>
                  <a:pt x="483" y="1261"/>
                </a:cubicBezTo>
                <a:cubicBezTo>
                  <a:pt x="526" y="1277"/>
                  <a:pt x="572" y="1287"/>
                  <a:pt x="620" y="1291"/>
                </a:cubicBezTo>
                <a:cubicBezTo>
                  <a:pt x="623" y="1291"/>
                  <a:pt x="626" y="1292"/>
                  <a:pt x="629" y="1295"/>
                </a:cubicBezTo>
                <a:cubicBezTo>
                  <a:pt x="631" y="1298"/>
                  <a:pt x="632" y="1301"/>
                  <a:pt x="632" y="1304"/>
                </a:cubicBezTo>
                <a:cubicBezTo>
                  <a:pt x="631" y="1311"/>
                  <a:pt x="626" y="1316"/>
                  <a:pt x="619" y="1316"/>
                </a:cubicBezTo>
                <a:close/>
                <a:moveTo>
                  <a:pt x="704" y="1316"/>
                </a:moveTo>
                <a:cubicBezTo>
                  <a:pt x="697" y="1316"/>
                  <a:pt x="692" y="1311"/>
                  <a:pt x="691" y="1304"/>
                </a:cubicBezTo>
                <a:cubicBezTo>
                  <a:pt x="691" y="1297"/>
                  <a:pt x="696" y="1291"/>
                  <a:pt x="703" y="1290"/>
                </a:cubicBezTo>
                <a:cubicBezTo>
                  <a:pt x="704" y="1290"/>
                  <a:pt x="705" y="1290"/>
                  <a:pt x="707" y="1290"/>
                </a:cubicBezTo>
                <a:cubicBezTo>
                  <a:pt x="745" y="1286"/>
                  <a:pt x="783" y="1278"/>
                  <a:pt x="820" y="1266"/>
                </a:cubicBezTo>
                <a:cubicBezTo>
                  <a:pt x="821" y="1266"/>
                  <a:pt x="821" y="1266"/>
                  <a:pt x="821" y="1266"/>
                </a:cubicBezTo>
                <a:cubicBezTo>
                  <a:pt x="827" y="1264"/>
                  <a:pt x="833" y="1262"/>
                  <a:pt x="839" y="1260"/>
                </a:cubicBezTo>
                <a:cubicBezTo>
                  <a:pt x="842" y="1259"/>
                  <a:pt x="845" y="1257"/>
                  <a:pt x="848" y="1256"/>
                </a:cubicBezTo>
                <a:cubicBezTo>
                  <a:pt x="848" y="1256"/>
                  <a:pt x="848" y="1256"/>
                  <a:pt x="848" y="1256"/>
                </a:cubicBezTo>
                <a:cubicBezTo>
                  <a:pt x="851" y="1255"/>
                  <a:pt x="854" y="1254"/>
                  <a:pt x="858" y="1252"/>
                </a:cubicBezTo>
                <a:cubicBezTo>
                  <a:pt x="859" y="1252"/>
                  <a:pt x="860" y="1251"/>
                  <a:pt x="861" y="1251"/>
                </a:cubicBezTo>
                <a:cubicBezTo>
                  <a:pt x="862" y="1250"/>
                  <a:pt x="862" y="1250"/>
                  <a:pt x="862" y="1250"/>
                </a:cubicBezTo>
                <a:cubicBezTo>
                  <a:pt x="863" y="1250"/>
                  <a:pt x="863" y="1250"/>
                  <a:pt x="863" y="1250"/>
                </a:cubicBezTo>
                <a:cubicBezTo>
                  <a:pt x="874" y="1245"/>
                  <a:pt x="874" y="1245"/>
                  <a:pt x="874" y="1245"/>
                </a:cubicBezTo>
                <a:cubicBezTo>
                  <a:pt x="877" y="1244"/>
                  <a:pt x="879" y="1243"/>
                  <a:pt x="881" y="1242"/>
                </a:cubicBezTo>
                <a:cubicBezTo>
                  <a:pt x="888" y="1238"/>
                  <a:pt x="894" y="1235"/>
                  <a:pt x="900" y="1232"/>
                </a:cubicBezTo>
                <a:cubicBezTo>
                  <a:pt x="920" y="1221"/>
                  <a:pt x="920" y="1221"/>
                  <a:pt x="920" y="1221"/>
                </a:cubicBezTo>
                <a:cubicBezTo>
                  <a:pt x="921" y="1221"/>
                  <a:pt x="922" y="1220"/>
                  <a:pt x="923" y="1219"/>
                </a:cubicBezTo>
                <a:cubicBezTo>
                  <a:pt x="924" y="1219"/>
                  <a:pt x="925" y="1218"/>
                  <a:pt x="926" y="1218"/>
                </a:cubicBezTo>
                <a:cubicBezTo>
                  <a:pt x="945" y="1206"/>
                  <a:pt x="965" y="1192"/>
                  <a:pt x="983" y="1177"/>
                </a:cubicBezTo>
                <a:cubicBezTo>
                  <a:pt x="985" y="1176"/>
                  <a:pt x="988" y="1175"/>
                  <a:pt x="991" y="1175"/>
                </a:cubicBezTo>
                <a:cubicBezTo>
                  <a:pt x="994" y="1175"/>
                  <a:pt x="998" y="1176"/>
                  <a:pt x="1001" y="1179"/>
                </a:cubicBezTo>
                <a:cubicBezTo>
                  <a:pt x="1003" y="1182"/>
                  <a:pt x="1004" y="1185"/>
                  <a:pt x="1003" y="1189"/>
                </a:cubicBezTo>
                <a:cubicBezTo>
                  <a:pt x="1003" y="1192"/>
                  <a:pt x="1001" y="1195"/>
                  <a:pt x="999" y="1197"/>
                </a:cubicBezTo>
                <a:cubicBezTo>
                  <a:pt x="980" y="1213"/>
                  <a:pt x="960" y="1227"/>
                  <a:pt x="939" y="1239"/>
                </a:cubicBezTo>
                <a:cubicBezTo>
                  <a:pt x="938" y="1240"/>
                  <a:pt x="938" y="1240"/>
                  <a:pt x="937" y="1241"/>
                </a:cubicBezTo>
                <a:cubicBezTo>
                  <a:pt x="935" y="1242"/>
                  <a:pt x="934" y="1243"/>
                  <a:pt x="932" y="1244"/>
                </a:cubicBezTo>
                <a:cubicBezTo>
                  <a:pt x="912" y="1255"/>
                  <a:pt x="912" y="1255"/>
                  <a:pt x="912" y="1255"/>
                </a:cubicBezTo>
                <a:cubicBezTo>
                  <a:pt x="906" y="1258"/>
                  <a:pt x="899" y="1261"/>
                  <a:pt x="892" y="1265"/>
                </a:cubicBezTo>
                <a:cubicBezTo>
                  <a:pt x="890" y="1266"/>
                  <a:pt x="888" y="1267"/>
                  <a:pt x="885" y="1268"/>
                </a:cubicBezTo>
                <a:cubicBezTo>
                  <a:pt x="885" y="1268"/>
                  <a:pt x="885" y="1268"/>
                  <a:pt x="885" y="1268"/>
                </a:cubicBezTo>
                <a:cubicBezTo>
                  <a:pt x="873" y="1274"/>
                  <a:pt x="873" y="1274"/>
                  <a:pt x="873" y="1274"/>
                </a:cubicBezTo>
                <a:cubicBezTo>
                  <a:pt x="873" y="1274"/>
                  <a:pt x="872" y="1274"/>
                  <a:pt x="872" y="1274"/>
                </a:cubicBezTo>
                <a:cubicBezTo>
                  <a:pt x="871" y="1274"/>
                  <a:pt x="871" y="1274"/>
                  <a:pt x="871" y="1274"/>
                </a:cubicBezTo>
                <a:cubicBezTo>
                  <a:pt x="870" y="1275"/>
                  <a:pt x="869" y="1275"/>
                  <a:pt x="868" y="1276"/>
                </a:cubicBezTo>
                <a:cubicBezTo>
                  <a:pt x="865" y="1277"/>
                  <a:pt x="861" y="1279"/>
                  <a:pt x="857" y="1280"/>
                </a:cubicBezTo>
                <a:cubicBezTo>
                  <a:pt x="857" y="1280"/>
                  <a:pt x="857" y="1280"/>
                  <a:pt x="857" y="1280"/>
                </a:cubicBezTo>
                <a:cubicBezTo>
                  <a:pt x="854" y="1281"/>
                  <a:pt x="851" y="1282"/>
                  <a:pt x="848" y="1283"/>
                </a:cubicBezTo>
                <a:cubicBezTo>
                  <a:pt x="842" y="1286"/>
                  <a:pt x="835" y="1288"/>
                  <a:pt x="828" y="1290"/>
                </a:cubicBezTo>
                <a:cubicBezTo>
                  <a:pt x="789" y="1303"/>
                  <a:pt x="749" y="1312"/>
                  <a:pt x="709" y="1315"/>
                </a:cubicBezTo>
                <a:cubicBezTo>
                  <a:pt x="708" y="1315"/>
                  <a:pt x="708" y="1315"/>
                  <a:pt x="708" y="1315"/>
                </a:cubicBezTo>
                <a:cubicBezTo>
                  <a:pt x="707" y="1316"/>
                  <a:pt x="706" y="1316"/>
                  <a:pt x="705" y="1316"/>
                </a:cubicBezTo>
                <a:cubicBezTo>
                  <a:pt x="705" y="1316"/>
                  <a:pt x="704" y="1316"/>
                  <a:pt x="704" y="1316"/>
                </a:cubicBezTo>
                <a:close/>
                <a:moveTo>
                  <a:pt x="299" y="1175"/>
                </a:moveTo>
                <a:cubicBezTo>
                  <a:pt x="296" y="1175"/>
                  <a:pt x="293" y="1174"/>
                  <a:pt x="290" y="1172"/>
                </a:cubicBezTo>
                <a:cubicBezTo>
                  <a:pt x="290" y="1172"/>
                  <a:pt x="290" y="1172"/>
                  <a:pt x="290" y="1172"/>
                </a:cubicBezTo>
                <a:cubicBezTo>
                  <a:pt x="288" y="1170"/>
                  <a:pt x="287" y="1166"/>
                  <a:pt x="286" y="1163"/>
                </a:cubicBezTo>
                <a:cubicBezTo>
                  <a:pt x="286" y="1160"/>
                  <a:pt x="288" y="1156"/>
                  <a:pt x="290" y="1154"/>
                </a:cubicBezTo>
                <a:cubicBezTo>
                  <a:pt x="295" y="1149"/>
                  <a:pt x="303" y="1149"/>
                  <a:pt x="308" y="1153"/>
                </a:cubicBezTo>
                <a:cubicBezTo>
                  <a:pt x="310" y="1156"/>
                  <a:pt x="312" y="1159"/>
                  <a:pt x="312" y="1162"/>
                </a:cubicBezTo>
                <a:cubicBezTo>
                  <a:pt x="312" y="1166"/>
                  <a:pt x="311" y="1169"/>
                  <a:pt x="308" y="1171"/>
                </a:cubicBezTo>
                <a:cubicBezTo>
                  <a:pt x="306" y="1174"/>
                  <a:pt x="303" y="1175"/>
                  <a:pt x="299" y="1175"/>
                </a:cubicBezTo>
                <a:close/>
                <a:moveTo>
                  <a:pt x="1022" y="1172"/>
                </a:moveTo>
                <a:cubicBezTo>
                  <a:pt x="1019" y="1172"/>
                  <a:pt x="1016" y="1171"/>
                  <a:pt x="1013" y="1168"/>
                </a:cubicBezTo>
                <a:cubicBezTo>
                  <a:pt x="1008" y="1163"/>
                  <a:pt x="1009" y="1155"/>
                  <a:pt x="1014" y="1150"/>
                </a:cubicBezTo>
                <a:cubicBezTo>
                  <a:pt x="1014" y="1150"/>
                  <a:pt x="1014" y="1150"/>
                  <a:pt x="1014" y="1150"/>
                </a:cubicBezTo>
                <a:cubicBezTo>
                  <a:pt x="1014" y="1150"/>
                  <a:pt x="1014" y="1150"/>
                  <a:pt x="1014" y="1150"/>
                </a:cubicBezTo>
                <a:cubicBezTo>
                  <a:pt x="1019" y="1145"/>
                  <a:pt x="1027" y="1146"/>
                  <a:pt x="1032" y="1150"/>
                </a:cubicBezTo>
                <a:cubicBezTo>
                  <a:pt x="1037" y="1156"/>
                  <a:pt x="1036" y="1164"/>
                  <a:pt x="1031" y="1168"/>
                </a:cubicBezTo>
                <a:cubicBezTo>
                  <a:pt x="1029" y="1171"/>
                  <a:pt x="1026" y="1172"/>
                  <a:pt x="1022" y="1172"/>
                </a:cubicBezTo>
                <a:close/>
                <a:moveTo>
                  <a:pt x="269" y="1146"/>
                </a:moveTo>
                <a:cubicBezTo>
                  <a:pt x="265" y="1146"/>
                  <a:pt x="262" y="1144"/>
                  <a:pt x="260" y="1142"/>
                </a:cubicBezTo>
                <a:cubicBezTo>
                  <a:pt x="158" y="1040"/>
                  <a:pt x="158" y="1040"/>
                  <a:pt x="158" y="1040"/>
                </a:cubicBezTo>
                <a:cubicBezTo>
                  <a:pt x="158" y="1040"/>
                  <a:pt x="158" y="1040"/>
                  <a:pt x="157" y="1039"/>
                </a:cubicBezTo>
                <a:cubicBezTo>
                  <a:pt x="142" y="1023"/>
                  <a:pt x="142" y="1023"/>
                  <a:pt x="142" y="1023"/>
                </a:cubicBezTo>
                <a:cubicBezTo>
                  <a:pt x="139" y="1021"/>
                  <a:pt x="137" y="1018"/>
                  <a:pt x="135" y="1015"/>
                </a:cubicBezTo>
                <a:cubicBezTo>
                  <a:pt x="134" y="1014"/>
                  <a:pt x="133" y="1013"/>
                  <a:pt x="132" y="1012"/>
                </a:cubicBezTo>
                <a:cubicBezTo>
                  <a:pt x="132" y="1012"/>
                  <a:pt x="132" y="1012"/>
                  <a:pt x="132" y="1012"/>
                </a:cubicBezTo>
                <a:cubicBezTo>
                  <a:pt x="122" y="1000"/>
                  <a:pt x="122" y="1000"/>
                  <a:pt x="122" y="1000"/>
                </a:cubicBezTo>
                <a:cubicBezTo>
                  <a:pt x="120" y="998"/>
                  <a:pt x="119" y="996"/>
                  <a:pt x="117" y="994"/>
                </a:cubicBezTo>
                <a:cubicBezTo>
                  <a:pt x="113" y="988"/>
                  <a:pt x="108" y="982"/>
                  <a:pt x="103" y="976"/>
                </a:cubicBezTo>
                <a:cubicBezTo>
                  <a:pt x="103" y="976"/>
                  <a:pt x="103" y="976"/>
                  <a:pt x="103" y="976"/>
                </a:cubicBezTo>
                <a:cubicBezTo>
                  <a:pt x="95" y="963"/>
                  <a:pt x="95" y="963"/>
                  <a:pt x="95" y="963"/>
                </a:cubicBezTo>
                <a:cubicBezTo>
                  <a:pt x="94" y="963"/>
                  <a:pt x="94" y="962"/>
                  <a:pt x="93" y="961"/>
                </a:cubicBezTo>
                <a:cubicBezTo>
                  <a:pt x="91" y="958"/>
                  <a:pt x="88" y="955"/>
                  <a:pt x="86" y="951"/>
                </a:cubicBezTo>
                <a:cubicBezTo>
                  <a:pt x="75" y="934"/>
                  <a:pt x="66" y="917"/>
                  <a:pt x="57" y="899"/>
                </a:cubicBezTo>
                <a:cubicBezTo>
                  <a:pt x="54" y="893"/>
                  <a:pt x="56" y="885"/>
                  <a:pt x="63" y="882"/>
                </a:cubicBezTo>
                <a:cubicBezTo>
                  <a:pt x="64" y="881"/>
                  <a:pt x="66" y="881"/>
                  <a:pt x="68" y="881"/>
                </a:cubicBezTo>
                <a:cubicBezTo>
                  <a:pt x="73" y="881"/>
                  <a:pt x="78" y="884"/>
                  <a:pt x="80" y="888"/>
                </a:cubicBezTo>
                <a:cubicBezTo>
                  <a:pt x="88" y="905"/>
                  <a:pt x="97" y="921"/>
                  <a:pt x="107" y="937"/>
                </a:cubicBezTo>
                <a:cubicBezTo>
                  <a:pt x="108" y="937"/>
                  <a:pt x="108" y="937"/>
                  <a:pt x="108" y="937"/>
                </a:cubicBezTo>
                <a:cubicBezTo>
                  <a:pt x="110" y="940"/>
                  <a:pt x="112" y="944"/>
                  <a:pt x="114" y="947"/>
                </a:cubicBezTo>
                <a:cubicBezTo>
                  <a:pt x="124" y="961"/>
                  <a:pt x="124" y="961"/>
                  <a:pt x="124" y="961"/>
                </a:cubicBezTo>
                <a:cubicBezTo>
                  <a:pt x="128" y="967"/>
                  <a:pt x="133" y="972"/>
                  <a:pt x="137" y="978"/>
                </a:cubicBezTo>
                <a:cubicBezTo>
                  <a:pt x="139" y="980"/>
                  <a:pt x="140" y="982"/>
                  <a:pt x="141" y="984"/>
                </a:cubicBezTo>
                <a:cubicBezTo>
                  <a:pt x="151" y="995"/>
                  <a:pt x="151" y="995"/>
                  <a:pt x="151" y="995"/>
                </a:cubicBezTo>
                <a:cubicBezTo>
                  <a:pt x="152" y="997"/>
                  <a:pt x="154" y="998"/>
                  <a:pt x="155" y="999"/>
                </a:cubicBezTo>
                <a:cubicBezTo>
                  <a:pt x="157" y="1002"/>
                  <a:pt x="159" y="1004"/>
                  <a:pt x="160" y="1005"/>
                </a:cubicBezTo>
                <a:cubicBezTo>
                  <a:pt x="160" y="1006"/>
                  <a:pt x="160" y="1006"/>
                  <a:pt x="160" y="1006"/>
                </a:cubicBezTo>
                <a:cubicBezTo>
                  <a:pt x="176" y="1022"/>
                  <a:pt x="176" y="1022"/>
                  <a:pt x="176" y="1022"/>
                </a:cubicBezTo>
                <a:cubicBezTo>
                  <a:pt x="176" y="1022"/>
                  <a:pt x="176" y="1022"/>
                  <a:pt x="176" y="1022"/>
                </a:cubicBezTo>
                <a:cubicBezTo>
                  <a:pt x="278" y="1124"/>
                  <a:pt x="278" y="1124"/>
                  <a:pt x="278" y="1124"/>
                </a:cubicBezTo>
                <a:cubicBezTo>
                  <a:pt x="283" y="1129"/>
                  <a:pt x="283" y="1137"/>
                  <a:pt x="278" y="1142"/>
                </a:cubicBezTo>
                <a:cubicBezTo>
                  <a:pt x="275" y="1144"/>
                  <a:pt x="272" y="1146"/>
                  <a:pt x="269" y="1146"/>
                </a:cubicBezTo>
                <a:close/>
                <a:moveTo>
                  <a:pt x="1053" y="1142"/>
                </a:moveTo>
                <a:cubicBezTo>
                  <a:pt x="1049" y="1142"/>
                  <a:pt x="1046" y="1141"/>
                  <a:pt x="1044" y="1138"/>
                </a:cubicBezTo>
                <a:cubicBezTo>
                  <a:pt x="1041" y="1136"/>
                  <a:pt x="1040" y="1133"/>
                  <a:pt x="1040" y="1129"/>
                </a:cubicBezTo>
                <a:cubicBezTo>
                  <a:pt x="1040" y="1126"/>
                  <a:pt x="1041" y="1123"/>
                  <a:pt x="1044" y="1120"/>
                </a:cubicBezTo>
                <a:cubicBezTo>
                  <a:pt x="1118" y="1046"/>
                  <a:pt x="1118" y="1046"/>
                  <a:pt x="1118" y="1046"/>
                </a:cubicBezTo>
                <a:cubicBezTo>
                  <a:pt x="1123" y="1041"/>
                  <a:pt x="1131" y="1041"/>
                  <a:pt x="1136" y="1046"/>
                </a:cubicBezTo>
                <a:cubicBezTo>
                  <a:pt x="1141" y="1051"/>
                  <a:pt x="1141" y="1059"/>
                  <a:pt x="1136" y="1064"/>
                </a:cubicBezTo>
                <a:cubicBezTo>
                  <a:pt x="1062" y="1138"/>
                  <a:pt x="1062" y="1138"/>
                  <a:pt x="1062" y="1138"/>
                </a:cubicBezTo>
                <a:cubicBezTo>
                  <a:pt x="1059" y="1141"/>
                  <a:pt x="1056" y="1142"/>
                  <a:pt x="1053" y="1142"/>
                </a:cubicBezTo>
                <a:close/>
                <a:moveTo>
                  <a:pt x="1170" y="1024"/>
                </a:moveTo>
                <a:cubicBezTo>
                  <a:pt x="1167" y="1024"/>
                  <a:pt x="1164" y="1022"/>
                  <a:pt x="1162" y="1020"/>
                </a:cubicBezTo>
                <a:cubicBezTo>
                  <a:pt x="1156" y="1016"/>
                  <a:pt x="1156" y="1008"/>
                  <a:pt x="1161" y="1002"/>
                </a:cubicBezTo>
                <a:cubicBezTo>
                  <a:pt x="1192" y="967"/>
                  <a:pt x="1219" y="928"/>
                  <a:pt x="1239" y="886"/>
                </a:cubicBezTo>
                <a:cubicBezTo>
                  <a:pt x="1242" y="882"/>
                  <a:pt x="1246" y="879"/>
                  <a:pt x="1251" y="879"/>
                </a:cubicBezTo>
                <a:cubicBezTo>
                  <a:pt x="1253" y="879"/>
                  <a:pt x="1255" y="879"/>
                  <a:pt x="1256" y="880"/>
                </a:cubicBezTo>
                <a:cubicBezTo>
                  <a:pt x="1263" y="883"/>
                  <a:pt x="1265" y="891"/>
                  <a:pt x="1262" y="897"/>
                </a:cubicBezTo>
                <a:cubicBezTo>
                  <a:pt x="1240" y="941"/>
                  <a:pt x="1213" y="982"/>
                  <a:pt x="1180" y="1019"/>
                </a:cubicBezTo>
                <a:cubicBezTo>
                  <a:pt x="1180" y="1019"/>
                  <a:pt x="1180" y="1019"/>
                  <a:pt x="1180" y="1019"/>
                </a:cubicBezTo>
                <a:cubicBezTo>
                  <a:pt x="1177" y="1022"/>
                  <a:pt x="1174" y="1024"/>
                  <a:pt x="1170" y="1024"/>
                </a:cubicBezTo>
                <a:close/>
                <a:moveTo>
                  <a:pt x="51" y="868"/>
                </a:moveTo>
                <a:cubicBezTo>
                  <a:pt x="51" y="868"/>
                  <a:pt x="51" y="868"/>
                  <a:pt x="51" y="868"/>
                </a:cubicBezTo>
                <a:cubicBezTo>
                  <a:pt x="46" y="868"/>
                  <a:pt x="41" y="865"/>
                  <a:pt x="39" y="860"/>
                </a:cubicBezTo>
                <a:cubicBezTo>
                  <a:pt x="36" y="853"/>
                  <a:pt x="40" y="846"/>
                  <a:pt x="46" y="843"/>
                </a:cubicBezTo>
                <a:cubicBezTo>
                  <a:pt x="48" y="843"/>
                  <a:pt x="49" y="842"/>
                  <a:pt x="51" y="842"/>
                </a:cubicBezTo>
                <a:cubicBezTo>
                  <a:pt x="56" y="842"/>
                  <a:pt x="60" y="845"/>
                  <a:pt x="62" y="849"/>
                </a:cubicBezTo>
                <a:cubicBezTo>
                  <a:pt x="62" y="849"/>
                  <a:pt x="62" y="849"/>
                  <a:pt x="62" y="849"/>
                </a:cubicBezTo>
                <a:cubicBezTo>
                  <a:pt x="63" y="850"/>
                  <a:pt x="63" y="850"/>
                  <a:pt x="63" y="850"/>
                </a:cubicBezTo>
                <a:cubicBezTo>
                  <a:pt x="65" y="857"/>
                  <a:pt x="62" y="864"/>
                  <a:pt x="56" y="867"/>
                </a:cubicBezTo>
                <a:cubicBezTo>
                  <a:pt x="54" y="867"/>
                  <a:pt x="53" y="868"/>
                  <a:pt x="51" y="868"/>
                </a:cubicBezTo>
                <a:close/>
                <a:moveTo>
                  <a:pt x="1268" y="866"/>
                </a:moveTo>
                <a:cubicBezTo>
                  <a:pt x="1266" y="866"/>
                  <a:pt x="1265" y="865"/>
                  <a:pt x="1263" y="865"/>
                </a:cubicBezTo>
                <a:cubicBezTo>
                  <a:pt x="1260" y="864"/>
                  <a:pt x="1258" y="861"/>
                  <a:pt x="1256" y="858"/>
                </a:cubicBezTo>
                <a:cubicBezTo>
                  <a:pt x="1255" y="855"/>
                  <a:pt x="1255" y="851"/>
                  <a:pt x="1256" y="848"/>
                </a:cubicBezTo>
                <a:cubicBezTo>
                  <a:pt x="1256" y="848"/>
                  <a:pt x="1256" y="848"/>
                  <a:pt x="1256" y="848"/>
                </a:cubicBezTo>
                <a:cubicBezTo>
                  <a:pt x="1258" y="843"/>
                  <a:pt x="1263" y="840"/>
                  <a:pt x="1268" y="840"/>
                </a:cubicBezTo>
                <a:cubicBezTo>
                  <a:pt x="1270" y="840"/>
                  <a:pt x="1271" y="841"/>
                  <a:pt x="1273" y="841"/>
                </a:cubicBezTo>
                <a:cubicBezTo>
                  <a:pt x="1279" y="844"/>
                  <a:pt x="1282" y="851"/>
                  <a:pt x="1280" y="857"/>
                </a:cubicBezTo>
                <a:cubicBezTo>
                  <a:pt x="1280" y="857"/>
                  <a:pt x="1280" y="857"/>
                  <a:pt x="1280" y="857"/>
                </a:cubicBezTo>
                <a:cubicBezTo>
                  <a:pt x="1280" y="858"/>
                  <a:pt x="1280" y="858"/>
                  <a:pt x="1280" y="858"/>
                </a:cubicBezTo>
                <a:cubicBezTo>
                  <a:pt x="1278" y="863"/>
                  <a:pt x="1273" y="866"/>
                  <a:pt x="1268" y="866"/>
                </a:cubicBezTo>
                <a:close/>
                <a:moveTo>
                  <a:pt x="37" y="828"/>
                </a:moveTo>
                <a:cubicBezTo>
                  <a:pt x="31" y="828"/>
                  <a:pt x="26" y="824"/>
                  <a:pt x="24" y="819"/>
                </a:cubicBezTo>
                <a:cubicBezTo>
                  <a:pt x="15" y="789"/>
                  <a:pt x="8" y="757"/>
                  <a:pt x="4" y="723"/>
                </a:cubicBezTo>
                <a:cubicBezTo>
                  <a:pt x="2" y="707"/>
                  <a:pt x="1" y="690"/>
                  <a:pt x="1" y="673"/>
                </a:cubicBezTo>
                <a:cubicBezTo>
                  <a:pt x="0" y="669"/>
                  <a:pt x="0" y="664"/>
                  <a:pt x="0" y="659"/>
                </a:cubicBezTo>
                <a:cubicBezTo>
                  <a:pt x="0" y="606"/>
                  <a:pt x="8" y="554"/>
                  <a:pt x="23" y="503"/>
                </a:cubicBezTo>
                <a:cubicBezTo>
                  <a:pt x="23" y="503"/>
                  <a:pt x="23" y="503"/>
                  <a:pt x="23" y="503"/>
                </a:cubicBezTo>
                <a:cubicBezTo>
                  <a:pt x="23" y="502"/>
                  <a:pt x="23" y="502"/>
                  <a:pt x="23" y="502"/>
                </a:cubicBezTo>
                <a:cubicBezTo>
                  <a:pt x="25" y="497"/>
                  <a:pt x="30" y="493"/>
                  <a:pt x="36" y="493"/>
                </a:cubicBezTo>
                <a:cubicBezTo>
                  <a:pt x="37" y="493"/>
                  <a:pt x="38" y="493"/>
                  <a:pt x="39" y="493"/>
                </a:cubicBezTo>
                <a:cubicBezTo>
                  <a:pt x="46" y="495"/>
                  <a:pt x="50" y="503"/>
                  <a:pt x="48" y="509"/>
                </a:cubicBezTo>
                <a:cubicBezTo>
                  <a:pt x="33" y="558"/>
                  <a:pt x="26" y="608"/>
                  <a:pt x="26" y="659"/>
                </a:cubicBezTo>
                <a:cubicBezTo>
                  <a:pt x="26" y="663"/>
                  <a:pt x="26" y="668"/>
                  <a:pt x="26" y="673"/>
                </a:cubicBezTo>
                <a:cubicBezTo>
                  <a:pt x="26" y="689"/>
                  <a:pt x="28" y="704"/>
                  <a:pt x="30" y="720"/>
                </a:cubicBezTo>
                <a:cubicBezTo>
                  <a:pt x="33" y="752"/>
                  <a:pt x="40" y="783"/>
                  <a:pt x="49" y="811"/>
                </a:cubicBezTo>
                <a:cubicBezTo>
                  <a:pt x="50" y="814"/>
                  <a:pt x="49" y="818"/>
                  <a:pt x="48" y="821"/>
                </a:cubicBezTo>
                <a:cubicBezTo>
                  <a:pt x="46" y="824"/>
                  <a:pt x="44" y="826"/>
                  <a:pt x="40" y="827"/>
                </a:cubicBezTo>
                <a:cubicBezTo>
                  <a:pt x="39" y="828"/>
                  <a:pt x="38" y="828"/>
                  <a:pt x="37" y="828"/>
                </a:cubicBezTo>
                <a:close/>
                <a:moveTo>
                  <a:pt x="1282" y="826"/>
                </a:moveTo>
                <a:cubicBezTo>
                  <a:pt x="1281" y="826"/>
                  <a:pt x="1279" y="825"/>
                  <a:pt x="1278" y="825"/>
                </a:cubicBezTo>
                <a:cubicBezTo>
                  <a:pt x="1272" y="823"/>
                  <a:pt x="1268" y="816"/>
                  <a:pt x="1270" y="809"/>
                </a:cubicBezTo>
                <a:cubicBezTo>
                  <a:pt x="1271" y="806"/>
                  <a:pt x="1272" y="803"/>
                  <a:pt x="1272" y="801"/>
                </a:cubicBezTo>
                <a:cubicBezTo>
                  <a:pt x="1283" y="763"/>
                  <a:pt x="1289" y="725"/>
                  <a:pt x="1291" y="686"/>
                </a:cubicBezTo>
                <a:cubicBezTo>
                  <a:pt x="1292" y="677"/>
                  <a:pt x="1292" y="668"/>
                  <a:pt x="1292" y="659"/>
                </a:cubicBezTo>
                <a:cubicBezTo>
                  <a:pt x="1292" y="655"/>
                  <a:pt x="1292" y="650"/>
                  <a:pt x="1292" y="646"/>
                </a:cubicBezTo>
                <a:cubicBezTo>
                  <a:pt x="1291" y="621"/>
                  <a:pt x="1289" y="596"/>
                  <a:pt x="1284" y="570"/>
                </a:cubicBezTo>
                <a:cubicBezTo>
                  <a:pt x="1281" y="549"/>
                  <a:pt x="1276" y="528"/>
                  <a:pt x="1270" y="507"/>
                </a:cubicBezTo>
                <a:cubicBezTo>
                  <a:pt x="1269" y="504"/>
                  <a:pt x="1269" y="501"/>
                  <a:pt x="1271" y="498"/>
                </a:cubicBezTo>
                <a:cubicBezTo>
                  <a:pt x="1272" y="495"/>
                  <a:pt x="1275" y="492"/>
                  <a:pt x="1278" y="491"/>
                </a:cubicBezTo>
                <a:cubicBezTo>
                  <a:pt x="1279" y="491"/>
                  <a:pt x="1281" y="491"/>
                  <a:pt x="1282" y="491"/>
                </a:cubicBezTo>
                <a:cubicBezTo>
                  <a:pt x="1287" y="491"/>
                  <a:pt x="1292" y="494"/>
                  <a:pt x="1294" y="500"/>
                </a:cubicBezTo>
                <a:cubicBezTo>
                  <a:pt x="1301" y="521"/>
                  <a:pt x="1306" y="544"/>
                  <a:pt x="1310" y="566"/>
                </a:cubicBezTo>
                <a:cubicBezTo>
                  <a:pt x="1314" y="592"/>
                  <a:pt x="1317" y="619"/>
                  <a:pt x="1317" y="645"/>
                </a:cubicBezTo>
                <a:cubicBezTo>
                  <a:pt x="1317" y="645"/>
                  <a:pt x="1317" y="645"/>
                  <a:pt x="1317" y="645"/>
                </a:cubicBezTo>
                <a:cubicBezTo>
                  <a:pt x="1318" y="650"/>
                  <a:pt x="1318" y="655"/>
                  <a:pt x="1318" y="659"/>
                </a:cubicBezTo>
                <a:cubicBezTo>
                  <a:pt x="1318" y="669"/>
                  <a:pt x="1317" y="678"/>
                  <a:pt x="1317" y="687"/>
                </a:cubicBezTo>
                <a:cubicBezTo>
                  <a:pt x="1315" y="728"/>
                  <a:pt x="1308" y="769"/>
                  <a:pt x="1297" y="808"/>
                </a:cubicBezTo>
                <a:cubicBezTo>
                  <a:pt x="1296" y="810"/>
                  <a:pt x="1295" y="813"/>
                  <a:pt x="1294" y="816"/>
                </a:cubicBezTo>
                <a:cubicBezTo>
                  <a:pt x="1294" y="817"/>
                  <a:pt x="1294" y="817"/>
                  <a:pt x="1294" y="817"/>
                </a:cubicBezTo>
                <a:cubicBezTo>
                  <a:pt x="1293" y="822"/>
                  <a:pt x="1288" y="826"/>
                  <a:pt x="1282" y="826"/>
                </a:cubicBezTo>
                <a:close/>
                <a:moveTo>
                  <a:pt x="50" y="478"/>
                </a:moveTo>
                <a:cubicBezTo>
                  <a:pt x="48" y="478"/>
                  <a:pt x="46" y="478"/>
                  <a:pt x="45" y="477"/>
                </a:cubicBezTo>
                <a:cubicBezTo>
                  <a:pt x="42" y="476"/>
                  <a:pt x="39" y="474"/>
                  <a:pt x="38" y="471"/>
                </a:cubicBezTo>
                <a:cubicBezTo>
                  <a:pt x="37" y="468"/>
                  <a:pt x="36" y="465"/>
                  <a:pt x="37" y="462"/>
                </a:cubicBezTo>
                <a:cubicBezTo>
                  <a:pt x="37" y="462"/>
                  <a:pt x="37" y="462"/>
                  <a:pt x="37" y="462"/>
                </a:cubicBezTo>
                <a:cubicBezTo>
                  <a:pt x="38" y="461"/>
                  <a:pt x="38" y="461"/>
                  <a:pt x="38" y="461"/>
                </a:cubicBezTo>
                <a:cubicBezTo>
                  <a:pt x="40" y="456"/>
                  <a:pt x="44" y="453"/>
                  <a:pt x="50" y="453"/>
                </a:cubicBezTo>
                <a:cubicBezTo>
                  <a:pt x="51" y="453"/>
                  <a:pt x="53" y="453"/>
                  <a:pt x="54" y="454"/>
                </a:cubicBezTo>
                <a:cubicBezTo>
                  <a:pt x="61" y="456"/>
                  <a:pt x="64" y="464"/>
                  <a:pt x="61" y="470"/>
                </a:cubicBezTo>
                <a:cubicBezTo>
                  <a:pt x="59" y="475"/>
                  <a:pt x="55" y="478"/>
                  <a:pt x="50" y="478"/>
                </a:cubicBezTo>
                <a:close/>
                <a:moveTo>
                  <a:pt x="1268" y="476"/>
                </a:moveTo>
                <a:cubicBezTo>
                  <a:pt x="1262" y="476"/>
                  <a:pt x="1258" y="473"/>
                  <a:pt x="1256" y="468"/>
                </a:cubicBezTo>
                <a:cubicBezTo>
                  <a:pt x="1256" y="468"/>
                  <a:pt x="1256" y="468"/>
                  <a:pt x="1256" y="468"/>
                </a:cubicBezTo>
                <a:cubicBezTo>
                  <a:pt x="1256" y="468"/>
                  <a:pt x="1256" y="468"/>
                  <a:pt x="1256" y="468"/>
                </a:cubicBezTo>
                <a:cubicBezTo>
                  <a:pt x="1255" y="465"/>
                  <a:pt x="1255" y="462"/>
                  <a:pt x="1256" y="458"/>
                </a:cubicBezTo>
                <a:cubicBezTo>
                  <a:pt x="1257" y="455"/>
                  <a:pt x="1260" y="453"/>
                  <a:pt x="1263" y="452"/>
                </a:cubicBezTo>
                <a:cubicBezTo>
                  <a:pt x="1264" y="451"/>
                  <a:pt x="1266" y="451"/>
                  <a:pt x="1268" y="451"/>
                </a:cubicBezTo>
                <a:cubicBezTo>
                  <a:pt x="1273" y="451"/>
                  <a:pt x="1277" y="454"/>
                  <a:pt x="1279" y="459"/>
                </a:cubicBezTo>
                <a:cubicBezTo>
                  <a:pt x="1279" y="459"/>
                  <a:pt x="1279" y="459"/>
                  <a:pt x="1279" y="459"/>
                </a:cubicBezTo>
                <a:cubicBezTo>
                  <a:pt x="1281" y="462"/>
                  <a:pt x="1281" y="465"/>
                  <a:pt x="1279" y="469"/>
                </a:cubicBezTo>
                <a:cubicBezTo>
                  <a:pt x="1278" y="472"/>
                  <a:pt x="1276" y="474"/>
                  <a:pt x="1272" y="475"/>
                </a:cubicBezTo>
                <a:cubicBezTo>
                  <a:pt x="1271" y="476"/>
                  <a:pt x="1269" y="476"/>
                  <a:pt x="1268" y="476"/>
                </a:cubicBezTo>
                <a:close/>
                <a:moveTo>
                  <a:pt x="67" y="439"/>
                </a:moveTo>
                <a:cubicBezTo>
                  <a:pt x="65" y="439"/>
                  <a:pt x="63" y="439"/>
                  <a:pt x="61" y="438"/>
                </a:cubicBezTo>
                <a:cubicBezTo>
                  <a:pt x="55" y="435"/>
                  <a:pt x="52" y="427"/>
                  <a:pt x="55" y="421"/>
                </a:cubicBezTo>
                <a:cubicBezTo>
                  <a:pt x="77" y="377"/>
                  <a:pt x="105" y="336"/>
                  <a:pt x="137" y="299"/>
                </a:cubicBezTo>
                <a:cubicBezTo>
                  <a:pt x="144" y="291"/>
                  <a:pt x="151" y="284"/>
                  <a:pt x="158" y="277"/>
                </a:cubicBezTo>
                <a:cubicBezTo>
                  <a:pt x="257" y="178"/>
                  <a:pt x="257" y="178"/>
                  <a:pt x="257" y="178"/>
                </a:cubicBezTo>
                <a:cubicBezTo>
                  <a:pt x="262" y="173"/>
                  <a:pt x="271" y="173"/>
                  <a:pt x="275" y="178"/>
                </a:cubicBezTo>
                <a:cubicBezTo>
                  <a:pt x="278" y="180"/>
                  <a:pt x="279" y="183"/>
                  <a:pt x="279" y="187"/>
                </a:cubicBezTo>
                <a:cubicBezTo>
                  <a:pt x="279" y="190"/>
                  <a:pt x="278" y="193"/>
                  <a:pt x="275" y="196"/>
                </a:cubicBezTo>
                <a:cubicBezTo>
                  <a:pt x="176" y="295"/>
                  <a:pt x="176" y="295"/>
                  <a:pt x="176" y="295"/>
                </a:cubicBezTo>
                <a:cubicBezTo>
                  <a:pt x="169" y="302"/>
                  <a:pt x="163" y="309"/>
                  <a:pt x="156" y="316"/>
                </a:cubicBezTo>
                <a:cubicBezTo>
                  <a:pt x="125" y="351"/>
                  <a:pt x="99" y="390"/>
                  <a:pt x="78" y="432"/>
                </a:cubicBezTo>
                <a:cubicBezTo>
                  <a:pt x="76" y="437"/>
                  <a:pt x="72" y="439"/>
                  <a:pt x="67" y="439"/>
                </a:cubicBezTo>
                <a:close/>
                <a:moveTo>
                  <a:pt x="1250" y="438"/>
                </a:moveTo>
                <a:cubicBezTo>
                  <a:pt x="1245" y="438"/>
                  <a:pt x="1241" y="435"/>
                  <a:pt x="1239" y="430"/>
                </a:cubicBezTo>
                <a:cubicBezTo>
                  <a:pt x="1226" y="405"/>
                  <a:pt x="1212" y="381"/>
                  <a:pt x="1195" y="358"/>
                </a:cubicBezTo>
                <a:cubicBezTo>
                  <a:pt x="1192" y="353"/>
                  <a:pt x="1188" y="349"/>
                  <a:pt x="1185" y="344"/>
                </a:cubicBezTo>
                <a:cubicBezTo>
                  <a:pt x="1182" y="341"/>
                  <a:pt x="1180" y="338"/>
                  <a:pt x="1177" y="334"/>
                </a:cubicBezTo>
                <a:cubicBezTo>
                  <a:pt x="1175" y="332"/>
                  <a:pt x="1173" y="330"/>
                  <a:pt x="1171" y="327"/>
                </a:cubicBezTo>
                <a:cubicBezTo>
                  <a:pt x="1167" y="322"/>
                  <a:pt x="1163" y="317"/>
                  <a:pt x="1159" y="313"/>
                </a:cubicBezTo>
                <a:cubicBezTo>
                  <a:pt x="1148" y="302"/>
                  <a:pt x="1148" y="302"/>
                  <a:pt x="1148" y="302"/>
                </a:cubicBezTo>
                <a:cubicBezTo>
                  <a:pt x="1147" y="301"/>
                  <a:pt x="1147" y="300"/>
                  <a:pt x="1146" y="299"/>
                </a:cubicBezTo>
                <a:cubicBezTo>
                  <a:pt x="1145" y="298"/>
                  <a:pt x="1144" y="297"/>
                  <a:pt x="1143" y="296"/>
                </a:cubicBezTo>
                <a:cubicBezTo>
                  <a:pt x="1143" y="296"/>
                  <a:pt x="1143" y="296"/>
                  <a:pt x="1143" y="296"/>
                </a:cubicBezTo>
                <a:cubicBezTo>
                  <a:pt x="1141" y="295"/>
                  <a:pt x="1140" y="293"/>
                  <a:pt x="1138" y="291"/>
                </a:cubicBezTo>
                <a:cubicBezTo>
                  <a:pt x="1138" y="291"/>
                  <a:pt x="1138" y="291"/>
                  <a:pt x="1138" y="291"/>
                </a:cubicBezTo>
                <a:cubicBezTo>
                  <a:pt x="1041" y="194"/>
                  <a:pt x="1041" y="194"/>
                  <a:pt x="1041" y="194"/>
                </a:cubicBezTo>
                <a:cubicBezTo>
                  <a:pt x="1039" y="192"/>
                  <a:pt x="1037" y="189"/>
                  <a:pt x="1037" y="185"/>
                </a:cubicBezTo>
                <a:cubicBezTo>
                  <a:pt x="1037" y="182"/>
                  <a:pt x="1039" y="179"/>
                  <a:pt x="1041" y="176"/>
                </a:cubicBezTo>
                <a:cubicBezTo>
                  <a:pt x="1046" y="171"/>
                  <a:pt x="1054" y="171"/>
                  <a:pt x="1059" y="176"/>
                </a:cubicBezTo>
                <a:cubicBezTo>
                  <a:pt x="1155" y="273"/>
                  <a:pt x="1155" y="273"/>
                  <a:pt x="1155" y="273"/>
                </a:cubicBezTo>
                <a:cubicBezTo>
                  <a:pt x="1158" y="275"/>
                  <a:pt x="1160" y="277"/>
                  <a:pt x="1161" y="279"/>
                </a:cubicBezTo>
                <a:cubicBezTo>
                  <a:pt x="1162" y="279"/>
                  <a:pt x="1163" y="280"/>
                  <a:pt x="1163" y="281"/>
                </a:cubicBezTo>
                <a:cubicBezTo>
                  <a:pt x="1164" y="282"/>
                  <a:pt x="1166" y="283"/>
                  <a:pt x="1167" y="284"/>
                </a:cubicBezTo>
                <a:cubicBezTo>
                  <a:pt x="1177" y="295"/>
                  <a:pt x="1177" y="295"/>
                  <a:pt x="1177" y="295"/>
                </a:cubicBezTo>
                <a:cubicBezTo>
                  <a:pt x="1182" y="301"/>
                  <a:pt x="1186" y="306"/>
                  <a:pt x="1191" y="311"/>
                </a:cubicBezTo>
                <a:cubicBezTo>
                  <a:pt x="1193" y="313"/>
                  <a:pt x="1195" y="316"/>
                  <a:pt x="1197" y="318"/>
                </a:cubicBezTo>
                <a:cubicBezTo>
                  <a:pt x="1198" y="319"/>
                  <a:pt x="1198" y="319"/>
                  <a:pt x="1198" y="319"/>
                </a:cubicBezTo>
                <a:cubicBezTo>
                  <a:pt x="1200" y="322"/>
                  <a:pt x="1202" y="325"/>
                  <a:pt x="1205" y="328"/>
                </a:cubicBezTo>
                <a:cubicBezTo>
                  <a:pt x="1208" y="333"/>
                  <a:pt x="1212" y="338"/>
                  <a:pt x="1216" y="343"/>
                </a:cubicBezTo>
                <a:cubicBezTo>
                  <a:pt x="1233" y="367"/>
                  <a:pt x="1249" y="393"/>
                  <a:pt x="1262" y="419"/>
                </a:cubicBezTo>
                <a:cubicBezTo>
                  <a:pt x="1262" y="419"/>
                  <a:pt x="1262" y="419"/>
                  <a:pt x="1262" y="419"/>
                </a:cubicBezTo>
                <a:cubicBezTo>
                  <a:pt x="1262" y="419"/>
                  <a:pt x="1262" y="419"/>
                  <a:pt x="1262" y="419"/>
                </a:cubicBezTo>
                <a:cubicBezTo>
                  <a:pt x="1265" y="426"/>
                  <a:pt x="1262" y="433"/>
                  <a:pt x="1256" y="436"/>
                </a:cubicBezTo>
                <a:cubicBezTo>
                  <a:pt x="1254" y="437"/>
                  <a:pt x="1252" y="438"/>
                  <a:pt x="1250" y="438"/>
                </a:cubicBezTo>
                <a:close/>
                <a:moveTo>
                  <a:pt x="297" y="170"/>
                </a:moveTo>
                <a:cubicBezTo>
                  <a:pt x="293" y="170"/>
                  <a:pt x="290" y="168"/>
                  <a:pt x="287" y="166"/>
                </a:cubicBezTo>
                <a:cubicBezTo>
                  <a:pt x="283" y="161"/>
                  <a:pt x="283" y="153"/>
                  <a:pt x="288" y="148"/>
                </a:cubicBezTo>
                <a:cubicBezTo>
                  <a:pt x="293" y="143"/>
                  <a:pt x="301" y="143"/>
                  <a:pt x="306" y="148"/>
                </a:cubicBezTo>
                <a:cubicBezTo>
                  <a:pt x="308" y="151"/>
                  <a:pt x="309" y="154"/>
                  <a:pt x="309" y="157"/>
                </a:cubicBezTo>
                <a:cubicBezTo>
                  <a:pt x="309" y="161"/>
                  <a:pt x="308" y="164"/>
                  <a:pt x="305" y="166"/>
                </a:cubicBezTo>
                <a:cubicBezTo>
                  <a:pt x="303" y="169"/>
                  <a:pt x="300" y="170"/>
                  <a:pt x="297" y="170"/>
                </a:cubicBezTo>
                <a:close/>
                <a:moveTo>
                  <a:pt x="1020" y="168"/>
                </a:moveTo>
                <a:cubicBezTo>
                  <a:pt x="1017" y="168"/>
                  <a:pt x="1014" y="167"/>
                  <a:pt x="1011" y="165"/>
                </a:cubicBezTo>
                <a:cubicBezTo>
                  <a:pt x="1009" y="162"/>
                  <a:pt x="1007" y="159"/>
                  <a:pt x="1007" y="156"/>
                </a:cubicBezTo>
                <a:cubicBezTo>
                  <a:pt x="1007" y="153"/>
                  <a:pt x="1008" y="149"/>
                  <a:pt x="1011" y="147"/>
                </a:cubicBezTo>
                <a:cubicBezTo>
                  <a:pt x="1015" y="142"/>
                  <a:pt x="1024" y="142"/>
                  <a:pt x="1029" y="146"/>
                </a:cubicBezTo>
                <a:cubicBezTo>
                  <a:pt x="1034" y="151"/>
                  <a:pt x="1034" y="159"/>
                  <a:pt x="1029" y="164"/>
                </a:cubicBezTo>
                <a:cubicBezTo>
                  <a:pt x="1027" y="167"/>
                  <a:pt x="1023" y="168"/>
                  <a:pt x="1020" y="168"/>
                </a:cubicBezTo>
                <a:close/>
                <a:moveTo>
                  <a:pt x="328" y="142"/>
                </a:moveTo>
                <a:cubicBezTo>
                  <a:pt x="324" y="142"/>
                  <a:pt x="321" y="140"/>
                  <a:pt x="318" y="137"/>
                </a:cubicBezTo>
                <a:cubicBezTo>
                  <a:pt x="316" y="134"/>
                  <a:pt x="315" y="131"/>
                  <a:pt x="316" y="127"/>
                </a:cubicBezTo>
                <a:cubicBezTo>
                  <a:pt x="316" y="124"/>
                  <a:pt x="318" y="121"/>
                  <a:pt x="321" y="119"/>
                </a:cubicBezTo>
                <a:cubicBezTo>
                  <a:pt x="331" y="111"/>
                  <a:pt x="331" y="111"/>
                  <a:pt x="331" y="111"/>
                </a:cubicBezTo>
                <a:cubicBezTo>
                  <a:pt x="332" y="110"/>
                  <a:pt x="333" y="109"/>
                  <a:pt x="334" y="108"/>
                </a:cubicBezTo>
                <a:cubicBezTo>
                  <a:pt x="337" y="106"/>
                  <a:pt x="340" y="104"/>
                  <a:pt x="343" y="102"/>
                </a:cubicBezTo>
                <a:cubicBezTo>
                  <a:pt x="343" y="102"/>
                  <a:pt x="343" y="102"/>
                  <a:pt x="343" y="102"/>
                </a:cubicBezTo>
                <a:cubicBezTo>
                  <a:pt x="355" y="93"/>
                  <a:pt x="355" y="93"/>
                  <a:pt x="355" y="93"/>
                </a:cubicBezTo>
                <a:cubicBezTo>
                  <a:pt x="383" y="74"/>
                  <a:pt x="414" y="57"/>
                  <a:pt x="447" y="43"/>
                </a:cubicBezTo>
                <a:cubicBezTo>
                  <a:pt x="489" y="25"/>
                  <a:pt x="534" y="12"/>
                  <a:pt x="580" y="5"/>
                </a:cubicBezTo>
                <a:cubicBezTo>
                  <a:pt x="592" y="4"/>
                  <a:pt x="603" y="2"/>
                  <a:pt x="615" y="1"/>
                </a:cubicBezTo>
                <a:cubicBezTo>
                  <a:pt x="615" y="1"/>
                  <a:pt x="615" y="1"/>
                  <a:pt x="615" y="1"/>
                </a:cubicBezTo>
                <a:cubicBezTo>
                  <a:pt x="621" y="1"/>
                  <a:pt x="628" y="6"/>
                  <a:pt x="628" y="13"/>
                </a:cubicBezTo>
                <a:cubicBezTo>
                  <a:pt x="629" y="20"/>
                  <a:pt x="624" y="26"/>
                  <a:pt x="617" y="27"/>
                </a:cubicBezTo>
                <a:cubicBezTo>
                  <a:pt x="606" y="28"/>
                  <a:pt x="595" y="29"/>
                  <a:pt x="584" y="30"/>
                </a:cubicBezTo>
                <a:cubicBezTo>
                  <a:pt x="540" y="37"/>
                  <a:pt x="497" y="49"/>
                  <a:pt x="457" y="66"/>
                </a:cubicBezTo>
                <a:cubicBezTo>
                  <a:pt x="456" y="67"/>
                  <a:pt x="456" y="67"/>
                  <a:pt x="456" y="67"/>
                </a:cubicBezTo>
                <a:cubicBezTo>
                  <a:pt x="425" y="80"/>
                  <a:pt x="396" y="96"/>
                  <a:pt x="370" y="114"/>
                </a:cubicBezTo>
                <a:cubicBezTo>
                  <a:pt x="357" y="123"/>
                  <a:pt x="357" y="123"/>
                  <a:pt x="357" y="123"/>
                </a:cubicBezTo>
                <a:cubicBezTo>
                  <a:pt x="355" y="124"/>
                  <a:pt x="353" y="126"/>
                  <a:pt x="351" y="128"/>
                </a:cubicBezTo>
                <a:cubicBezTo>
                  <a:pt x="349" y="129"/>
                  <a:pt x="348" y="130"/>
                  <a:pt x="346" y="132"/>
                </a:cubicBezTo>
                <a:cubicBezTo>
                  <a:pt x="336" y="139"/>
                  <a:pt x="336" y="139"/>
                  <a:pt x="336" y="139"/>
                </a:cubicBezTo>
                <a:cubicBezTo>
                  <a:pt x="334" y="141"/>
                  <a:pt x="331" y="142"/>
                  <a:pt x="328" y="142"/>
                </a:cubicBezTo>
                <a:close/>
                <a:moveTo>
                  <a:pt x="988" y="140"/>
                </a:moveTo>
                <a:cubicBezTo>
                  <a:pt x="985" y="140"/>
                  <a:pt x="982" y="139"/>
                  <a:pt x="980" y="138"/>
                </a:cubicBezTo>
                <a:cubicBezTo>
                  <a:pt x="961" y="122"/>
                  <a:pt x="941" y="108"/>
                  <a:pt x="920" y="96"/>
                </a:cubicBezTo>
                <a:cubicBezTo>
                  <a:pt x="920" y="96"/>
                  <a:pt x="920" y="96"/>
                  <a:pt x="920" y="96"/>
                </a:cubicBezTo>
                <a:cubicBezTo>
                  <a:pt x="893" y="80"/>
                  <a:pt x="865" y="67"/>
                  <a:pt x="836" y="57"/>
                </a:cubicBezTo>
                <a:cubicBezTo>
                  <a:pt x="829" y="54"/>
                  <a:pt x="822" y="51"/>
                  <a:pt x="814" y="49"/>
                </a:cubicBezTo>
                <a:cubicBezTo>
                  <a:pt x="814" y="49"/>
                  <a:pt x="814" y="49"/>
                  <a:pt x="814" y="49"/>
                </a:cubicBezTo>
                <a:cubicBezTo>
                  <a:pt x="808" y="47"/>
                  <a:pt x="802" y="45"/>
                  <a:pt x="795" y="43"/>
                </a:cubicBezTo>
                <a:cubicBezTo>
                  <a:pt x="792" y="43"/>
                  <a:pt x="789" y="42"/>
                  <a:pt x="786" y="41"/>
                </a:cubicBezTo>
                <a:cubicBezTo>
                  <a:pt x="786" y="41"/>
                  <a:pt x="786" y="41"/>
                  <a:pt x="786" y="41"/>
                </a:cubicBezTo>
                <a:cubicBezTo>
                  <a:pt x="783" y="40"/>
                  <a:pt x="780" y="39"/>
                  <a:pt x="776" y="39"/>
                </a:cubicBezTo>
                <a:cubicBezTo>
                  <a:pt x="775" y="38"/>
                  <a:pt x="773" y="38"/>
                  <a:pt x="772" y="38"/>
                </a:cubicBezTo>
                <a:cubicBezTo>
                  <a:pt x="758" y="35"/>
                  <a:pt x="758" y="35"/>
                  <a:pt x="758" y="35"/>
                </a:cubicBezTo>
                <a:cubicBezTo>
                  <a:pt x="743" y="32"/>
                  <a:pt x="743" y="32"/>
                  <a:pt x="743" y="32"/>
                </a:cubicBezTo>
                <a:cubicBezTo>
                  <a:pt x="741" y="32"/>
                  <a:pt x="740" y="31"/>
                  <a:pt x="738" y="31"/>
                </a:cubicBezTo>
                <a:cubicBezTo>
                  <a:pt x="735" y="31"/>
                  <a:pt x="732" y="30"/>
                  <a:pt x="730" y="30"/>
                </a:cubicBezTo>
                <a:cubicBezTo>
                  <a:pt x="730" y="30"/>
                  <a:pt x="730" y="30"/>
                  <a:pt x="730" y="30"/>
                </a:cubicBezTo>
                <a:cubicBezTo>
                  <a:pt x="715" y="28"/>
                  <a:pt x="715" y="28"/>
                  <a:pt x="715" y="28"/>
                </a:cubicBezTo>
                <a:cubicBezTo>
                  <a:pt x="714" y="28"/>
                  <a:pt x="712" y="28"/>
                  <a:pt x="711" y="28"/>
                </a:cubicBezTo>
                <a:cubicBezTo>
                  <a:pt x="710" y="28"/>
                  <a:pt x="709" y="27"/>
                  <a:pt x="708" y="27"/>
                </a:cubicBezTo>
                <a:cubicBezTo>
                  <a:pt x="708" y="27"/>
                  <a:pt x="708" y="27"/>
                  <a:pt x="708" y="27"/>
                </a:cubicBezTo>
                <a:cubicBezTo>
                  <a:pt x="699" y="27"/>
                  <a:pt x="699" y="27"/>
                  <a:pt x="699" y="27"/>
                </a:cubicBezTo>
                <a:cubicBezTo>
                  <a:pt x="696" y="26"/>
                  <a:pt x="693" y="25"/>
                  <a:pt x="691" y="22"/>
                </a:cubicBezTo>
                <a:cubicBezTo>
                  <a:pt x="688" y="20"/>
                  <a:pt x="687" y="16"/>
                  <a:pt x="688" y="13"/>
                </a:cubicBezTo>
                <a:cubicBezTo>
                  <a:pt x="688" y="6"/>
                  <a:pt x="694" y="1"/>
                  <a:pt x="701" y="1"/>
                </a:cubicBezTo>
                <a:cubicBezTo>
                  <a:pt x="710" y="2"/>
                  <a:pt x="710" y="2"/>
                  <a:pt x="710" y="2"/>
                </a:cubicBezTo>
                <a:cubicBezTo>
                  <a:pt x="712" y="2"/>
                  <a:pt x="714" y="2"/>
                  <a:pt x="715" y="3"/>
                </a:cubicBezTo>
                <a:cubicBezTo>
                  <a:pt x="716" y="3"/>
                  <a:pt x="717" y="3"/>
                  <a:pt x="718" y="3"/>
                </a:cubicBezTo>
                <a:cubicBezTo>
                  <a:pt x="733" y="5"/>
                  <a:pt x="733" y="5"/>
                  <a:pt x="733" y="5"/>
                </a:cubicBezTo>
                <a:cubicBezTo>
                  <a:pt x="736" y="5"/>
                  <a:pt x="740" y="6"/>
                  <a:pt x="743" y="6"/>
                </a:cubicBezTo>
                <a:cubicBezTo>
                  <a:pt x="744" y="6"/>
                  <a:pt x="746" y="7"/>
                  <a:pt x="747" y="7"/>
                </a:cubicBezTo>
                <a:cubicBezTo>
                  <a:pt x="747" y="7"/>
                  <a:pt x="747" y="7"/>
                  <a:pt x="747" y="7"/>
                </a:cubicBezTo>
                <a:cubicBezTo>
                  <a:pt x="763" y="10"/>
                  <a:pt x="763" y="10"/>
                  <a:pt x="763" y="10"/>
                </a:cubicBezTo>
                <a:cubicBezTo>
                  <a:pt x="778" y="13"/>
                  <a:pt x="778" y="13"/>
                  <a:pt x="778" y="13"/>
                </a:cubicBezTo>
                <a:cubicBezTo>
                  <a:pt x="779" y="13"/>
                  <a:pt x="780" y="13"/>
                  <a:pt x="781" y="14"/>
                </a:cubicBezTo>
                <a:cubicBezTo>
                  <a:pt x="785" y="14"/>
                  <a:pt x="789" y="15"/>
                  <a:pt x="793" y="16"/>
                </a:cubicBezTo>
                <a:cubicBezTo>
                  <a:pt x="793" y="16"/>
                  <a:pt x="793" y="16"/>
                  <a:pt x="793" y="16"/>
                </a:cubicBezTo>
                <a:cubicBezTo>
                  <a:pt x="796" y="17"/>
                  <a:pt x="799" y="18"/>
                  <a:pt x="802" y="19"/>
                </a:cubicBezTo>
                <a:cubicBezTo>
                  <a:pt x="808" y="21"/>
                  <a:pt x="815" y="22"/>
                  <a:pt x="822" y="25"/>
                </a:cubicBezTo>
                <a:cubicBezTo>
                  <a:pt x="830" y="27"/>
                  <a:pt x="838" y="30"/>
                  <a:pt x="845" y="33"/>
                </a:cubicBezTo>
                <a:cubicBezTo>
                  <a:pt x="876" y="44"/>
                  <a:pt x="905" y="58"/>
                  <a:pt x="933" y="74"/>
                </a:cubicBezTo>
                <a:cubicBezTo>
                  <a:pt x="933" y="74"/>
                  <a:pt x="933" y="74"/>
                  <a:pt x="933" y="74"/>
                </a:cubicBezTo>
                <a:cubicBezTo>
                  <a:pt x="955" y="87"/>
                  <a:pt x="976" y="102"/>
                  <a:pt x="996" y="118"/>
                </a:cubicBezTo>
                <a:cubicBezTo>
                  <a:pt x="996" y="118"/>
                  <a:pt x="996" y="118"/>
                  <a:pt x="996" y="118"/>
                </a:cubicBezTo>
                <a:cubicBezTo>
                  <a:pt x="999" y="120"/>
                  <a:pt x="1000" y="123"/>
                  <a:pt x="1001" y="126"/>
                </a:cubicBezTo>
                <a:cubicBezTo>
                  <a:pt x="1001" y="130"/>
                  <a:pt x="1000" y="133"/>
                  <a:pt x="998" y="136"/>
                </a:cubicBezTo>
                <a:cubicBezTo>
                  <a:pt x="995" y="139"/>
                  <a:pt x="992" y="140"/>
                  <a:pt x="988" y="140"/>
                </a:cubicBezTo>
                <a:close/>
                <a:moveTo>
                  <a:pt x="658" y="25"/>
                </a:moveTo>
                <a:cubicBezTo>
                  <a:pt x="658" y="25"/>
                  <a:pt x="658" y="25"/>
                  <a:pt x="658" y="25"/>
                </a:cubicBezTo>
                <a:cubicBezTo>
                  <a:pt x="651" y="25"/>
                  <a:pt x="645" y="19"/>
                  <a:pt x="645" y="12"/>
                </a:cubicBezTo>
                <a:cubicBezTo>
                  <a:pt x="645" y="5"/>
                  <a:pt x="651" y="0"/>
                  <a:pt x="658" y="0"/>
                </a:cubicBezTo>
                <a:cubicBezTo>
                  <a:pt x="665" y="0"/>
                  <a:pt x="671" y="5"/>
                  <a:pt x="671" y="12"/>
                </a:cubicBezTo>
                <a:cubicBezTo>
                  <a:pt x="671" y="19"/>
                  <a:pt x="665" y="25"/>
                  <a:pt x="658" y="25"/>
                </a:cubicBezTo>
                <a:close/>
              </a:path>
            </a:pathLst>
          </a:custGeom>
          <a:solidFill>
            <a:srgbClr val="7653C5"/>
          </a:solidFill>
          <a:ln>
            <a:noFill/>
          </a:ln>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sp>
        <p:nvSpPr>
          <p:cNvPr id="83" name="Freeform 43">
            <a:extLst>
              <a:ext uri="{FF2B5EF4-FFF2-40B4-BE49-F238E27FC236}">
                <a16:creationId xmlns:a16="http://schemas.microsoft.com/office/drawing/2014/main" id="{BAA02137-4B68-4F14-BB14-750F2D43DD9A}"/>
              </a:ext>
            </a:extLst>
          </p:cNvPr>
          <p:cNvSpPr>
            <a:spLocks noEditPoints="1"/>
          </p:cNvSpPr>
          <p:nvPr/>
        </p:nvSpPr>
        <p:spPr bwMode="auto">
          <a:xfrm>
            <a:off x="1965609" y="2373530"/>
            <a:ext cx="2114434" cy="2116179"/>
          </a:xfrm>
          <a:custGeom>
            <a:avLst/>
            <a:gdLst>
              <a:gd name="T0" fmla="*/ 434 w 1210"/>
              <a:gd name="T1" fmla="*/ 1179 h 1210"/>
              <a:gd name="T2" fmla="*/ 304 w 1210"/>
              <a:gd name="T3" fmla="*/ 1105 h 1210"/>
              <a:gd name="T4" fmla="*/ 284 w 1210"/>
              <a:gd name="T5" fmla="*/ 1072 h 1210"/>
              <a:gd name="T6" fmla="*/ 319 w 1210"/>
              <a:gd name="T7" fmla="*/ 1085 h 1210"/>
              <a:gd name="T8" fmla="*/ 443 w 1210"/>
              <a:gd name="T9" fmla="*/ 1155 h 1210"/>
              <a:gd name="T10" fmla="*/ 648 w 1210"/>
              <a:gd name="T11" fmla="*/ 1182 h 1210"/>
              <a:gd name="T12" fmla="*/ 774 w 1210"/>
              <a:gd name="T13" fmla="*/ 1152 h 1210"/>
              <a:gd name="T14" fmla="*/ 807 w 1210"/>
              <a:gd name="T15" fmla="*/ 1166 h 1210"/>
              <a:gd name="T16" fmla="*/ 757 w 1210"/>
              <a:gd name="T17" fmla="*/ 1185 h 1210"/>
              <a:gd name="T18" fmla="*/ 843 w 1210"/>
              <a:gd name="T19" fmla="*/ 1133 h 1210"/>
              <a:gd name="T20" fmla="*/ 890 w 1210"/>
              <a:gd name="T21" fmla="*/ 1117 h 1210"/>
              <a:gd name="T22" fmla="*/ 943 w 1210"/>
              <a:gd name="T23" fmla="*/ 1054 h 1210"/>
              <a:gd name="T24" fmla="*/ 1044 w 1210"/>
              <a:gd name="T25" fmla="*/ 972 h 1210"/>
              <a:gd name="T26" fmla="*/ 218 w 1210"/>
              <a:gd name="T27" fmla="*/ 1024 h 1210"/>
              <a:gd name="T28" fmla="*/ 236 w 1210"/>
              <a:gd name="T29" fmla="*/ 1006 h 1210"/>
              <a:gd name="T30" fmla="*/ 152 w 1210"/>
              <a:gd name="T31" fmla="*/ 958 h 1210"/>
              <a:gd name="T32" fmla="*/ 119 w 1210"/>
              <a:gd name="T33" fmla="*/ 922 h 1210"/>
              <a:gd name="T34" fmla="*/ 93 w 1210"/>
              <a:gd name="T35" fmla="*/ 890 h 1210"/>
              <a:gd name="T36" fmla="*/ 4 w 1210"/>
              <a:gd name="T37" fmla="*/ 663 h 1210"/>
              <a:gd name="T38" fmla="*/ 27 w 1210"/>
              <a:gd name="T39" fmla="*/ 446 h 1210"/>
              <a:gd name="T40" fmla="*/ 51 w 1210"/>
              <a:gd name="T41" fmla="*/ 454 h 1210"/>
              <a:gd name="T42" fmla="*/ 29 w 1210"/>
              <a:gd name="T43" fmla="*/ 660 h 1210"/>
              <a:gd name="T44" fmla="*/ 105 w 1210"/>
              <a:gd name="T45" fmla="*/ 862 h 1210"/>
              <a:gd name="T46" fmla="*/ 138 w 1210"/>
              <a:gd name="T47" fmla="*/ 906 h 1210"/>
              <a:gd name="T48" fmla="*/ 170 w 1210"/>
              <a:gd name="T49" fmla="*/ 940 h 1210"/>
              <a:gd name="T50" fmla="*/ 1068 w 1210"/>
              <a:gd name="T51" fmla="*/ 930 h 1210"/>
              <a:gd name="T52" fmla="*/ 1184 w 1210"/>
              <a:gd name="T53" fmla="*/ 605 h 1210"/>
              <a:gd name="T54" fmla="*/ 1210 w 1210"/>
              <a:gd name="T55" fmla="*/ 605 h 1210"/>
              <a:gd name="T56" fmla="*/ 1076 w 1210"/>
              <a:gd name="T57" fmla="*/ 933 h 1210"/>
              <a:gd name="T58" fmla="*/ 1171 w 1210"/>
              <a:gd name="T59" fmla="*/ 496 h 1210"/>
              <a:gd name="T60" fmla="*/ 1203 w 1210"/>
              <a:gd name="T61" fmla="*/ 525 h 1210"/>
              <a:gd name="T62" fmla="*/ 1142 w 1210"/>
              <a:gd name="T63" fmla="*/ 411 h 1210"/>
              <a:gd name="T64" fmla="*/ 1075 w 1210"/>
              <a:gd name="T65" fmla="*/ 307 h 1210"/>
              <a:gd name="T66" fmla="*/ 1045 w 1210"/>
              <a:gd name="T67" fmla="*/ 275 h 1210"/>
              <a:gd name="T68" fmla="*/ 931 w 1210"/>
              <a:gd name="T69" fmla="*/ 161 h 1210"/>
              <a:gd name="T70" fmla="*/ 753 w 1210"/>
              <a:gd name="T71" fmla="*/ 36 h 1210"/>
              <a:gd name="T72" fmla="*/ 949 w 1210"/>
              <a:gd name="T73" fmla="*/ 142 h 1210"/>
              <a:gd name="T74" fmla="*/ 1071 w 1210"/>
              <a:gd name="T75" fmla="*/ 265 h 1210"/>
              <a:gd name="T76" fmla="*/ 1102 w 1210"/>
              <a:gd name="T77" fmla="*/ 299 h 1210"/>
              <a:gd name="T78" fmla="*/ 1159 w 1210"/>
              <a:gd name="T79" fmla="*/ 417 h 1210"/>
              <a:gd name="T80" fmla="*/ 67 w 1210"/>
              <a:gd name="T81" fmla="*/ 358 h 1210"/>
              <a:gd name="T82" fmla="*/ 89 w 1210"/>
              <a:gd name="T83" fmla="*/ 371 h 1210"/>
              <a:gd name="T84" fmla="*/ 124 w 1210"/>
              <a:gd name="T85" fmla="*/ 281 h 1210"/>
              <a:gd name="T86" fmla="*/ 278 w 1210"/>
              <a:gd name="T87" fmla="*/ 127 h 1210"/>
              <a:gd name="T88" fmla="*/ 309 w 1210"/>
              <a:gd name="T89" fmla="*/ 100 h 1210"/>
              <a:gd name="T90" fmla="*/ 404 w 1210"/>
              <a:gd name="T91" fmla="*/ 43 h 1210"/>
              <a:gd name="T92" fmla="*/ 582 w 1210"/>
              <a:gd name="T93" fmla="*/ 26 h 1210"/>
              <a:gd name="T94" fmla="*/ 335 w 1210"/>
              <a:gd name="T95" fmla="*/ 112 h 1210"/>
              <a:gd name="T96" fmla="*/ 305 w 1210"/>
              <a:gd name="T97" fmla="*/ 137 h 1210"/>
              <a:gd name="T98" fmla="*/ 278 w 1210"/>
              <a:gd name="T99" fmla="*/ 161 h 1210"/>
              <a:gd name="T100" fmla="*/ 708 w 1210"/>
              <a:gd name="T101" fmla="*/ 36 h 1210"/>
              <a:gd name="T102" fmla="*/ 676 w 1210"/>
              <a:gd name="T103" fmla="*/ 31 h 1210"/>
              <a:gd name="T104" fmla="*/ 680 w 1210"/>
              <a:gd name="T105" fmla="*/ 5 h 1210"/>
              <a:gd name="T106" fmla="*/ 720 w 1210"/>
              <a:gd name="T107" fmla="*/ 26 h 1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10" h="1210">
                <a:moveTo>
                  <a:pt x="606" y="1210"/>
                </a:moveTo>
                <a:cubicBezTo>
                  <a:pt x="549" y="1210"/>
                  <a:pt x="494" y="1200"/>
                  <a:pt x="442" y="1182"/>
                </a:cubicBezTo>
                <a:cubicBezTo>
                  <a:pt x="442" y="1182"/>
                  <a:pt x="442" y="1182"/>
                  <a:pt x="442" y="1182"/>
                </a:cubicBezTo>
                <a:cubicBezTo>
                  <a:pt x="439" y="1181"/>
                  <a:pt x="437" y="1180"/>
                  <a:pt x="434" y="1179"/>
                </a:cubicBezTo>
                <a:cubicBezTo>
                  <a:pt x="399" y="1165"/>
                  <a:pt x="366" y="1149"/>
                  <a:pt x="337" y="1129"/>
                </a:cubicBezTo>
                <a:cubicBezTo>
                  <a:pt x="323" y="1119"/>
                  <a:pt x="323" y="1119"/>
                  <a:pt x="323" y="1119"/>
                </a:cubicBezTo>
                <a:cubicBezTo>
                  <a:pt x="320" y="1117"/>
                  <a:pt x="317" y="1115"/>
                  <a:pt x="314" y="1113"/>
                </a:cubicBezTo>
                <a:cubicBezTo>
                  <a:pt x="304" y="1105"/>
                  <a:pt x="304" y="1105"/>
                  <a:pt x="304" y="1105"/>
                </a:cubicBezTo>
                <a:cubicBezTo>
                  <a:pt x="303" y="1104"/>
                  <a:pt x="302" y="1104"/>
                  <a:pt x="302" y="1103"/>
                </a:cubicBezTo>
                <a:cubicBezTo>
                  <a:pt x="300" y="1102"/>
                  <a:pt x="299" y="1101"/>
                  <a:pt x="298" y="1100"/>
                </a:cubicBezTo>
                <a:cubicBezTo>
                  <a:pt x="285" y="1090"/>
                  <a:pt x="285" y="1090"/>
                  <a:pt x="285" y="1090"/>
                </a:cubicBezTo>
                <a:cubicBezTo>
                  <a:pt x="280" y="1085"/>
                  <a:pt x="279" y="1077"/>
                  <a:pt x="284" y="1072"/>
                </a:cubicBezTo>
                <a:cubicBezTo>
                  <a:pt x="289" y="1066"/>
                  <a:pt x="297" y="1066"/>
                  <a:pt x="302" y="1070"/>
                </a:cubicBezTo>
                <a:cubicBezTo>
                  <a:pt x="314" y="1081"/>
                  <a:pt x="314" y="1081"/>
                  <a:pt x="314" y="1081"/>
                </a:cubicBezTo>
                <a:cubicBezTo>
                  <a:pt x="315" y="1082"/>
                  <a:pt x="316" y="1082"/>
                  <a:pt x="317" y="1083"/>
                </a:cubicBezTo>
                <a:cubicBezTo>
                  <a:pt x="318" y="1083"/>
                  <a:pt x="319" y="1084"/>
                  <a:pt x="319" y="1085"/>
                </a:cubicBezTo>
                <a:cubicBezTo>
                  <a:pt x="330" y="1093"/>
                  <a:pt x="330" y="1093"/>
                  <a:pt x="330" y="1093"/>
                </a:cubicBezTo>
                <a:cubicBezTo>
                  <a:pt x="332" y="1095"/>
                  <a:pt x="335" y="1096"/>
                  <a:pt x="337" y="1098"/>
                </a:cubicBezTo>
                <a:cubicBezTo>
                  <a:pt x="351" y="1108"/>
                  <a:pt x="351" y="1108"/>
                  <a:pt x="351" y="1108"/>
                </a:cubicBezTo>
                <a:cubicBezTo>
                  <a:pt x="379" y="1126"/>
                  <a:pt x="410" y="1142"/>
                  <a:pt x="443" y="1155"/>
                </a:cubicBezTo>
                <a:cubicBezTo>
                  <a:pt x="446" y="1156"/>
                  <a:pt x="448" y="1157"/>
                  <a:pt x="451" y="1158"/>
                </a:cubicBezTo>
                <a:cubicBezTo>
                  <a:pt x="451" y="1158"/>
                  <a:pt x="451" y="1158"/>
                  <a:pt x="451" y="1158"/>
                </a:cubicBezTo>
                <a:cubicBezTo>
                  <a:pt x="500" y="1175"/>
                  <a:pt x="552" y="1184"/>
                  <a:pt x="606" y="1184"/>
                </a:cubicBezTo>
                <a:cubicBezTo>
                  <a:pt x="620" y="1184"/>
                  <a:pt x="634" y="1183"/>
                  <a:pt x="648" y="1182"/>
                </a:cubicBezTo>
                <a:cubicBezTo>
                  <a:pt x="682" y="1179"/>
                  <a:pt x="716" y="1172"/>
                  <a:pt x="750" y="1161"/>
                </a:cubicBezTo>
                <a:cubicBezTo>
                  <a:pt x="750" y="1161"/>
                  <a:pt x="750" y="1161"/>
                  <a:pt x="750" y="1161"/>
                </a:cubicBezTo>
                <a:cubicBezTo>
                  <a:pt x="755" y="1159"/>
                  <a:pt x="760" y="1157"/>
                  <a:pt x="766" y="1155"/>
                </a:cubicBezTo>
                <a:cubicBezTo>
                  <a:pt x="769" y="1154"/>
                  <a:pt x="771" y="1153"/>
                  <a:pt x="774" y="1152"/>
                </a:cubicBezTo>
                <a:cubicBezTo>
                  <a:pt x="777" y="1151"/>
                  <a:pt x="780" y="1150"/>
                  <a:pt x="783" y="1149"/>
                </a:cubicBezTo>
                <a:cubicBezTo>
                  <a:pt x="797" y="1142"/>
                  <a:pt x="797" y="1142"/>
                  <a:pt x="797" y="1142"/>
                </a:cubicBezTo>
                <a:cubicBezTo>
                  <a:pt x="803" y="1140"/>
                  <a:pt x="811" y="1143"/>
                  <a:pt x="814" y="1149"/>
                </a:cubicBezTo>
                <a:cubicBezTo>
                  <a:pt x="816" y="1156"/>
                  <a:pt x="814" y="1163"/>
                  <a:pt x="807" y="1166"/>
                </a:cubicBezTo>
                <a:cubicBezTo>
                  <a:pt x="793" y="1172"/>
                  <a:pt x="793" y="1172"/>
                  <a:pt x="793" y="1172"/>
                </a:cubicBezTo>
                <a:cubicBezTo>
                  <a:pt x="790" y="1173"/>
                  <a:pt x="786" y="1175"/>
                  <a:pt x="783" y="1176"/>
                </a:cubicBezTo>
                <a:cubicBezTo>
                  <a:pt x="780" y="1177"/>
                  <a:pt x="778" y="1178"/>
                  <a:pt x="775" y="1179"/>
                </a:cubicBezTo>
                <a:cubicBezTo>
                  <a:pt x="769" y="1181"/>
                  <a:pt x="763" y="1183"/>
                  <a:pt x="757" y="1185"/>
                </a:cubicBezTo>
                <a:cubicBezTo>
                  <a:pt x="722" y="1197"/>
                  <a:pt x="686" y="1204"/>
                  <a:pt x="650" y="1208"/>
                </a:cubicBezTo>
                <a:cubicBezTo>
                  <a:pt x="635" y="1209"/>
                  <a:pt x="620" y="1210"/>
                  <a:pt x="606" y="1210"/>
                </a:cubicBezTo>
                <a:close/>
                <a:moveTo>
                  <a:pt x="854" y="1139"/>
                </a:moveTo>
                <a:cubicBezTo>
                  <a:pt x="850" y="1139"/>
                  <a:pt x="846" y="1137"/>
                  <a:pt x="843" y="1133"/>
                </a:cubicBezTo>
                <a:cubicBezTo>
                  <a:pt x="840" y="1127"/>
                  <a:pt x="842" y="1119"/>
                  <a:pt x="848" y="1115"/>
                </a:cubicBezTo>
                <a:cubicBezTo>
                  <a:pt x="857" y="1109"/>
                  <a:pt x="866" y="1103"/>
                  <a:pt x="875" y="1097"/>
                </a:cubicBezTo>
                <a:cubicBezTo>
                  <a:pt x="881" y="1092"/>
                  <a:pt x="889" y="1094"/>
                  <a:pt x="893" y="1099"/>
                </a:cubicBezTo>
                <a:cubicBezTo>
                  <a:pt x="897" y="1105"/>
                  <a:pt x="896" y="1113"/>
                  <a:pt x="890" y="1117"/>
                </a:cubicBezTo>
                <a:cubicBezTo>
                  <a:pt x="881" y="1124"/>
                  <a:pt x="871" y="1131"/>
                  <a:pt x="861" y="1137"/>
                </a:cubicBezTo>
                <a:cubicBezTo>
                  <a:pt x="859" y="1138"/>
                  <a:pt x="857" y="1139"/>
                  <a:pt x="854" y="1139"/>
                </a:cubicBezTo>
                <a:close/>
                <a:moveTo>
                  <a:pt x="952" y="1058"/>
                </a:moveTo>
                <a:cubicBezTo>
                  <a:pt x="949" y="1058"/>
                  <a:pt x="946" y="1057"/>
                  <a:pt x="943" y="1054"/>
                </a:cubicBezTo>
                <a:cubicBezTo>
                  <a:pt x="938" y="1049"/>
                  <a:pt x="938" y="1041"/>
                  <a:pt x="943" y="1036"/>
                </a:cubicBezTo>
                <a:cubicBezTo>
                  <a:pt x="1026" y="954"/>
                  <a:pt x="1026" y="954"/>
                  <a:pt x="1026" y="954"/>
                </a:cubicBezTo>
                <a:cubicBezTo>
                  <a:pt x="1031" y="949"/>
                  <a:pt x="1039" y="949"/>
                  <a:pt x="1044" y="954"/>
                </a:cubicBezTo>
                <a:cubicBezTo>
                  <a:pt x="1049" y="959"/>
                  <a:pt x="1049" y="967"/>
                  <a:pt x="1044" y="972"/>
                </a:cubicBezTo>
                <a:cubicBezTo>
                  <a:pt x="961" y="1054"/>
                  <a:pt x="961" y="1054"/>
                  <a:pt x="961" y="1054"/>
                </a:cubicBezTo>
                <a:cubicBezTo>
                  <a:pt x="959" y="1057"/>
                  <a:pt x="956" y="1058"/>
                  <a:pt x="952" y="1058"/>
                </a:cubicBezTo>
                <a:close/>
                <a:moveTo>
                  <a:pt x="227" y="1027"/>
                </a:moveTo>
                <a:cubicBezTo>
                  <a:pt x="224" y="1027"/>
                  <a:pt x="220" y="1026"/>
                  <a:pt x="218" y="1024"/>
                </a:cubicBezTo>
                <a:cubicBezTo>
                  <a:pt x="194" y="1000"/>
                  <a:pt x="194" y="1000"/>
                  <a:pt x="194" y="1000"/>
                </a:cubicBezTo>
                <a:cubicBezTo>
                  <a:pt x="189" y="995"/>
                  <a:pt x="189" y="987"/>
                  <a:pt x="194" y="982"/>
                </a:cubicBezTo>
                <a:cubicBezTo>
                  <a:pt x="199" y="977"/>
                  <a:pt x="207" y="977"/>
                  <a:pt x="212" y="982"/>
                </a:cubicBezTo>
                <a:cubicBezTo>
                  <a:pt x="236" y="1006"/>
                  <a:pt x="236" y="1006"/>
                  <a:pt x="236" y="1006"/>
                </a:cubicBezTo>
                <a:cubicBezTo>
                  <a:pt x="241" y="1011"/>
                  <a:pt x="241" y="1019"/>
                  <a:pt x="236" y="1024"/>
                </a:cubicBezTo>
                <a:cubicBezTo>
                  <a:pt x="233" y="1026"/>
                  <a:pt x="230" y="1027"/>
                  <a:pt x="227" y="1027"/>
                </a:cubicBezTo>
                <a:close/>
                <a:moveTo>
                  <a:pt x="161" y="961"/>
                </a:moveTo>
                <a:cubicBezTo>
                  <a:pt x="158" y="961"/>
                  <a:pt x="154" y="960"/>
                  <a:pt x="152" y="958"/>
                </a:cubicBezTo>
                <a:cubicBezTo>
                  <a:pt x="142" y="948"/>
                  <a:pt x="142" y="948"/>
                  <a:pt x="142" y="948"/>
                </a:cubicBezTo>
                <a:cubicBezTo>
                  <a:pt x="128" y="933"/>
                  <a:pt x="128" y="933"/>
                  <a:pt x="128" y="933"/>
                </a:cubicBezTo>
                <a:cubicBezTo>
                  <a:pt x="126" y="931"/>
                  <a:pt x="124" y="928"/>
                  <a:pt x="122" y="926"/>
                </a:cubicBezTo>
                <a:cubicBezTo>
                  <a:pt x="121" y="925"/>
                  <a:pt x="120" y="923"/>
                  <a:pt x="119" y="922"/>
                </a:cubicBezTo>
                <a:cubicBezTo>
                  <a:pt x="109" y="912"/>
                  <a:pt x="109" y="912"/>
                  <a:pt x="109" y="912"/>
                </a:cubicBezTo>
                <a:cubicBezTo>
                  <a:pt x="104" y="905"/>
                  <a:pt x="104" y="905"/>
                  <a:pt x="104" y="905"/>
                </a:cubicBezTo>
                <a:cubicBezTo>
                  <a:pt x="100" y="900"/>
                  <a:pt x="97" y="895"/>
                  <a:pt x="93" y="890"/>
                </a:cubicBezTo>
                <a:cubicBezTo>
                  <a:pt x="93" y="890"/>
                  <a:pt x="93" y="890"/>
                  <a:pt x="93" y="890"/>
                </a:cubicBezTo>
                <a:cubicBezTo>
                  <a:pt x="84" y="877"/>
                  <a:pt x="84" y="877"/>
                  <a:pt x="84" y="877"/>
                </a:cubicBezTo>
                <a:cubicBezTo>
                  <a:pt x="82" y="874"/>
                  <a:pt x="79" y="871"/>
                  <a:pt x="77" y="867"/>
                </a:cubicBezTo>
                <a:cubicBezTo>
                  <a:pt x="58" y="837"/>
                  <a:pt x="41" y="804"/>
                  <a:pt x="29" y="769"/>
                </a:cubicBezTo>
                <a:cubicBezTo>
                  <a:pt x="17" y="737"/>
                  <a:pt x="9" y="701"/>
                  <a:pt x="4" y="663"/>
                </a:cubicBezTo>
                <a:cubicBezTo>
                  <a:pt x="2" y="650"/>
                  <a:pt x="1" y="638"/>
                  <a:pt x="1" y="625"/>
                </a:cubicBezTo>
                <a:cubicBezTo>
                  <a:pt x="1" y="625"/>
                  <a:pt x="1" y="625"/>
                  <a:pt x="1" y="625"/>
                </a:cubicBezTo>
                <a:cubicBezTo>
                  <a:pt x="1" y="618"/>
                  <a:pt x="0" y="612"/>
                  <a:pt x="0" y="605"/>
                </a:cubicBezTo>
                <a:cubicBezTo>
                  <a:pt x="0" y="551"/>
                  <a:pt x="9" y="497"/>
                  <a:pt x="27" y="446"/>
                </a:cubicBezTo>
                <a:cubicBezTo>
                  <a:pt x="27" y="445"/>
                  <a:pt x="27" y="445"/>
                  <a:pt x="27" y="445"/>
                </a:cubicBezTo>
                <a:cubicBezTo>
                  <a:pt x="29" y="438"/>
                  <a:pt x="37" y="435"/>
                  <a:pt x="43" y="437"/>
                </a:cubicBezTo>
                <a:cubicBezTo>
                  <a:pt x="50" y="440"/>
                  <a:pt x="53" y="447"/>
                  <a:pt x="51" y="454"/>
                </a:cubicBezTo>
                <a:cubicBezTo>
                  <a:pt x="51" y="454"/>
                  <a:pt x="51" y="454"/>
                  <a:pt x="51" y="454"/>
                </a:cubicBezTo>
                <a:cubicBezTo>
                  <a:pt x="34" y="503"/>
                  <a:pt x="26" y="554"/>
                  <a:pt x="26" y="605"/>
                </a:cubicBezTo>
                <a:cubicBezTo>
                  <a:pt x="26" y="611"/>
                  <a:pt x="26" y="618"/>
                  <a:pt x="26" y="624"/>
                </a:cubicBezTo>
                <a:cubicBezTo>
                  <a:pt x="26" y="624"/>
                  <a:pt x="26" y="624"/>
                  <a:pt x="26" y="624"/>
                </a:cubicBezTo>
                <a:cubicBezTo>
                  <a:pt x="27" y="636"/>
                  <a:pt x="28" y="648"/>
                  <a:pt x="29" y="660"/>
                </a:cubicBezTo>
                <a:cubicBezTo>
                  <a:pt x="34" y="696"/>
                  <a:pt x="42" y="730"/>
                  <a:pt x="53" y="761"/>
                </a:cubicBezTo>
                <a:cubicBezTo>
                  <a:pt x="65" y="793"/>
                  <a:pt x="80" y="825"/>
                  <a:pt x="99" y="854"/>
                </a:cubicBezTo>
                <a:cubicBezTo>
                  <a:pt x="99" y="854"/>
                  <a:pt x="99" y="854"/>
                  <a:pt x="99" y="854"/>
                </a:cubicBezTo>
                <a:cubicBezTo>
                  <a:pt x="101" y="857"/>
                  <a:pt x="103" y="860"/>
                  <a:pt x="105" y="862"/>
                </a:cubicBezTo>
                <a:cubicBezTo>
                  <a:pt x="113" y="875"/>
                  <a:pt x="113" y="875"/>
                  <a:pt x="113" y="875"/>
                </a:cubicBezTo>
                <a:cubicBezTo>
                  <a:pt x="117" y="880"/>
                  <a:pt x="121" y="884"/>
                  <a:pt x="124" y="889"/>
                </a:cubicBezTo>
                <a:cubicBezTo>
                  <a:pt x="129" y="896"/>
                  <a:pt x="129" y="896"/>
                  <a:pt x="129" y="896"/>
                </a:cubicBezTo>
                <a:cubicBezTo>
                  <a:pt x="138" y="906"/>
                  <a:pt x="138" y="906"/>
                  <a:pt x="138" y="906"/>
                </a:cubicBezTo>
                <a:cubicBezTo>
                  <a:pt x="139" y="907"/>
                  <a:pt x="140" y="908"/>
                  <a:pt x="141" y="909"/>
                </a:cubicBezTo>
                <a:cubicBezTo>
                  <a:pt x="143" y="911"/>
                  <a:pt x="144" y="913"/>
                  <a:pt x="146" y="915"/>
                </a:cubicBezTo>
                <a:cubicBezTo>
                  <a:pt x="146" y="915"/>
                  <a:pt x="146" y="915"/>
                  <a:pt x="146" y="915"/>
                </a:cubicBezTo>
                <a:cubicBezTo>
                  <a:pt x="170" y="940"/>
                  <a:pt x="170" y="940"/>
                  <a:pt x="170" y="940"/>
                </a:cubicBezTo>
                <a:cubicBezTo>
                  <a:pt x="175" y="945"/>
                  <a:pt x="175" y="953"/>
                  <a:pt x="170" y="958"/>
                </a:cubicBezTo>
                <a:cubicBezTo>
                  <a:pt x="167" y="960"/>
                  <a:pt x="164" y="961"/>
                  <a:pt x="161" y="961"/>
                </a:cubicBezTo>
                <a:close/>
                <a:moveTo>
                  <a:pt x="1076" y="933"/>
                </a:moveTo>
                <a:cubicBezTo>
                  <a:pt x="1073" y="933"/>
                  <a:pt x="1070" y="932"/>
                  <a:pt x="1068" y="930"/>
                </a:cubicBezTo>
                <a:cubicBezTo>
                  <a:pt x="1062" y="926"/>
                  <a:pt x="1062" y="917"/>
                  <a:pt x="1067" y="912"/>
                </a:cubicBezTo>
                <a:cubicBezTo>
                  <a:pt x="1113" y="860"/>
                  <a:pt x="1148" y="798"/>
                  <a:pt x="1166" y="732"/>
                </a:cubicBezTo>
                <a:cubicBezTo>
                  <a:pt x="1176" y="699"/>
                  <a:pt x="1182" y="664"/>
                  <a:pt x="1184" y="629"/>
                </a:cubicBezTo>
                <a:cubicBezTo>
                  <a:pt x="1184" y="621"/>
                  <a:pt x="1184" y="613"/>
                  <a:pt x="1184" y="605"/>
                </a:cubicBezTo>
                <a:cubicBezTo>
                  <a:pt x="1184" y="599"/>
                  <a:pt x="1184" y="593"/>
                  <a:pt x="1184" y="586"/>
                </a:cubicBezTo>
                <a:cubicBezTo>
                  <a:pt x="1184" y="579"/>
                  <a:pt x="1189" y="573"/>
                  <a:pt x="1196" y="573"/>
                </a:cubicBezTo>
                <a:cubicBezTo>
                  <a:pt x="1203" y="573"/>
                  <a:pt x="1209" y="578"/>
                  <a:pt x="1209" y="585"/>
                </a:cubicBezTo>
                <a:cubicBezTo>
                  <a:pt x="1210" y="592"/>
                  <a:pt x="1210" y="599"/>
                  <a:pt x="1210" y="605"/>
                </a:cubicBezTo>
                <a:cubicBezTo>
                  <a:pt x="1210" y="614"/>
                  <a:pt x="1209" y="622"/>
                  <a:pt x="1209" y="631"/>
                </a:cubicBezTo>
                <a:cubicBezTo>
                  <a:pt x="1207" y="667"/>
                  <a:pt x="1201" y="704"/>
                  <a:pt x="1191" y="739"/>
                </a:cubicBezTo>
                <a:cubicBezTo>
                  <a:pt x="1171" y="808"/>
                  <a:pt x="1135" y="874"/>
                  <a:pt x="1086" y="929"/>
                </a:cubicBezTo>
                <a:cubicBezTo>
                  <a:pt x="1083" y="932"/>
                  <a:pt x="1080" y="933"/>
                  <a:pt x="1076" y="933"/>
                </a:cubicBezTo>
                <a:close/>
                <a:moveTo>
                  <a:pt x="1190" y="540"/>
                </a:moveTo>
                <a:cubicBezTo>
                  <a:pt x="1184" y="540"/>
                  <a:pt x="1179" y="535"/>
                  <a:pt x="1178" y="529"/>
                </a:cubicBezTo>
                <a:cubicBezTo>
                  <a:pt x="1177" y="525"/>
                  <a:pt x="1177" y="525"/>
                  <a:pt x="1177" y="525"/>
                </a:cubicBezTo>
                <a:cubicBezTo>
                  <a:pt x="1176" y="516"/>
                  <a:pt x="1174" y="506"/>
                  <a:pt x="1171" y="496"/>
                </a:cubicBezTo>
                <a:cubicBezTo>
                  <a:pt x="1170" y="490"/>
                  <a:pt x="1174" y="483"/>
                  <a:pt x="1181" y="481"/>
                </a:cubicBezTo>
                <a:cubicBezTo>
                  <a:pt x="1188" y="480"/>
                  <a:pt x="1195" y="484"/>
                  <a:pt x="1196" y="491"/>
                </a:cubicBezTo>
                <a:cubicBezTo>
                  <a:pt x="1199" y="501"/>
                  <a:pt x="1201" y="511"/>
                  <a:pt x="1202" y="521"/>
                </a:cubicBezTo>
                <a:cubicBezTo>
                  <a:pt x="1203" y="525"/>
                  <a:pt x="1203" y="525"/>
                  <a:pt x="1203" y="525"/>
                </a:cubicBezTo>
                <a:cubicBezTo>
                  <a:pt x="1204" y="532"/>
                  <a:pt x="1199" y="538"/>
                  <a:pt x="1192" y="539"/>
                </a:cubicBezTo>
                <a:cubicBezTo>
                  <a:pt x="1192" y="539"/>
                  <a:pt x="1191" y="540"/>
                  <a:pt x="1190" y="540"/>
                </a:cubicBezTo>
                <a:close/>
                <a:moveTo>
                  <a:pt x="1153" y="418"/>
                </a:moveTo>
                <a:cubicBezTo>
                  <a:pt x="1148" y="418"/>
                  <a:pt x="1144" y="416"/>
                  <a:pt x="1142" y="411"/>
                </a:cubicBezTo>
                <a:cubicBezTo>
                  <a:pt x="1129" y="385"/>
                  <a:pt x="1114" y="359"/>
                  <a:pt x="1097" y="335"/>
                </a:cubicBezTo>
                <a:cubicBezTo>
                  <a:pt x="1095" y="331"/>
                  <a:pt x="1092" y="327"/>
                  <a:pt x="1088" y="323"/>
                </a:cubicBezTo>
                <a:cubicBezTo>
                  <a:pt x="1086" y="320"/>
                  <a:pt x="1084" y="318"/>
                  <a:pt x="1082" y="315"/>
                </a:cubicBezTo>
                <a:cubicBezTo>
                  <a:pt x="1079" y="312"/>
                  <a:pt x="1077" y="309"/>
                  <a:pt x="1075" y="307"/>
                </a:cubicBezTo>
                <a:cubicBezTo>
                  <a:pt x="1072" y="303"/>
                  <a:pt x="1068" y="299"/>
                  <a:pt x="1065" y="295"/>
                </a:cubicBezTo>
                <a:cubicBezTo>
                  <a:pt x="1056" y="285"/>
                  <a:pt x="1056" y="285"/>
                  <a:pt x="1056" y="285"/>
                </a:cubicBezTo>
                <a:cubicBezTo>
                  <a:pt x="1055" y="284"/>
                  <a:pt x="1054" y="283"/>
                  <a:pt x="1053" y="282"/>
                </a:cubicBezTo>
                <a:cubicBezTo>
                  <a:pt x="1051" y="280"/>
                  <a:pt x="1049" y="278"/>
                  <a:pt x="1045" y="275"/>
                </a:cubicBezTo>
                <a:cubicBezTo>
                  <a:pt x="1041" y="270"/>
                  <a:pt x="1041" y="270"/>
                  <a:pt x="1041" y="270"/>
                </a:cubicBezTo>
                <a:cubicBezTo>
                  <a:pt x="1041" y="270"/>
                  <a:pt x="1041" y="270"/>
                  <a:pt x="1041" y="270"/>
                </a:cubicBezTo>
                <a:cubicBezTo>
                  <a:pt x="1041" y="270"/>
                  <a:pt x="1041" y="270"/>
                  <a:pt x="1041" y="270"/>
                </a:cubicBezTo>
                <a:cubicBezTo>
                  <a:pt x="931" y="161"/>
                  <a:pt x="931" y="161"/>
                  <a:pt x="931" y="161"/>
                </a:cubicBezTo>
                <a:cubicBezTo>
                  <a:pt x="921" y="151"/>
                  <a:pt x="921" y="151"/>
                  <a:pt x="921" y="151"/>
                </a:cubicBezTo>
                <a:cubicBezTo>
                  <a:pt x="896" y="127"/>
                  <a:pt x="868" y="106"/>
                  <a:pt x="839" y="88"/>
                </a:cubicBezTo>
                <a:cubicBezTo>
                  <a:pt x="814" y="74"/>
                  <a:pt x="788" y="62"/>
                  <a:pt x="761" y="52"/>
                </a:cubicBezTo>
                <a:cubicBezTo>
                  <a:pt x="754" y="50"/>
                  <a:pt x="750" y="42"/>
                  <a:pt x="753" y="36"/>
                </a:cubicBezTo>
                <a:cubicBezTo>
                  <a:pt x="755" y="29"/>
                  <a:pt x="763" y="26"/>
                  <a:pt x="769" y="28"/>
                </a:cubicBezTo>
                <a:cubicBezTo>
                  <a:pt x="798" y="38"/>
                  <a:pt x="825" y="51"/>
                  <a:pt x="852" y="67"/>
                </a:cubicBezTo>
                <a:cubicBezTo>
                  <a:pt x="883" y="85"/>
                  <a:pt x="912" y="108"/>
                  <a:pt x="939" y="133"/>
                </a:cubicBezTo>
                <a:cubicBezTo>
                  <a:pt x="949" y="142"/>
                  <a:pt x="949" y="142"/>
                  <a:pt x="949" y="142"/>
                </a:cubicBezTo>
                <a:cubicBezTo>
                  <a:pt x="1059" y="252"/>
                  <a:pt x="1059" y="252"/>
                  <a:pt x="1059" y="252"/>
                </a:cubicBezTo>
                <a:cubicBezTo>
                  <a:pt x="1059" y="253"/>
                  <a:pt x="1059" y="253"/>
                  <a:pt x="1059" y="253"/>
                </a:cubicBezTo>
                <a:cubicBezTo>
                  <a:pt x="1063" y="257"/>
                  <a:pt x="1063" y="257"/>
                  <a:pt x="1063" y="257"/>
                </a:cubicBezTo>
                <a:cubicBezTo>
                  <a:pt x="1067" y="260"/>
                  <a:pt x="1069" y="263"/>
                  <a:pt x="1071" y="265"/>
                </a:cubicBezTo>
                <a:cubicBezTo>
                  <a:pt x="1083" y="278"/>
                  <a:pt x="1083" y="278"/>
                  <a:pt x="1083" y="278"/>
                </a:cubicBezTo>
                <a:cubicBezTo>
                  <a:pt x="1087" y="282"/>
                  <a:pt x="1091" y="286"/>
                  <a:pt x="1094" y="290"/>
                </a:cubicBezTo>
                <a:cubicBezTo>
                  <a:pt x="1097" y="293"/>
                  <a:pt x="1099" y="296"/>
                  <a:pt x="1101" y="298"/>
                </a:cubicBezTo>
                <a:cubicBezTo>
                  <a:pt x="1102" y="299"/>
                  <a:pt x="1102" y="299"/>
                  <a:pt x="1102" y="299"/>
                </a:cubicBezTo>
                <a:cubicBezTo>
                  <a:pt x="1104" y="302"/>
                  <a:pt x="1106" y="305"/>
                  <a:pt x="1108" y="308"/>
                </a:cubicBezTo>
                <a:cubicBezTo>
                  <a:pt x="1112" y="312"/>
                  <a:pt x="1115" y="316"/>
                  <a:pt x="1118" y="320"/>
                </a:cubicBezTo>
                <a:cubicBezTo>
                  <a:pt x="1136" y="346"/>
                  <a:pt x="1152" y="372"/>
                  <a:pt x="1165" y="400"/>
                </a:cubicBezTo>
                <a:cubicBezTo>
                  <a:pt x="1168" y="407"/>
                  <a:pt x="1165" y="414"/>
                  <a:pt x="1159" y="417"/>
                </a:cubicBezTo>
                <a:cubicBezTo>
                  <a:pt x="1157" y="418"/>
                  <a:pt x="1155" y="418"/>
                  <a:pt x="1153" y="418"/>
                </a:cubicBezTo>
                <a:close/>
                <a:moveTo>
                  <a:pt x="78" y="378"/>
                </a:moveTo>
                <a:cubicBezTo>
                  <a:pt x="76" y="378"/>
                  <a:pt x="74" y="377"/>
                  <a:pt x="72" y="376"/>
                </a:cubicBezTo>
                <a:cubicBezTo>
                  <a:pt x="66" y="372"/>
                  <a:pt x="64" y="364"/>
                  <a:pt x="67" y="358"/>
                </a:cubicBezTo>
                <a:cubicBezTo>
                  <a:pt x="73" y="348"/>
                  <a:pt x="79" y="338"/>
                  <a:pt x="86" y="329"/>
                </a:cubicBezTo>
                <a:cubicBezTo>
                  <a:pt x="90" y="323"/>
                  <a:pt x="98" y="322"/>
                  <a:pt x="104" y="326"/>
                </a:cubicBezTo>
                <a:cubicBezTo>
                  <a:pt x="110" y="330"/>
                  <a:pt x="111" y="338"/>
                  <a:pt x="107" y="343"/>
                </a:cubicBezTo>
                <a:cubicBezTo>
                  <a:pt x="101" y="352"/>
                  <a:pt x="95" y="362"/>
                  <a:pt x="89" y="371"/>
                </a:cubicBezTo>
                <a:cubicBezTo>
                  <a:pt x="87" y="375"/>
                  <a:pt x="83" y="378"/>
                  <a:pt x="78" y="378"/>
                </a:cubicBezTo>
                <a:close/>
                <a:moveTo>
                  <a:pt x="133" y="302"/>
                </a:moveTo>
                <a:cubicBezTo>
                  <a:pt x="130" y="302"/>
                  <a:pt x="127" y="301"/>
                  <a:pt x="125" y="299"/>
                </a:cubicBezTo>
                <a:cubicBezTo>
                  <a:pt x="119" y="294"/>
                  <a:pt x="119" y="286"/>
                  <a:pt x="124" y="281"/>
                </a:cubicBezTo>
                <a:cubicBezTo>
                  <a:pt x="130" y="274"/>
                  <a:pt x="136" y="268"/>
                  <a:pt x="142" y="261"/>
                </a:cubicBezTo>
                <a:cubicBezTo>
                  <a:pt x="260" y="144"/>
                  <a:pt x="260" y="144"/>
                  <a:pt x="260" y="144"/>
                </a:cubicBezTo>
                <a:cubicBezTo>
                  <a:pt x="261" y="142"/>
                  <a:pt x="262" y="141"/>
                  <a:pt x="263" y="140"/>
                </a:cubicBezTo>
                <a:cubicBezTo>
                  <a:pt x="278" y="127"/>
                  <a:pt x="278" y="127"/>
                  <a:pt x="278" y="127"/>
                </a:cubicBezTo>
                <a:cubicBezTo>
                  <a:pt x="280" y="125"/>
                  <a:pt x="282" y="123"/>
                  <a:pt x="284" y="121"/>
                </a:cubicBezTo>
                <a:cubicBezTo>
                  <a:pt x="286" y="120"/>
                  <a:pt x="287" y="119"/>
                  <a:pt x="288" y="118"/>
                </a:cubicBezTo>
                <a:cubicBezTo>
                  <a:pt x="299" y="108"/>
                  <a:pt x="299" y="108"/>
                  <a:pt x="299" y="108"/>
                </a:cubicBezTo>
                <a:cubicBezTo>
                  <a:pt x="309" y="100"/>
                  <a:pt x="309" y="100"/>
                  <a:pt x="309" y="100"/>
                </a:cubicBezTo>
                <a:cubicBezTo>
                  <a:pt x="311" y="99"/>
                  <a:pt x="312" y="98"/>
                  <a:pt x="313" y="97"/>
                </a:cubicBezTo>
                <a:cubicBezTo>
                  <a:pt x="316" y="95"/>
                  <a:pt x="318" y="93"/>
                  <a:pt x="321" y="91"/>
                </a:cubicBezTo>
                <a:cubicBezTo>
                  <a:pt x="332" y="84"/>
                  <a:pt x="332" y="84"/>
                  <a:pt x="332" y="84"/>
                </a:cubicBezTo>
                <a:cubicBezTo>
                  <a:pt x="354" y="68"/>
                  <a:pt x="378" y="55"/>
                  <a:pt x="404" y="43"/>
                </a:cubicBezTo>
                <a:cubicBezTo>
                  <a:pt x="445" y="25"/>
                  <a:pt x="489" y="12"/>
                  <a:pt x="534" y="5"/>
                </a:cubicBezTo>
                <a:cubicBezTo>
                  <a:pt x="549" y="2"/>
                  <a:pt x="565" y="1"/>
                  <a:pt x="581" y="0"/>
                </a:cubicBezTo>
                <a:cubicBezTo>
                  <a:pt x="588" y="0"/>
                  <a:pt x="594" y="5"/>
                  <a:pt x="594" y="12"/>
                </a:cubicBezTo>
                <a:cubicBezTo>
                  <a:pt x="594" y="19"/>
                  <a:pt x="589" y="25"/>
                  <a:pt x="582" y="26"/>
                </a:cubicBezTo>
                <a:cubicBezTo>
                  <a:pt x="567" y="26"/>
                  <a:pt x="552" y="28"/>
                  <a:pt x="538" y="30"/>
                </a:cubicBezTo>
                <a:cubicBezTo>
                  <a:pt x="495" y="36"/>
                  <a:pt x="453" y="49"/>
                  <a:pt x="414" y="66"/>
                </a:cubicBezTo>
                <a:cubicBezTo>
                  <a:pt x="390" y="77"/>
                  <a:pt x="367" y="90"/>
                  <a:pt x="346" y="105"/>
                </a:cubicBezTo>
                <a:cubicBezTo>
                  <a:pt x="335" y="112"/>
                  <a:pt x="335" y="112"/>
                  <a:pt x="335" y="112"/>
                </a:cubicBezTo>
                <a:cubicBezTo>
                  <a:pt x="333" y="114"/>
                  <a:pt x="331" y="115"/>
                  <a:pt x="329" y="117"/>
                </a:cubicBezTo>
                <a:cubicBezTo>
                  <a:pt x="328" y="118"/>
                  <a:pt x="326" y="119"/>
                  <a:pt x="325" y="120"/>
                </a:cubicBezTo>
                <a:cubicBezTo>
                  <a:pt x="315" y="128"/>
                  <a:pt x="315" y="128"/>
                  <a:pt x="315" y="128"/>
                </a:cubicBezTo>
                <a:cubicBezTo>
                  <a:pt x="305" y="137"/>
                  <a:pt x="305" y="137"/>
                  <a:pt x="305" y="137"/>
                </a:cubicBezTo>
                <a:cubicBezTo>
                  <a:pt x="304" y="138"/>
                  <a:pt x="302" y="139"/>
                  <a:pt x="301" y="140"/>
                </a:cubicBezTo>
                <a:cubicBezTo>
                  <a:pt x="299" y="142"/>
                  <a:pt x="297" y="143"/>
                  <a:pt x="295" y="145"/>
                </a:cubicBezTo>
                <a:cubicBezTo>
                  <a:pt x="280" y="159"/>
                  <a:pt x="280" y="159"/>
                  <a:pt x="280" y="159"/>
                </a:cubicBezTo>
                <a:cubicBezTo>
                  <a:pt x="280" y="160"/>
                  <a:pt x="279" y="161"/>
                  <a:pt x="278" y="161"/>
                </a:cubicBezTo>
                <a:cubicBezTo>
                  <a:pt x="160" y="279"/>
                  <a:pt x="160" y="279"/>
                  <a:pt x="160" y="279"/>
                </a:cubicBezTo>
                <a:cubicBezTo>
                  <a:pt x="154" y="285"/>
                  <a:pt x="148" y="292"/>
                  <a:pt x="143" y="298"/>
                </a:cubicBezTo>
                <a:cubicBezTo>
                  <a:pt x="140" y="301"/>
                  <a:pt x="137" y="302"/>
                  <a:pt x="133" y="302"/>
                </a:cubicBezTo>
                <a:close/>
                <a:moveTo>
                  <a:pt x="708" y="36"/>
                </a:moveTo>
                <a:cubicBezTo>
                  <a:pt x="707" y="36"/>
                  <a:pt x="706" y="36"/>
                  <a:pt x="705" y="36"/>
                </a:cubicBezTo>
                <a:cubicBezTo>
                  <a:pt x="694" y="34"/>
                  <a:pt x="694" y="34"/>
                  <a:pt x="694" y="34"/>
                </a:cubicBezTo>
                <a:cubicBezTo>
                  <a:pt x="681" y="31"/>
                  <a:pt x="681" y="31"/>
                  <a:pt x="681" y="31"/>
                </a:cubicBezTo>
                <a:cubicBezTo>
                  <a:pt x="679" y="31"/>
                  <a:pt x="677" y="31"/>
                  <a:pt x="676" y="31"/>
                </a:cubicBezTo>
                <a:cubicBezTo>
                  <a:pt x="675" y="30"/>
                  <a:pt x="673" y="30"/>
                  <a:pt x="672" y="30"/>
                </a:cubicBezTo>
                <a:cubicBezTo>
                  <a:pt x="665" y="29"/>
                  <a:pt x="661" y="22"/>
                  <a:pt x="662" y="15"/>
                </a:cubicBezTo>
                <a:cubicBezTo>
                  <a:pt x="663" y="8"/>
                  <a:pt x="670" y="4"/>
                  <a:pt x="677" y="5"/>
                </a:cubicBezTo>
                <a:cubicBezTo>
                  <a:pt x="678" y="5"/>
                  <a:pt x="679" y="5"/>
                  <a:pt x="680" y="5"/>
                </a:cubicBezTo>
                <a:cubicBezTo>
                  <a:pt x="682" y="6"/>
                  <a:pt x="683" y="6"/>
                  <a:pt x="685" y="6"/>
                </a:cubicBezTo>
                <a:cubicBezTo>
                  <a:pt x="699" y="9"/>
                  <a:pt x="699" y="9"/>
                  <a:pt x="699" y="9"/>
                </a:cubicBezTo>
                <a:cubicBezTo>
                  <a:pt x="711" y="11"/>
                  <a:pt x="711" y="11"/>
                  <a:pt x="711" y="11"/>
                </a:cubicBezTo>
                <a:cubicBezTo>
                  <a:pt x="717" y="13"/>
                  <a:pt x="722" y="20"/>
                  <a:pt x="720" y="26"/>
                </a:cubicBezTo>
                <a:cubicBezTo>
                  <a:pt x="719" y="32"/>
                  <a:pt x="714" y="36"/>
                  <a:pt x="708" y="36"/>
                </a:cubicBezTo>
                <a:close/>
              </a:path>
            </a:pathLst>
          </a:custGeom>
          <a:solidFill>
            <a:schemeClr val="accent3">
              <a:lumMod val="20000"/>
              <a:lumOff val="80000"/>
            </a:schemeClr>
          </a:solidFill>
          <a:ln>
            <a:noFill/>
          </a:ln>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sp>
        <p:nvSpPr>
          <p:cNvPr id="84" name="Freeform 44">
            <a:extLst>
              <a:ext uri="{FF2B5EF4-FFF2-40B4-BE49-F238E27FC236}">
                <a16:creationId xmlns:a16="http://schemas.microsoft.com/office/drawing/2014/main" id="{5F701CB2-64E1-4758-9AAA-AD2CE93D44D7}"/>
              </a:ext>
            </a:extLst>
          </p:cNvPr>
          <p:cNvSpPr>
            <a:spLocks noEditPoints="1"/>
          </p:cNvSpPr>
          <p:nvPr/>
        </p:nvSpPr>
        <p:spPr bwMode="auto">
          <a:xfrm>
            <a:off x="2059894" y="2466069"/>
            <a:ext cx="1925863" cy="1929355"/>
          </a:xfrm>
          <a:custGeom>
            <a:avLst/>
            <a:gdLst>
              <a:gd name="T0" fmla="*/ 414 w 1102"/>
              <a:gd name="T1" fmla="*/ 1054 h 1103"/>
              <a:gd name="T2" fmla="*/ 679 w 1102"/>
              <a:gd name="T3" fmla="*/ 1056 h 1103"/>
              <a:gd name="T4" fmla="*/ 711 w 1102"/>
              <a:gd name="T5" fmla="*/ 1045 h 1103"/>
              <a:gd name="T6" fmla="*/ 755 w 1102"/>
              <a:gd name="T7" fmla="*/ 1037 h 1103"/>
              <a:gd name="T8" fmla="*/ 721 w 1102"/>
              <a:gd name="T9" fmla="*/ 1068 h 1103"/>
              <a:gd name="T10" fmla="*/ 591 w 1102"/>
              <a:gd name="T11" fmla="*/ 1101 h 1103"/>
              <a:gd name="T12" fmla="*/ 341 w 1102"/>
              <a:gd name="T13" fmla="*/ 1034 h 1103"/>
              <a:gd name="T14" fmla="*/ 801 w 1102"/>
              <a:gd name="T15" fmla="*/ 1020 h 1103"/>
              <a:gd name="T16" fmla="*/ 838 w 1102"/>
              <a:gd name="T17" fmla="*/ 958 h 1103"/>
              <a:gd name="T18" fmla="*/ 856 w 1102"/>
              <a:gd name="T19" fmla="*/ 976 h 1103"/>
              <a:gd name="T20" fmla="*/ 801 w 1102"/>
              <a:gd name="T21" fmla="*/ 1020 h 1103"/>
              <a:gd name="T22" fmla="*/ 278 w 1102"/>
              <a:gd name="T23" fmla="*/ 1005 h 1103"/>
              <a:gd name="T24" fmla="*/ 246 w 1102"/>
              <a:gd name="T25" fmla="*/ 977 h 1103"/>
              <a:gd name="T26" fmla="*/ 273 w 1102"/>
              <a:gd name="T27" fmla="*/ 967 h 1103"/>
              <a:gd name="T28" fmla="*/ 295 w 1102"/>
              <a:gd name="T29" fmla="*/ 986 h 1103"/>
              <a:gd name="T30" fmla="*/ 305 w 1102"/>
              <a:gd name="T31" fmla="*/ 1011 h 1103"/>
              <a:gd name="T32" fmla="*/ 891 w 1102"/>
              <a:gd name="T33" fmla="*/ 905 h 1103"/>
              <a:gd name="T34" fmla="*/ 188 w 1102"/>
              <a:gd name="T35" fmla="*/ 918 h 1103"/>
              <a:gd name="T36" fmla="*/ 97 w 1102"/>
              <a:gd name="T37" fmla="*/ 824 h 1103"/>
              <a:gd name="T38" fmla="*/ 76 w 1102"/>
              <a:gd name="T39" fmla="*/ 795 h 1103"/>
              <a:gd name="T40" fmla="*/ 10 w 1102"/>
              <a:gd name="T41" fmla="*/ 620 h 1103"/>
              <a:gd name="T42" fmla="*/ 91 w 1102"/>
              <a:gd name="T43" fmla="*/ 772 h 1103"/>
              <a:gd name="T44" fmla="*/ 112 w 1102"/>
              <a:gd name="T45" fmla="*/ 802 h 1103"/>
              <a:gd name="T46" fmla="*/ 132 w 1102"/>
              <a:gd name="T47" fmla="*/ 826 h 1103"/>
              <a:gd name="T48" fmla="*/ 197 w 1102"/>
              <a:gd name="T49" fmla="*/ 922 h 1103"/>
              <a:gd name="T50" fmla="*/ 1012 w 1102"/>
              <a:gd name="T51" fmla="*/ 771 h 1103"/>
              <a:gd name="T52" fmla="*/ 992 w 1102"/>
              <a:gd name="T53" fmla="*/ 840 h 1103"/>
              <a:gd name="T54" fmla="*/ 1043 w 1102"/>
              <a:gd name="T55" fmla="*/ 722 h 1103"/>
              <a:gd name="T56" fmla="*/ 1055 w 1102"/>
              <a:gd name="T57" fmla="*/ 730 h 1103"/>
              <a:gd name="T58" fmla="*/ 1076 w 1102"/>
              <a:gd name="T59" fmla="*/ 552 h 1103"/>
              <a:gd name="T60" fmla="*/ 1056 w 1102"/>
              <a:gd name="T61" fmla="*/ 426 h 1103"/>
              <a:gd name="T62" fmla="*/ 1047 w 1102"/>
              <a:gd name="T63" fmla="*/ 399 h 1103"/>
              <a:gd name="T64" fmla="*/ 1024 w 1102"/>
              <a:gd name="T65" fmla="*/ 315 h 1103"/>
              <a:gd name="T66" fmla="*/ 1077 w 1102"/>
              <a:gd name="T67" fmla="*/ 406 h 1103"/>
              <a:gd name="T68" fmla="*/ 1084 w 1102"/>
              <a:gd name="T69" fmla="*/ 430 h 1103"/>
              <a:gd name="T70" fmla="*/ 1089 w 1102"/>
              <a:gd name="T71" fmla="*/ 657 h 1103"/>
              <a:gd name="T72" fmla="*/ 13 w 1102"/>
              <a:gd name="T73" fmla="*/ 548 h 1103"/>
              <a:gd name="T74" fmla="*/ 5 w 1102"/>
              <a:gd name="T75" fmla="*/ 491 h 1103"/>
              <a:gd name="T76" fmla="*/ 30 w 1102"/>
              <a:gd name="T77" fmla="*/ 494 h 1103"/>
              <a:gd name="T78" fmla="*/ 46 w 1102"/>
              <a:gd name="T79" fmla="*/ 358 h 1103"/>
              <a:gd name="T80" fmla="*/ 247 w 1102"/>
              <a:gd name="T81" fmla="*/ 126 h 1103"/>
              <a:gd name="T82" fmla="*/ 274 w 1102"/>
              <a:gd name="T83" fmla="*/ 102 h 1103"/>
              <a:gd name="T84" fmla="*/ 282 w 1102"/>
              <a:gd name="T85" fmla="*/ 128 h 1103"/>
              <a:gd name="T86" fmla="*/ 264 w 1102"/>
              <a:gd name="T87" fmla="*/ 145 h 1103"/>
              <a:gd name="T88" fmla="*/ 58 w 1102"/>
              <a:gd name="T89" fmla="*/ 376 h 1103"/>
              <a:gd name="T90" fmla="*/ 960 w 1102"/>
              <a:gd name="T91" fmla="*/ 267 h 1103"/>
              <a:gd name="T92" fmla="*/ 945 w 1102"/>
              <a:gd name="T93" fmla="*/ 216 h 1103"/>
              <a:gd name="T94" fmla="*/ 981 w 1102"/>
              <a:gd name="T95" fmla="*/ 252 h 1103"/>
              <a:gd name="T96" fmla="*/ 983 w 1102"/>
              <a:gd name="T97" fmla="*/ 286 h 1103"/>
              <a:gd name="T98" fmla="*/ 901 w 1102"/>
              <a:gd name="T99" fmla="*/ 177 h 1103"/>
              <a:gd name="T100" fmla="*/ 830 w 1102"/>
              <a:gd name="T101" fmla="*/ 137 h 1103"/>
              <a:gd name="T102" fmla="*/ 660 w 1102"/>
              <a:gd name="T103" fmla="*/ 41 h 1103"/>
              <a:gd name="T104" fmla="*/ 629 w 1102"/>
              <a:gd name="T105" fmla="*/ 34 h 1103"/>
              <a:gd name="T106" fmla="*/ 595 w 1102"/>
              <a:gd name="T107" fmla="*/ 28 h 1103"/>
              <a:gd name="T108" fmla="*/ 518 w 1102"/>
              <a:gd name="T109" fmla="*/ 14 h 1103"/>
              <a:gd name="T110" fmla="*/ 596 w 1102"/>
              <a:gd name="T111" fmla="*/ 3 h 1103"/>
              <a:gd name="T112" fmla="*/ 634 w 1102"/>
              <a:gd name="T113" fmla="*/ 9 h 1103"/>
              <a:gd name="T114" fmla="*/ 681 w 1102"/>
              <a:gd name="T115" fmla="*/ 21 h 1103"/>
              <a:gd name="T116" fmla="*/ 852 w 1102"/>
              <a:gd name="T117" fmla="*/ 129 h 1103"/>
              <a:gd name="T118" fmla="*/ 325 w 1102"/>
              <a:gd name="T119" fmla="*/ 69 h 1103"/>
              <a:gd name="T120" fmla="*/ 337 w 1102"/>
              <a:gd name="T121" fmla="*/ 85 h 1103"/>
              <a:gd name="T122" fmla="*/ 460 w 1102"/>
              <a:gd name="T123" fmla="*/ 10 h 1103"/>
              <a:gd name="T124" fmla="*/ 398 w 1102"/>
              <a:gd name="T125" fmla="*/ 55 h 1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02" h="1103">
                <a:moveTo>
                  <a:pt x="552" y="1103"/>
                </a:moveTo>
                <a:cubicBezTo>
                  <a:pt x="502" y="1103"/>
                  <a:pt x="455" y="1095"/>
                  <a:pt x="410" y="1079"/>
                </a:cubicBezTo>
                <a:cubicBezTo>
                  <a:pt x="407" y="1078"/>
                  <a:pt x="404" y="1076"/>
                  <a:pt x="403" y="1073"/>
                </a:cubicBezTo>
                <a:cubicBezTo>
                  <a:pt x="401" y="1069"/>
                  <a:pt x="401" y="1066"/>
                  <a:pt x="402" y="1063"/>
                </a:cubicBezTo>
                <a:cubicBezTo>
                  <a:pt x="404" y="1058"/>
                  <a:pt x="409" y="1054"/>
                  <a:pt x="414" y="1054"/>
                </a:cubicBezTo>
                <a:cubicBezTo>
                  <a:pt x="416" y="1054"/>
                  <a:pt x="417" y="1055"/>
                  <a:pt x="418" y="1055"/>
                </a:cubicBezTo>
                <a:cubicBezTo>
                  <a:pt x="460" y="1070"/>
                  <a:pt x="505" y="1077"/>
                  <a:pt x="552" y="1077"/>
                </a:cubicBezTo>
                <a:cubicBezTo>
                  <a:pt x="564" y="1077"/>
                  <a:pt x="576" y="1077"/>
                  <a:pt x="589" y="1075"/>
                </a:cubicBezTo>
                <a:cubicBezTo>
                  <a:pt x="619" y="1073"/>
                  <a:pt x="649" y="1066"/>
                  <a:pt x="679" y="1057"/>
                </a:cubicBezTo>
                <a:cubicBezTo>
                  <a:pt x="679" y="1056"/>
                  <a:pt x="679" y="1056"/>
                  <a:pt x="679" y="1056"/>
                </a:cubicBezTo>
                <a:cubicBezTo>
                  <a:pt x="683" y="1055"/>
                  <a:pt x="688" y="1054"/>
                  <a:pt x="692" y="1052"/>
                </a:cubicBezTo>
                <a:cubicBezTo>
                  <a:pt x="695" y="1051"/>
                  <a:pt x="698" y="1050"/>
                  <a:pt x="701" y="1049"/>
                </a:cubicBezTo>
                <a:cubicBezTo>
                  <a:pt x="701" y="1049"/>
                  <a:pt x="701" y="1049"/>
                  <a:pt x="701" y="1049"/>
                </a:cubicBezTo>
                <a:cubicBezTo>
                  <a:pt x="703" y="1048"/>
                  <a:pt x="705" y="1047"/>
                  <a:pt x="708" y="1046"/>
                </a:cubicBezTo>
                <a:cubicBezTo>
                  <a:pt x="709" y="1045"/>
                  <a:pt x="710" y="1045"/>
                  <a:pt x="711" y="1045"/>
                </a:cubicBezTo>
                <a:cubicBezTo>
                  <a:pt x="721" y="1040"/>
                  <a:pt x="721" y="1040"/>
                  <a:pt x="721" y="1040"/>
                </a:cubicBezTo>
                <a:cubicBezTo>
                  <a:pt x="724" y="1039"/>
                  <a:pt x="726" y="1037"/>
                  <a:pt x="729" y="1036"/>
                </a:cubicBezTo>
                <a:cubicBezTo>
                  <a:pt x="732" y="1035"/>
                  <a:pt x="735" y="1033"/>
                  <a:pt x="738" y="1032"/>
                </a:cubicBezTo>
                <a:cubicBezTo>
                  <a:pt x="740" y="1031"/>
                  <a:pt x="742" y="1030"/>
                  <a:pt x="744" y="1030"/>
                </a:cubicBezTo>
                <a:cubicBezTo>
                  <a:pt x="748" y="1030"/>
                  <a:pt x="753" y="1033"/>
                  <a:pt x="755" y="1037"/>
                </a:cubicBezTo>
                <a:cubicBezTo>
                  <a:pt x="758" y="1044"/>
                  <a:pt x="756" y="1051"/>
                  <a:pt x="749" y="1054"/>
                </a:cubicBezTo>
                <a:cubicBezTo>
                  <a:pt x="746" y="1056"/>
                  <a:pt x="743" y="1058"/>
                  <a:pt x="740" y="1059"/>
                </a:cubicBezTo>
                <a:cubicBezTo>
                  <a:pt x="737" y="1060"/>
                  <a:pt x="735" y="1062"/>
                  <a:pt x="732" y="1063"/>
                </a:cubicBezTo>
                <a:cubicBezTo>
                  <a:pt x="732" y="1063"/>
                  <a:pt x="732" y="1063"/>
                  <a:pt x="732" y="1063"/>
                </a:cubicBezTo>
                <a:cubicBezTo>
                  <a:pt x="721" y="1068"/>
                  <a:pt x="721" y="1068"/>
                  <a:pt x="721" y="1068"/>
                </a:cubicBezTo>
                <a:cubicBezTo>
                  <a:pt x="720" y="1068"/>
                  <a:pt x="719" y="1069"/>
                  <a:pt x="718" y="1069"/>
                </a:cubicBezTo>
                <a:cubicBezTo>
                  <a:pt x="715" y="1070"/>
                  <a:pt x="712" y="1072"/>
                  <a:pt x="709" y="1073"/>
                </a:cubicBezTo>
                <a:cubicBezTo>
                  <a:pt x="707" y="1074"/>
                  <a:pt x="704" y="1074"/>
                  <a:pt x="702" y="1075"/>
                </a:cubicBezTo>
                <a:cubicBezTo>
                  <a:pt x="697" y="1077"/>
                  <a:pt x="692" y="1079"/>
                  <a:pt x="686" y="1081"/>
                </a:cubicBezTo>
                <a:cubicBezTo>
                  <a:pt x="655" y="1091"/>
                  <a:pt x="623" y="1098"/>
                  <a:pt x="591" y="1101"/>
                </a:cubicBezTo>
                <a:cubicBezTo>
                  <a:pt x="578" y="1102"/>
                  <a:pt x="565" y="1103"/>
                  <a:pt x="552" y="1103"/>
                </a:cubicBezTo>
                <a:close/>
                <a:moveTo>
                  <a:pt x="352" y="1053"/>
                </a:moveTo>
                <a:cubicBezTo>
                  <a:pt x="350" y="1053"/>
                  <a:pt x="348" y="1052"/>
                  <a:pt x="346" y="1051"/>
                </a:cubicBezTo>
                <a:cubicBezTo>
                  <a:pt x="343" y="1049"/>
                  <a:pt x="341" y="1047"/>
                  <a:pt x="340" y="1044"/>
                </a:cubicBezTo>
                <a:cubicBezTo>
                  <a:pt x="339" y="1040"/>
                  <a:pt x="339" y="1037"/>
                  <a:pt x="341" y="1034"/>
                </a:cubicBezTo>
                <a:cubicBezTo>
                  <a:pt x="343" y="1030"/>
                  <a:pt x="347" y="1027"/>
                  <a:pt x="352" y="1027"/>
                </a:cubicBezTo>
                <a:cubicBezTo>
                  <a:pt x="354" y="1027"/>
                  <a:pt x="356" y="1028"/>
                  <a:pt x="358" y="1029"/>
                </a:cubicBezTo>
                <a:cubicBezTo>
                  <a:pt x="364" y="1032"/>
                  <a:pt x="367" y="1040"/>
                  <a:pt x="363" y="1046"/>
                </a:cubicBezTo>
                <a:cubicBezTo>
                  <a:pt x="361" y="1050"/>
                  <a:pt x="357" y="1053"/>
                  <a:pt x="352" y="1053"/>
                </a:cubicBezTo>
                <a:close/>
                <a:moveTo>
                  <a:pt x="801" y="1020"/>
                </a:moveTo>
                <a:cubicBezTo>
                  <a:pt x="797" y="1020"/>
                  <a:pt x="793" y="1018"/>
                  <a:pt x="791" y="1015"/>
                </a:cubicBezTo>
                <a:cubicBezTo>
                  <a:pt x="789" y="1012"/>
                  <a:pt x="788" y="1009"/>
                  <a:pt x="788" y="1005"/>
                </a:cubicBezTo>
                <a:cubicBezTo>
                  <a:pt x="789" y="1002"/>
                  <a:pt x="791" y="999"/>
                  <a:pt x="793" y="997"/>
                </a:cubicBezTo>
                <a:cubicBezTo>
                  <a:pt x="808" y="986"/>
                  <a:pt x="821" y="975"/>
                  <a:pt x="834" y="962"/>
                </a:cubicBezTo>
                <a:cubicBezTo>
                  <a:pt x="838" y="958"/>
                  <a:pt x="838" y="958"/>
                  <a:pt x="838" y="958"/>
                </a:cubicBezTo>
                <a:cubicBezTo>
                  <a:pt x="843" y="953"/>
                  <a:pt x="843" y="953"/>
                  <a:pt x="843" y="953"/>
                </a:cubicBezTo>
                <a:cubicBezTo>
                  <a:pt x="848" y="949"/>
                  <a:pt x="856" y="949"/>
                  <a:pt x="861" y="953"/>
                </a:cubicBezTo>
                <a:cubicBezTo>
                  <a:pt x="863" y="956"/>
                  <a:pt x="865" y="959"/>
                  <a:pt x="865" y="962"/>
                </a:cubicBezTo>
                <a:cubicBezTo>
                  <a:pt x="865" y="966"/>
                  <a:pt x="864" y="969"/>
                  <a:pt x="861" y="971"/>
                </a:cubicBezTo>
                <a:cubicBezTo>
                  <a:pt x="856" y="976"/>
                  <a:pt x="856" y="976"/>
                  <a:pt x="856" y="976"/>
                </a:cubicBezTo>
                <a:cubicBezTo>
                  <a:pt x="852" y="980"/>
                  <a:pt x="852" y="980"/>
                  <a:pt x="852" y="980"/>
                </a:cubicBezTo>
                <a:cubicBezTo>
                  <a:pt x="838" y="994"/>
                  <a:pt x="824" y="1006"/>
                  <a:pt x="809" y="1017"/>
                </a:cubicBezTo>
                <a:cubicBezTo>
                  <a:pt x="808" y="1017"/>
                  <a:pt x="808" y="1017"/>
                  <a:pt x="808" y="1017"/>
                </a:cubicBezTo>
                <a:cubicBezTo>
                  <a:pt x="808" y="1017"/>
                  <a:pt x="808" y="1017"/>
                  <a:pt x="808" y="1017"/>
                </a:cubicBezTo>
                <a:cubicBezTo>
                  <a:pt x="806" y="1019"/>
                  <a:pt x="804" y="1020"/>
                  <a:pt x="801" y="1020"/>
                </a:cubicBezTo>
                <a:close/>
                <a:moveTo>
                  <a:pt x="295" y="1015"/>
                </a:moveTo>
                <a:cubicBezTo>
                  <a:pt x="293" y="1015"/>
                  <a:pt x="290" y="1015"/>
                  <a:pt x="288" y="1013"/>
                </a:cubicBezTo>
                <a:cubicBezTo>
                  <a:pt x="283" y="1009"/>
                  <a:pt x="283" y="1009"/>
                  <a:pt x="283" y="1009"/>
                </a:cubicBezTo>
                <a:cubicBezTo>
                  <a:pt x="283" y="1009"/>
                  <a:pt x="282" y="1009"/>
                  <a:pt x="282" y="1008"/>
                </a:cubicBezTo>
                <a:cubicBezTo>
                  <a:pt x="281" y="1008"/>
                  <a:pt x="279" y="1007"/>
                  <a:pt x="278" y="1005"/>
                </a:cubicBezTo>
                <a:cubicBezTo>
                  <a:pt x="265" y="994"/>
                  <a:pt x="265" y="994"/>
                  <a:pt x="265" y="994"/>
                </a:cubicBezTo>
                <a:cubicBezTo>
                  <a:pt x="262" y="992"/>
                  <a:pt x="260" y="990"/>
                  <a:pt x="258" y="988"/>
                </a:cubicBezTo>
                <a:cubicBezTo>
                  <a:pt x="257" y="987"/>
                  <a:pt x="256" y="986"/>
                  <a:pt x="256" y="985"/>
                </a:cubicBezTo>
                <a:cubicBezTo>
                  <a:pt x="255" y="985"/>
                  <a:pt x="255" y="985"/>
                  <a:pt x="255" y="985"/>
                </a:cubicBezTo>
                <a:cubicBezTo>
                  <a:pt x="246" y="977"/>
                  <a:pt x="246" y="977"/>
                  <a:pt x="246" y="977"/>
                </a:cubicBezTo>
                <a:cubicBezTo>
                  <a:pt x="236" y="966"/>
                  <a:pt x="236" y="966"/>
                  <a:pt x="236" y="966"/>
                </a:cubicBezTo>
                <a:cubicBezTo>
                  <a:pt x="231" y="961"/>
                  <a:pt x="231" y="953"/>
                  <a:pt x="236" y="948"/>
                </a:cubicBezTo>
                <a:cubicBezTo>
                  <a:pt x="241" y="944"/>
                  <a:pt x="249" y="944"/>
                  <a:pt x="254" y="948"/>
                </a:cubicBezTo>
                <a:cubicBezTo>
                  <a:pt x="264" y="959"/>
                  <a:pt x="264" y="959"/>
                  <a:pt x="264" y="959"/>
                </a:cubicBezTo>
                <a:cubicBezTo>
                  <a:pt x="273" y="967"/>
                  <a:pt x="273" y="967"/>
                  <a:pt x="273" y="967"/>
                </a:cubicBezTo>
                <a:cubicBezTo>
                  <a:pt x="274" y="968"/>
                  <a:pt x="275" y="969"/>
                  <a:pt x="277" y="970"/>
                </a:cubicBezTo>
                <a:cubicBezTo>
                  <a:pt x="278" y="972"/>
                  <a:pt x="280" y="973"/>
                  <a:pt x="281" y="974"/>
                </a:cubicBezTo>
                <a:cubicBezTo>
                  <a:pt x="281" y="974"/>
                  <a:pt x="281" y="974"/>
                  <a:pt x="281" y="974"/>
                </a:cubicBezTo>
                <a:cubicBezTo>
                  <a:pt x="295" y="986"/>
                  <a:pt x="295" y="986"/>
                  <a:pt x="295" y="986"/>
                </a:cubicBezTo>
                <a:cubicBezTo>
                  <a:pt x="295" y="986"/>
                  <a:pt x="295" y="986"/>
                  <a:pt x="295" y="986"/>
                </a:cubicBezTo>
                <a:cubicBezTo>
                  <a:pt x="295" y="987"/>
                  <a:pt x="296" y="987"/>
                  <a:pt x="297" y="988"/>
                </a:cubicBezTo>
                <a:cubicBezTo>
                  <a:pt x="297" y="988"/>
                  <a:pt x="298" y="989"/>
                  <a:pt x="299" y="989"/>
                </a:cubicBezTo>
                <a:cubicBezTo>
                  <a:pt x="299" y="989"/>
                  <a:pt x="299" y="989"/>
                  <a:pt x="299" y="989"/>
                </a:cubicBezTo>
                <a:cubicBezTo>
                  <a:pt x="303" y="993"/>
                  <a:pt x="303" y="993"/>
                  <a:pt x="303" y="993"/>
                </a:cubicBezTo>
                <a:cubicBezTo>
                  <a:pt x="309" y="997"/>
                  <a:pt x="310" y="1005"/>
                  <a:pt x="305" y="1011"/>
                </a:cubicBezTo>
                <a:cubicBezTo>
                  <a:pt x="303" y="1014"/>
                  <a:pt x="299" y="1015"/>
                  <a:pt x="295" y="1015"/>
                </a:cubicBezTo>
                <a:close/>
                <a:moveTo>
                  <a:pt x="900" y="927"/>
                </a:moveTo>
                <a:cubicBezTo>
                  <a:pt x="897" y="927"/>
                  <a:pt x="893" y="926"/>
                  <a:pt x="891" y="923"/>
                </a:cubicBezTo>
                <a:cubicBezTo>
                  <a:pt x="889" y="921"/>
                  <a:pt x="887" y="918"/>
                  <a:pt x="887" y="914"/>
                </a:cubicBezTo>
                <a:cubicBezTo>
                  <a:pt x="887" y="911"/>
                  <a:pt x="889" y="908"/>
                  <a:pt x="891" y="905"/>
                </a:cubicBezTo>
                <a:cubicBezTo>
                  <a:pt x="896" y="900"/>
                  <a:pt x="904" y="900"/>
                  <a:pt x="909" y="905"/>
                </a:cubicBezTo>
                <a:cubicBezTo>
                  <a:pt x="914" y="910"/>
                  <a:pt x="914" y="918"/>
                  <a:pt x="909" y="923"/>
                </a:cubicBezTo>
                <a:cubicBezTo>
                  <a:pt x="907" y="926"/>
                  <a:pt x="903" y="927"/>
                  <a:pt x="900" y="927"/>
                </a:cubicBezTo>
                <a:close/>
                <a:moveTo>
                  <a:pt x="197" y="922"/>
                </a:moveTo>
                <a:cubicBezTo>
                  <a:pt x="194" y="922"/>
                  <a:pt x="190" y="921"/>
                  <a:pt x="188" y="918"/>
                </a:cubicBezTo>
                <a:cubicBezTo>
                  <a:pt x="126" y="856"/>
                  <a:pt x="126" y="856"/>
                  <a:pt x="126" y="856"/>
                </a:cubicBezTo>
                <a:cubicBezTo>
                  <a:pt x="114" y="843"/>
                  <a:pt x="114" y="843"/>
                  <a:pt x="114" y="843"/>
                </a:cubicBezTo>
                <a:cubicBezTo>
                  <a:pt x="111" y="841"/>
                  <a:pt x="109" y="839"/>
                  <a:pt x="108" y="837"/>
                </a:cubicBezTo>
                <a:cubicBezTo>
                  <a:pt x="107" y="836"/>
                  <a:pt x="106" y="835"/>
                  <a:pt x="106" y="834"/>
                </a:cubicBezTo>
                <a:cubicBezTo>
                  <a:pt x="97" y="824"/>
                  <a:pt x="97" y="824"/>
                  <a:pt x="97" y="824"/>
                </a:cubicBezTo>
                <a:cubicBezTo>
                  <a:pt x="95" y="822"/>
                  <a:pt x="93" y="819"/>
                  <a:pt x="91" y="817"/>
                </a:cubicBezTo>
                <a:cubicBezTo>
                  <a:pt x="89" y="813"/>
                  <a:pt x="86" y="809"/>
                  <a:pt x="83" y="805"/>
                </a:cubicBezTo>
                <a:cubicBezTo>
                  <a:pt x="82" y="805"/>
                  <a:pt x="82" y="805"/>
                  <a:pt x="82" y="805"/>
                </a:cubicBezTo>
                <a:cubicBezTo>
                  <a:pt x="76" y="795"/>
                  <a:pt x="76" y="795"/>
                  <a:pt x="76" y="795"/>
                </a:cubicBezTo>
                <a:cubicBezTo>
                  <a:pt x="76" y="795"/>
                  <a:pt x="76" y="795"/>
                  <a:pt x="76" y="795"/>
                </a:cubicBezTo>
                <a:cubicBezTo>
                  <a:pt x="75" y="795"/>
                  <a:pt x="75" y="794"/>
                  <a:pt x="74" y="793"/>
                </a:cubicBezTo>
                <a:cubicBezTo>
                  <a:pt x="73" y="791"/>
                  <a:pt x="71" y="788"/>
                  <a:pt x="69" y="785"/>
                </a:cubicBezTo>
                <a:cubicBezTo>
                  <a:pt x="51" y="758"/>
                  <a:pt x="37" y="729"/>
                  <a:pt x="26" y="698"/>
                </a:cubicBezTo>
                <a:cubicBezTo>
                  <a:pt x="18" y="677"/>
                  <a:pt x="12" y="654"/>
                  <a:pt x="8" y="630"/>
                </a:cubicBezTo>
                <a:cubicBezTo>
                  <a:pt x="7" y="627"/>
                  <a:pt x="8" y="623"/>
                  <a:pt x="10" y="620"/>
                </a:cubicBezTo>
                <a:cubicBezTo>
                  <a:pt x="12" y="618"/>
                  <a:pt x="14" y="616"/>
                  <a:pt x="18" y="615"/>
                </a:cubicBezTo>
                <a:cubicBezTo>
                  <a:pt x="25" y="614"/>
                  <a:pt x="31" y="619"/>
                  <a:pt x="33" y="625"/>
                </a:cubicBezTo>
                <a:cubicBezTo>
                  <a:pt x="37" y="648"/>
                  <a:pt x="42" y="670"/>
                  <a:pt x="50" y="689"/>
                </a:cubicBezTo>
                <a:cubicBezTo>
                  <a:pt x="60" y="718"/>
                  <a:pt x="74" y="746"/>
                  <a:pt x="90" y="771"/>
                </a:cubicBezTo>
                <a:cubicBezTo>
                  <a:pt x="91" y="772"/>
                  <a:pt x="91" y="772"/>
                  <a:pt x="91" y="772"/>
                </a:cubicBezTo>
                <a:cubicBezTo>
                  <a:pt x="92" y="774"/>
                  <a:pt x="93" y="776"/>
                  <a:pt x="95" y="779"/>
                </a:cubicBezTo>
                <a:cubicBezTo>
                  <a:pt x="96" y="780"/>
                  <a:pt x="96" y="780"/>
                  <a:pt x="97" y="781"/>
                </a:cubicBezTo>
                <a:cubicBezTo>
                  <a:pt x="97" y="781"/>
                  <a:pt x="97" y="781"/>
                  <a:pt x="97" y="781"/>
                </a:cubicBezTo>
                <a:cubicBezTo>
                  <a:pt x="103" y="790"/>
                  <a:pt x="103" y="790"/>
                  <a:pt x="103" y="790"/>
                </a:cubicBezTo>
                <a:cubicBezTo>
                  <a:pt x="106" y="794"/>
                  <a:pt x="109" y="798"/>
                  <a:pt x="112" y="802"/>
                </a:cubicBezTo>
                <a:cubicBezTo>
                  <a:pt x="114" y="804"/>
                  <a:pt x="115" y="806"/>
                  <a:pt x="117" y="809"/>
                </a:cubicBezTo>
                <a:cubicBezTo>
                  <a:pt x="125" y="817"/>
                  <a:pt x="125" y="817"/>
                  <a:pt x="125" y="817"/>
                </a:cubicBezTo>
                <a:cubicBezTo>
                  <a:pt x="126" y="819"/>
                  <a:pt x="127" y="820"/>
                  <a:pt x="128" y="821"/>
                </a:cubicBezTo>
                <a:cubicBezTo>
                  <a:pt x="129" y="823"/>
                  <a:pt x="131" y="824"/>
                  <a:pt x="132" y="825"/>
                </a:cubicBezTo>
                <a:cubicBezTo>
                  <a:pt x="132" y="826"/>
                  <a:pt x="132" y="826"/>
                  <a:pt x="132" y="826"/>
                </a:cubicBezTo>
                <a:cubicBezTo>
                  <a:pt x="150" y="845"/>
                  <a:pt x="150" y="845"/>
                  <a:pt x="150" y="845"/>
                </a:cubicBezTo>
                <a:cubicBezTo>
                  <a:pt x="206" y="900"/>
                  <a:pt x="206" y="900"/>
                  <a:pt x="206" y="900"/>
                </a:cubicBezTo>
                <a:cubicBezTo>
                  <a:pt x="208" y="903"/>
                  <a:pt x="210" y="906"/>
                  <a:pt x="210" y="909"/>
                </a:cubicBezTo>
                <a:cubicBezTo>
                  <a:pt x="210" y="913"/>
                  <a:pt x="208" y="916"/>
                  <a:pt x="206" y="918"/>
                </a:cubicBezTo>
                <a:cubicBezTo>
                  <a:pt x="204" y="921"/>
                  <a:pt x="200" y="922"/>
                  <a:pt x="197" y="922"/>
                </a:cubicBezTo>
                <a:close/>
                <a:moveTo>
                  <a:pt x="982" y="844"/>
                </a:moveTo>
                <a:cubicBezTo>
                  <a:pt x="979" y="844"/>
                  <a:pt x="976" y="843"/>
                  <a:pt x="973" y="841"/>
                </a:cubicBezTo>
                <a:cubicBezTo>
                  <a:pt x="971" y="839"/>
                  <a:pt x="969" y="836"/>
                  <a:pt x="969" y="832"/>
                </a:cubicBezTo>
                <a:cubicBezTo>
                  <a:pt x="969" y="829"/>
                  <a:pt x="970" y="826"/>
                  <a:pt x="972" y="823"/>
                </a:cubicBezTo>
                <a:cubicBezTo>
                  <a:pt x="987" y="807"/>
                  <a:pt x="1000" y="789"/>
                  <a:pt x="1012" y="771"/>
                </a:cubicBezTo>
                <a:cubicBezTo>
                  <a:pt x="1015" y="767"/>
                  <a:pt x="1019" y="765"/>
                  <a:pt x="1023" y="765"/>
                </a:cubicBezTo>
                <a:cubicBezTo>
                  <a:pt x="1025" y="765"/>
                  <a:pt x="1028" y="766"/>
                  <a:pt x="1030" y="767"/>
                </a:cubicBezTo>
                <a:cubicBezTo>
                  <a:pt x="1033" y="769"/>
                  <a:pt x="1035" y="772"/>
                  <a:pt x="1035" y="775"/>
                </a:cubicBezTo>
                <a:cubicBezTo>
                  <a:pt x="1036" y="778"/>
                  <a:pt x="1035" y="782"/>
                  <a:pt x="1034" y="784"/>
                </a:cubicBezTo>
                <a:cubicBezTo>
                  <a:pt x="1021" y="804"/>
                  <a:pt x="1007" y="823"/>
                  <a:pt x="992" y="840"/>
                </a:cubicBezTo>
                <a:cubicBezTo>
                  <a:pt x="991" y="840"/>
                  <a:pt x="991" y="840"/>
                  <a:pt x="991" y="840"/>
                </a:cubicBezTo>
                <a:cubicBezTo>
                  <a:pt x="989" y="843"/>
                  <a:pt x="985" y="844"/>
                  <a:pt x="982" y="844"/>
                </a:cubicBezTo>
                <a:close/>
                <a:moveTo>
                  <a:pt x="1055" y="730"/>
                </a:moveTo>
                <a:cubicBezTo>
                  <a:pt x="1053" y="730"/>
                  <a:pt x="1051" y="730"/>
                  <a:pt x="1050" y="729"/>
                </a:cubicBezTo>
                <a:cubicBezTo>
                  <a:pt x="1047" y="728"/>
                  <a:pt x="1044" y="726"/>
                  <a:pt x="1043" y="722"/>
                </a:cubicBezTo>
                <a:cubicBezTo>
                  <a:pt x="1042" y="719"/>
                  <a:pt x="1042" y="716"/>
                  <a:pt x="1043" y="713"/>
                </a:cubicBezTo>
                <a:cubicBezTo>
                  <a:pt x="1045" y="708"/>
                  <a:pt x="1050" y="705"/>
                  <a:pt x="1055" y="705"/>
                </a:cubicBezTo>
                <a:cubicBezTo>
                  <a:pt x="1057" y="705"/>
                  <a:pt x="1058" y="705"/>
                  <a:pt x="1060" y="706"/>
                </a:cubicBezTo>
                <a:cubicBezTo>
                  <a:pt x="1066" y="709"/>
                  <a:pt x="1069" y="716"/>
                  <a:pt x="1066" y="723"/>
                </a:cubicBezTo>
                <a:cubicBezTo>
                  <a:pt x="1064" y="727"/>
                  <a:pt x="1060" y="730"/>
                  <a:pt x="1055" y="730"/>
                </a:cubicBezTo>
                <a:close/>
                <a:moveTo>
                  <a:pt x="1076" y="666"/>
                </a:moveTo>
                <a:cubicBezTo>
                  <a:pt x="1075" y="666"/>
                  <a:pt x="1074" y="666"/>
                  <a:pt x="1073" y="666"/>
                </a:cubicBezTo>
                <a:cubicBezTo>
                  <a:pt x="1067" y="664"/>
                  <a:pt x="1062" y="657"/>
                  <a:pt x="1064" y="650"/>
                </a:cubicBezTo>
                <a:cubicBezTo>
                  <a:pt x="1070" y="625"/>
                  <a:pt x="1074" y="599"/>
                  <a:pt x="1076" y="573"/>
                </a:cubicBezTo>
                <a:cubicBezTo>
                  <a:pt x="1076" y="567"/>
                  <a:pt x="1076" y="559"/>
                  <a:pt x="1076" y="552"/>
                </a:cubicBezTo>
                <a:cubicBezTo>
                  <a:pt x="1076" y="529"/>
                  <a:pt x="1074" y="506"/>
                  <a:pt x="1070" y="481"/>
                </a:cubicBezTo>
                <a:cubicBezTo>
                  <a:pt x="1070" y="481"/>
                  <a:pt x="1070" y="481"/>
                  <a:pt x="1070" y="481"/>
                </a:cubicBezTo>
                <a:cubicBezTo>
                  <a:pt x="1068" y="466"/>
                  <a:pt x="1064" y="451"/>
                  <a:pt x="1060" y="437"/>
                </a:cubicBezTo>
                <a:cubicBezTo>
                  <a:pt x="1059" y="435"/>
                  <a:pt x="1059" y="433"/>
                  <a:pt x="1058" y="431"/>
                </a:cubicBezTo>
                <a:cubicBezTo>
                  <a:pt x="1057" y="429"/>
                  <a:pt x="1057" y="428"/>
                  <a:pt x="1056" y="426"/>
                </a:cubicBezTo>
                <a:cubicBezTo>
                  <a:pt x="1056" y="426"/>
                  <a:pt x="1056" y="426"/>
                  <a:pt x="1056" y="426"/>
                </a:cubicBezTo>
                <a:cubicBezTo>
                  <a:pt x="1056" y="424"/>
                  <a:pt x="1055" y="422"/>
                  <a:pt x="1055" y="421"/>
                </a:cubicBezTo>
                <a:cubicBezTo>
                  <a:pt x="1054" y="419"/>
                  <a:pt x="1054" y="417"/>
                  <a:pt x="1053" y="415"/>
                </a:cubicBezTo>
                <a:cubicBezTo>
                  <a:pt x="1053" y="415"/>
                  <a:pt x="1053" y="415"/>
                  <a:pt x="1053" y="415"/>
                </a:cubicBezTo>
                <a:cubicBezTo>
                  <a:pt x="1047" y="399"/>
                  <a:pt x="1047" y="399"/>
                  <a:pt x="1047" y="399"/>
                </a:cubicBezTo>
                <a:cubicBezTo>
                  <a:pt x="1044" y="394"/>
                  <a:pt x="1044" y="394"/>
                  <a:pt x="1044" y="394"/>
                </a:cubicBezTo>
                <a:cubicBezTo>
                  <a:pt x="1036" y="373"/>
                  <a:pt x="1025" y="353"/>
                  <a:pt x="1013" y="334"/>
                </a:cubicBezTo>
                <a:cubicBezTo>
                  <a:pt x="1011" y="331"/>
                  <a:pt x="1011" y="328"/>
                  <a:pt x="1012" y="325"/>
                </a:cubicBezTo>
                <a:cubicBezTo>
                  <a:pt x="1012" y="321"/>
                  <a:pt x="1014" y="318"/>
                  <a:pt x="1017" y="317"/>
                </a:cubicBezTo>
                <a:cubicBezTo>
                  <a:pt x="1019" y="315"/>
                  <a:pt x="1022" y="315"/>
                  <a:pt x="1024" y="315"/>
                </a:cubicBezTo>
                <a:cubicBezTo>
                  <a:pt x="1028" y="315"/>
                  <a:pt x="1032" y="317"/>
                  <a:pt x="1035" y="321"/>
                </a:cubicBezTo>
                <a:cubicBezTo>
                  <a:pt x="1047" y="341"/>
                  <a:pt x="1058" y="362"/>
                  <a:pt x="1068" y="383"/>
                </a:cubicBezTo>
                <a:cubicBezTo>
                  <a:pt x="1068" y="384"/>
                  <a:pt x="1068" y="384"/>
                  <a:pt x="1068" y="384"/>
                </a:cubicBezTo>
                <a:cubicBezTo>
                  <a:pt x="1070" y="389"/>
                  <a:pt x="1070" y="389"/>
                  <a:pt x="1070" y="389"/>
                </a:cubicBezTo>
                <a:cubicBezTo>
                  <a:pt x="1077" y="406"/>
                  <a:pt x="1077" y="406"/>
                  <a:pt x="1077" y="406"/>
                </a:cubicBezTo>
                <a:cubicBezTo>
                  <a:pt x="1078" y="409"/>
                  <a:pt x="1079" y="412"/>
                  <a:pt x="1079" y="414"/>
                </a:cubicBezTo>
                <a:cubicBezTo>
                  <a:pt x="1080" y="415"/>
                  <a:pt x="1080" y="417"/>
                  <a:pt x="1080" y="418"/>
                </a:cubicBezTo>
                <a:cubicBezTo>
                  <a:pt x="1081" y="418"/>
                  <a:pt x="1081" y="418"/>
                  <a:pt x="1081" y="418"/>
                </a:cubicBezTo>
                <a:cubicBezTo>
                  <a:pt x="1081" y="419"/>
                  <a:pt x="1081" y="421"/>
                  <a:pt x="1082" y="422"/>
                </a:cubicBezTo>
                <a:cubicBezTo>
                  <a:pt x="1083" y="425"/>
                  <a:pt x="1083" y="427"/>
                  <a:pt x="1084" y="430"/>
                </a:cubicBezTo>
                <a:cubicBezTo>
                  <a:pt x="1084" y="430"/>
                  <a:pt x="1084" y="430"/>
                  <a:pt x="1084" y="430"/>
                </a:cubicBezTo>
                <a:cubicBezTo>
                  <a:pt x="1088" y="445"/>
                  <a:pt x="1093" y="461"/>
                  <a:pt x="1095" y="477"/>
                </a:cubicBezTo>
                <a:cubicBezTo>
                  <a:pt x="1099" y="503"/>
                  <a:pt x="1102" y="528"/>
                  <a:pt x="1102" y="552"/>
                </a:cubicBezTo>
                <a:cubicBezTo>
                  <a:pt x="1102" y="560"/>
                  <a:pt x="1101" y="567"/>
                  <a:pt x="1101" y="575"/>
                </a:cubicBezTo>
                <a:cubicBezTo>
                  <a:pt x="1099" y="602"/>
                  <a:pt x="1095" y="630"/>
                  <a:pt x="1089" y="657"/>
                </a:cubicBezTo>
                <a:cubicBezTo>
                  <a:pt x="1087" y="662"/>
                  <a:pt x="1082" y="666"/>
                  <a:pt x="1076" y="666"/>
                </a:cubicBezTo>
                <a:close/>
                <a:moveTo>
                  <a:pt x="13" y="573"/>
                </a:moveTo>
                <a:cubicBezTo>
                  <a:pt x="13" y="573"/>
                  <a:pt x="13" y="573"/>
                  <a:pt x="13" y="573"/>
                </a:cubicBezTo>
                <a:cubicBezTo>
                  <a:pt x="6" y="573"/>
                  <a:pt x="1" y="567"/>
                  <a:pt x="0" y="560"/>
                </a:cubicBezTo>
                <a:cubicBezTo>
                  <a:pt x="0" y="553"/>
                  <a:pt x="6" y="548"/>
                  <a:pt x="13" y="548"/>
                </a:cubicBezTo>
                <a:cubicBezTo>
                  <a:pt x="20" y="547"/>
                  <a:pt x="26" y="553"/>
                  <a:pt x="26" y="560"/>
                </a:cubicBezTo>
                <a:cubicBezTo>
                  <a:pt x="26" y="567"/>
                  <a:pt x="20" y="573"/>
                  <a:pt x="13" y="573"/>
                </a:cubicBezTo>
                <a:close/>
                <a:moveTo>
                  <a:pt x="17" y="505"/>
                </a:moveTo>
                <a:cubicBezTo>
                  <a:pt x="17" y="505"/>
                  <a:pt x="16" y="505"/>
                  <a:pt x="16" y="505"/>
                </a:cubicBezTo>
                <a:cubicBezTo>
                  <a:pt x="9" y="504"/>
                  <a:pt x="4" y="498"/>
                  <a:pt x="5" y="491"/>
                </a:cubicBezTo>
                <a:cubicBezTo>
                  <a:pt x="8" y="468"/>
                  <a:pt x="13" y="445"/>
                  <a:pt x="20" y="423"/>
                </a:cubicBezTo>
                <a:cubicBezTo>
                  <a:pt x="22" y="417"/>
                  <a:pt x="26" y="414"/>
                  <a:pt x="32" y="414"/>
                </a:cubicBezTo>
                <a:cubicBezTo>
                  <a:pt x="33" y="414"/>
                  <a:pt x="35" y="414"/>
                  <a:pt x="36" y="414"/>
                </a:cubicBezTo>
                <a:cubicBezTo>
                  <a:pt x="43" y="416"/>
                  <a:pt x="46" y="423"/>
                  <a:pt x="44" y="430"/>
                </a:cubicBezTo>
                <a:cubicBezTo>
                  <a:pt x="38" y="451"/>
                  <a:pt x="33" y="473"/>
                  <a:pt x="30" y="494"/>
                </a:cubicBezTo>
                <a:cubicBezTo>
                  <a:pt x="29" y="501"/>
                  <a:pt x="24" y="505"/>
                  <a:pt x="17" y="505"/>
                </a:cubicBezTo>
                <a:close/>
                <a:moveTo>
                  <a:pt x="58" y="376"/>
                </a:moveTo>
                <a:cubicBezTo>
                  <a:pt x="58" y="376"/>
                  <a:pt x="58" y="376"/>
                  <a:pt x="58" y="376"/>
                </a:cubicBezTo>
                <a:cubicBezTo>
                  <a:pt x="56" y="376"/>
                  <a:pt x="54" y="376"/>
                  <a:pt x="52" y="375"/>
                </a:cubicBezTo>
                <a:cubicBezTo>
                  <a:pt x="46" y="372"/>
                  <a:pt x="43" y="364"/>
                  <a:pt x="46" y="358"/>
                </a:cubicBezTo>
                <a:cubicBezTo>
                  <a:pt x="67" y="317"/>
                  <a:pt x="94" y="279"/>
                  <a:pt x="127" y="246"/>
                </a:cubicBezTo>
                <a:cubicBezTo>
                  <a:pt x="246" y="127"/>
                  <a:pt x="246" y="127"/>
                  <a:pt x="246" y="127"/>
                </a:cubicBezTo>
                <a:cubicBezTo>
                  <a:pt x="246" y="127"/>
                  <a:pt x="247" y="126"/>
                  <a:pt x="247" y="126"/>
                </a:cubicBezTo>
                <a:cubicBezTo>
                  <a:pt x="247" y="126"/>
                  <a:pt x="247" y="126"/>
                  <a:pt x="247" y="126"/>
                </a:cubicBezTo>
                <a:cubicBezTo>
                  <a:pt x="247" y="126"/>
                  <a:pt x="247" y="126"/>
                  <a:pt x="247" y="126"/>
                </a:cubicBezTo>
                <a:cubicBezTo>
                  <a:pt x="260" y="114"/>
                  <a:pt x="260" y="114"/>
                  <a:pt x="260" y="114"/>
                </a:cubicBezTo>
                <a:cubicBezTo>
                  <a:pt x="262" y="111"/>
                  <a:pt x="265" y="109"/>
                  <a:pt x="266" y="108"/>
                </a:cubicBezTo>
                <a:cubicBezTo>
                  <a:pt x="267" y="107"/>
                  <a:pt x="268" y="106"/>
                  <a:pt x="269" y="106"/>
                </a:cubicBezTo>
                <a:cubicBezTo>
                  <a:pt x="269" y="106"/>
                  <a:pt x="269" y="106"/>
                  <a:pt x="269" y="106"/>
                </a:cubicBezTo>
                <a:cubicBezTo>
                  <a:pt x="274" y="102"/>
                  <a:pt x="274" y="102"/>
                  <a:pt x="274" y="102"/>
                </a:cubicBezTo>
                <a:cubicBezTo>
                  <a:pt x="279" y="97"/>
                  <a:pt x="287" y="98"/>
                  <a:pt x="292" y="103"/>
                </a:cubicBezTo>
                <a:cubicBezTo>
                  <a:pt x="296" y="108"/>
                  <a:pt x="296" y="116"/>
                  <a:pt x="290" y="121"/>
                </a:cubicBezTo>
                <a:cubicBezTo>
                  <a:pt x="286" y="125"/>
                  <a:pt x="286" y="125"/>
                  <a:pt x="286" y="125"/>
                </a:cubicBezTo>
                <a:cubicBezTo>
                  <a:pt x="286" y="125"/>
                  <a:pt x="286" y="125"/>
                  <a:pt x="286" y="125"/>
                </a:cubicBezTo>
                <a:cubicBezTo>
                  <a:pt x="285" y="126"/>
                  <a:pt x="283" y="127"/>
                  <a:pt x="282" y="128"/>
                </a:cubicBezTo>
                <a:cubicBezTo>
                  <a:pt x="280" y="129"/>
                  <a:pt x="279" y="131"/>
                  <a:pt x="278" y="132"/>
                </a:cubicBezTo>
                <a:cubicBezTo>
                  <a:pt x="278" y="132"/>
                  <a:pt x="278" y="132"/>
                  <a:pt x="278" y="132"/>
                </a:cubicBezTo>
                <a:cubicBezTo>
                  <a:pt x="264" y="144"/>
                  <a:pt x="264" y="144"/>
                  <a:pt x="264" y="144"/>
                </a:cubicBezTo>
                <a:cubicBezTo>
                  <a:pt x="264" y="144"/>
                  <a:pt x="264" y="144"/>
                  <a:pt x="264" y="144"/>
                </a:cubicBezTo>
                <a:cubicBezTo>
                  <a:pt x="264" y="145"/>
                  <a:pt x="264" y="145"/>
                  <a:pt x="264" y="145"/>
                </a:cubicBezTo>
                <a:cubicBezTo>
                  <a:pt x="264" y="145"/>
                  <a:pt x="264" y="145"/>
                  <a:pt x="264" y="145"/>
                </a:cubicBezTo>
                <a:cubicBezTo>
                  <a:pt x="259" y="150"/>
                  <a:pt x="259" y="150"/>
                  <a:pt x="259" y="150"/>
                </a:cubicBezTo>
                <a:cubicBezTo>
                  <a:pt x="145" y="264"/>
                  <a:pt x="145" y="264"/>
                  <a:pt x="145" y="264"/>
                </a:cubicBezTo>
                <a:cubicBezTo>
                  <a:pt x="114" y="295"/>
                  <a:pt x="88" y="331"/>
                  <a:pt x="69" y="369"/>
                </a:cubicBezTo>
                <a:cubicBezTo>
                  <a:pt x="67" y="374"/>
                  <a:pt x="62" y="376"/>
                  <a:pt x="58" y="376"/>
                </a:cubicBezTo>
                <a:close/>
                <a:moveTo>
                  <a:pt x="983" y="286"/>
                </a:moveTo>
                <a:cubicBezTo>
                  <a:pt x="980" y="286"/>
                  <a:pt x="976" y="284"/>
                  <a:pt x="974" y="282"/>
                </a:cubicBezTo>
                <a:cubicBezTo>
                  <a:pt x="973" y="280"/>
                  <a:pt x="972" y="279"/>
                  <a:pt x="971" y="278"/>
                </a:cubicBezTo>
                <a:cubicBezTo>
                  <a:pt x="963" y="270"/>
                  <a:pt x="963" y="270"/>
                  <a:pt x="963" y="270"/>
                </a:cubicBezTo>
                <a:cubicBezTo>
                  <a:pt x="962" y="269"/>
                  <a:pt x="961" y="268"/>
                  <a:pt x="960" y="267"/>
                </a:cubicBezTo>
                <a:cubicBezTo>
                  <a:pt x="958" y="265"/>
                  <a:pt x="956" y="263"/>
                  <a:pt x="953" y="260"/>
                </a:cubicBezTo>
                <a:cubicBezTo>
                  <a:pt x="953" y="260"/>
                  <a:pt x="953" y="260"/>
                  <a:pt x="953" y="260"/>
                </a:cubicBezTo>
                <a:cubicBezTo>
                  <a:pt x="927" y="234"/>
                  <a:pt x="927" y="234"/>
                  <a:pt x="927" y="234"/>
                </a:cubicBezTo>
                <a:cubicBezTo>
                  <a:pt x="922" y="229"/>
                  <a:pt x="922" y="221"/>
                  <a:pt x="927" y="216"/>
                </a:cubicBezTo>
                <a:cubicBezTo>
                  <a:pt x="932" y="211"/>
                  <a:pt x="940" y="211"/>
                  <a:pt x="945" y="216"/>
                </a:cubicBezTo>
                <a:cubicBezTo>
                  <a:pt x="946" y="217"/>
                  <a:pt x="946" y="217"/>
                  <a:pt x="946" y="217"/>
                </a:cubicBezTo>
                <a:cubicBezTo>
                  <a:pt x="971" y="242"/>
                  <a:pt x="971" y="242"/>
                  <a:pt x="971" y="242"/>
                </a:cubicBezTo>
                <a:cubicBezTo>
                  <a:pt x="971" y="242"/>
                  <a:pt x="971" y="242"/>
                  <a:pt x="971" y="242"/>
                </a:cubicBezTo>
                <a:cubicBezTo>
                  <a:pt x="975" y="245"/>
                  <a:pt x="977" y="248"/>
                  <a:pt x="979" y="250"/>
                </a:cubicBezTo>
                <a:cubicBezTo>
                  <a:pt x="979" y="251"/>
                  <a:pt x="980" y="251"/>
                  <a:pt x="981" y="252"/>
                </a:cubicBezTo>
                <a:cubicBezTo>
                  <a:pt x="990" y="261"/>
                  <a:pt x="990" y="261"/>
                  <a:pt x="990" y="261"/>
                </a:cubicBezTo>
                <a:cubicBezTo>
                  <a:pt x="991" y="262"/>
                  <a:pt x="992" y="263"/>
                  <a:pt x="993" y="265"/>
                </a:cubicBezTo>
                <a:cubicBezTo>
                  <a:pt x="993" y="265"/>
                  <a:pt x="993" y="265"/>
                  <a:pt x="993" y="265"/>
                </a:cubicBezTo>
                <a:cubicBezTo>
                  <a:pt x="997" y="270"/>
                  <a:pt x="997" y="278"/>
                  <a:pt x="992" y="283"/>
                </a:cubicBezTo>
                <a:cubicBezTo>
                  <a:pt x="989" y="285"/>
                  <a:pt x="986" y="286"/>
                  <a:pt x="983" y="286"/>
                </a:cubicBezTo>
                <a:close/>
                <a:moveTo>
                  <a:pt x="888" y="189"/>
                </a:moveTo>
                <a:cubicBezTo>
                  <a:pt x="884" y="189"/>
                  <a:pt x="881" y="188"/>
                  <a:pt x="879" y="186"/>
                </a:cubicBezTo>
                <a:cubicBezTo>
                  <a:pt x="874" y="181"/>
                  <a:pt x="874" y="173"/>
                  <a:pt x="879" y="168"/>
                </a:cubicBezTo>
                <a:cubicBezTo>
                  <a:pt x="884" y="163"/>
                  <a:pt x="892" y="163"/>
                  <a:pt x="897" y="168"/>
                </a:cubicBezTo>
                <a:cubicBezTo>
                  <a:pt x="899" y="170"/>
                  <a:pt x="901" y="173"/>
                  <a:pt x="901" y="177"/>
                </a:cubicBezTo>
                <a:cubicBezTo>
                  <a:pt x="901" y="180"/>
                  <a:pt x="899" y="183"/>
                  <a:pt x="897" y="186"/>
                </a:cubicBezTo>
                <a:cubicBezTo>
                  <a:pt x="894" y="188"/>
                  <a:pt x="891" y="189"/>
                  <a:pt x="888" y="189"/>
                </a:cubicBezTo>
                <a:close/>
                <a:moveTo>
                  <a:pt x="840" y="142"/>
                </a:moveTo>
                <a:cubicBezTo>
                  <a:pt x="836" y="142"/>
                  <a:pt x="833" y="140"/>
                  <a:pt x="831" y="138"/>
                </a:cubicBezTo>
                <a:cubicBezTo>
                  <a:pt x="830" y="137"/>
                  <a:pt x="830" y="137"/>
                  <a:pt x="830" y="137"/>
                </a:cubicBezTo>
                <a:cubicBezTo>
                  <a:pt x="808" y="116"/>
                  <a:pt x="783" y="98"/>
                  <a:pt x="757" y="82"/>
                </a:cubicBezTo>
                <a:cubicBezTo>
                  <a:pt x="757" y="82"/>
                  <a:pt x="757" y="82"/>
                  <a:pt x="757" y="82"/>
                </a:cubicBezTo>
                <a:cubicBezTo>
                  <a:pt x="731" y="67"/>
                  <a:pt x="703" y="54"/>
                  <a:pt x="674" y="45"/>
                </a:cubicBezTo>
                <a:cubicBezTo>
                  <a:pt x="673" y="45"/>
                  <a:pt x="673" y="45"/>
                  <a:pt x="673" y="45"/>
                </a:cubicBezTo>
                <a:cubicBezTo>
                  <a:pt x="669" y="43"/>
                  <a:pt x="665" y="42"/>
                  <a:pt x="660" y="41"/>
                </a:cubicBezTo>
                <a:cubicBezTo>
                  <a:pt x="657" y="40"/>
                  <a:pt x="654" y="39"/>
                  <a:pt x="651" y="39"/>
                </a:cubicBezTo>
                <a:cubicBezTo>
                  <a:pt x="651" y="38"/>
                  <a:pt x="651" y="38"/>
                  <a:pt x="651" y="38"/>
                </a:cubicBezTo>
                <a:cubicBezTo>
                  <a:pt x="649" y="38"/>
                  <a:pt x="647" y="37"/>
                  <a:pt x="644" y="37"/>
                </a:cubicBezTo>
                <a:cubicBezTo>
                  <a:pt x="643" y="37"/>
                  <a:pt x="642" y="36"/>
                  <a:pt x="640" y="36"/>
                </a:cubicBezTo>
                <a:cubicBezTo>
                  <a:pt x="629" y="34"/>
                  <a:pt x="629" y="34"/>
                  <a:pt x="629" y="34"/>
                </a:cubicBezTo>
                <a:cubicBezTo>
                  <a:pt x="618" y="32"/>
                  <a:pt x="618" y="32"/>
                  <a:pt x="618" y="32"/>
                </a:cubicBezTo>
                <a:cubicBezTo>
                  <a:pt x="616" y="31"/>
                  <a:pt x="614" y="31"/>
                  <a:pt x="613" y="31"/>
                </a:cubicBezTo>
                <a:cubicBezTo>
                  <a:pt x="611" y="30"/>
                  <a:pt x="609" y="30"/>
                  <a:pt x="607" y="30"/>
                </a:cubicBezTo>
                <a:cubicBezTo>
                  <a:pt x="607" y="30"/>
                  <a:pt x="607" y="30"/>
                  <a:pt x="607" y="30"/>
                </a:cubicBezTo>
                <a:cubicBezTo>
                  <a:pt x="595" y="28"/>
                  <a:pt x="595" y="28"/>
                  <a:pt x="595" y="28"/>
                </a:cubicBezTo>
                <a:cubicBezTo>
                  <a:pt x="594" y="28"/>
                  <a:pt x="593" y="28"/>
                  <a:pt x="592" y="28"/>
                </a:cubicBezTo>
                <a:cubicBezTo>
                  <a:pt x="591" y="28"/>
                  <a:pt x="590" y="28"/>
                  <a:pt x="590" y="28"/>
                </a:cubicBezTo>
                <a:cubicBezTo>
                  <a:pt x="584" y="27"/>
                  <a:pt x="584" y="27"/>
                  <a:pt x="584" y="27"/>
                </a:cubicBezTo>
                <a:cubicBezTo>
                  <a:pt x="566" y="26"/>
                  <a:pt x="548" y="26"/>
                  <a:pt x="531" y="27"/>
                </a:cubicBezTo>
                <a:cubicBezTo>
                  <a:pt x="524" y="27"/>
                  <a:pt x="518" y="21"/>
                  <a:pt x="518" y="14"/>
                </a:cubicBezTo>
                <a:cubicBezTo>
                  <a:pt x="517" y="11"/>
                  <a:pt x="519" y="8"/>
                  <a:pt x="521" y="5"/>
                </a:cubicBezTo>
                <a:cubicBezTo>
                  <a:pt x="523" y="3"/>
                  <a:pt x="526" y="1"/>
                  <a:pt x="530" y="1"/>
                </a:cubicBezTo>
                <a:cubicBezTo>
                  <a:pt x="548" y="0"/>
                  <a:pt x="567" y="1"/>
                  <a:pt x="586" y="2"/>
                </a:cubicBezTo>
                <a:cubicBezTo>
                  <a:pt x="592" y="2"/>
                  <a:pt x="592" y="2"/>
                  <a:pt x="592" y="2"/>
                </a:cubicBezTo>
                <a:cubicBezTo>
                  <a:pt x="593" y="3"/>
                  <a:pt x="595" y="3"/>
                  <a:pt x="596" y="3"/>
                </a:cubicBezTo>
                <a:cubicBezTo>
                  <a:pt x="597" y="3"/>
                  <a:pt x="597" y="3"/>
                  <a:pt x="598" y="3"/>
                </a:cubicBezTo>
                <a:cubicBezTo>
                  <a:pt x="609" y="5"/>
                  <a:pt x="609" y="5"/>
                  <a:pt x="609" y="5"/>
                </a:cubicBezTo>
                <a:cubicBezTo>
                  <a:pt x="613" y="5"/>
                  <a:pt x="616" y="5"/>
                  <a:pt x="618" y="6"/>
                </a:cubicBezTo>
                <a:cubicBezTo>
                  <a:pt x="620" y="6"/>
                  <a:pt x="621" y="6"/>
                  <a:pt x="622" y="6"/>
                </a:cubicBezTo>
                <a:cubicBezTo>
                  <a:pt x="634" y="9"/>
                  <a:pt x="634" y="9"/>
                  <a:pt x="634" y="9"/>
                </a:cubicBezTo>
                <a:cubicBezTo>
                  <a:pt x="646" y="11"/>
                  <a:pt x="646" y="11"/>
                  <a:pt x="646" y="11"/>
                </a:cubicBezTo>
                <a:cubicBezTo>
                  <a:pt x="647" y="11"/>
                  <a:pt x="648" y="12"/>
                  <a:pt x="649" y="12"/>
                </a:cubicBezTo>
                <a:cubicBezTo>
                  <a:pt x="652" y="12"/>
                  <a:pt x="655" y="13"/>
                  <a:pt x="658" y="14"/>
                </a:cubicBezTo>
                <a:cubicBezTo>
                  <a:pt x="661" y="15"/>
                  <a:pt x="663" y="15"/>
                  <a:pt x="666" y="16"/>
                </a:cubicBezTo>
                <a:cubicBezTo>
                  <a:pt x="671" y="17"/>
                  <a:pt x="676" y="19"/>
                  <a:pt x="681" y="21"/>
                </a:cubicBezTo>
                <a:cubicBezTo>
                  <a:pt x="712" y="31"/>
                  <a:pt x="742" y="44"/>
                  <a:pt x="770" y="60"/>
                </a:cubicBezTo>
                <a:cubicBezTo>
                  <a:pt x="770" y="60"/>
                  <a:pt x="770" y="60"/>
                  <a:pt x="770" y="60"/>
                </a:cubicBezTo>
                <a:cubicBezTo>
                  <a:pt x="798" y="77"/>
                  <a:pt x="824" y="96"/>
                  <a:pt x="848" y="119"/>
                </a:cubicBezTo>
                <a:cubicBezTo>
                  <a:pt x="848" y="120"/>
                  <a:pt x="848" y="120"/>
                  <a:pt x="848" y="120"/>
                </a:cubicBezTo>
                <a:cubicBezTo>
                  <a:pt x="851" y="122"/>
                  <a:pt x="852" y="125"/>
                  <a:pt x="852" y="129"/>
                </a:cubicBezTo>
                <a:cubicBezTo>
                  <a:pt x="852" y="132"/>
                  <a:pt x="851" y="135"/>
                  <a:pt x="849" y="138"/>
                </a:cubicBezTo>
                <a:cubicBezTo>
                  <a:pt x="846" y="140"/>
                  <a:pt x="843" y="142"/>
                  <a:pt x="840" y="142"/>
                </a:cubicBezTo>
                <a:close/>
                <a:moveTo>
                  <a:pt x="337" y="85"/>
                </a:moveTo>
                <a:cubicBezTo>
                  <a:pt x="333" y="85"/>
                  <a:pt x="329" y="82"/>
                  <a:pt x="326" y="78"/>
                </a:cubicBezTo>
                <a:cubicBezTo>
                  <a:pt x="324" y="75"/>
                  <a:pt x="324" y="72"/>
                  <a:pt x="325" y="69"/>
                </a:cubicBezTo>
                <a:cubicBezTo>
                  <a:pt x="326" y="65"/>
                  <a:pt x="328" y="63"/>
                  <a:pt x="331" y="61"/>
                </a:cubicBezTo>
                <a:cubicBezTo>
                  <a:pt x="333" y="60"/>
                  <a:pt x="335" y="59"/>
                  <a:pt x="337" y="59"/>
                </a:cubicBezTo>
                <a:cubicBezTo>
                  <a:pt x="342" y="59"/>
                  <a:pt x="346" y="61"/>
                  <a:pt x="348" y="65"/>
                </a:cubicBezTo>
                <a:cubicBezTo>
                  <a:pt x="352" y="71"/>
                  <a:pt x="350" y="79"/>
                  <a:pt x="344" y="83"/>
                </a:cubicBezTo>
                <a:cubicBezTo>
                  <a:pt x="342" y="84"/>
                  <a:pt x="339" y="85"/>
                  <a:pt x="337" y="85"/>
                </a:cubicBezTo>
                <a:close/>
                <a:moveTo>
                  <a:pt x="398" y="55"/>
                </a:moveTo>
                <a:cubicBezTo>
                  <a:pt x="393" y="55"/>
                  <a:pt x="388" y="52"/>
                  <a:pt x="386" y="47"/>
                </a:cubicBezTo>
                <a:cubicBezTo>
                  <a:pt x="385" y="44"/>
                  <a:pt x="385" y="40"/>
                  <a:pt x="386" y="37"/>
                </a:cubicBezTo>
                <a:cubicBezTo>
                  <a:pt x="388" y="34"/>
                  <a:pt x="390" y="31"/>
                  <a:pt x="393" y="30"/>
                </a:cubicBezTo>
                <a:cubicBezTo>
                  <a:pt x="415" y="22"/>
                  <a:pt x="437" y="15"/>
                  <a:pt x="460" y="10"/>
                </a:cubicBezTo>
                <a:cubicBezTo>
                  <a:pt x="467" y="9"/>
                  <a:pt x="474" y="13"/>
                  <a:pt x="475" y="20"/>
                </a:cubicBezTo>
                <a:cubicBezTo>
                  <a:pt x="476" y="23"/>
                  <a:pt x="476" y="27"/>
                  <a:pt x="474" y="30"/>
                </a:cubicBezTo>
                <a:cubicBezTo>
                  <a:pt x="472" y="32"/>
                  <a:pt x="469" y="34"/>
                  <a:pt x="466" y="35"/>
                </a:cubicBezTo>
                <a:cubicBezTo>
                  <a:pt x="444" y="40"/>
                  <a:pt x="423" y="46"/>
                  <a:pt x="403" y="54"/>
                </a:cubicBezTo>
                <a:cubicBezTo>
                  <a:pt x="401" y="55"/>
                  <a:pt x="400" y="55"/>
                  <a:pt x="398" y="55"/>
                </a:cubicBezTo>
                <a:close/>
              </a:path>
            </a:pathLst>
          </a:custGeom>
          <a:solidFill>
            <a:schemeClr val="tx1">
              <a:lumMod val="25000"/>
              <a:lumOff val="75000"/>
            </a:schemeClr>
          </a:solidFill>
          <a:ln>
            <a:noFill/>
          </a:ln>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grpSp>
        <p:nvGrpSpPr>
          <p:cNvPr id="54" name="Group 53">
            <a:extLst>
              <a:ext uri="{FF2B5EF4-FFF2-40B4-BE49-F238E27FC236}">
                <a16:creationId xmlns:a16="http://schemas.microsoft.com/office/drawing/2014/main" id="{6F0737E4-D1D4-44AA-BE2B-29C3E6B54DC2}"/>
              </a:ext>
            </a:extLst>
          </p:cNvPr>
          <p:cNvGrpSpPr/>
          <p:nvPr/>
        </p:nvGrpSpPr>
        <p:grpSpPr>
          <a:xfrm>
            <a:off x="1482358" y="2120232"/>
            <a:ext cx="3164092" cy="771346"/>
            <a:chOff x="4320061" y="3762454"/>
            <a:chExt cx="6329008" cy="1542893"/>
          </a:xfrm>
        </p:grpSpPr>
        <p:sp>
          <p:nvSpPr>
            <p:cNvPr id="55" name="Rectangle: Rounded Corners 54">
              <a:extLst>
                <a:ext uri="{FF2B5EF4-FFF2-40B4-BE49-F238E27FC236}">
                  <a16:creationId xmlns:a16="http://schemas.microsoft.com/office/drawing/2014/main" id="{E2B4A7F5-DD8B-494B-B577-887C6AA6244D}"/>
                </a:ext>
              </a:extLst>
            </p:cNvPr>
            <p:cNvSpPr/>
            <p:nvPr/>
          </p:nvSpPr>
          <p:spPr>
            <a:xfrm>
              <a:off x="4320061" y="3762454"/>
              <a:ext cx="6329008" cy="1542893"/>
            </a:xfrm>
            <a:prstGeom prst="roundRect">
              <a:avLst>
                <a:gd name="adj" fmla="val 14123"/>
              </a:avLst>
            </a:prstGeom>
            <a:solidFill>
              <a:schemeClr val="bg1"/>
            </a:solidFill>
            <a:ln w="53975">
              <a:noFill/>
            </a:ln>
            <a:effectLst>
              <a:outerShdw blurRad="355600" dist="495300" dir="2220000" sx="91000" sy="91000" algn="tl" rotWithShape="0">
                <a:schemeClr val="accent1">
                  <a:lumMod val="75000"/>
                  <a:alpha val="40000"/>
                </a:schemeClr>
              </a:outerShdw>
            </a:effectLst>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sp>
          <p:nvSpPr>
            <p:cNvPr id="56" name="Rectangle: Rounded Corners 55">
              <a:extLst>
                <a:ext uri="{FF2B5EF4-FFF2-40B4-BE49-F238E27FC236}">
                  <a16:creationId xmlns:a16="http://schemas.microsoft.com/office/drawing/2014/main" id="{F300C904-CF0B-473A-BEF5-6DD3E6E552AD}"/>
                </a:ext>
              </a:extLst>
            </p:cNvPr>
            <p:cNvSpPr/>
            <p:nvPr/>
          </p:nvSpPr>
          <p:spPr>
            <a:xfrm>
              <a:off x="4531399" y="3954301"/>
              <a:ext cx="1157332" cy="1159198"/>
            </a:xfrm>
            <a:prstGeom prst="roundRect">
              <a:avLst>
                <a:gd name="adj" fmla="val 14123"/>
              </a:avLst>
            </a:prstGeom>
            <a:solidFill>
              <a:srgbClr val="E9C9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3999">
                <a:solidFill>
                  <a:srgbClr val="FFFFFF"/>
                </a:solidFill>
                <a:latin typeface="db-documents-and-folder-02" panose="02000509000000000000" pitchFamily="49" charset="0"/>
                <a:ea typeface="Open Sans" panose="020B0606030504020204" pitchFamily="34" charset="0"/>
                <a:cs typeface="Open Sans" panose="020B0606030504020204" pitchFamily="34" charset="0"/>
              </a:endParaRPr>
            </a:p>
          </p:txBody>
        </p:sp>
        <p:sp>
          <p:nvSpPr>
            <p:cNvPr id="59" name="Rectangle 58">
              <a:extLst>
                <a:ext uri="{FF2B5EF4-FFF2-40B4-BE49-F238E27FC236}">
                  <a16:creationId xmlns:a16="http://schemas.microsoft.com/office/drawing/2014/main" id="{49934CAB-F181-4071-B42F-D10BD75F80D1}"/>
                </a:ext>
              </a:extLst>
            </p:cNvPr>
            <p:cNvSpPr/>
            <p:nvPr/>
          </p:nvSpPr>
          <p:spPr>
            <a:xfrm>
              <a:off x="4695002" y="3851242"/>
              <a:ext cx="815074" cy="1200228"/>
            </a:xfrm>
            <a:prstGeom prst="rect">
              <a:avLst/>
            </a:prstGeom>
          </p:spPr>
          <p:txBody>
            <a:bodyPr wrap="none" anchor="ctr">
              <a:spAutoFit/>
            </a:bodyPr>
            <a:lstStyle/>
            <a:p>
              <a:pPr algn="ctr" defTabSz="228554">
                <a:defRPr/>
              </a:pPr>
              <a:r>
                <a:rPr lang="en-US" sz="3299">
                  <a:solidFill>
                    <a:srgbClr val="FFFFFF"/>
                  </a:solidFill>
                  <a:latin typeface="Designball-Documents-02" pitchFamily="2" charset="0"/>
                  <a:ea typeface="Open Sans" panose="020B0606030504020204" pitchFamily="34" charset="0"/>
                  <a:cs typeface="Open Sans" panose="020B0606030504020204" pitchFamily="34" charset="0"/>
                </a:rPr>
                <a:t>p</a:t>
              </a:r>
            </a:p>
          </p:txBody>
        </p:sp>
      </p:grpSp>
      <p:grpSp>
        <p:nvGrpSpPr>
          <p:cNvPr id="60" name="Group 59">
            <a:extLst>
              <a:ext uri="{FF2B5EF4-FFF2-40B4-BE49-F238E27FC236}">
                <a16:creationId xmlns:a16="http://schemas.microsoft.com/office/drawing/2014/main" id="{611E8CB6-1F7C-4832-B3A4-3ED2E78BDC60}"/>
              </a:ext>
            </a:extLst>
          </p:cNvPr>
          <p:cNvGrpSpPr/>
          <p:nvPr/>
        </p:nvGrpSpPr>
        <p:grpSpPr>
          <a:xfrm>
            <a:off x="2471240" y="3001443"/>
            <a:ext cx="3929560" cy="771346"/>
            <a:chOff x="4320060" y="5663825"/>
            <a:chExt cx="7473833" cy="1542893"/>
          </a:xfrm>
        </p:grpSpPr>
        <p:sp>
          <p:nvSpPr>
            <p:cNvPr id="61" name="Rectangle: Rounded Corners 60">
              <a:extLst>
                <a:ext uri="{FF2B5EF4-FFF2-40B4-BE49-F238E27FC236}">
                  <a16:creationId xmlns:a16="http://schemas.microsoft.com/office/drawing/2014/main" id="{704C435E-FEF0-4AB1-853E-E278D2503D72}"/>
                </a:ext>
              </a:extLst>
            </p:cNvPr>
            <p:cNvSpPr/>
            <p:nvPr/>
          </p:nvSpPr>
          <p:spPr>
            <a:xfrm>
              <a:off x="4320060" y="5663825"/>
              <a:ext cx="7473833" cy="1542893"/>
            </a:xfrm>
            <a:prstGeom prst="roundRect">
              <a:avLst>
                <a:gd name="adj" fmla="val 14123"/>
              </a:avLst>
            </a:prstGeom>
            <a:solidFill>
              <a:schemeClr val="bg1"/>
            </a:solidFill>
            <a:ln w="53975">
              <a:noFill/>
            </a:ln>
            <a:effectLst>
              <a:outerShdw blurRad="355600" dist="495300" dir="2220000" sx="91000" sy="91000" algn="tl" rotWithShape="0">
                <a:schemeClr val="accent1">
                  <a:lumMod val="75000"/>
                  <a:alpha val="40000"/>
                </a:schemeClr>
              </a:outerShdw>
            </a:effectLst>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sp>
          <p:nvSpPr>
            <p:cNvPr id="62" name="Rectangle: Rounded Corners 61">
              <a:extLst>
                <a:ext uri="{FF2B5EF4-FFF2-40B4-BE49-F238E27FC236}">
                  <a16:creationId xmlns:a16="http://schemas.microsoft.com/office/drawing/2014/main" id="{FC45A3C7-D821-45BB-9667-F65CEAD0259B}"/>
                </a:ext>
              </a:extLst>
            </p:cNvPr>
            <p:cNvSpPr/>
            <p:nvPr/>
          </p:nvSpPr>
          <p:spPr>
            <a:xfrm>
              <a:off x="4531399" y="5855672"/>
              <a:ext cx="1157332" cy="1159198"/>
            </a:xfrm>
            <a:prstGeom prst="roundRect">
              <a:avLst>
                <a:gd name="adj" fmla="val 14123"/>
              </a:avLst>
            </a:prstGeom>
            <a:solidFill>
              <a:schemeClr val="tx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3999">
                <a:solidFill>
                  <a:srgbClr val="FFFFFF"/>
                </a:solidFill>
                <a:latin typeface="db-documents-and-folder-02" panose="02000509000000000000" pitchFamily="49" charset="0"/>
                <a:ea typeface="Open Sans" panose="020B0606030504020204" pitchFamily="34" charset="0"/>
                <a:cs typeface="Open Sans" panose="020B0606030504020204" pitchFamily="34" charset="0"/>
              </a:endParaRPr>
            </a:p>
          </p:txBody>
        </p:sp>
        <p:sp>
          <p:nvSpPr>
            <p:cNvPr id="65" name="Rectangle 64">
              <a:extLst>
                <a:ext uri="{FF2B5EF4-FFF2-40B4-BE49-F238E27FC236}">
                  <a16:creationId xmlns:a16="http://schemas.microsoft.com/office/drawing/2014/main" id="{B84D7256-5F68-47A5-B222-6CC12A6A71A6}"/>
                </a:ext>
              </a:extLst>
            </p:cNvPr>
            <p:cNvSpPr/>
            <p:nvPr/>
          </p:nvSpPr>
          <p:spPr>
            <a:xfrm>
              <a:off x="4738288" y="5752613"/>
              <a:ext cx="728499" cy="1200228"/>
            </a:xfrm>
            <a:prstGeom prst="rect">
              <a:avLst/>
            </a:prstGeom>
          </p:spPr>
          <p:txBody>
            <a:bodyPr wrap="none" anchor="ctr">
              <a:spAutoFit/>
            </a:bodyPr>
            <a:lstStyle/>
            <a:p>
              <a:pPr algn="ctr" defTabSz="228554">
                <a:defRPr/>
              </a:pPr>
              <a:r>
                <a:rPr lang="en-US" sz="3299" dirty="0">
                  <a:solidFill>
                    <a:srgbClr val="FFFFFF"/>
                  </a:solidFill>
                  <a:latin typeface="Designball-Documents-02" pitchFamily="2" charset="0"/>
                  <a:ea typeface="Open Sans" panose="020B0606030504020204" pitchFamily="34" charset="0"/>
                  <a:cs typeface="Open Sans" panose="020B0606030504020204" pitchFamily="34" charset="0"/>
                </a:rPr>
                <a:t>c</a:t>
              </a:r>
            </a:p>
          </p:txBody>
        </p:sp>
      </p:grpSp>
      <p:grpSp>
        <p:nvGrpSpPr>
          <p:cNvPr id="66" name="Group 65">
            <a:extLst>
              <a:ext uri="{FF2B5EF4-FFF2-40B4-BE49-F238E27FC236}">
                <a16:creationId xmlns:a16="http://schemas.microsoft.com/office/drawing/2014/main" id="{51931B07-CE9C-4207-83B9-ABF1A56E8C62}"/>
              </a:ext>
            </a:extLst>
          </p:cNvPr>
          <p:cNvGrpSpPr/>
          <p:nvPr/>
        </p:nvGrpSpPr>
        <p:grpSpPr>
          <a:xfrm>
            <a:off x="1706196" y="3971661"/>
            <a:ext cx="2716416" cy="771346"/>
            <a:chOff x="4320061" y="7465795"/>
            <a:chExt cx="5433540" cy="1542893"/>
          </a:xfrm>
        </p:grpSpPr>
        <p:sp>
          <p:nvSpPr>
            <p:cNvPr id="67" name="Rectangle: Rounded Corners 66">
              <a:extLst>
                <a:ext uri="{FF2B5EF4-FFF2-40B4-BE49-F238E27FC236}">
                  <a16:creationId xmlns:a16="http://schemas.microsoft.com/office/drawing/2014/main" id="{A5B5B76A-714D-49A5-9DEB-B16C7024BB92}"/>
                </a:ext>
              </a:extLst>
            </p:cNvPr>
            <p:cNvSpPr/>
            <p:nvPr/>
          </p:nvSpPr>
          <p:spPr>
            <a:xfrm>
              <a:off x="4320061" y="7465795"/>
              <a:ext cx="5433540" cy="1542893"/>
            </a:xfrm>
            <a:prstGeom prst="roundRect">
              <a:avLst>
                <a:gd name="adj" fmla="val 14123"/>
              </a:avLst>
            </a:prstGeom>
            <a:solidFill>
              <a:schemeClr val="bg1"/>
            </a:solidFill>
            <a:ln w="53975">
              <a:noFill/>
            </a:ln>
            <a:effectLst>
              <a:outerShdw blurRad="355600" dist="495300" dir="2220000" sx="91000" sy="91000" algn="tl" rotWithShape="0">
                <a:schemeClr val="accent1">
                  <a:lumMod val="75000"/>
                  <a:alpha val="40000"/>
                </a:schemeClr>
              </a:outerShdw>
            </a:effectLst>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sp>
          <p:nvSpPr>
            <p:cNvPr id="68" name="Rectangle: Rounded Corners 67">
              <a:extLst>
                <a:ext uri="{FF2B5EF4-FFF2-40B4-BE49-F238E27FC236}">
                  <a16:creationId xmlns:a16="http://schemas.microsoft.com/office/drawing/2014/main" id="{695AE625-ADF0-47D7-9733-43B69DCF8258}"/>
                </a:ext>
              </a:extLst>
            </p:cNvPr>
            <p:cNvSpPr/>
            <p:nvPr/>
          </p:nvSpPr>
          <p:spPr>
            <a:xfrm>
              <a:off x="4531399" y="7657642"/>
              <a:ext cx="1157332" cy="1159198"/>
            </a:xfrm>
            <a:prstGeom prst="roundRect">
              <a:avLst>
                <a:gd name="adj" fmla="val 14123"/>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3999">
                <a:solidFill>
                  <a:srgbClr val="FFFFFF"/>
                </a:solidFill>
                <a:latin typeface="db-documents-and-folder-02" panose="02000509000000000000" pitchFamily="49" charset="0"/>
                <a:ea typeface="Open Sans" panose="020B0606030504020204" pitchFamily="34" charset="0"/>
                <a:cs typeface="Open Sans" panose="020B0606030504020204" pitchFamily="34" charset="0"/>
              </a:endParaRPr>
            </a:p>
          </p:txBody>
        </p:sp>
        <p:sp>
          <p:nvSpPr>
            <p:cNvPr id="71" name="Rectangle 70">
              <a:extLst>
                <a:ext uri="{FF2B5EF4-FFF2-40B4-BE49-F238E27FC236}">
                  <a16:creationId xmlns:a16="http://schemas.microsoft.com/office/drawing/2014/main" id="{71539B6B-EF9C-4105-987D-A3DBEB8A4DE4}"/>
                </a:ext>
              </a:extLst>
            </p:cNvPr>
            <p:cNvSpPr/>
            <p:nvPr/>
          </p:nvSpPr>
          <p:spPr>
            <a:xfrm>
              <a:off x="4695002" y="7554583"/>
              <a:ext cx="815074" cy="1200228"/>
            </a:xfrm>
            <a:prstGeom prst="rect">
              <a:avLst/>
            </a:prstGeom>
          </p:spPr>
          <p:txBody>
            <a:bodyPr wrap="none" anchor="ctr">
              <a:spAutoFit/>
            </a:bodyPr>
            <a:lstStyle/>
            <a:p>
              <a:pPr algn="ctr" defTabSz="228554">
                <a:defRPr/>
              </a:pPr>
              <a:r>
                <a:rPr lang="en-US" sz="3299">
                  <a:solidFill>
                    <a:srgbClr val="FFFFFF"/>
                  </a:solidFill>
                  <a:latin typeface="Designball-Documents-02" pitchFamily="2" charset="0"/>
                  <a:ea typeface="Open Sans" panose="020B0606030504020204" pitchFamily="34" charset="0"/>
                  <a:cs typeface="Open Sans" panose="020B0606030504020204" pitchFamily="34" charset="0"/>
                </a:rPr>
                <a:t>d</a:t>
              </a:r>
            </a:p>
          </p:txBody>
        </p:sp>
      </p:grpSp>
      <p:sp>
        <p:nvSpPr>
          <p:cNvPr id="87" name="Arrow: Chevron 86">
            <a:extLst>
              <a:ext uri="{FF2B5EF4-FFF2-40B4-BE49-F238E27FC236}">
                <a16:creationId xmlns:a16="http://schemas.microsoft.com/office/drawing/2014/main" id="{723D2BB6-6347-4C8C-A1CD-1743CABC08F3}"/>
              </a:ext>
            </a:extLst>
          </p:cNvPr>
          <p:cNvSpPr/>
          <p:nvPr/>
        </p:nvSpPr>
        <p:spPr>
          <a:xfrm>
            <a:off x="19362144" y="705233"/>
            <a:ext cx="3624111" cy="5523781"/>
          </a:xfrm>
          <a:prstGeom prst="chevron">
            <a:avLst>
              <a:gd name="adj" fmla="val 37749"/>
            </a:avLst>
          </a:prstGeom>
          <a:gradFill flip="none" rotWithShape="1">
            <a:gsLst>
              <a:gs pos="0">
                <a:schemeClr val="tx1">
                  <a:lumMod val="25000"/>
                  <a:lumOff val="75000"/>
                </a:schemeClr>
              </a:gs>
              <a:gs pos="100000">
                <a:srgbClr val="E9C9D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172144"/>
              </a:solidFill>
              <a:latin typeface="Calibri"/>
            </a:endParaRPr>
          </a:p>
        </p:txBody>
      </p:sp>
      <p:sp>
        <p:nvSpPr>
          <p:cNvPr id="48" name="Arrow: Chevron 47">
            <a:extLst>
              <a:ext uri="{FF2B5EF4-FFF2-40B4-BE49-F238E27FC236}">
                <a16:creationId xmlns:a16="http://schemas.microsoft.com/office/drawing/2014/main" id="{BE0B715E-E132-4149-BF98-1C16715EC28A}"/>
              </a:ext>
            </a:extLst>
          </p:cNvPr>
          <p:cNvSpPr/>
          <p:nvPr/>
        </p:nvSpPr>
        <p:spPr>
          <a:xfrm>
            <a:off x="11626651" y="618854"/>
            <a:ext cx="2170928" cy="5743239"/>
          </a:xfrm>
          <a:prstGeom prst="chevron">
            <a:avLst>
              <a:gd name="adj" fmla="val 7304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dirty="0">
              <a:solidFill>
                <a:srgbClr val="172144"/>
              </a:solidFill>
              <a:latin typeface="Calibri"/>
            </a:endParaRPr>
          </a:p>
        </p:txBody>
      </p:sp>
      <p:sp>
        <p:nvSpPr>
          <p:cNvPr id="86" name="Arrow: Chevron 85">
            <a:extLst>
              <a:ext uri="{FF2B5EF4-FFF2-40B4-BE49-F238E27FC236}">
                <a16:creationId xmlns:a16="http://schemas.microsoft.com/office/drawing/2014/main" id="{7B0C76F5-8E5B-4117-B54A-94C22BDD13A4}"/>
              </a:ext>
            </a:extLst>
          </p:cNvPr>
          <p:cNvSpPr/>
          <p:nvPr/>
        </p:nvSpPr>
        <p:spPr>
          <a:xfrm>
            <a:off x="15573376" y="705234"/>
            <a:ext cx="4029074" cy="5523780"/>
          </a:xfrm>
          <a:prstGeom prst="chevron">
            <a:avLst>
              <a:gd name="adj" fmla="val 33291"/>
            </a:avLst>
          </a:prstGeom>
          <a:gradFill flip="none" rotWithShape="1">
            <a:gsLst>
              <a:gs pos="0">
                <a:srgbClr val="E9C9D5"/>
              </a:gs>
              <a:gs pos="100000">
                <a:schemeClr val="tx1">
                  <a:lumMod val="25000"/>
                  <a:lumOff val="75000"/>
                </a:schemeClr>
              </a:gs>
              <a:gs pos="48000">
                <a:srgbClr val="7653C5"/>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172144"/>
              </a:solidFill>
              <a:latin typeface="Calibri"/>
            </a:endParaRPr>
          </a:p>
        </p:txBody>
      </p:sp>
      <p:sp>
        <p:nvSpPr>
          <p:cNvPr id="3" name="Arrow: Chevron 2">
            <a:extLst>
              <a:ext uri="{FF2B5EF4-FFF2-40B4-BE49-F238E27FC236}">
                <a16:creationId xmlns:a16="http://schemas.microsoft.com/office/drawing/2014/main" id="{FA71A0A3-0FA8-C6AE-06AD-5636B8A95C38}"/>
              </a:ext>
            </a:extLst>
          </p:cNvPr>
          <p:cNvSpPr/>
          <p:nvPr/>
        </p:nvSpPr>
        <p:spPr>
          <a:xfrm>
            <a:off x="14713077" y="618854"/>
            <a:ext cx="2964698" cy="5743239"/>
          </a:xfrm>
          <a:prstGeom prst="chevron">
            <a:avLst>
              <a:gd name="adj" fmla="val 498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172144"/>
              </a:solidFill>
              <a:latin typeface="Calibri"/>
            </a:endParaRPr>
          </a:p>
        </p:txBody>
      </p:sp>
      <p:sp>
        <p:nvSpPr>
          <p:cNvPr id="2" name="Arrow: Chevron 1">
            <a:extLst>
              <a:ext uri="{FF2B5EF4-FFF2-40B4-BE49-F238E27FC236}">
                <a16:creationId xmlns:a16="http://schemas.microsoft.com/office/drawing/2014/main" id="{CE624616-F06B-DE1A-C063-75A9317C3DBD}"/>
              </a:ext>
            </a:extLst>
          </p:cNvPr>
          <p:cNvSpPr/>
          <p:nvPr/>
        </p:nvSpPr>
        <p:spPr>
          <a:xfrm>
            <a:off x="12848084" y="618854"/>
            <a:ext cx="2964698" cy="5743239"/>
          </a:xfrm>
          <a:prstGeom prst="chevron">
            <a:avLst>
              <a:gd name="adj" fmla="val 498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172144"/>
              </a:solidFill>
              <a:latin typeface="Calibri"/>
            </a:endParaRPr>
          </a:p>
        </p:txBody>
      </p:sp>
      <p:sp>
        <p:nvSpPr>
          <p:cNvPr id="50" name="TextBox 49">
            <a:extLst>
              <a:ext uri="{FF2B5EF4-FFF2-40B4-BE49-F238E27FC236}">
                <a16:creationId xmlns:a16="http://schemas.microsoft.com/office/drawing/2014/main" id="{82A778CD-EEF8-4D83-85F0-DDCA2D9907A7}"/>
              </a:ext>
            </a:extLst>
          </p:cNvPr>
          <p:cNvSpPr txBox="1"/>
          <p:nvPr/>
        </p:nvSpPr>
        <p:spPr>
          <a:xfrm>
            <a:off x="6617193" y="1734259"/>
            <a:ext cx="3976987" cy="3416320"/>
          </a:xfrm>
          <a:prstGeom prst="rect">
            <a:avLst/>
          </a:prstGeom>
          <a:noFill/>
          <a:effectLst>
            <a:glow rad="1689100">
              <a:srgbClr val="D087ED">
                <a:alpha val="40000"/>
              </a:srgbClr>
            </a:glow>
          </a:effectLst>
        </p:spPr>
        <p:txBody>
          <a:bodyPr wrap="square" rtlCol="0">
            <a:spAutoFit/>
          </a:bodyPr>
          <a:lstStyle/>
          <a:p>
            <a:pPr lvl="0" algn="ctr"/>
            <a:r>
              <a:rPr lang="vi-VN" sz="7200" b="1" dirty="0">
                <a:blipFill dpi="0" rotWithShape="1">
                  <a:blip r:embed="rId2">
                    <a:extLst>
                      <a:ext uri="{28A0092B-C50C-407E-A947-70E740481C1C}">
                        <a14:useLocalDpi xmlns:a14="http://schemas.microsoft.com/office/drawing/2010/main" val="0"/>
                      </a:ext>
                    </a:extLst>
                  </a:blip>
                  <a:srcRect/>
                  <a:stretch>
                    <a:fillRect/>
                  </a:stretch>
                </a:blipFill>
                <a:effectLst>
                  <a:glow rad="152400">
                    <a:srgbClr val="D087ED">
                      <a:alpha val="22000"/>
                    </a:srgbClr>
                  </a:glow>
                </a:effectLst>
                <a:latin typeface="Bahnschrift" panose="020B0502040204020203" pitchFamily="34" charset="0"/>
              </a:rPr>
              <a:t>LƯU ĐỒ HOẠT ĐỘNG</a:t>
            </a:r>
            <a:endParaRPr lang="en-US" sz="8000" b="1" dirty="0">
              <a:blipFill dpi="0" rotWithShape="1">
                <a:blip r:embed="rId2">
                  <a:extLst>
                    <a:ext uri="{28A0092B-C50C-407E-A947-70E740481C1C}">
                      <a14:useLocalDpi xmlns:a14="http://schemas.microsoft.com/office/drawing/2010/main" val="0"/>
                    </a:ext>
                  </a:extLst>
                </a:blip>
                <a:srcRect/>
                <a:stretch>
                  <a:fillRect/>
                </a:stretch>
              </a:blipFill>
              <a:effectLst>
                <a:glow rad="152400">
                  <a:srgbClr val="D087ED">
                    <a:alpha val="22000"/>
                  </a:srgbClr>
                </a:glow>
              </a:effectLst>
              <a:latin typeface="Bahnschrift" panose="020B0502040204020203" pitchFamily="34" charset="0"/>
            </a:endParaRPr>
          </a:p>
        </p:txBody>
      </p:sp>
      <p:sp>
        <p:nvSpPr>
          <p:cNvPr id="6" name="TextBox 5">
            <a:extLst>
              <a:ext uri="{FF2B5EF4-FFF2-40B4-BE49-F238E27FC236}">
                <a16:creationId xmlns:a16="http://schemas.microsoft.com/office/drawing/2014/main" id="{86172018-466D-0C79-DAEB-7AC85F857C97}"/>
              </a:ext>
            </a:extLst>
          </p:cNvPr>
          <p:cNvSpPr txBox="1"/>
          <p:nvPr/>
        </p:nvSpPr>
        <p:spPr>
          <a:xfrm>
            <a:off x="2301126" y="2332991"/>
            <a:ext cx="2207628" cy="400110"/>
          </a:xfrm>
          <a:prstGeom prst="rect">
            <a:avLst/>
          </a:prstGeom>
          <a:noFill/>
        </p:spPr>
        <p:txBody>
          <a:bodyPr wrap="square" rtlCol="0" anchor="ctr">
            <a:spAutoFit/>
          </a:bodyPr>
          <a:lstStyle/>
          <a:p>
            <a:pPr defTabSz="228554">
              <a:defRPr/>
            </a:pPr>
            <a:r>
              <a:rPr lang="en-US" sz="2000" b="1" dirty="0">
                <a:solidFill>
                  <a:srgbClr val="172144"/>
                </a:solidFill>
                <a:latin typeface="Century Gothic"/>
              </a:rPr>
              <a:t>Level</a:t>
            </a:r>
            <a:r>
              <a:rPr lang="vi-VN" sz="2000" b="1" dirty="0">
                <a:solidFill>
                  <a:srgbClr val="172144"/>
                </a:solidFill>
                <a:latin typeface="Century Gothic"/>
              </a:rPr>
              <a:t> </a:t>
            </a:r>
            <a:r>
              <a:rPr lang="vi-VN" sz="2000" b="1" dirty="0">
                <a:solidFill>
                  <a:srgbClr val="6070FF"/>
                </a:solidFill>
                <a:latin typeface="Century Gothic"/>
              </a:rPr>
              <a:t>SETUP</a:t>
            </a:r>
            <a:endParaRPr lang="en-US" sz="2000" b="1" dirty="0">
              <a:solidFill>
                <a:srgbClr val="6070FF"/>
              </a:solidFill>
              <a:latin typeface="Century Gothic"/>
            </a:endParaRPr>
          </a:p>
        </p:txBody>
      </p:sp>
      <p:sp>
        <p:nvSpPr>
          <p:cNvPr id="8" name="TextBox 7">
            <a:extLst>
              <a:ext uri="{FF2B5EF4-FFF2-40B4-BE49-F238E27FC236}">
                <a16:creationId xmlns:a16="http://schemas.microsoft.com/office/drawing/2014/main" id="{15E2C77E-B407-056B-2360-14AB80AB0F3D}"/>
              </a:ext>
            </a:extLst>
          </p:cNvPr>
          <p:cNvSpPr txBox="1"/>
          <p:nvPr/>
        </p:nvSpPr>
        <p:spPr>
          <a:xfrm>
            <a:off x="3207511" y="3204929"/>
            <a:ext cx="3525144" cy="400110"/>
          </a:xfrm>
          <a:prstGeom prst="rect">
            <a:avLst/>
          </a:prstGeom>
          <a:noFill/>
        </p:spPr>
        <p:txBody>
          <a:bodyPr wrap="square" rtlCol="0" anchor="ctr">
            <a:spAutoFit/>
          </a:bodyPr>
          <a:lstStyle/>
          <a:p>
            <a:pPr defTabSz="228554">
              <a:defRPr/>
            </a:pPr>
            <a:r>
              <a:rPr lang="en-US" sz="2000" b="1" dirty="0">
                <a:solidFill>
                  <a:srgbClr val="172144"/>
                </a:solidFill>
                <a:latin typeface="Century Gothic"/>
              </a:rPr>
              <a:t>Level </a:t>
            </a:r>
            <a:r>
              <a:rPr lang="vi-VN" sz="2000" b="1" dirty="0">
                <a:solidFill>
                  <a:srgbClr val="6070FF"/>
                </a:solidFill>
                <a:latin typeface="Century Gothic"/>
              </a:rPr>
              <a:t>Records VTCB</a:t>
            </a:r>
            <a:endParaRPr lang="en-US" sz="2000" b="1" dirty="0">
              <a:solidFill>
                <a:srgbClr val="6070FF"/>
              </a:solidFill>
              <a:latin typeface="Century Gothic"/>
            </a:endParaRPr>
          </a:p>
        </p:txBody>
      </p:sp>
      <p:sp>
        <p:nvSpPr>
          <p:cNvPr id="9" name="TextBox 8">
            <a:extLst>
              <a:ext uri="{FF2B5EF4-FFF2-40B4-BE49-F238E27FC236}">
                <a16:creationId xmlns:a16="http://schemas.microsoft.com/office/drawing/2014/main" id="{02C0A6BF-DDB3-8120-C9AC-A604B628BD27}"/>
              </a:ext>
            </a:extLst>
          </p:cNvPr>
          <p:cNvSpPr txBox="1"/>
          <p:nvPr/>
        </p:nvSpPr>
        <p:spPr>
          <a:xfrm>
            <a:off x="2365328" y="4157353"/>
            <a:ext cx="3525144" cy="400110"/>
          </a:xfrm>
          <a:prstGeom prst="rect">
            <a:avLst/>
          </a:prstGeom>
          <a:noFill/>
        </p:spPr>
        <p:txBody>
          <a:bodyPr wrap="square" rtlCol="0" anchor="ctr">
            <a:spAutoFit/>
          </a:bodyPr>
          <a:lstStyle/>
          <a:p>
            <a:pPr defTabSz="228554">
              <a:defRPr/>
            </a:pPr>
            <a:r>
              <a:rPr lang="en-US" sz="2000" b="1" dirty="0">
                <a:solidFill>
                  <a:srgbClr val="172144"/>
                </a:solidFill>
                <a:latin typeface="Century Gothic"/>
              </a:rPr>
              <a:t>Level </a:t>
            </a:r>
            <a:r>
              <a:rPr lang="vi-VN" sz="2000" b="1" dirty="0">
                <a:solidFill>
                  <a:srgbClr val="6070FF"/>
                </a:solidFill>
                <a:latin typeface="Century Gothic"/>
              </a:rPr>
              <a:t>Tuning</a:t>
            </a:r>
            <a:endParaRPr lang="en-US" sz="2000" b="1" dirty="0">
              <a:solidFill>
                <a:srgbClr val="6070FF"/>
              </a:solidFill>
              <a:latin typeface="Century Gothic"/>
            </a:endParaRPr>
          </a:p>
        </p:txBody>
      </p:sp>
    </p:spTree>
    <p:extLst>
      <p:ext uri="{BB962C8B-B14F-4D97-AF65-F5344CB8AC3E}">
        <p14:creationId xmlns:p14="http://schemas.microsoft.com/office/powerpoint/2010/main" val="2630203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1+#ppt_w/2"/>
                                          </p:val>
                                        </p:tav>
                                        <p:tav tm="100000">
                                          <p:val>
                                            <p:strVal val="#ppt_x"/>
                                          </p:val>
                                        </p:tav>
                                      </p:tavLst>
                                    </p:anim>
                                    <p:anim calcmode="lin" valueType="num">
                                      <p:cBhvr additive="base">
                                        <p:cTn id="8" dur="10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1500" fill="hold"/>
                                        <p:tgtEl>
                                          <p:spTgt spid="48"/>
                                        </p:tgtEl>
                                        <p:attrNameLst>
                                          <p:attrName>ppt_x</p:attrName>
                                        </p:attrNameLst>
                                      </p:cBhvr>
                                      <p:tavLst>
                                        <p:tav tm="0">
                                          <p:val>
                                            <p:strVal val="0-#ppt_w/2"/>
                                          </p:val>
                                        </p:tav>
                                        <p:tav tm="100000">
                                          <p:val>
                                            <p:strVal val="#ppt_x"/>
                                          </p:val>
                                        </p:tav>
                                      </p:tavLst>
                                    </p:anim>
                                    <p:anim calcmode="lin" valueType="num">
                                      <p:cBhvr additive="base">
                                        <p:cTn id="12" dur="1500" fill="hold"/>
                                        <p:tgtEl>
                                          <p:spTgt spid="48"/>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500"/>
                                  </p:stCondLst>
                                  <p:iterate type="wd">
                                    <p:tmPct val="10000"/>
                                  </p:iterate>
                                  <p:childTnLst>
                                    <p:set>
                                      <p:cBhvr>
                                        <p:cTn id="14" dur="1" fill="hold">
                                          <p:stCondLst>
                                            <p:cond delay="0"/>
                                          </p:stCondLst>
                                        </p:cTn>
                                        <p:tgtEl>
                                          <p:spTgt spid="50"/>
                                        </p:tgtEl>
                                        <p:attrNameLst>
                                          <p:attrName>style.visibility</p:attrName>
                                        </p:attrNameLst>
                                      </p:cBhvr>
                                      <p:to>
                                        <p:strVal val="visible"/>
                                      </p:to>
                                    </p:set>
                                    <p:anim calcmode="lin" valueType="num">
                                      <p:cBhvr additive="base">
                                        <p:cTn id="15" dur="1000" fill="hold"/>
                                        <p:tgtEl>
                                          <p:spTgt spid="50"/>
                                        </p:tgtEl>
                                        <p:attrNameLst>
                                          <p:attrName>ppt_x</p:attrName>
                                        </p:attrNameLst>
                                      </p:cBhvr>
                                      <p:tavLst>
                                        <p:tav tm="0">
                                          <p:val>
                                            <p:strVal val="1+#ppt_w/2"/>
                                          </p:val>
                                        </p:tav>
                                        <p:tav tm="100000">
                                          <p:val>
                                            <p:strVal val="#ppt_x"/>
                                          </p:val>
                                        </p:tav>
                                      </p:tavLst>
                                    </p:anim>
                                    <p:anim calcmode="lin" valueType="num">
                                      <p:cBhvr additive="base">
                                        <p:cTn id="16" dur="1000" fill="hold"/>
                                        <p:tgtEl>
                                          <p:spTgt spid="50"/>
                                        </p:tgtEl>
                                        <p:attrNameLst>
                                          <p:attrName>ppt_y</p:attrName>
                                        </p:attrNameLst>
                                      </p:cBhvr>
                                      <p:tavLst>
                                        <p:tav tm="0">
                                          <p:val>
                                            <p:strVal val="#ppt_y"/>
                                          </p:val>
                                        </p:tav>
                                        <p:tav tm="100000">
                                          <p:val>
                                            <p:strVal val="#ppt_y"/>
                                          </p:val>
                                        </p:tav>
                                      </p:tavLst>
                                    </p:anim>
                                  </p:childTnLst>
                                </p:cTn>
                              </p:par>
                              <p:par>
                                <p:cTn id="17" presetID="2" presetClass="entr" presetSubtype="8" decel="100000" fill="hold" nodeType="withEffect">
                                  <p:stCondLst>
                                    <p:cond delay="1100"/>
                                  </p:stCondLst>
                                  <p:childTnLst>
                                    <p:set>
                                      <p:cBhvr>
                                        <p:cTn id="18" dur="1" fill="hold">
                                          <p:stCondLst>
                                            <p:cond delay="0"/>
                                          </p:stCondLst>
                                        </p:cTn>
                                        <p:tgtEl>
                                          <p:spTgt spid="54"/>
                                        </p:tgtEl>
                                        <p:attrNameLst>
                                          <p:attrName>style.visibility</p:attrName>
                                        </p:attrNameLst>
                                      </p:cBhvr>
                                      <p:to>
                                        <p:strVal val="visible"/>
                                      </p:to>
                                    </p:set>
                                    <p:anim calcmode="lin" valueType="num">
                                      <p:cBhvr additive="base">
                                        <p:cTn id="19" dur="1000" fill="hold"/>
                                        <p:tgtEl>
                                          <p:spTgt spid="54"/>
                                        </p:tgtEl>
                                        <p:attrNameLst>
                                          <p:attrName>ppt_x</p:attrName>
                                        </p:attrNameLst>
                                      </p:cBhvr>
                                      <p:tavLst>
                                        <p:tav tm="0">
                                          <p:val>
                                            <p:strVal val="0-#ppt_w/2"/>
                                          </p:val>
                                        </p:tav>
                                        <p:tav tm="100000">
                                          <p:val>
                                            <p:strVal val="#ppt_x"/>
                                          </p:val>
                                        </p:tav>
                                      </p:tavLst>
                                    </p:anim>
                                    <p:anim calcmode="lin" valueType="num">
                                      <p:cBhvr additive="base">
                                        <p:cTn id="20" dur="1000" fill="hold"/>
                                        <p:tgtEl>
                                          <p:spTgt spid="54"/>
                                        </p:tgtEl>
                                        <p:attrNameLst>
                                          <p:attrName>ppt_y</p:attrName>
                                        </p:attrNameLst>
                                      </p:cBhvr>
                                      <p:tavLst>
                                        <p:tav tm="0">
                                          <p:val>
                                            <p:strVal val="#ppt_y"/>
                                          </p:val>
                                        </p:tav>
                                        <p:tav tm="100000">
                                          <p:val>
                                            <p:strVal val="#ppt_y"/>
                                          </p:val>
                                        </p:tav>
                                      </p:tavLst>
                                    </p:anim>
                                  </p:childTnLst>
                                </p:cTn>
                              </p:par>
                              <p:par>
                                <p:cTn id="21" presetID="2" presetClass="entr" presetSubtype="8" decel="100000" fill="hold" nodeType="withEffect">
                                  <p:stCondLst>
                                    <p:cond delay="1200"/>
                                  </p:stCondLst>
                                  <p:childTnLst>
                                    <p:set>
                                      <p:cBhvr>
                                        <p:cTn id="22" dur="1" fill="hold">
                                          <p:stCondLst>
                                            <p:cond delay="0"/>
                                          </p:stCondLst>
                                        </p:cTn>
                                        <p:tgtEl>
                                          <p:spTgt spid="60"/>
                                        </p:tgtEl>
                                        <p:attrNameLst>
                                          <p:attrName>style.visibility</p:attrName>
                                        </p:attrNameLst>
                                      </p:cBhvr>
                                      <p:to>
                                        <p:strVal val="visible"/>
                                      </p:to>
                                    </p:set>
                                    <p:anim calcmode="lin" valueType="num">
                                      <p:cBhvr additive="base">
                                        <p:cTn id="23" dur="1000" fill="hold"/>
                                        <p:tgtEl>
                                          <p:spTgt spid="60"/>
                                        </p:tgtEl>
                                        <p:attrNameLst>
                                          <p:attrName>ppt_x</p:attrName>
                                        </p:attrNameLst>
                                      </p:cBhvr>
                                      <p:tavLst>
                                        <p:tav tm="0">
                                          <p:val>
                                            <p:strVal val="0-#ppt_w/2"/>
                                          </p:val>
                                        </p:tav>
                                        <p:tav tm="100000">
                                          <p:val>
                                            <p:strVal val="#ppt_x"/>
                                          </p:val>
                                        </p:tav>
                                      </p:tavLst>
                                    </p:anim>
                                    <p:anim calcmode="lin" valueType="num">
                                      <p:cBhvr additive="base">
                                        <p:cTn id="24" dur="1000" fill="hold"/>
                                        <p:tgtEl>
                                          <p:spTgt spid="60"/>
                                        </p:tgtEl>
                                        <p:attrNameLst>
                                          <p:attrName>ppt_y</p:attrName>
                                        </p:attrNameLst>
                                      </p:cBhvr>
                                      <p:tavLst>
                                        <p:tav tm="0">
                                          <p:val>
                                            <p:strVal val="#ppt_y"/>
                                          </p:val>
                                        </p:tav>
                                        <p:tav tm="100000">
                                          <p:val>
                                            <p:strVal val="#ppt_y"/>
                                          </p:val>
                                        </p:tav>
                                      </p:tavLst>
                                    </p:anim>
                                  </p:childTnLst>
                                </p:cTn>
                              </p:par>
                              <p:par>
                                <p:cTn id="25" presetID="2" presetClass="entr" presetSubtype="8" decel="100000" fill="hold" nodeType="withEffect">
                                  <p:stCondLst>
                                    <p:cond delay="1300"/>
                                  </p:stCondLst>
                                  <p:childTnLst>
                                    <p:set>
                                      <p:cBhvr>
                                        <p:cTn id="26" dur="1" fill="hold">
                                          <p:stCondLst>
                                            <p:cond delay="0"/>
                                          </p:stCondLst>
                                        </p:cTn>
                                        <p:tgtEl>
                                          <p:spTgt spid="66"/>
                                        </p:tgtEl>
                                        <p:attrNameLst>
                                          <p:attrName>style.visibility</p:attrName>
                                        </p:attrNameLst>
                                      </p:cBhvr>
                                      <p:to>
                                        <p:strVal val="visible"/>
                                      </p:to>
                                    </p:set>
                                    <p:anim calcmode="lin" valueType="num">
                                      <p:cBhvr additive="base">
                                        <p:cTn id="27" dur="1000" fill="hold"/>
                                        <p:tgtEl>
                                          <p:spTgt spid="66"/>
                                        </p:tgtEl>
                                        <p:attrNameLst>
                                          <p:attrName>ppt_x</p:attrName>
                                        </p:attrNameLst>
                                      </p:cBhvr>
                                      <p:tavLst>
                                        <p:tav tm="0">
                                          <p:val>
                                            <p:strVal val="0-#ppt_w/2"/>
                                          </p:val>
                                        </p:tav>
                                        <p:tav tm="100000">
                                          <p:val>
                                            <p:strVal val="#ppt_x"/>
                                          </p:val>
                                        </p:tav>
                                      </p:tavLst>
                                    </p:anim>
                                    <p:anim calcmode="lin" valueType="num">
                                      <p:cBhvr additive="base">
                                        <p:cTn id="28" dur="1000" fill="hold"/>
                                        <p:tgtEl>
                                          <p:spTgt spid="66"/>
                                        </p:tgtEl>
                                        <p:attrNameLst>
                                          <p:attrName>ppt_y</p:attrName>
                                        </p:attrNameLst>
                                      </p:cBhvr>
                                      <p:tavLst>
                                        <p:tav tm="0">
                                          <p:val>
                                            <p:strVal val="#ppt_y"/>
                                          </p:val>
                                        </p:tav>
                                        <p:tav tm="100000">
                                          <p:val>
                                            <p:strVal val="#ppt_y"/>
                                          </p:val>
                                        </p:tav>
                                      </p:tavLst>
                                    </p:anim>
                                  </p:childTnLst>
                                </p:cTn>
                              </p:par>
                              <p:par>
                                <p:cTn id="29" presetID="49" presetClass="entr" presetSubtype="0" decel="100000" fill="hold" grpId="0" nodeType="withEffect">
                                  <p:stCondLst>
                                    <p:cond delay="1300"/>
                                  </p:stCondLst>
                                  <p:childTnLst>
                                    <p:set>
                                      <p:cBhvr>
                                        <p:cTn id="30" dur="1" fill="hold">
                                          <p:stCondLst>
                                            <p:cond delay="0"/>
                                          </p:stCondLst>
                                        </p:cTn>
                                        <p:tgtEl>
                                          <p:spTgt spid="76"/>
                                        </p:tgtEl>
                                        <p:attrNameLst>
                                          <p:attrName>style.visibility</p:attrName>
                                        </p:attrNameLst>
                                      </p:cBhvr>
                                      <p:to>
                                        <p:strVal val="visible"/>
                                      </p:to>
                                    </p:set>
                                    <p:anim calcmode="lin" valueType="num">
                                      <p:cBhvr>
                                        <p:cTn id="31" dur="500" fill="hold"/>
                                        <p:tgtEl>
                                          <p:spTgt spid="76"/>
                                        </p:tgtEl>
                                        <p:attrNameLst>
                                          <p:attrName>ppt_w</p:attrName>
                                        </p:attrNameLst>
                                      </p:cBhvr>
                                      <p:tavLst>
                                        <p:tav tm="0">
                                          <p:val>
                                            <p:fltVal val="0"/>
                                          </p:val>
                                        </p:tav>
                                        <p:tav tm="100000">
                                          <p:val>
                                            <p:strVal val="#ppt_w"/>
                                          </p:val>
                                        </p:tav>
                                      </p:tavLst>
                                    </p:anim>
                                    <p:anim calcmode="lin" valueType="num">
                                      <p:cBhvr>
                                        <p:cTn id="32" dur="500" fill="hold"/>
                                        <p:tgtEl>
                                          <p:spTgt spid="76"/>
                                        </p:tgtEl>
                                        <p:attrNameLst>
                                          <p:attrName>ppt_h</p:attrName>
                                        </p:attrNameLst>
                                      </p:cBhvr>
                                      <p:tavLst>
                                        <p:tav tm="0">
                                          <p:val>
                                            <p:fltVal val="0"/>
                                          </p:val>
                                        </p:tav>
                                        <p:tav tm="100000">
                                          <p:val>
                                            <p:strVal val="#ppt_h"/>
                                          </p:val>
                                        </p:tav>
                                      </p:tavLst>
                                    </p:anim>
                                    <p:anim calcmode="lin" valueType="num">
                                      <p:cBhvr>
                                        <p:cTn id="33" dur="500" fill="hold"/>
                                        <p:tgtEl>
                                          <p:spTgt spid="76"/>
                                        </p:tgtEl>
                                        <p:attrNameLst>
                                          <p:attrName>style.rotation</p:attrName>
                                        </p:attrNameLst>
                                      </p:cBhvr>
                                      <p:tavLst>
                                        <p:tav tm="0">
                                          <p:val>
                                            <p:fltVal val="360"/>
                                          </p:val>
                                        </p:tav>
                                        <p:tav tm="100000">
                                          <p:val>
                                            <p:fltVal val="0"/>
                                          </p:val>
                                        </p:tav>
                                      </p:tavLst>
                                    </p:anim>
                                    <p:animEffect transition="in" filter="fade">
                                      <p:cBhvr>
                                        <p:cTn id="34" dur="500"/>
                                        <p:tgtEl>
                                          <p:spTgt spid="76"/>
                                        </p:tgtEl>
                                      </p:cBhvr>
                                    </p:animEffect>
                                  </p:childTnLst>
                                </p:cTn>
                              </p:par>
                              <p:par>
                                <p:cTn id="35" presetID="49" presetClass="entr" presetSubtype="0" decel="100000" fill="hold" grpId="0" nodeType="withEffect">
                                  <p:stCondLst>
                                    <p:cond delay="1400"/>
                                  </p:stCondLst>
                                  <p:childTnLst>
                                    <p:set>
                                      <p:cBhvr>
                                        <p:cTn id="36" dur="1" fill="hold">
                                          <p:stCondLst>
                                            <p:cond delay="0"/>
                                          </p:stCondLst>
                                        </p:cTn>
                                        <p:tgtEl>
                                          <p:spTgt spid="77"/>
                                        </p:tgtEl>
                                        <p:attrNameLst>
                                          <p:attrName>style.visibility</p:attrName>
                                        </p:attrNameLst>
                                      </p:cBhvr>
                                      <p:to>
                                        <p:strVal val="visible"/>
                                      </p:to>
                                    </p:set>
                                    <p:anim calcmode="lin" valueType="num">
                                      <p:cBhvr>
                                        <p:cTn id="37" dur="500" fill="hold"/>
                                        <p:tgtEl>
                                          <p:spTgt spid="77"/>
                                        </p:tgtEl>
                                        <p:attrNameLst>
                                          <p:attrName>ppt_w</p:attrName>
                                        </p:attrNameLst>
                                      </p:cBhvr>
                                      <p:tavLst>
                                        <p:tav tm="0">
                                          <p:val>
                                            <p:fltVal val="0"/>
                                          </p:val>
                                        </p:tav>
                                        <p:tav tm="100000">
                                          <p:val>
                                            <p:strVal val="#ppt_w"/>
                                          </p:val>
                                        </p:tav>
                                      </p:tavLst>
                                    </p:anim>
                                    <p:anim calcmode="lin" valueType="num">
                                      <p:cBhvr>
                                        <p:cTn id="38" dur="500" fill="hold"/>
                                        <p:tgtEl>
                                          <p:spTgt spid="77"/>
                                        </p:tgtEl>
                                        <p:attrNameLst>
                                          <p:attrName>ppt_h</p:attrName>
                                        </p:attrNameLst>
                                      </p:cBhvr>
                                      <p:tavLst>
                                        <p:tav tm="0">
                                          <p:val>
                                            <p:fltVal val="0"/>
                                          </p:val>
                                        </p:tav>
                                        <p:tav tm="100000">
                                          <p:val>
                                            <p:strVal val="#ppt_h"/>
                                          </p:val>
                                        </p:tav>
                                      </p:tavLst>
                                    </p:anim>
                                    <p:anim calcmode="lin" valueType="num">
                                      <p:cBhvr>
                                        <p:cTn id="39" dur="500" fill="hold"/>
                                        <p:tgtEl>
                                          <p:spTgt spid="77"/>
                                        </p:tgtEl>
                                        <p:attrNameLst>
                                          <p:attrName>style.rotation</p:attrName>
                                        </p:attrNameLst>
                                      </p:cBhvr>
                                      <p:tavLst>
                                        <p:tav tm="0">
                                          <p:val>
                                            <p:fltVal val="360"/>
                                          </p:val>
                                        </p:tav>
                                        <p:tav tm="100000">
                                          <p:val>
                                            <p:fltVal val="0"/>
                                          </p:val>
                                        </p:tav>
                                      </p:tavLst>
                                    </p:anim>
                                    <p:animEffect transition="in" filter="fade">
                                      <p:cBhvr>
                                        <p:cTn id="40" dur="500"/>
                                        <p:tgtEl>
                                          <p:spTgt spid="77"/>
                                        </p:tgtEl>
                                      </p:cBhvr>
                                    </p:animEffect>
                                  </p:childTnLst>
                                </p:cTn>
                              </p:par>
                              <p:par>
                                <p:cTn id="41" presetID="49" presetClass="entr" presetSubtype="0" decel="100000" fill="hold" grpId="0" nodeType="withEffect">
                                  <p:stCondLst>
                                    <p:cond delay="1500"/>
                                  </p:stCondLst>
                                  <p:childTnLst>
                                    <p:set>
                                      <p:cBhvr>
                                        <p:cTn id="42" dur="1" fill="hold">
                                          <p:stCondLst>
                                            <p:cond delay="0"/>
                                          </p:stCondLst>
                                        </p:cTn>
                                        <p:tgtEl>
                                          <p:spTgt spid="78"/>
                                        </p:tgtEl>
                                        <p:attrNameLst>
                                          <p:attrName>style.visibility</p:attrName>
                                        </p:attrNameLst>
                                      </p:cBhvr>
                                      <p:to>
                                        <p:strVal val="visible"/>
                                      </p:to>
                                    </p:set>
                                    <p:anim calcmode="lin" valueType="num">
                                      <p:cBhvr>
                                        <p:cTn id="43" dur="500" fill="hold"/>
                                        <p:tgtEl>
                                          <p:spTgt spid="78"/>
                                        </p:tgtEl>
                                        <p:attrNameLst>
                                          <p:attrName>ppt_w</p:attrName>
                                        </p:attrNameLst>
                                      </p:cBhvr>
                                      <p:tavLst>
                                        <p:tav tm="0">
                                          <p:val>
                                            <p:fltVal val="0"/>
                                          </p:val>
                                        </p:tav>
                                        <p:tav tm="100000">
                                          <p:val>
                                            <p:strVal val="#ppt_w"/>
                                          </p:val>
                                        </p:tav>
                                      </p:tavLst>
                                    </p:anim>
                                    <p:anim calcmode="lin" valueType="num">
                                      <p:cBhvr>
                                        <p:cTn id="44" dur="500" fill="hold"/>
                                        <p:tgtEl>
                                          <p:spTgt spid="78"/>
                                        </p:tgtEl>
                                        <p:attrNameLst>
                                          <p:attrName>ppt_h</p:attrName>
                                        </p:attrNameLst>
                                      </p:cBhvr>
                                      <p:tavLst>
                                        <p:tav tm="0">
                                          <p:val>
                                            <p:fltVal val="0"/>
                                          </p:val>
                                        </p:tav>
                                        <p:tav tm="100000">
                                          <p:val>
                                            <p:strVal val="#ppt_h"/>
                                          </p:val>
                                        </p:tav>
                                      </p:tavLst>
                                    </p:anim>
                                    <p:anim calcmode="lin" valueType="num">
                                      <p:cBhvr>
                                        <p:cTn id="45" dur="500" fill="hold"/>
                                        <p:tgtEl>
                                          <p:spTgt spid="78"/>
                                        </p:tgtEl>
                                        <p:attrNameLst>
                                          <p:attrName>style.rotation</p:attrName>
                                        </p:attrNameLst>
                                      </p:cBhvr>
                                      <p:tavLst>
                                        <p:tav tm="0">
                                          <p:val>
                                            <p:fltVal val="360"/>
                                          </p:val>
                                        </p:tav>
                                        <p:tav tm="100000">
                                          <p:val>
                                            <p:fltVal val="0"/>
                                          </p:val>
                                        </p:tav>
                                      </p:tavLst>
                                    </p:anim>
                                    <p:animEffect transition="in" filter="fade">
                                      <p:cBhvr>
                                        <p:cTn id="46" dur="500"/>
                                        <p:tgtEl>
                                          <p:spTgt spid="78"/>
                                        </p:tgtEl>
                                      </p:cBhvr>
                                    </p:animEffect>
                                  </p:childTnLst>
                                </p:cTn>
                              </p:par>
                              <p:par>
                                <p:cTn id="47" presetID="49" presetClass="entr" presetSubtype="0" decel="100000" fill="hold" grpId="0" nodeType="withEffect">
                                  <p:stCondLst>
                                    <p:cond delay="1600"/>
                                  </p:stCondLst>
                                  <p:childTnLst>
                                    <p:set>
                                      <p:cBhvr>
                                        <p:cTn id="48" dur="1" fill="hold">
                                          <p:stCondLst>
                                            <p:cond delay="0"/>
                                          </p:stCondLst>
                                        </p:cTn>
                                        <p:tgtEl>
                                          <p:spTgt spid="79"/>
                                        </p:tgtEl>
                                        <p:attrNameLst>
                                          <p:attrName>style.visibility</p:attrName>
                                        </p:attrNameLst>
                                      </p:cBhvr>
                                      <p:to>
                                        <p:strVal val="visible"/>
                                      </p:to>
                                    </p:set>
                                    <p:anim calcmode="lin" valueType="num">
                                      <p:cBhvr>
                                        <p:cTn id="49" dur="500" fill="hold"/>
                                        <p:tgtEl>
                                          <p:spTgt spid="79"/>
                                        </p:tgtEl>
                                        <p:attrNameLst>
                                          <p:attrName>ppt_w</p:attrName>
                                        </p:attrNameLst>
                                      </p:cBhvr>
                                      <p:tavLst>
                                        <p:tav tm="0">
                                          <p:val>
                                            <p:fltVal val="0"/>
                                          </p:val>
                                        </p:tav>
                                        <p:tav tm="100000">
                                          <p:val>
                                            <p:strVal val="#ppt_w"/>
                                          </p:val>
                                        </p:tav>
                                      </p:tavLst>
                                    </p:anim>
                                    <p:anim calcmode="lin" valueType="num">
                                      <p:cBhvr>
                                        <p:cTn id="50" dur="500" fill="hold"/>
                                        <p:tgtEl>
                                          <p:spTgt spid="79"/>
                                        </p:tgtEl>
                                        <p:attrNameLst>
                                          <p:attrName>ppt_h</p:attrName>
                                        </p:attrNameLst>
                                      </p:cBhvr>
                                      <p:tavLst>
                                        <p:tav tm="0">
                                          <p:val>
                                            <p:fltVal val="0"/>
                                          </p:val>
                                        </p:tav>
                                        <p:tav tm="100000">
                                          <p:val>
                                            <p:strVal val="#ppt_h"/>
                                          </p:val>
                                        </p:tav>
                                      </p:tavLst>
                                    </p:anim>
                                    <p:anim calcmode="lin" valueType="num">
                                      <p:cBhvr>
                                        <p:cTn id="51" dur="500" fill="hold"/>
                                        <p:tgtEl>
                                          <p:spTgt spid="79"/>
                                        </p:tgtEl>
                                        <p:attrNameLst>
                                          <p:attrName>style.rotation</p:attrName>
                                        </p:attrNameLst>
                                      </p:cBhvr>
                                      <p:tavLst>
                                        <p:tav tm="0">
                                          <p:val>
                                            <p:fltVal val="360"/>
                                          </p:val>
                                        </p:tav>
                                        <p:tav tm="100000">
                                          <p:val>
                                            <p:fltVal val="0"/>
                                          </p:val>
                                        </p:tav>
                                      </p:tavLst>
                                    </p:anim>
                                    <p:animEffect transition="in" filter="fade">
                                      <p:cBhvr>
                                        <p:cTn id="52" dur="500"/>
                                        <p:tgtEl>
                                          <p:spTgt spid="79"/>
                                        </p:tgtEl>
                                      </p:cBhvr>
                                    </p:animEffect>
                                  </p:childTnLst>
                                </p:cTn>
                              </p:par>
                              <p:par>
                                <p:cTn id="53" presetID="49" presetClass="entr" presetSubtype="0" decel="100000" fill="hold" grpId="0" nodeType="withEffect">
                                  <p:stCondLst>
                                    <p:cond delay="1700"/>
                                  </p:stCondLst>
                                  <p:childTnLst>
                                    <p:set>
                                      <p:cBhvr>
                                        <p:cTn id="54" dur="1" fill="hold">
                                          <p:stCondLst>
                                            <p:cond delay="0"/>
                                          </p:stCondLst>
                                        </p:cTn>
                                        <p:tgtEl>
                                          <p:spTgt spid="80"/>
                                        </p:tgtEl>
                                        <p:attrNameLst>
                                          <p:attrName>style.visibility</p:attrName>
                                        </p:attrNameLst>
                                      </p:cBhvr>
                                      <p:to>
                                        <p:strVal val="visible"/>
                                      </p:to>
                                    </p:set>
                                    <p:anim calcmode="lin" valueType="num">
                                      <p:cBhvr>
                                        <p:cTn id="55" dur="500" fill="hold"/>
                                        <p:tgtEl>
                                          <p:spTgt spid="80"/>
                                        </p:tgtEl>
                                        <p:attrNameLst>
                                          <p:attrName>ppt_w</p:attrName>
                                        </p:attrNameLst>
                                      </p:cBhvr>
                                      <p:tavLst>
                                        <p:tav tm="0">
                                          <p:val>
                                            <p:fltVal val="0"/>
                                          </p:val>
                                        </p:tav>
                                        <p:tav tm="100000">
                                          <p:val>
                                            <p:strVal val="#ppt_w"/>
                                          </p:val>
                                        </p:tav>
                                      </p:tavLst>
                                    </p:anim>
                                    <p:anim calcmode="lin" valueType="num">
                                      <p:cBhvr>
                                        <p:cTn id="56" dur="500" fill="hold"/>
                                        <p:tgtEl>
                                          <p:spTgt spid="80"/>
                                        </p:tgtEl>
                                        <p:attrNameLst>
                                          <p:attrName>ppt_h</p:attrName>
                                        </p:attrNameLst>
                                      </p:cBhvr>
                                      <p:tavLst>
                                        <p:tav tm="0">
                                          <p:val>
                                            <p:fltVal val="0"/>
                                          </p:val>
                                        </p:tav>
                                        <p:tav tm="100000">
                                          <p:val>
                                            <p:strVal val="#ppt_h"/>
                                          </p:val>
                                        </p:tav>
                                      </p:tavLst>
                                    </p:anim>
                                    <p:anim calcmode="lin" valueType="num">
                                      <p:cBhvr>
                                        <p:cTn id="57" dur="500" fill="hold"/>
                                        <p:tgtEl>
                                          <p:spTgt spid="80"/>
                                        </p:tgtEl>
                                        <p:attrNameLst>
                                          <p:attrName>style.rotation</p:attrName>
                                        </p:attrNameLst>
                                      </p:cBhvr>
                                      <p:tavLst>
                                        <p:tav tm="0">
                                          <p:val>
                                            <p:fltVal val="360"/>
                                          </p:val>
                                        </p:tav>
                                        <p:tav tm="100000">
                                          <p:val>
                                            <p:fltVal val="0"/>
                                          </p:val>
                                        </p:tav>
                                      </p:tavLst>
                                    </p:anim>
                                    <p:animEffect transition="in" filter="fade">
                                      <p:cBhvr>
                                        <p:cTn id="58" dur="500"/>
                                        <p:tgtEl>
                                          <p:spTgt spid="80"/>
                                        </p:tgtEl>
                                      </p:cBhvr>
                                    </p:animEffect>
                                  </p:childTnLst>
                                </p:cTn>
                              </p:par>
                              <p:par>
                                <p:cTn id="59" presetID="49" presetClass="entr" presetSubtype="0" decel="100000" fill="hold" grpId="0" nodeType="withEffect">
                                  <p:stCondLst>
                                    <p:cond delay="1800"/>
                                  </p:stCondLst>
                                  <p:childTnLst>
                                    <p:set>
                                      <p:cBhvr>
                                        <p:cTn id="60" dur="1" fill="hold">
                                          <p:stCondLst>
                                            <p:cond delay="0"/>
                                          </p:stCondLst>
                                        </p:cTn>
                                        <p:tgtEl>
                                          <p:spTgt spid="81"/>
                                        </p:tgtEl>
                                        <p:attrNameLst>
                                          <p:attrName>style.visibility</p:attrName>
                                        </p:attrNameLst>
                                      </p:cBhvr>
                                      <p:to>
                                        <p:strVal val="visible"/>
                                      </p:to>
                                    </p:set>
                                    <p:anim calcmode="lin" valueType="num">
                                      <p:cBhvr>
                                        <p:cTn id="61" dur="500" fill="hold"/>
                                        <p:tgtEl>
                                          <p:spTgt spid="81"/>
                                        </p:tgtEl>
                                        <p:attrNameLst>
                                          <p:attrName>ppt_w</p:attrName>
                                        </p:attrNameLst>
                                      </p:cBhvr>
                                      <p:tavLst>
                                        <p:tav tm="0">
                                          <p:val>
                                            <p:fltVal val="0"/>
                                          </p:val>
                                        </p:tav>
                                        <p:tav tm="100000">
                                          <p:val>
                                            <p:strVal val="#ppt_w"/>
                                          </p:val>
                                        </p:tav>
                                      </p:tavLst>
                                    </p:anim>
                                    <p:anim calcmode="lin" valueType="num">
                                      <p:cBhvr>
                                        <p:cTn id="62" dur="500" fill="hold"/>
                                        <p:tgtEl>
                                          <p:spTgt spid="81"/>
                                        </p:tgtEl>
                                        <p:attrNameLst>
                                          <p:attrName>ppt_h</p:attrName>
                                        </p:attrNameLst>
                                      </p:cBhvr>
                                      <p:tavLst>
                                        <p:tav tm="0">
                                          <p:val>
                                            <p:fltVal val="0"/>
                                          </p:val>
                                        </p:tav>
                                        <p:tav tm="100000">
                                          <p:val>
                                            <p:strVal val="#ppt_h"/>
                                          </p:val>
                                        </p:tav>
                                      </p:tavLst>
                                    </p:anim>
                                    <p:anim calcmode="lin" valueType="num">
                                      <p:cBhvr>
                                        <p:cTn id="63" dur="500" fill="hold"/>
                                        <p:tgtEl>
                                          <p:spTgt spid="81"/>
                                        </p:tgtEl>
                                        <p:attrNameLst>
                                          <p:attrName>style.rotation</p:attrName>
                                        </p:attrNameLst>
                                      </p:cBhvr>
                                      <p:tavLst>
                                        <p:tav tm="0">
                                          <p:val>
                                            <p:fltVal val="360"/>
                                          </p:val>
                                        </p:tav>
                                        <p:tav tm="100000">
                                          <p:val>
                                            <p:fltVal val="0"/>
                                          </p:val>
                                        </p:tav>
                                      </p:tavLst>
                                    </p:anim>
                                    <p:animEffect transition="in" filter="fade">
                                      <p:cBhvr>
                                        <p:cTn id="64" dur="500"/>
                                        <p:tgtEl>
                                          <p:spTgt spid="81"/>
                                        </p:tgtEl>
                                      </p:cBhvr>
                                    </p:animEffect>
                                  </p:childTnLst>
                                </p:cTn>
                              </p:par>
                              <p:par>
                                <p:cTn id="65" presetID="49" presetClass="entr" presetSubtype="0" decel="100000" fill="hold" grpId="0" nodeType="withEffect">
                                  <p:stCondLst>
                                    <p:cond delay="1900"/>
                                  </p:stCondLst>
                                  <p:childTnLst>
                                    <p:set>
                                      <p:cBhvr>
                                        <p:cTn id="66" dur="1" fill="hold">
                                          <p:stCondLst>
                                            <p:cond delay="0"/>
                                          </p:stCondLst>
                                        </p:cTn>
                                        <p:tgtEl>
                                          <p:spTgt spid="82"/>
                                        </p:tgtEl>
                                        <p:attrNameLst>
                                          <p:attrName>style.visibility</p:attrName>
                                        </p:attrNameLst>
                                      </p:cBhvr>
                                      <p:to>
                                        <p:strVal val="visible"/>
                                      </p:to>
                                    </p:set>
                                    <p:anim calcmode="lin" valueType="num">
                                      <p:cBhvr>
                                        <p:cTn id="67" dur="500" fill="hold"/>
                                        <p:tgtEl>
                                          <p:spTgt spid="82"/>
                                        </p:tgtEl>
                                        <p:attrNameLst>
                                          <p:attrName>ppt_w</p:attrName>
                                        </p:attrNameLst>
                                      </p:cBhvr>
                                      <p:tavLst>
                                        <p:tav tm="0">
                                          <p:val>
                                            <p:fltVal val="0"/>
                                          </p:val>
                                        </p:tav>
                                        <p:tav tm="100000">
                                          <p:val>
                                            <p:strVal val="#ppt_w"/>
                                          </p:val>
                                        </p:tav>
                                      </p:tavLst>
                                    </p:anim>
                                    <p:anim calcmode="lin" valueType="num">
                                      <p:cBhvr>
                                        <p:cTn id="68" dur="500" fill="hold"/>
                                        <p:tgtEl>
                                          <p:spTgt spid="82"/>
                                        </p:tgtEl>
                                        <p:attrNameLst>
                                          <p:attrName>ppt_h</p:attrName>
                                        </p:attrNameLst>
                                      </p:cBhvr>
                                      <p:tavLst>
                                        <p:tav tm="0">
                                          <p:val>
                                            <p:fltVal val="0"/>
                                          </p:val>
                                        </p:tav>
                                        <p:tav tm="100000">
                                          <p:val>
                                            <p:strVal val="#ppt_h"/>
                                          </p:val>
                                        </p:tav>
                                      </p:tavLst>
                                    </p:anim>
                                    <p:anim calcmode="lin" valueType="num">
                                      <p:cBhvr>
                                        <p:cTn id="69" dur="500" fill="hold"/>
                                        <p:tgtEl>
                                          <p:spTgt spid="82"/>
                                        </p:tgtEl>
                                        <p:attrNameLst>
                                          <p:attrName>style.rotation</p:attrName>
                                        </p:attrNameLst>
                                      </p:cBhvr>
                                      <p:tavLst>
                                        <p:tav tm="0">
                                          <p:val>
                                            <p:fltVal val="360"/>
                                          </p:val>
                                        </p:tav>
                                        <p:tav tm="100000">
                                          <p:val>
                                            <p:fltVal val="0"/>
                                          </p:val>
                                        </p:tav>
                                      </p:tavLst>
                                    </p:anim>
                                    <p:animEffect transition="in" filter="fade">
                                      <p:cBhvr>
                                        <p:cTn id="70" dur="500"/>
                                        <p:tgtEl>
                                          <p:spTgt spid="82"/>
                                        </p:tgtEl>
                                      </p:cBhvr>
                                    </p:animEffect>
                                  </p:childTnLst>
                                </p:cTn>
                              </p:par>
                              <p:par>
                                <p:cTn id="71" presetID="49" presetClass="entr" presetSubtype="0" decel="100000" fill="hold" grpId="0" nodeType="withEffect">
                                  <p:stCondLst>
                                    <p:cond delay="2000"/>
                                  </p:stCondLst>
                                  <p:childTnLst>
                                    <p:set>
                                      <p:cBhvr>
                                        <p:cTn id="72" dur="1" fill="hold">
                                          <p:stCondLst>
                                            <p:cond delay="0"/>
                                          </p:stCondLst>
                                        </p:cTn>
                                        <p:tgtEl>
                                          <p:spTgt spid="83"/>
                                        </p:tgtEl>
                                        <p:attrNameLst>
                                          <p:attrName>style.visibility</p:attrName>
                                        </p:attrNameLst>
                                      </p:cBhvr>
                                      <p:to>
                                        <p:strVal val="visible"/>
                                      </p:to>
                                    </p:set>
                                    <p:anim calcmode="lin" valueType="num">
                                      <p:cBhvr>
                                        <p:cTn id="73" dur="500" fill="hold"/>
                                        <p:tgtEl>
                                          <p:spTgt spid="83"/>
                                        </p:tgtEl>
                                        <p:attrNameLst>
                                          <p:attrName>ppt_w</p:attrName>
                                        </p:attrNameLst>
                                      </p:cBhvr>
                                      <p:tavLst>
                                        <p:tav tm="0">
                                          <p:val>
                                            <p:fltVal val="0"/>
                                          </p:val>
                                        </p:tav>
                                        <p:tav tm="100000">
                                          <p:val>
                                            <p:strVal val="#ppt_w"/>
                                          </p:val>
                                        </p:tav>
                                      </p:tavLst>
                                    </p:anim>
                                    <p:anim calcmode="lin" valueType="num">
                                      <p:cBhvr>
                                        <p:cTn id="74" dur="500" fill="hold"/>
                                        <p:tgtEl>
                                          <p:spTgt spid="83"/>
                                        </p:tgtEl>
                                        <p:attrNameLst>
                                          <p:attrName>ppt_h</p:attrName>
                                        </p:attrNameLst>
                                      </p:cBhvr>
                                      <p:tavLst>
                                        <p:tav tm="0">
                                          <p:val>
                                            <p:fltVal val="0"/>
                                          </p:val>
                                        </p:tav>
                                        <p:tav tm="100000">
                                          <p:val>
                                            <p:strVal val="#ppt_h"/>
                                          </p:val>
                                        </p:tav>
                                      </p:tavLst>
                                    </p:anim>
                                    <p:anim calcmode="lin" valueType="num">
                                      <p:cBhvr>
                                        <p:cTn id="75" dur="500" fill="hold"/>
                                        <p:tgtEl>
                                          <p:spTgt spid="83"/>
                                        </p:tgtEl>
                                        <p:attrNameLst>
                                          <p:attrName>style.rotation</p:attrName>
                                        </p:attrNameLst>
                                      </p:cBhvr>
                                      <p:tavLst>
                                        <p:tav tm="0">
                                          <p:val>
                                            <p:fltVal val="360"/>
                                          </p:val>
                                        </p:tav>
                                        <p:tav tm="100000">
                                          <p:val>
                                            <p:fltVal val="0"/>
                                          </p:val>
                                        </p:tav>
                                      </p:tavLst>
                                    </p:anim>
                                    <p:animEffect transition="in" filter="fade">
                                      <p:cBhvr>
                                        <p:cTn id="76" dur="500"/>
                                        <p:tgtEl>
                                          <p:spTgt spid="83"/>
                                        </p:tgtEl>
                                      </p:cBhvr>
                                    </p:animEffect>
                                  </p:childTnLst>
                                </p:cTn>
                              </p:par>
                              <p:par>
                                <p:cTn id="77" presetID="49" presetClass="entr" presetSubtype="0" decel="100000" fill="hold" grpId="0" nodeType="withEffect">
                                  <p:stCondLst>
                                    <p:cond delay="2100"/>
                                  </p:stCondLst>
                                  <p:childTnLst>
                                    <p:set>
                                      <p:cBhvr>
                                        <p:cTn id="78" dur="1" fill="hold">
                                          <p:stCondLst>
                                            <p:cond delay="0"/>
                                          </p:stCondLst>
                                        </p:cTn>
                                        <p:tgtEl>
                                          <p:spTgt spid="84"/>
                                        </p:tgtEl>
                                        <p:attrNameLst>
                                          <p:attrName>style.visibility</p:attrName>
                                        </p:attrNameLst>
                                      </p:cBhvr>
                                      <p:to>
                                        <p:strVal val="visible"/>
                                      </p:to>
                                    </p:set>
                                    <p:anim calcmode="lin" valueType="num">
                                      <p:cBhvr>
                                        <p:cTn id="79" dur="500" fill="hold"/>
                                        <p:tgtEl>
                                          <p:spTgt spid="84"/>
                                        </p:tgtEl>
                                        <p:attrNameLst>
                                          <p:attrName>ppt_w</p:attrName>
                                        </p:attrNameLst>
                                      </p:cBhvr>
                                      <p:tavLst>
                                        <p:tav tm="0">
                                          <p:val>
                                            <p:fltVal val="0"/>
                                          </p:val>
                                        </p:tav>
                                        <p:tav tm="100000">
                                          <p:val>
                                            <p:strVal val="#ppt_w"/>
                                          </p:val>
                                        </p:tav>
                                      </p:tavLst>
                                    </p:anim>
                                    <p:anim calcmode="lin" valueType="num">
                                      <p:cBhvr>
                                        <p:cTn id="80" dur="500" fill="hold"/>
                                        <p:tgtEl>
                                          <p:spTgt spid="84"/>
                                        </p:tgtEl>
                                        <p:attrNameLst>
                                          <p:attrName>ppt_h</p:attrName>
                                        </p:attrNameLst>
                                      </p:cBhvr>
                                      <p:tavLst>
                                        <p:tav tm="0">
                                          <p:val>
                                            <p:fltVal val="0"/>
                                          </p:val>
                                        </p:tav>
                                        <p:tav tm="100000">
                                          <p:val>
                                            <p:strVal val="#ppt_h"/>
                                          </p:val>
                                        </p:tav>
                                      </p:tavLst>
                                    </p:anim>
                                    <p:anim calcmode="lin" valueType="num">
                                      <p:cBhvr>
                                        <p:cTn id="81" dur="500" fill="hold"/>
                                        <p:tgtEl>
                                          <p:spTgt spid="84"/>
                                        </p:tgtEl>
                                        <p:attrNameLst>
                                          <p:attrName>style.rotation</p:attrName>
                                        </p:attrNameLst>
                                      </p:cBhvr>
                                      <p:tavLst>
                                        <p:tav tm="0">
                                          <p:val>
                                            <p:fltVal val="360"/>
                                          </p:val>
                                        </p:tav>
                                        <p:tav tm="100000">
                                          <p:val>
                                            <p:fltVal val="0"/>
                                          </p:val>
                                        </p:tav>
                                      </p:tavLst>
                                    </p:anim>
                                    <p:animEffect transition="in" filter="fade">
                                      <p:cBhvr>
                                        <p:cTn id="82" dur="500"/>
                                        <p:tgtEl>
                                          <p:spTgt spid="84"/>
                                        </p:tgtEl>
                                      </p:cBhvr>
                                    </p:animEffect>
                                  </p:childTnLst>
                                </p:cTn>
                              </p:par>
                              <p:par>
                                <p:cTn id="83" presetID="8" presetClass="emph" presetSubtype="0" repeatCount="indefinite" fill="hold" grpId="1" nodeType="withEffect">
                                  <p:stCondLst>
                                    <p:cond delay="1250"/>
                                  </p:stCondLst>
                                  <p:childTnLst>
                                    <p:animRot by="21600000">
                                      <p:cBhvr>
                                        <p:cTn id="84" dur="13000" fill="hold"/>
                                        <p:tgtEl>
                                          <p:spTgt spid="76"/>
                                        </p:tgtEl>
                                        <p:attrNameLst>
                                          <p:attrName>r</p:attrName>
                                        </p:attrNameLst>
                                      </p:cBhvr>
                                    </p:animRot>
                                  </p:childTnLst>
                                </p:cTn>
                              </p:par>
                              <p:par>
                                <p:cTn id="85" presetID="8" presetClass="emph" presetSubtype="0" repeatCount="indefinite" fill="hold" grpId="1" nodeType="withEffect">
                                  <p:stCondLst>
                                    <p:cond delay="1250"/>
                                  </p:stCondLst>
                                  <p:childTnLst>
                                    <p:animRot by="-21600000">
                                      <p:cBhvr>
                                        <p:cTn id="86" dur="13000" fill="hold"/>
                                        <p:tgtEl>
                                          <p:spTgt spid="77"/>
                                        </p:tgtEl>
                                        <p:attrNameLst>
                                          <p:attrName>r</p:attrName>
                                        </p:attrNameLst>
                                      </p:cBhvr>
                                    </p:animRot>
                                  </p:childTnLst>
                                </p:cTn>
                              </p:par>
                              <p:par>
                                <p:cTn id="87" presetID="8" presetClass="emph" presetSubtype="0" repeatCount="indefinite" fill="hold" grpId="1" nodeType="withEffect">
                                  <p:stCondLst>
                                    <p:cond delay="1250"/>
                                  </p:stCondLst>
                                  <p:childTnLst>
                                    <p:animRot by="21600000">
                                      <p:cBhvr>
                                        <p:cTn id="88" dur="13000" fill="hold"/>
                                        <p:tgtEl>
                                          <p:spTgt spid="78"/>
                                        </p:tgtEl>
                                        <p:attrNameLst>
                                          <p:attrName>r</p:attrName>
                                        </p:attrNameLst>
                                      </p:cBhvr>
                                    </p:animRot>
                                  </p:childTnLst>
                                </p:cTn>
                              </p:par>
                              <p:par>
                                <p:cTn id="89" presetID="8" presetClass="emph" presetSubtype="0" repeatCount="indefinite" fill="hold" grpId="1" nodeType="withEffect">
                                  <p:stCondLst>
                                    <p:cond delay="1250"/>
                                  </p:stCondLst>
                                  <p:childTnLst>
                                    <p:animRot by="-21600000">
                                      <p:cBhvr>
                                        <p:cTn id="90" dur="13000" fill="hold"/>
                                        <p:tgtEl>
                                          <p:spTgt spid="79"/>
                                        </p:tgtEl>
                                        <p:attrNameLst>
                                          <p:attrName>r</p:attrName>
                                        </p:attrNameLst>
                                      </p:cBhvr>
                                    </p:animRot>
                                  </p:childTnLst>
                                </p:cTn>
                              </p:par>
                              <p:par>
                                <p:cTn id="91" presetID="8" presetClass="emph" presetSubtype="0" repeatCount="indefinite" fill="hold" grpId="1" nodeType="withEffect">
                                  <p:stCondLst>
                                    <p:cond delay="1250"/>
                                  </p:stCondLst>
                                  <p:childTnLst>
                                    <p:animRot by="21600000">
                                      <p:cBhvr>
                                        <p:cTn id="92" dur="13000" fill="hold"/>
                                        <p:tgtEl>
                                          <p:spTgt spid="80"/>
                                        </p:tgtEl>
                                        <p:attrNameLst>
                                          <p:attrName>r</p:attrName>
                                        </p:attrNameLst>
                                      </p:cBhvr>
                                    </p:animRot>
                                  </p:childTnLst>
                                </p:cTn>
                              </p:par>
                              <p:par>
                                <p:cTn id="93" presetID="8" presetClass="emph" presetSubtype="0" repeatCount="indefinite" fill="hold" grpId="1" nodeType="withEffect">
                                  <p:stCondLst>
                                    <p:cond delay="1250"/>
                                  </p:stCondLst>
                                  <p:childTnLst>
                                    <p:animRot by="-21600000">
                                      <p:cBhvr>
                                        <p:cTn id="94" dur="13000" fill="hold"/>
                                        <p:tgtEl>
                                          <p:spTgt spid="81"/>
                                        </p:tgtEl>
                                        <p:attrNameLst>
                                          <p:attrName>r</p:attrName>
                                        </p:attrNameLst>
                                      </p:cBhvr>
                                    </p:animRot>
                                  </p:childTnLst>
                                </p:cTn>
                              </p:par>
                              <p:par>
                                <p:cTn id="95" presetID="8" presetClass="emph" presetSubtype="0" repeatCount="indefinite" fill="hold" grpId="1" nodeType="withEffect">
                                  <p:stCondLst>
                                    <p:cond delay="1250"/>
                                  </p:stCondLst>
                                  <p:childTnLst>
                                    <p:animRot by="21600000">
                                      <p:cBhvr>
                                        <p:cTn id="96" dur="13000" fill="hold"/>
                                        <p:tgtEl>
                                          <p:spTgt spid="82"/>
                                        </p:tgtEl>
                                        <p:attrNameLst>
                                          <p:attrName>r</p:attrName>
                                        </p:attrNameLst>
                                      </p:cBhvr>
                                    </p:animRot>
                                  </p:childTnLst>
                                </p:cTn>
                              </p:par>
                              <p:par>
                                <p:cTn id="97" presetID="8" presetClass="emph" presetSubtype="0" repeatCount="indefinite" fill="hold" grpId="1" nodeType="withEffect">
                                  <p:stCondLst>
                                    <p:cond delay="1250"/>
                                  </p:stCondLst>
                                  <p:childTnLst>
                                    <p:animRot by="-21600000">
                                      <p:cBhvr>
                                        <p:cTn id="98" dur="13000" fill="hold"/>
                                        <p:tgtEl>
                                          <p:spTgt spid="83"/>
                                        </p:tgtEl>
                                        <p:attrNameLst>
                                          <p:attrName>r</p:attrName>
                                        </p:attrNameLst>
                                      </p:cBhvr>
                                    </p:animRot>
                                  </p:childTnLst>
                                </p:cTn>
                              </p:par>
                              <p:par>
                                <p:cTn id="99" presetID="8" presetClass="emph" presetSubtype="0" repeatCount="indefinite" fill="hold" grpId="1" nodeType="withEffect">
                                  <p:stCondLst>
                                    <p:cond delay="1250"/>
                                  </p:stCondLst>
                                  <p:childTnLst>
                                    <p:animRot by="21600000">
                                      <p:cBhvr>
                                        <p:cTn id="100" dur="13000" fill="hold"/>
                                        <p:tgtEl>
                                          <p:spTgt spid="84"/>
                                        </p:tgtEl>
                                        <p:attrNameLst>
                                          <p:attrName>r</p:attrName>
                                        </p:attrNameLst>
                                      </p:cBhvr>
                                    </p:animRot>
                                  </p:childTnLst>
                                </p:cTn>
                              </p:par>
                              <p:par>
                                <p:cTn id="101" presetID="2" presetClass="entr" presetSubtype="8" decel="100000" fill="hold" grpId="0" nodeType="withEffect">
                                  <p:stCondLst>
                                    <p:cond delay="100"/>
                                  </p:stCondLst>
                                  <p:childTnLst>
                                    <p:set>
                                      <p:cBhvr>
                                        <p:cTn id="102" dur="1" fill="hold">
                                          <p:stCondLst>
                                            <p:cond delay="0"/>
                                          </p:stCondLst>
                                        </p:cTn>
                                        <p:tgtEl>
                                          <p:spTgt spid="86"/>
                                        </p:tgtEl>
                                        <p:attrNameLst>
                                          <p:attrName>style.visibility</p:attrName>
                                        </p:attrNameLst>
                                      </p:cBhvr>
                                      <p:to>
                                        <p:strVal val="visible"/>
                                      </p:to>
                                    </p:set>
                                    <p:anim calcmode="lin" valueType="num">
                                      <p:cBhvr additive="base">
                                        <p:cTn id="103" dur="1500" fill="hold"/>
                                        <p:tgtEl>
                                          <p:spTgt spid="86"/>
                                        </p:tgtEl>
                                        <p:attrNameLst>
                                          <p:attrName>ppt_x</p:attrName>
                                        </p:attrNameLst>
                                      </p:cBhvr>
                                      <p:tavLst>
                                        <p:tav tm="0">
                                          <p:val>
                                            <p:strVal val="0-#ppt_w/2"/>
                                          </p:val>
                                        </p:tav>
                                        <p:tav tm="100000">
                                          <p:val>
                                            <p:strVal val="#ppt_x"/>
                                          </p:val>
                                        </p:tav>
                                      </p:tavLst>
                                    </p:anim>
                                    <p:anim calcmode="lin" valueType="num">
                                      <p:cBhvr additive="base">
                                        <p:cTn id="104" dur="1500" fill="hold"/>
                                        <p:tgtEl>
                                          <p:spTgt spid="86"/>
                                        </p:tgtEl>
                                        <p:attrNameLst>
                                          <p:attrName>ppt_y</p:attrName>
                                        </p:attrNameLst>
                                      </p:cBhvr>
                                      <p:tavLst>
                                        <p:tav tm="0">
                                          <p:val>
                                            <p:strVal val="#ppt_y"/>
                                          </p:val>
                                        </p:tav>
                                        <p:tav tm="100000">
                                          <p:val>
                                            <p:strVal val="#ppt_y"/>
                                          </p:val>
                                        </p:tav>
                                      </p:tavLst>
                                    </p:anim>
                                  </p:childTnLst>
                                </p:cTn>
                              </p:par>
                              <p:par>
                                <p:cTn id="105" presetID="2" presetClass="entr" presetSubtype="8" decel="100000" fill="hold" grpId="0" nodeType="withEffect">
                                  <p:stCondLst>
                                    <p:cond delay="500"/>
                                  </p:stCondLst>
                                  <p:childTnLst>
                                    <p:set>
                                      <p:cBhvr>
                                        <p:cTn id="106" dur="1" fill="hold">
                                          <p:stCondLst>
                                            <p:cond delay="0"/>
                                          </p:stCondLst>
                                        </p:cTn>
                                        <p:tgtEl>
                                          <p:spTgt spid="87"/>
                                        </p:tgtEl>
                                        <p:attrNameLst>
                                          <p:attrName>style.visibility</p:attrName>
                                        </p:attrNameLst>
                                      </p:cBhvr>
                                      <p:to>
                                        <p:strVal val="visible"/>
                                      </p:to>
                                    </p:set>
                                    <p:anim calcmode="lin" valueType="num">
                                      <p:cBhvr additive="base">
                                        <p:cTn id="107" dur="1500" fill="hold"/>
                                        <p:tgtEl>
                                          <p:spTgt spid="87"/>
                                        </p:tgtEl>
                                        <p:attrNameLst>
                                          <p:attrName>ppt_x</p:attrName>
                                        </p:attrNameLst>
                                      </p:cBhvr>
                                      <p:tavLst>
                                        <p:tav tm="0">
                                          <p:val>
                                            <p:strVal val="0-#ppt_w/2"/>
                                          </p:val>
                                        </p:tav>
                                        <p:tav tm="100000">
                                          <p:val>
                                            <p:strVal val="#ppt_x"/>
                                          </p:val>
                                        </p:tav>
                                      </p:tavLst>
                                    </p:anim>
                                    <p:anim calcmode="lin" valueType="num">
                                      <p:cBhvr additive="base">
                                        <p:cTn id="108" dur="1500" fill="hold"/>
                                        <p:tgtEl>
                                          <p:spTgt spid="87"/>
                                        </p:tgtEl>
                                        <p:attrNameLst>
                                          <p:attrName>ppt_y</p:attrName>
                                        </p:attrNameLst>
                                      </p:cBhvr>
                                      <p:tavLst>
                                        <p:tav tm="0">
                                          <p:val>
                                            <p:strVal val="#ppt_y"/>
                                          </p:val>
                                        </p:tav>
                                        <p:tav tm="100000">
                                          <p:val>
                                            <p:strVal val="#ppt_y"/>
                                          </p:val>
                                        </p:tav>
                                      </p:tavLst>
                                    </p:anim>
                                  </p:childTnLst>
                                </p:cTn>
                              </p:par>
                              <p:par>
                                <p:cTn id="109" presetID="2" presetClass="entr" presetSubtype="8" decel="100000" fill="hold" grpId="0" nodeType="withEffect">
                                  <p:stCondLst>
                                    <p:cond delay="500"/>
                                  </p:stCondLst>
                                  <p:childTnLst>
                                    <p:set>
                                      <p:cBhvr>
                                        <p:cTn id="110" dur="1" fill="hold">
                                          <p:stCondLst>
                                            <p:cond delay="0"/>
                                          </p:stCondLst>
                                        </p:cTn>
                                        <p:tgtEl>
                                          <p:spTgt spid="3"/>
                                        </p:tgtEl>
                                        <p:attrNameLst>
                                          <p:attrName>style.visibility</p:attrName>
                                        </p:attrNameLst>
                                      </p:cBhvr>
                                      <p:to>
                                        <p:strVal val="visible"/>
                                      </p:to>
                                    </p:set>
                                    <p:anim calcmode="lin" valueType="num">
                                      <p:cBhvr additive="base">
                                        <p:cTn id="111" dur="1500" fill="hold"/>
                                        <p:tgtEl>
                                          <p:spTgt spid="3"/>
                                        </p:tgtEl>
                                        <p:attrNameLst>
                                          <p:attrName>ppt_x</p:attrName>
                                        </p:attrNameLst>
                                      </p:cBhvr>
                                      <p:tavLst>
                                        <p:tav tm="0">
                                          <p:val>
                                            <p:strVal val="0-#ppt_w/2"/>
                                          </p:val>
                                        </p:tav>
                                        <p:tav tm="100000">
                                          <p:val>
                                            <p:strVal val="#ppt_x"/>
                                          </p:val>
                                        </p:tav>
                                      </p:tavLst>
                                    </p:anim>
                                    <p:anim calcmode="lin" valueType="num">
                                      <p:cBhvr additive="base">
                                        <p:cTn id="112" dur="1500" fill="hold"/>
                                        <p:tgtEl>
                                          <p:spTgt spid="3"/>
                                        </p:tgtEl>
                                        <p:attrNameLst>
                                          <p:attrName>ppt_y</p:attrName>
                                        </p:attrNameLst>
                                      </p:cBhvr>
                                      <p:tavLst>
                                        <p:tav tm="0">
                                          <p:val>
                                            <p:strVal val="#ppt_y"/>
                                          </p:val>
                                        </p:tav>
                                        <p:tav tm="100000">
                                          <p:val>
                                            <p:strVal val="#ppt_y"/>
                                          </p:val>
                                        </p:tav>
                                      </p:tavLst>
                                    </p:anim>
                                  </p:childTnLst>
                                </p:cTn>
                              </p:par>
                              <p:par>
                                <p:cTn id="113" presetID="2" presetClass="entr" presetSubtype="8" decel="100000" fill="hold" grpId="0" nodeType="withEffect">
                                  <p:stCondLst>
                                    <p:cond delay="500"/>
                                  </p:stCondLst>
                                  <p:childTnLst>
                                    <p:set>
                                      <p:cBhvr>
                                        <p:cTn id="114" dur="1" fill="hold">
                                          <p:stCondLst>
                                            <p:cond delay="0"/>
                                          </p:stCondLst>
                                        </p:cTn>
                                        <p:tgtEl>
                                          <p:spTgt spid="2"/>
                                        </p:tgtEl>
                                        <p:attrNameLst>
                                          <p:attrName>style.visibility</p:attrName>
                                        </p:attrNameLst>
                                      </p:cBhvr>
                                      <p:to>
                                        <p:strVal val="visible"/>
                                      </p:to>
                                    </p:set>
                                    <p:anim calcmode="lin" valueType="num">
                                      <p:cBhvr additive="base">
                                        <p:cTn id="115" dur="1500" fill="hold"/>
                                        <p:tgtEl>
                                          <p:spTgt spid="2"/>
                                        </p:tgtEl>
                                        <p:attrNameLst>
                                          <p:attrName>ppt_x</p:attrName>
                                        </p:attrNameLst>
                                      </p:cBhvr>
                                      <p:tavLst>
                                        <p:tav tm="0">
                                          <p:val>
                                            <p:strVal val="0-#ppt_w/2"/>
                                          </p:val>
                                        </p:tav>
                                        <p:tav tm="100000">
                                          <p:val>
                                            <p:strVal val="#ppt_x"/>
                                          </p:val>
                                        </p:tav>
                                      </p:tavLst>
                                    </p:anim>
                                    <p:anim calcmode="lin" valueType="num">
                                      <p:cBhvr additive="base">
                                        <p:cTn id="116" dur="1500" fill="hold"/>
                                        <p:tgtEl>
                                          <p:spTgt spid="2"/>
                                        </p:tgtEl>
                                        <p:attrNameLst>
                                          <p:attrName>ppt_y</p:attrName>
                                        </p:attrNameLst>
                                      </p:cBhvr>
                                      <p:tavLst>
                                        <p:tav tm="0">
                                          <p:val>
                                            <p:strVal val="#ppt_y"/>
                                          </p:val>
                                        </p:tav>
                                        <p:tav tm="100000">
                                          <p:val>
                                            <p:strVal val="#ppt_y"/>
                                          </p:val>
                                        </p:tav>
                                      </p:tavLst>
                                    </p:anim>
                                  </p:childTnLst>
                                </p:cTn>
                              </p:par>
                              <p:par>
                                <p:cTn id="117" presetID="10" presetClass="entr" presetSubtype="0" fill="hold" grpId="0" nodeType="withEffect">
                                  <p:stCondLst>
                                    <p:cond delay="2000"/>
                                  </p:stCondLst>
                                  <p:childTnLst>
                                    <p:set>
                                      <p:cBhvr>
                                        <p:cTn id="118" dur="1" fill="hold">
                                          <p:stCondLst>
                                            <p:cond delay="0"/>
                                          </p:stCondLst>
                                        </p:cTn>
                                        <p:tgtEl>
                                          <p:spTgt spid="8"/>
                                        </p:tgtEl>
                                        <p:attrNameLst>
                                          <p:attrName>style.visibility</p:attrName>
                                        </p:attrNameLst>
                                      </p:cBhvr>
                                      <p:to>
                                        <p:strVal val="visible"/>
                                      </p:to>
                                    </p:set>
                                    <p:animEffect transition="in" filter="fade">
                                      <p:cBhvr>
                                        <p:cTn id="119" dur="500"/>
                                        <p:tgtEl>
                                          <p:spTgt spid="8"/>
                                        </p:tgtEl>
                                      </p:cBhvr>
                                    </p:animEffect>
                                  </p:childTnLst>
                                </p:cTn>
                              </p:par>
                              <p:par>
                                <p:cTn id="120" presetID="10" presetClass="entr" presetSubtype="0" fill="hold" grpId="0" nodeType="withEffect">
                                  <p:stCondLst>
                                    <p:cond delay="2000"/>
                                  </p:stCondLst>
                                  <p:childTnLst>
                                    <p:set>
                                      <p:cBhvr>
                                        <p:cTn id="121" dur="1" fill="hold">
                                          <p:stCondLst>
                                            <p:cond delay="0"/>
                                          </p:stCondLst>
                                        </p:cTn>
                                        <p:tgtEl>
                                          <p:spTgt spid="6"/>
                                        </p:tgtEl>
                                        <p:attrNameLst>
                                          <p:attrName>style.visibility</p:attrName>
                                        </p:attrNameLst>
                                      </p:cBhvr>
                                      <p:to>
                                        <p:strVal val="visible"/>
                                      </p:to>
                                    </p:set>
                                    <p:animEffect transition="in" filter="fade">
                                      <p:cBhvr>
                                        <p:cTn id="122" dur="500"/>
                                        <p:tgtEl>
                                          <p:spTgt spid="6"/>
                                        </p:tgtEl>
                                      </p:cBhvr>
                                    </p:animEffect>
                                  </p:childTnLst>
                                </p:cTn>
                              </p:par>
                              <p:par>
                                <p:cTn id="123" presetID="10" presetClass="entr" presetSubtype="0" fill="hold" grpId="0" nodeType="withEffect">
                                  <p:stCondLst>
                                    <p:cond delay="2000"/>
                                  </p:stCondLst>
                                  <p:childTnLst>
                                    <p:set>
                                      <p:cBhvr>
                                        <p:cTn id="124" dur="1" fill="hold">
                                          <p:stCondLst>
                                            <p:cond delay="0"/>
                                          </p:stCondLst>
                                        </p:cTn>
                                        <p:tgtEl>
                                          <p:spTgt spid="9"/>
                                        </p:tgtEl>
                                        <p:attrNameLst>
                                          <p:attrName>style.visibility</p:attrName>
                                        </p:attrNameLst>
                                      </p:cBhvr>
                                      <p:to>
                                        <p:strVal val="visible"/>
                                      </p:to>
                                    </p:set>
                                    <p:animEffect transition="in" filter="fade">
                                      <p:cBhvr>
                                        <p:cTn id="1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6" grpId="0" animBg="1"/>
      <p:bldP spid="76" grpId="1" animBg="1"/>
      <p:bldP spid="77" grpId="0" animBg="1"/>
      <p:bldP spid="77" grpId="1" animBg="1"/>
      <p:bldP spid="78" grpId="0" animBg="1"/>
      <p:bldP spid="78" grpId="1" animBg="1"/>
      <p:bldP spid="79" grpId="0" animBg="1"/>
      <p:bldP spid="79" grpId="1" animBg="1"/>
      <p:bldP spid="80" grpId="0" animBg="1"/>
      <p:bldP spid="80" grpId="1" animBg="1"/>
      <p:bldP spid="81" grpId="0" animBg="1"/>
      <p:bldP spid="81" grpId="1" animBg="1"/>
      <p:bldP spid="82" grpId="0" animBg="1"/>
      <p:bldP spid="82" grpId="1" animBg="1"/>
      <p:bldP spid="83" grpId="0" animBg="1"/>
      <p:bldP spid="83" grpId="1" animBg="1"/>
      <p:bldP spid="84" grpId="0" animBg="1"/>
      <p:bldP spid="84" grpId="1" animBg="1"/>
      <p:bldP spid="87" grpId="0" animBg="1"/>
      <p:bldP spid="48" grpId="0" animBg="1"/>
      <p:bldP spid="86" grpId="0" animBg="1"/>
      <p:bldP spid="3" grpId="0" animBg="1"/>
      <p:bldP spid="2" grpId="0" animBg="1"/>
      <p:bldP spid="50" grpId="0"/>
      <p:bldP spid="6" grpId="0"/>
      <p:bldP spid="8" grpId="0"/>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 name="Group 66">
            <a:extLst>
              <a:ext uri="{FF2B5EF4-FFF2-40B4-BE49-F238E27FC236}">
                <a16:creationId xmlns:a16="http://schemas.microsoft.com/office/drawing/2014/main" id="{A07816DA-D06F-427B-A548-F7CC05A67FDA}"/>
              </a:ext>
            </a:extLst>
          </p:cNvPr>
          <p:cNvGrpSpPr/>
          <p:nvPr/>
        </p:nvGrpSpPr>
        <p:grpSpPr>
          <a:xfrm>
            <a:off x="4307693" y="4201819"/>
            <a:ext cx="1581753" cy="659671"/>
            <a:chOff x="3067291" y="3565002"/>
            <a:chExt cx="3573716" cy="1319514"/>
          </a:xfrm>
        </p:grpSpPr>
        <p:sp>
          <p:nvSpPr>
            <p:cNvPr id="73" name="Rectangle: Rounded Corners 72">
              <a:extLst>
                <a:ext uri="{FF2B5EF4-FFF2-40B4-BE49-F238E27FC236}">
                  <a16:creationId xmlns:a16="http://schemas.microsoft.com/office/drawing/2014/main" id="{9523D54B-0641-4F27-A015-165F034A5534}"/>
                </a:ext>
              </a:extLst>
            </p:cNvPr>
            <p:cNvSpPr/>
            <p:nvPr/>
          </p:nvSpPr>
          <p:spPr>
            <a:xfrm>
              <a:off x="3067291" y="3565002"/>
              <a:ext cx="3573716" cy="1319514"/>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74" name="TextBox 73">
              <a:extLst>
                <a:ext uri="{FF2B5EF4-FFF2-40B4-BE49-F238E27FC236}">
                  <a16:creationId xmlns:a16="http://schemas.microsoft.com/office/drawing/2014/main" id="{DA6DA246-23DF-4E50-B13A-41597486E08F}"/>
                </a:ext>
              </a:extLst>
            </p:cNvPr>
            <p:cNvSpPr txBox="1"/>
            <p:nvPr/>
          </p:nvSpPr>
          <p:spPr>
            <a:xfrm>
              <a:off x="3434499" y="3786121"/>
              <a:ext cx="1869537" cy="877278"/>
            </a:xfrm>
            <a:prstGeom prst="rect">
              <a:avLst/>
            </a:prstGeom>
            <a:noFill/>
          </p:spPr>
          <p:txBody>
            <a:bodyPr wrap="none" rtlCol="0" anchor="ctr">
              <a:spAutoFit/>
            </a:bodyPr>
            <a:lstStyle/>
            <a:p>
              <a:pPr defTabSz="228554">
                <a:lnSpc>
                  <a:spcPct val="150000"/>
                </a:lnSpc>
                <a:defRPr/>
              </a:pPr>
              <a:r>
                <a:rPr lang="en-US" sz="900" b="1" dirty="0">
                  <a:solidFill>
                    <a:srgbClr val="172144"/>
                  </a:solidFill>
                  <a:latin typeface="Century Gothic"/>
                </a:rPr>
                <a:t>Option 01</a:t>
              </a:r>
            </a:p>
            <a:p>
              <a:pPr defTabSz="228554">
                <a:defRPr/>
              </a:pPr>
              <a:r>
                <a:rPr lang="en-US" sz="900" dirty="0">
                  <a:solidFill>
                    <a:srgbClr val="3BC8F1"/>
                  </a:solidFill>
                  <a:latin typeface="Century Gothic"/>
                </a:rPr>
                <a:t>Static Page</a:t>
              </a:r>
            </a:p>
          </p:txBody>
        </p:sp>
      </p:grpSp>
      <p:grpSp>
        <p:nvGrpSpPr>
          <p:cNvPr id="68" name="Group 67">
            <a:extLst>
              <a:ext uri="{FF2B5EF4-FFF2-40B4-BE49-F238E27FC236}">
                <a16:creationId xmlns:a16="http://schemas.microsoft.com/office/drawing/2014/main" id="{C2626161-6728-4947-BDED-BC39A98B016A}"/>
              </a:ext>
            </a:extLst>
          </p:cNvPr>
          <p:cNvGrpSpPr/>
          <p:nvPr/>
        </p:nvGrpSpPr>
        <p:grpSpPr>
          <a:xfrm>
            <a:off x="4307693" y="5004286"/>
            <a:ext cx="1788307" cy="659671"/>
            <a:chOff x="3067290" y="3565002"/>
            <a:chExt cx="4040390" cy="1319514"/>
          </a:xfrm>
        </p:grpSpPr>
        <p:sp>
          <p:nvSpPr>
            <p:cNvPr id="71" name="Rectangle: Rounded Corners 70">
              <a:extLst>
                <a:ext uri="{FF2B5EF4-FFF2-40B4-BE49-F238E27FC236}">
                  <a16:creationId xmlns:a16="http://schemas.microsoft.com/office/drawing/2014/main" id="{5876E971-06FC-416F-A08B-4D2BFD4D17E9}"/>
                </a:ext>
              </a:extLst>
            </p:cNvPr>
            <p:cNvSpPr/>
            <p:nvPr/>
          </p:nvSpPr>
          <p:spPr>
            <a:xfrm>
              <a:off x="3067290" y="3565002"/>
              <a:ext cx="4040390" cy="1319514"/>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72" name="TextBox 71">
              <a:extLst>
                <a:ext uri="{FF2B5EF4-FFF2-40B4-BE49-F238E27FC236}">
                  <a16:creationId xmlns:a16="http://schemas.microsoft.com/office/drawing/2014/main" id="{4AC7091E-32BE-48DF-8348-213716C3B2C4}"/>
                </a:ext>
              </a:extLst>
            </p:cNvPr>
            <p:cNvSpPr txBox="1"/>
            <p:nvPr/>
          </p:nvSpPr>
          <p:spPr>
            <a:xfrm>
              <a:off x="3434498" y="3786121"/>
              <a:ext cx="1634123" cy="877278"/>
            </a:xfrm>
            <a:prstGeom prst="rect">
              <a:avLst/>
            </a:prstGeom>
            <a:noFill/>
          </p:spPr>
          <p:txBody>
            <a:bodyPr wrap="none" rtlCol="0" anchor="ctr">
              <a:spAutoFit/>
            </a:bodyPr>
            <a:lstStyle/>
            <a:p>
              <a:pPr defTabSz="228554">
                <a:lnSpc>
                  <a:spcPct val="150000"/>
                </a:lnSpc>
                <a:defRPr/>
              </a:pPr>
              <a:r>
                <a:rPr lang="en-US" sz="900" b="1" dirty="0">
                  <a:solidFill>
                    <a:srgbClr val="172144"/>
                  </a:solidFill>
                  <a:latin typeface="Century Gothic"/>
                </a:rPr>
                <a:t>Option 02</a:t>
              </a:r>
            </a:p>
            <a:p>
              <a:pPr defTabSz="228554">
                <a:defRPr/>
              </a:pPr>
              <a:r>
                <a:rPr lang="en-US" sz="900" dirty="0" err="1">
                  <a:solidFill>
                    <a:srgbClr val="3BC8F1"/>
                  </a:solidFill>
                  <a:latin typeface="Century Gothic"/>
                </a:rPr>
                <a:t>JQuery</a:t>
              </a:r>
              <a:endParaRPr lang="en-US" sz="900" dirty="0">
                <a:solidFill>
                  <a:srgbClr val="3BC8F1"/>
                </a:solidFill>
                <a:latin typeface="Century Gothic"/>
              </a:endParaRPr>
            </a:p>
          </p:txBody>
        </p:sp>
      </p:grpSp>
      <p:cxnSp>
        <p:nvCxnSpPr>
          <p:cNvPr id="69" name="Straight Connector 68">
            <a:extLst>
              <a:ext uri="{FF2B5EF4-FFF2-40B4-BE49-F238E27FC236}">
                <a16:creationId xmlns:a16="http://schemas.microsoft.com/office/drawing/2014/main" id="{941176C8-A06C-4880-A3FD-063FAC511447}"/>
              </a:ext>
            </a:extLst>
          </p:cNvPr>
          <p:cNvCxnSpPr>
            <a:cxnSpLocks/>
          </p:cNvCxnSpPr>
          <p:nvPr/>
        </p:nvCxnSpPr>
        <p:spPr>
          <a:xfrm>
            <a:off x="3932511" y="4531654"/>
            <a:ext cx="0" cy="802467"/>
          </a:xfrm>
          <a:prstGeom prst="line">
            <a:avLst/>
          </a:prstGeom>
          <a:ln w="25400" cap="rnd">
            <a:solidFill>
              <a:schemeClr val="accent2"/>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669546C-46AA-4196-956F-44B75A45BB99}"/>
              </a:ext>
            </a:extLst>
          </p:cNvPr>
          <p:cNvCxnSpPr>
            <a:cxnSpLocks/>
            <a:endCxn id="71" idx="1"/>
          </p:cNvCxnSpPr>
          <p:nvPr/>
        </p:nvCxnSpPr>
        <p:spPr>
          <a:xfrm>
            <a:off x="3932511" y="5334121"/>
            <a:ext cx="375182" cy="0"/>
          </a:xfrm>
          <a:prstGeom prst="line">
            <a:avLst/>
          </a:prstGeom>
          <a:ln w="25400" cap="rnd">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B878CC4F-316F-4497-9CE5-411D27D022F7}"/>
              </a:ext>
            </a:extLst>
          </p:cNvPr>
          <p:cNvGrpSpPr/>
          <p:nvPr/>
        </p:nvGrpSpPr>
        <p:grpSpPr>
          <a:xfrm>
            <a:off x="7028339" y="3292237"/>
            <a:ext cx="1509067" cy="659671"/>
            <a:chOff x="3067291" y="3565002"/>
            <a:chExt cx="2859770" cy="1319514"/>
          </a:xfrm>
        </p:grpSpPr>
        <p:sp>
          <p:nvSpPr>
            <p:cNvPr id="51" name="Rectangle: Rounded Corners 50">
              <a:extLst>
                <a:ext uri="{FF2B5EF4-FFF2-40B4-BE49-F238E27FC236}">
                  <a16:creationId xmlns:a16="http://schemas.microsoft.com/office/drawing/2014/main" id="{7F5E2093-B845-494B-820E-F6F26AE9CC6A}"/>
                </a:ext>
              </a:extLst>
            </p:cNvPr>
            <p:cNvSpPr/>
            <p:nvPr/>
          </p:nvSpPr>
          <p:spPr>
            <a:xfrm>
              <a:off x="3067291" y="3565002"/>
              <a:ext cx="2859770" cy="1319514"/>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52" name="TextBox 51">
              <a:extLst>
                <a:ext uri="{FF2B5EF4-FFF2-40B4-BE49-F238E27FC236}">
                  <a16:creationId xmlns:a16="http://schemas.microsoft.com/office/drawing/2014/main" id="{AB080163-F4F3-47AA-B2C7-2E64D74877B1}"/>
                </a:ext>
              </a:extLst>
            </p:cNvPr>
            <p:cNvSpPr txBox="1"/>
            <p:nvPr/>
          </p:nvSpPr>
          <p:spPr>
            <a:xfrm>
              <a:off x="3205104" y="3702108"/>
              <a:ext cx="2438148" cy="910497"/>
            </a:xfrm>
            <a:prstGeom prst="rect">
              <a:avLst/>
            </a:prstGeom>
            <a:noFill/>
          </p:spPr>
          <p:txBody>
            <a:bodyPr wrap="none" rtlCol="0" anchor="ctr">
              <a:spAutoFit/>
            </a:bodyPr>
            <a:lstStyle/>
            <a:p>
              <a:pPr defTabSz="228554">
                <a:lnSpc>
                  <a:spcPct val="150000"/>
                </a:lnSpc>
                <a:defRPr/>
              </a:pPr>
              <a:r>
                <a:rPr lang="vi-VN" dirty="0">
                  <a:solidFill>
                    <a:srgbClr val="40D492"/>
                  </a:solidFill>
                  <a:latin typeface="Century Gothic"/>
                </a:rPr>
                <a:t>ENALBE </a:t>
              </a:r>
              <a:endParaRPr lang="en-US" dirty="0">
                <a:solidFill>
                  <a:srgbClr val="40D492"/>
                </a:solidFill>
                <a:latin typeface="Century Gothic"/>
              </a:endParaRPr>
            </a:p>
          </p:txBody>
        </p:sp>
      </p:grpSp>
      <p:grpSp>
        <p:nvGrpSpPr>
          <p:cNvPr id="53" name="Group 52">
            <a:extLst>
              <a:ext uri="{FF2B5EF4-FFF2-40B4-BE49-F238E27FC236}">
                <a16:creationId xmlns:a16="http://schemas.microsoft.com/office/drawing/2014/main" id="{4BF883F5-7F8D-4119-9E8C-0FBD7505BAD2}"/>
              </a:ext>
            </a:extLst>
          </p:cNvPr>
          <p:cNvGrpSpPr/>
          <p:nvPr/>
        </p:nvGrpSpPr>
        <p:grpSpPr>
          <a:xfrm>
            <a:off x="7028339" y="4094704"/>
            <a:ext cx="1494619" cy="616872"/>
            <a:chOff x="3067289" y="3565004"/>
            <a:chExt cx="3376852" cy="1233905"/>
          </a:xfrm>
        </p:grpSpPr>
        <p:sp>
          <p:nvSpPr>
            <p:cNvPr id="54" name="Rectangle: Rounded Corners 53">
              <a:extLst>
                <a:ext uri="{FF2B5EF4-FFF2-40B4-BE49-F238E27FC236}">
                  <a16:creationId xmlns:a16="http://schemas.microsoft.com/office/drawing/2014/main" id="{92F9B0F4-5CAD-4FC0-A797-B3B4D147889B}"/>
                </a:ext>
              </a:extLst>
            </p:cNvPr>
            <p:cNvSpPr/>
            <p:nvPr/>
          </p:nvSpPr>
          <p:spPr>
            <a:xfrm>
              <a:off x="3067289" y="3565004"/>
              <a:ext cx="3376852" cy="1233905"/>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55" name="TextBox 54">
              <a:extLst>
                <a:ext uri="{FF2B5EF4-FFF2-40B4-BE49-F238E27FC236}">
                  <a16:creationId xmlns:a16="http://schemas.microsoft.com/office/drawing/2014/main" id="{AB006DF3-588B-4E79-BC3E-62594561E6B1}"/>
                </a:ext>
              </a:extLst>
            </p:cNvPr>
            <p:cNvSpPr txBox="1"/>
            <p:nvPr/>
          </p:nvSpPr>
          <p:spPr>
            <a:xfrm>
              <a:off x="3174818" y="3674512"/>
              <a:ext cx="3119032" cy="829566"/>
            </a:xfrm>
            <a:prstGeom prst="rect">
              <a:avLst/>
            </a:prstGeom>
            <a:noFill/>
          </p:spPr>
          <p:txBody>
            <a:bodyPr wrap="none" rtlCol="0" anchor="ctr">
              <a:spAutoFit/>
            </a:bodyPr>
            <a:lstStyle/>
            <a:p>
              <a:pPr defTabSz="228554">
                <a:lnSpc>
                  <a:spcPct val="150000"/>
                </a:lnSpc>
                <a:defRPr/>
              </a:pPr>
              <a:r>
                <a:rPr lang="vi-VN" sz="1600" b="1" dirty="0">
                  <a:solidFill>
                    <a:srgbClr val="172144"/>
                  </a:solidFill>
                  <a:latin typeface="Century Gothic"/>
                </a:rPr>
                <a:t>Connect PC</a:t>
              </a:r>
              <a:endParaRPr lang="en-US" sz="1600" dirty="0">
                <a:solidFill>
                  <a:srgbClr val="40D492"/>
                </a:solidFill>
                <a:latin typeface="Century Gothic"/>
              </a:endParaRPr>
            </a:p>
          </p:txBody>
        </p:sp>
      </p:grpSp>
      <p:cxnSp>
        <p:nvCxnSpPr>
          <p:cNvPr id="56" name="Straight Connector 55">
            <a:extLst>
              <a:ext uri="{FF2B5EF4-FFF2-40B4-BE49-F238E27FC236}">
                <a16:creationId xmlns:a16="http://schemas.microsoft.com/office/drawing/2014/main" id="{EF5B5FE8-BE3E-4301-93D6-98C84602C177}"/>
              </a:ext>
            </a:extLst>
          </p:cNvPr>
          <p:cNvCxnSpPr>
            <a:cxnSpLocks/>
          </p:cNvCxnSpPr>
          <p:nvPr/>
        </p:nvCxnSpPr>
        <p:spPr>
          <a:xfrm>
            <a:off x="6653157" y="3622072"/>
            <a:ext cx="0" cy="1638628"/>
          </a:xfrm>
          <a:prstGeom prst="line">
            <a:avLst/>
          </a:prstGeom>
          <a:ln w="25400" cap="rnd">
            <a:solidFill>
              <a:schemeClr val="accent2"/>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6970EC64-1410-439C-AE32-4F6596196B29}"/>
              </a:ext>
            </a:extLst>
          </p:cNvPr>
          <p:cNvCxnSpPr>
            <a:cxnSpLocks/>
          </p:cNvCxnSpPr>
          <p:nvPr/>
        </p:nvCxnSpPr>
        <p:spPr>
          <a:xfrm>
            <a:off x="6653157" y="4395998"/>
            <a:ext cx="356255" cy="0"/>
          </a:xfrm>
          <a:prstGeom prst="line">
            <a:avLst/>
          </a:prstGeom>
          <a:ln w="25400" cap="rnd">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2F828E2D-533D-4748-90F4-2AB089B95400}"/>
              </a:ext>
            </a:extLst>
          </p:cNvPr>
          <p:cNvGrpSpPr/>
          <p:nvPr/>
        </p:nvGrpSpPr>
        <p:grpSpPr>
          <a:xfrm>
            <a:off x="9000828" y="2364963"/>
            <a:ext cx="1876615" cy="659671"/>
            <a:chOff x="3067291" y="3565002"/>
            <a:chExt cx="2859770" cy="1319514"/>
          </a:xfrm>
        </p:grpSpPr>
        <p:sp>
          <p:nvSpPr>
            <p:cNvPr id="32" name="Rectangle: Rounded Corners 31">
              <a:extLst>
                <a:ext uri="{FF2B5EF4-FFF2-40B4-BE49-F238E27FC236}">
                  <a16:creationId xmlns:a16="http://schemas.microsoft.com/office/drawing/2014/main" id="{536B9A4C-99BF-4F91-A37C-7B8A8E0EC670}"/>
                </a:ext>
              </a:extLst>
            </p:cNvPr>
            <p:cNvSpPr/>
            <p:nvPr/>
          </p:nvSpPr>
          <p:spPr>
            <a:xfrm>
              <a:off x="3067291" y="3565002"/>
              <a:ext cx="2859770" cy="1319514"/>
            </a:xfrm>
            <a:prstGeom prst="roundRect">
              <a:avLst>
                <a:gd name="adj" fmla="val 6861"/>
              </a:avLst>
            </a:prstGeom>
            <a:solidFill>
              <a:schemeClr val="tx1">
                <a:lumMod val="90000"/>
                <a:lumOff val="10000"/>
              </a:schemeClr>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14" tIns="22857" rIns="45714" bIns="22857" numCol="1" spcCol="0" rtlCol="0" fromWordArt="0" anchor="ctr" anchorCtr="0" forceAA="0" compatLnSpc="1">
              <a:prstTxWarp prst="textNoShape">
                <a:avLst/>
              </a:prstTxWarp>
              <a:noAutofit/>
            </a:bodyPr>
            <a:lstStyle/>
            <a:p>
              <a:pPr algn="ctr" defTabSz="228554">
                <a:defRPr/>
              </a:pPr>
              <a:endParaRPr lang="en-US" sz="900">
                <a:solidFill>
                  <a:srgbClr val="FFFFFF"/>
                </a:solidFill>
                <a:latin typeface="Calibri"/>
              </a:endParaRPr>
            </a:p>
          </p:txBody>
        </p:sp>
        <p:sp>
          <p:nvSpPr>
            <p:cNvPr id="33" name="TextBox 32">
              <a:extLst>
                <a:ext uri="{FF2B5EF4-FFF2-40B4-BE49-F238E27FC236}">
                  <a16:creationId xmlns:a16="http://schemas.microsoft.com/office/drawing/2014/main" id="{920045E2-0B30-46E4-94EB-AADC2DB9582F}"/>
                </a:ext>
              </a:extLst>
            </p:cNvPr>
            <p:cNvSpPr txBox="1"/>
            <p:nvPr/>
          </p:nvSpPr>
          <p:spPr>
            <a:xfrm>
              <a:off x="3362807" y="3653696"/>
              <a:ext cx="1441749" cy="910111"/>
            </a:xfrm>
            <a:prstGeom prst="rect">
              <a:avLst/>
            </a:prstGeom>
            <a:noFill/>
          </p:spPr>
          <p:txBody>
            <a:bodyPr wrap="none" rtlCol="0" anchor="ctr">
              <a:spAutoFit/>
            </a:bodyPr>
            <a:lstStyle/>
            <a:p>
              <a:pPr defTabSz="228554">
                <a:lnSpc>
                  <a:spcPct val="150000"/>
                </a:lnSpc>
                <a:defRPr/>
              </a:pPr>
              <a:r>
                <a:rPr lang="vi-VN" b="1" dirty="0">
                  <a:solidFill>
                    <a:srgbClr val="FFFFFF"/>
                  </a:solidFill>
                  <a:latin typeface="Century Gothic"/>
                </a:rPr>
                <a:t>Boards</a:t>
              </a:r>
              <a:endParaRPr lang="en-US" dirty="0">
                <a:solidFill>
                  <a:srgbClr val="FA3585"/>
                </a:solidFill>
                <a:latin typeface="Century Gothic"/>
              </a:endParaRPr>
            </a:p>
          </p:txBody>
        </p:sp>
      </p:grpSp>
      <p:cxnSp>
        <p:nvCxnSpPr>
          <p:cNvPr id="6" name="Straight Connector 5">
            <a:extLst>
              <a:ext uri="{FF2B5EF4-FFF2-40B4-BE49-F238E27FC236}">
                <a16:creationId xmlns:a16="http://schemas.microsoft.com/office/drawing/2014/main" id="{5004D5DF-0729-4C33-98FA-0198415D1DE2}"/>
              </a:ext>
            </a:extLst>
          </p:cNvPr>
          <p:cNvCxnSpPr>
            <a:cxnSpLocks/>
          </p:cNvCxnSpPr>
          <p:nvPr/>
        </p:nvCxnSpPr>
        <p:spPr>
          <a:xfrm>
            <a:off x="1477029" y="2007040"/>
            <a:ext cx="0" cy="3455041"/>
          </a:xfrm>
          <a:prstGeom prst="line">
            <a:avLst/>
          </a:prstGeom>
          <a:ln w="25400" cap="rnd">
            <a:solidFill>
              <a:schemeClr val="accent2"/>
            </a:solidFill>
            <a:headEnd type="oval" w="lg" len="lg"/>
            <a:tailEnd type="none" w="lg" len="lg"/>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AB46054F-47D7-475F-B00E-5F5B46B34472}"/>
              </a:ext>
            </a:extLst>
          </p:cNvPr>
          <p:cNvGrpSpPr/>
          <p:nvPr/>
        </p:nvGrpSpPr>
        <p:grpSpPr>
          <a:xfrm>
            <a:off x="1685570" y="2364963"/>
            <a:ext cx="1686483" cy="659671"/>
            <a:chOff x="3067292" y="3565002"/>
            <a:chExt cx="1874745" cy="1319514"/>
          </a:xfrm>
        </p:grpSpPr>
        <p:sp>
          <p:nvSpPr>
            <p:cNvPr id="8" name="Rectangle: Rounded Corners 7">
              <a:extLst>
                <a:ext uri="{FF2B5EF4-FFF2-40B4-BE49-F238E27FC236}">
                  <a16:creationId xmlns:a16="http://schemas.microsoft.com/office/drawing/2014/main" id="{3537AF37-4F0B-489E-9EE9-579671ACF2ED}"/>
                </a:ext>
              </a:extLst>
            </p:cNvPr>
            <p:cNvSpPr/>
            <p:nvPr/>
          </p:nvSpPr>
          <p:spPr>
            <a:xfrm>
              <a:off x="3067292" y="3565002"/>
              <a:ext cx="1799905" cy="1319514"/>
            </a:xfrm>
            <a:prstGeom prst="roundRect">
              <a:avLst>
                <a:gd name="adj" fmla="val 6861"/>
              </a:avLst>
            </a:prstGeom>
            <a:solidFill>
              <a:schemeClr val="tx1">
                <a:lumMod val="90000"/>
                <a:lumOff val="10000"/>
              </a:schemeClr>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9" name="TextBox 8">
              <a:extLst>
                <a:ext uri="{FF2B5EF4-FFF2-40B4-BE49-F238E27FC236}">
                  <a16:creationId xmlns:a16="http://schemas.microsoft.com/office/drawing/2014/main" id="{47BADCAF-68FE-47C8-B129-5826D0B9F516}"/>
                </a:ext>
              </a:extLst>
            </p:cNvPr>
            <p:cNvSpPr txBox="1"/>
            <p:nvPr/>
          </p:nvSpPr>
          <p:spPr>
            <a:xfrm>
              <a:off x="3142134" y="3576925"/>
              <a:ext cx="1799903" cy="1292831"/>
            </a:xfrm>
            <a:prstGeom prst="rect">
              <a:avLst/>
            </a:prstGeom>
            <a:noFill/>
          </p:spPr>
          <p:txBody>
            <a:bodyPr wrap="square" rtlCol="0" anchor="ctr">
              <a:spAutoFit/>
            </a:bodyPr>
            <a:lstStyle/>
            <a:p>
              <a:pPr defTabSz="228554">
                <a:defRPr/>
              </a:pPr>
              <a:r>
                <a:rPr lang="vi-VN" b="1" dirty="0">
                  <a:solidFill>
                    <a:srgbClr val="FFFFFF"/>
                  </a:solidFill>
                  <a:latin typeface="Century Gothic"/>
                </a:rPr>
                <a:t>Arduino</a:t>
              </a:r>
              <a:r>
                <a:rPr lang="vi-VN" sz="1600" b="1" dirty="0">
                  <a:solidFill>
                    <a:srgbClr val="FFFFFF"/>
                  </a:solidFill>
                  <a:latin typeface="Century Gothic"/>
                </a:rPr>
                <a:t> </a:t>
              </a:r>
              <a:r>
                <a:rPr lang="vi-VN" b="1" dirty="0">
                  <a:solidFill>
                    <a:srgbClr val="FFFFFF"/>
                  </a:solidFill>
                  <a:latin typeface="Century Gothic"/>
                </a:rPr>
                <a:t>IDE</a:t>
              </a:r>
              <a:endParaRPr lang="en-US" sz="1600" dirty="0">
                <a:solidFill>
                  <a:srgbClr val="FA3585"/>
                </a:solidFill>
                <a:latin typeface="Century Gothic"/>
              </a:endParaRPr>
            </a:p>
          </p:txBody>
        </p:sp>
      </p:grpSp>
      <p:cxnSp>
        <p:nvCxnSpPr>
          <p:cNvPr id="10" name="Straight Connector 9">
            <a:extLst>
              <a:ext uri="{FF2B5EF4-FFF2-40B4-BE49-F238E27FC236}">
                <a16:creationId xmlns:a16="http://schemas.microsoft.com/office/drawing/2014/main" id="{3150167A-BA1B-43DF-8666-FC26AAB81A6C}"/>
              </a:ext>
            </a:extLst>
          </p:cNvPr>
          <p:cNvCxnSpPr>
            <a:cxnSpLocks/>
          </p:cNvCxnSpPr>
          <p:nvPr/>
        </p:nvCxnSpPr>
        <p:spPr>
          <a:xfrm>
            <a:off x="1477029" y="2694799"/>
            <a:ext cx="208542" cy="0"/>
          </a:xfrm>
          <a:prstGeom prst="line">
            <a:avLst/>
          </a:prstGeom>
          <a:ln w="25400">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4632A570-2C6A-488A-9844-9B74CB909F99}"/>
              </a:ext>
            </a:extLst>
          </p:cNvPr>
          <p:cNvGrpSpPr/>
          <p:nvPr/>
        </p:nvGrpSpPr>
        <p:grpSpPr>
          <a:xfrm>
            <a:off x="1303656" y="1430310"/>
            <a:ext cx="2043175" cy="659671"/>
            <a:chOff x="3067291" y="3565002"/>
            <a:chExt cx="3113590" cy="1319514"/>
          </a:xfrm>
        </p:grpSpPr>
        <p:sp>
          <p:nvSpPr>
            <p:cNvPr id="12" name="Rectangle: Rounded Corners 11">
              <a:extLst>
                <a:ext uri="{FF2B5EF4-FFF2-40B4-BE49-F238E27FC236}">
                  <a16:creationId xmlns:a16="http://schemas.microsoft.com/office/drawing/2014/main" id="{52CAA82F-EA88-4A5D-BF52-5EBD6331A8DE}"/>
                </a:ext>
              </a:extLst>
            </p:cNvPr>
            <p:cNvSpPr/>
            <p:nvPr/>
          </p:nvSpPr>
          <p:spPr>
            <a:xfrm>
              <a:off x="3067291" y="3565002"/>
              <a:ext cx="3113590" cy="1319514"/>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13" name="TextBox 12">
              <a:extLst>
                <a:ext uri="{FF2B5EF4-FFF2-40B4-BE49-F238E27FC236}">
                  <a16:creationId xmlns:a16="http://schemas.microsoft.com/office/drawing/2014/main" id="{A84BA305-D69F-4F6E-A88A-80C5263E1ABF}"/>
                </a:ext>
              </a:extLst>
            </p:cNvPr>
            <p:cNvSpPr txBox="1"/>
            <p:nvPr/>
          </p:nvSpPr>
          <p:spPr>
            <a:xfrm>
              <a:off x="3434499" y="3824602"/>
              <a:ext cx="1346478" cy="800324"/>
            </a:xfrm>
            <a:prstGeom prst="rect">
              <a:avLst/>
            </a:prstGeom>
            <a:noFill/>
          </p:spPr>
          <p:txBody>
            <a:bodyPr wrap="none" rtlCol="0" anchor="ctr">
              <a:spAutoFit/>
            </a:bodyPr>
            <a:lstStyle/>
            <a:p>
              <a:pPr defTabSz="228554">
                <a:defRPr/>
              </a:pPr>
              <a:r>
                <a:rPr lang="vi-VN" sz="2000" b="1" dirty="0">
                  <a:solidFill>
                    <a:srgbClr val="172144"/>
                  </a:solidFill>
                  <a:latin typeface="Century Gothic"/>
                </a:rPr>
                <a:t>ESP32</a:t>
              </a:r>
              <a:endParaRPr lang="en-US" b="1" dirty="0">
                <a:solidFill>
                  <a:srgbClr val="3BC8F1"/>
                </a:solidFill>
                <a:latin typeface="Century Gothic"/>
              </a:endParaRPr>
            </a:p>
          </p:txBody>
        </p:sp>
      </p:grpSp>
      <p:grpSp>
        <p:nvGrpSpPr>
          <p:cNvPr id="14" name="Group 13">
            <a:extLst>
              <a:ext uri="{FF2B5EF4-FFF2-40B4-BE49-F238E27FC236}">
                <a16:creationId xmlns:a16="http://schemas.microsoft.com/office/drawing/2014/main" id="{B2617279-6008-4184-9AA2-BC9B7B310DB6}"/>
              </a:ext>
            </a:extLst>
          </p:cNvPr>
          <p:cNvGrpSpPr/>
          <p:nvPr/>
        </p:nvGrpSpPr>
        <p:grpSpPr>
          <a:xfrm>
            <a:off x="1685573" y="3292237"/>
            <a:ext cx="1619156" cy="659671"/>
            <a:chOff x="3067291" y="3565002"/>
            <a:chExt cx="2923721" cy="1319514"/>
          </a:xfrm>
        </p:grpSpPr>
        <p:sp>
          <p:nvSpPr>
            <p:cNvPr id="15" name="Rectangle: Rounded Corners 14">
              <a:extLst>
                <a:ext uri="{FF2B5EF4-FFF2-40B4-BE49-F238E27FC236}">
                  <a16:creationId xmlns:a16="http://schemas.microsoft.com/office/drawing/2014/main" id="{5F88FDEF-F4E5-46DE-A246-E4EED4DF17E5}"/>
                </a:ext>
              </a:extLst>
            </p:cNvPr>
            <p:cNvSpPr/>
            <p:nvPr/>
          </p:nvSpPr>
          <p:spPr>
            <a:xfrm>
              <a:off x="3067291" y="3565002"/>
              <a:ext cx="2923721" cy="1319514"/>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16" name="TextBox 15">
              <a:extLst>
                <a:ext uri="{FF2B5EF4-FFF2-40B4-BE49-F238E27FC236}">
                  <a16:creationId xmlns:a16="http://schemas.microsoft.com/office/drawing/2014/main" id="{6F504E51-4C81-4CA3-ABAB-FD85C34506F4}"/>
                </a:ext>
              </a:extLst>
            </p:cNvPr>
            <p:cNvSpPr txBox="1"/>
            <p:nvPr/>
          </p:nvSpPr>
          <p:spPr>
            <a:xfrm>
              <a:off x="3155688" y="3680215"/>
              <a:ext cx="2172148" cy="925375"/>
            </a:xfrm>
            <a:prstGeom prst="rect">
              <a:avLst/>
            </a:prstGeom>
            <a:noFill/>
          </p:spPr>
          <p:txBody>
            <a:bodyPr wrap="none" rtlCol="0" anchor="ctr">
              <a:spAutoFit/>
            </a:bodyPr>
            <a:lstStyle/>
            <a:p>
              <a:pPr defTabSz="228554">
                <a:lnSpc>
                  <a:spcPct val="150000"/>
                </a:lnSpc>
                <a:defRPr/>
              </a:pPr>
              <a:r>
                <a:rPr lang="vi-VN" b="1" dirty="0">
                  <a:solidFill>
                    <a:srgbClr val="172144"/>
                  </a:solidFill>
                  <a:latin typeface="Century Gothic"/>
                </a:rPr>
                <a:t>BLUETOOTH</a:t>
              </a:r>
              <a:endParaRPr lang="en-US" dirty="0">
                <a:solidFill>
                  <a:srgbClr val="40D492"/>
                </a:solidFill>
                <a:latin typeface="Calibri"/>
              </a:endParaRPr>
            </a:p>
          </p:txBody>
        </p:sp>
      </p:grpSp>
      <p:cxnSp>
        <p:nvCxnSpPr>
          <p:cNvPr id="17" name="Straight Connector 16">
            <a:extLst>
              <a:ext uri="{FF2B5EF4-FFF2-40B4-BE49-F238E27FC236}">
                <a16:creationId xmlns:a16="http://schemas.microsoft.com/office/drawing/2014/main" id="{0EFA6D24-F883-4C59-9136-51841AE76488}"/>
              </a:ext>
            </a:extLst>
          </p:cNvPr>
          <p:cNvCxnSpPr>
            <a:cxnSpLocks/>
          </p:cNvCxnSpPr>
          <p:nvPr/>
        </p:nvCxnSpPr>
        <p:spPr>
          <a:xfrm>
            <a:off x="1477029" y="3622072"/>
            <a:ext cx="208542" cy="0"/>
          </a:xfrm>
          <a:prstGeom prst="line">
            <a:avLst/>
          </a:prstGeom>
          <a:ln w="25400">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F0D236D6-E6F0-468D-932D-D277C36F7B63}"/>
              </a:ext>
            </a:extLst>
          </p:cNvPr>
          <p:cNvGrpSpPr/>
          <p:nvPr/>
        </p:nvGrpSpPr>
        <p:grpSpPr>
          <a:xfrm>
            <a:off x="1660345" y="4168125"/>
            <a:ext cx="1644384" cy="923330"/>
            <a:chOff x="3067291" y="3497606"/>
            <a:chExt cx="2923721" cy="1846901"/>
          </a:xfrm>
        </p:grpSpPr>
        <p:sp>
          <p:nvSpPr>
            <p:cNvPr id="19" name="Rectangle: Rounded Corners 18">
              <a:extLst>
                <a:ext uri="{FF2B5EF4-FFF2-40B4-BE49-F238E27FC236}">
                  <a16:creationId xmlns:a16="http://schemas.microsoft.com/office/drawing/2014/main" id="{E8378DB2-CEA2-4FFD-9CA5-12F620706CF1}"/>
                </a:ext>
              </a:extLst>
            </p:cNvPr>
            <p:cNvSpPr/>
            <p:nvPr/>
          </p:nvSpPr>
          <p:spPr>
            <a:xfrm>
              <a:off x="3067291" y="3565002"/>
              <a:ext cx="2923721" cy="1319514"/>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20" name="TextBox 19">
              <a:extLst>
                <a:ext uri="{FF2B5EF4-FFF2-40B4-BE49-F238E27FC236}">
                  <a16:creationId xmlns:a16="http://schemas.microsoft.com/office/drawing/2014/main" id="{84F1AF6A-BD02-4AD4-A4E4-9C6CE0483A34}"/>
                </a:ext>
              </a:extLst>
            </p:cNvPr>
            <p:cNvSpPr txBox="1"/>
            <p:nvPr/>
          </p:nvSpPr>
          <p:spPr>
            <a:xfrm>
              <a:off x="3275440" y="3497606"/>
              <a:ext cx="2062570" cy="1846901"/>
            </a:xfrm>
            <a:prstGeom prst="rect">
              <a:avLst/>
            </a:prstGeom>
            <a:noFill/>
          </p:spPr>
          <p:txBody>
            <a:bodyPr wrap="none" rtlCol="0" anchor="ctr">
              <a:spAutoFit/>
            </a:bodyPr>
            <a:lstStyle/>
            <a:p>
              <a:pPr defTabSz="228554">
                <a:lnSpc>
                  <a:spcPct val="200000"/>
                </a:lnSpc>
                <a:defRPr/>
              </a:pPr>
              <a:r>
                <a:rPr lang="vi-VN" b="1" dirty="0">
                  <a:solidFill>
                    <a:srgbClr val="172144"/>
                  </a:solidFill>
                  <a:latin typeface="Century Gothic"/>
                </a:rPr>
                <a:t>MPU6050</a:t>
              </a:r>
              <a:endParaRPr lang="en-US" i="1" dirty="0">
                <a:solidFill>
                  <a:srgbClr val="172144">
                    <a:lumMod val="25000"/>
                    <a:lumOff val="75000"/>
                  </a:srgbClr>
                </a:solidFill>
                <a:latin typeface="Century Gothic"/>
              </a:endParaRPr>
            </a:p>
            <a:p>
              <a:pPr defTabSz="228554">
                <a:defRPr/>
              </a:pPr>
              <a:endParaRPr lang="en-US" dirty="0">
                <a:solidFill>
                  <a:srgbClr val="3BC8F1"/>
                </a:solidFill>
                <a:latin typeface="Calibri"/>
              </a:endParaRPr>
            </a:p>
          </p:txBody>
        </p:sp>
      </p:grpSp>
      <p:cxnSp>
        <p:nvCxnSpPr>
          <p:cNvPr id="21" name="Straight Connector 20">
            <a:extLst>
              <a:ext uri="{FF2B5EF4-FFF2-40B4-BE49-F238E27FC236}">
                <a16:creationId xmlns:a16="http://schemas.microsoft.com/office/drawing/2014/main" id="{1DE710AF-CAFF-436A-9213-05AE8E5207A3}"/>
              </a:ext>
            </a:extLst>
          </p:cNvPr>
          <p:cNvCxnSpPr>
            <a:cxnSpLocks/>
          </p:cNvCxnSpPr>
          <p:nvPr/>
        </p:nvCxnSpPr>
        <p:spPr>
          <a:xfrm>
            <a:off x="1477029" y="4531655"/>
            <a:ext cx="183314" cy="0"/>
          </a:xfrm>
          <a:prstGeom prst="line">
            <a:avLst/>
          </a:prstGeom>
          <a:ln w="25400" cap="rnd">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81DFD41-352D-4010-B5B3-68B4614B6688}"/>
              </a:ext>
            </a:extLst>
          </p:cNvPr>
          <p:cNvSpPr txBox="1"/>
          <p:nvPr/>
        </p:nvSpPr>
        <p:spPr>
          <a:xfrm>
            <a:off x="2357438" y="633074"/>
            <a:ext cx="1045479" cy="707886"/>
          </a:xfrm>
          <a:prstGeom prst="rect">
            <a:avLst/>
          </a:prstGeom>
          <a:noFill/>
        </p:spPr>
        <p:txBody>
          <a:bodyPr wrap="none" rtlCol="0" anchor="ctr">
            <a:spAutoFit/>
          </a:bodyPr>
          <a:lstStyle/>
          <a:p>
            <a:pPr defTabSz="228554">
              <a:defRPr/>
            </a:pPr>
            <a:r>
              <a:rPr lang="en-US" sz="2000" b="1" dirty="0">
                <a:solidFill>
                  <a:srgbClr val="172144"/>
                </a:solidFill>
                <a:latin typeface="Century Gothic"/>
              </a:rPr>
              <a:t>Level 0</a:t>
            </a:r>
          </a:p>
          <a:p>
            <a:pPr defTabSz="228554">
              <a:defRPr/>
            </a:pPr>
            <a:r>
              <a:rPr lang="vi-VN" sz="2000" b="1" dirty="0">
                <a:solidFill>
                  <a:srgbClr val="6070FF"/>
                </a:solidFill>
                <a:latin typeface="Century Gothic"/>
              </a:rPr>
              <a:t>SETUP</a:t>
            </a:r>
            <a:endParaRPr lang="en-US" sz="2000" b="1" dirty="0">
              <a:solidFill>
                <a:srgbClr val="6070FF"/>
              </a:solidFill>
              <a:latin typeface="Century Gothic"/>
            </a:endParaRPr>
          </a:p>
        </p:txBody>
      </p:sp>
      <p:grpSp>
        <p:nvGrpSpPr>
          <p:cNvPr id="24" name="Group 23">
            <a:extLst>
              <a:ext uri="{FF2B5EF4-FFF2-40B4-BE49-F238E27FC236}">
                <a16:creationId xmlns:a16="http://schemas.microsoft.com/office/drawing/2014/main" id="{BBD5A3E3-ACF0-4E92-9151-F7E795EFF0F1}"/>
              </a:ext>
            </a:extLst>
          </p:cNvPr>
          <p:cNvGrpSpPr/>
          <p:nvPr/>
        </p:nvGrpSpPr>
        <p:grpSpPr>
          <a:xfrm>
            <a:off x="1660343" y="5125148"/>
            <a:ext cx="2166843" cy="660099"/>
            <a:chOff x="3067291" y="3746302"/>
            <a:chExt cx="3158050" cy="1320372"/>
          </a:xfrm>
        </p:grpSpPr>
        <p:sp>
          <p:nvSpPr>
            <p:cNvPr id="25" name="Rectangle: Rounded Corners 24">
              <a:extLst>
                <a:ext uri="{FF2B5EF4-FFF2-40B4-BE49-F238E27FC236}">
                  <a16:creationId xmlns:a16="http://schemas.microsoft.com/office/drawing/2014/main" id="{1E16812D-0F15-42F6-8CF6-E2484F9B3E47}"/>
                </a:ext>
              </a:extLst>
            </p:cNvPr>
            <p:cNvSpPr/>
            <p:nvPr/>
          </p:nvSpPr>
          <p:spPr>
            <a:xfrm>
              <a:off x="3067291" y="3746302"/>
              <a:ext cx="2923721" cy="1319515"/>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26" name="TextBox 25">
              <a:extLst>
                <a:ext uri="{FF2B5EF4-FFF2-40B4-BE49-F238E27FC236}">
                  <a16:creationId xmlns:a16="http://schemas.microsoft.com/office/drawing/2014/main" id="{BC0D4E68-757E-43D2-988C-4355D07F72A9}"/>
                </a:ext>
              </a:extLst>
            </p:cNvPr>
            <p:cNvSpPr txBox="1"/>
            <p:nvPr/>
          </p:nvSpPr>
          <p:spPr>
            <a:xfrm>
              <a:off x="3218458" y="3773842"/>
              <a:ext cx="3006883" cy="1292832"/>
            </a:xfrm>
            <a:prstGeom prst="rect">
              <a:avLst/>
            </a:prstGeom>
            <a:noFill/>
          </p:spPr>
          <p:txBody>
            <a:bodyPr wrap="square" rtlCol="0" anchor="ctr">
              <a:spAutoFit/>
            </a:bodyPr>
            <a:lstStyle/>
            <a:p>
              <a:pPr defTabSz="228554">
                <a:defRPr/>
              </a:pPr>
              <a:r>
                <a:rPr lang="vi-VN" b="1" dirty="0">
                  <a:solidFill>
                    <a:srgbClr val="172144"/>
                  </a:solidFill>
                  <a:latin typeface="+mj-lt"/>
                </a:rPr>
                <a:t>Motor</a:t>
              </a:r>
              <a:endParaRPr lang="en-US" b="1" dirty="0">
                <a:solidFill>
                  <a:srgbClr val="172144"/>
                </a:solidFill>
                <a:latin typeface="+mj-lt"/>
              </a:endParaRPr>
            </a:p>
            <a:p>
              <a:pPr defTabSz="228554">
                <a:defRPr/>
              </a:pPr>
              <a:r>
                <a:rPr lang="vi-VN" i="1" dirty="0">
                  <a:solidFill>
                    <a:srgbClr val="172144">
                      <a:lumMod val="25000"/>
                      <a:lumOff val="75000"/>
                    </a:srgbClr>
                  </a:solidFill>
                  <a:latin typeface="+mj-lt"/>
                </a:rPr>
                <a:t>CH</a:t>
              </a:r>
              <a:r>
                <a:rPr lang="en-US" dirty="0">
                  <a:solidFill>
                    <a:srgbClr val="FA3585"/>
                  </a:solidFill>
                  <a:latin typeface="+mj-lt"/>
                </a:rPr>
                <a:t>/</a:t>
              </a:r>
              <a:r>
                <a:rPr lang="vi-VN" dirty="0">
                  <a:solidFill>
                    <a:srgbClr val="FA3585"/>
                  </a:solidFill>
                  <a:latin typeface="+mj-lt"/>
                </a:rPr>
                <a:t>DIR/</a:t>
              </a:r>
              <a:r>
                <a:rPr lang="vi-VN" dirty="0">
                  <a:solidFill>
                    <a:srgbClr val="3BC8F1"/>
                  </a:solidFill>
                  <a:latin typeface="+mj-lt"/>
                </a:rPr>
                <a:t>PWM</a:t>
              </a:r>
              <a:endParaRPr lang="en-US" dirty="0">
                <a:solidFill>
                  <a:srgbClr val="FA3585"/>
                </a:solidFill>
                <a:latin typeface="+mj-lt"/>
              </a:endParaRPr>
            </a:p>
          </p:txBody>
        </p:sp>
      </p:grpSp>
      <p:cxnSp>
        <p:nvCxnSpPr>
          <p:cNvPr id="27" name="Straight Connector 26">
            <a:extLst>
              <a:ext uri="{FF2B5EF4-FFF2-40B4-BE49-F238E27FC236}">
                <a16:creationId xmlns:a16="http://schemas.microsoft.com/office/drawing/2014/main" id="{E1DCA9D7-B988-4F30-B046-1E794F2DB9D7}"/>
              </a:ext>
            </a:extLst>
          </p:cNvPr>
          <p:cNvCxnSpPr>
            <a:cxnSpLocks/>
          </p:cNvCxnSpPr>
          <p:nvPr/>
        </p:nvCxnSpPr>
        <p:spPr>
          <a:xfrm>
            <a:off x="1477029" y="5454984"/>
            <a:ext cx="183314" cy="0"/>
          </a:xfrm>
          <a:prstGeom prst="line">
            <a:avLst/>
          </a:prstGeom>
          <a:ln w="25400" cap="rnd">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4ED78CD-959E-41B3-9D62-CD87F6177257}"/>
              </a:ext>
            </a:extLst>
          </p:cNvPr>
          <p:cNvCxnSpPr>
            <a:cxnSpLocks/>
            <a:stCxn id="8" idx="3"/>
            <a:endCxn id="32" idx="1"/>
          </p:cNvCxnSpPr>
          <p:nvPr/>
        </p:nvCxnSpPr>
        <p:spPr>
          <a:xfrm>
            <a:off x="3304728" y="2694799"/>
            <a:ext cx="5696100" cy="0"/>
          </a:xfrm>
          <a:prstGeom prst="line">
            <a:avLst/>
          </a:prstGeom>
          <a:ln w="25400">
            <a:solidFill>
              <a:schemeClr val="accent2"/>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7CE5F973-E38C-4739-89CF-0D2035B685DF}"/>
              </a:ext>
            </a:extLst>
          </p:cNvPr>
          <p:cNvGrpSpPr/>
          <p:nvPr/>
        </p:nvGrpSpPr>
        <p:grpSpPr>
          <a:xfrm>
            <a:off x="9000827" y="3284617"/>
            <a:ext cx="1876615" cy="659671"/>
            <a:chOff x="3067291" y="3565002"/>
            <a:chExt cx="2859770" cy="1319514"/>
          </a:xfrm>
        </p:grpSpPr>
        <p:sp>
          <p:nvSpPr>
            <p:cNvPr id="37" name="Rectangle: Rounded Corners 36">
              <a:extLst>
                <a:ext uri="{FF2B5EF4-FFF2-40B4-BE49-F238E27FC236}">
                  <a16:creationId xmlns:a16="http://schemas.microsoft.com/office/drawing/2014/main" id="{1211E81E-97E6-4EC2-8E6A-9BDC189BBB0D}"/>
                </a:ext>
              </a:extLst>
            </p:cNvPr>
            <p:cNvSpPr/>
            <p:nvPr/>
          </p:nvSpPr>
          <p:spPr>
            <a:xfrm>
              <a:off x="3067291" y="3565002"/>
              <a:ext cx="2859770" cy="1319514"/>
            </a:xfrm>
            <a:prstGeom prst="roundRect">
              <a:avLst>
                <a:gd name="adj" fmla="val 6861"/>
              </a:avLst>
            </a:prstGeom>
            <a:solidFill>
              <a:schemeClr val="tx1">
                <a:lumMod val="90000"/>
                <a:lumOff val="10000"/>
              </a:schemeClr>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14" tIns="22857" rIns="45714" bIns="22857" numCol="1" spcCol="0" rtlCol="0" fromWordArt="0" anchor="ctr" anchorCtr="0" forceAA="0" compatLnSpc="1">
              <a:prstTxWarp prst="textNoShape">
                <a:avLst/>
              </a:prstTxWarp>
              <a:noAutofit/>
            </a:bodyPr>
            <a:lstStyle/>
            <a:p>
              <a:pPr algn="ctr" defTabSz="228554">
                <a:defRPr/>
              </a:pPr>
              <a:endParaRPr lang="en-US" sz="900">
                <a:solidFill>
                  <a:srgbClr val="FFFFFF"/>
                </a:solidFill>
                <a:latin typeface="Calibri"/>
              </a:endParaRPr>
            </a:p>
          </p:txBody>
        </p:sp>
        <p:sp>
          <p:nvSpPr>
            <p:cNvPr id="38" name="TextBox 37">
              <a:extLst>
                <a:ext uri="{FF2B5EF4-FFF2-40B4-BE49-F238E27FC236}">
                  <a16:creationId xmlns:a16="http://schemas.microsoft.com/office/drawing/2014/main" id="{BA952B6C-E897-47B0-AF71-80B23D034413}"/>
                </a:ext>
              </a:extLst>
            </p:cNvPr>
            <p:cNvSpPr txBox="1"/>
            <p:nvPr/>
          </p:nvSpPr>
          <p:spPr>
            <a:xfrm>
              <a:off x="3377104" y="3715006"/>
              <a:ext cx="1168155" cy="910111"/>
            </a:xfrm>
            <a:prstGeom prst="rect">
              <a:avLst/>
            </a:prstGeom>
            <a:noFill/>
          </p:spPr>
          <p:txBody>
            <a:bodyPr wrap="none" rtlCol="0" anchor="ctr">
              <a:spAutoFit/>
            </a:bodyPr>
            <a:lstStyle/>
            <a:p>
              <a:pPr defTabSz="228554">
                <a:lnSpc>
                  <a:spcPct val="150000"/>
                </a:lnSpc>
                <a:defRPr/>
              </a:pPr>
              <a:r>
                <a:rPr lang="vi-VN" b="1" dirty="0">
                  <a:solidFill>
                    <a:srgbClr val="FFFFFF"/>
                  </a:solidFill>
                  <a:latin typeface="Century Gothic"/>
                </a:rPr>
                <a:t>COM</a:t>
              </a:r>
              <a:endParaRPr lang="en-US" dirty="0">
                <a:solidFill>
                  <a:srgbClr val="FA3585"/>
                </a:solidFill>
                <a:latin typeface="Century Gothic"/>
              </a:endParaRPr>
            </a:p>
          </p:txBody>
        </p:sp>
      </p:grpSp>
      <p:cxnSp>
        <p:nvCxnSpPr>
          <p:cNvPr id="39" name="Straight Connector 38">
            <a:extLst>
              <a:ext uri="{FF2B5EF4-FFF2-40B4-BE49-F238E27FC236}">
                <a16:creationId xmlns:a16="http://schemas.microsoft.com/office/drawing/2014/main" id="{6CFAC7F6-7CBF-4D14-B4FE-0BEDBFB4B1C4}"/>
              </a:ext>
            </a:extLst>
          </p:cNvPr>
          <p:cNvCxnSpPr>
            <a:cxnSpLocks/>
          </p:cNvCxnSpPr>
          <p:nvPr/>
        </p:nvCxnSpPr>
        <p:spPr>
          <a:xfrm>
            <a:off x="8625646" y="2694799"/>
            <a:ext cx="0" cy="886350"/>
          </a:xfrm>
          <a:prstGeom prst="line">
            <a:avLst/>
          </a:prstGeom>
          <a:ln w="25400" cap="rnd">
            <a:solidFill>
              <a:schemeClr val="accent2"/>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BA208E2-698E-4973-B805-06FF29FC1C2E}"/>
              </a:ext>
            </a:extLst>
          </p:cNvPr>
          <p:cNvCxnSpPr>
            <a:cxnSpLocks/>
            <a:endCxn id="37" idx="1"/>
          </p:cNvCxnSpPr>
          <p:nvPr/>
        </p:nvCxnSpPr>
        <p:spPr>
          <a:xfrm>
            <a:off x="8625645" y="3614452"/>
            <a:ext cx="375182" cy="0"/>
          </a:xfrm>
          <a:prstGeom prst="line">
            <a:avLst/>
          </a:prstGeom>
          <a:ln w="25400" cap="rnd">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4197D866-6D1A-4BE0-8087-A7A85F338AE3}"/>
              </a:ext>
            </a:extLst>
          </p:cNvPr>
          <p:cNvCxnSpPr>
            <a:cxnSpLocks/>
            <a:stCxn id="15" idx="3"/>
            <a:endCxn id="51" idx="1"/>
          </p:cNvCxnSpPr>
          <p:nvPr/>
        </p:nvCxnSpPr>
        <p:spPr>
          <a:xfrm>
            <a:off x="3304729" y="3622073"/>
            <a:ext cx="3723610" cy="0"/>
          </a:xfrm>
          <a:prstGeom prst="line">
            <a:avLst/>
          </a:prstGeom>
          <a:ln w="25400">
            <a:solidFill>
              <a:schemeClr val="accent2"/>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1F30E69-4F7F-4329-9B82-A127520D0D42}"/>
              </a:ext>
            </a:extLst>
          </p:cNvPr>
          <p:cNvCxnSpPr>
            <a:cxnSpLocks/>
            <a:stCxn id="19" idx="3"/>
            <a:endCxn id="73" idx="1"/>
          </p:cNvCxnSpPr>
          <p:nvPr/>
        </p:nvCxnSpPr>
        <p:spPr>
          <a:xfrm>
            <a:off x="3304729" y="4531655"/>
            <a:ext cx="1002964" cy="0"/>
          </a:xfrm>
          <a:prstGeom prst="line">
            <a:avLst/>
          </a:prstGeom>
          <a:ln w="25400">
            <a:solidFill>
              <a:schemeClr val="accent2"/>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grpSp>
        <p:nvGrpSpPr>
          <p:cNvPr id="78" name="Group 77">
            <a:extLst>
              <a:ext uri="{FF2B5EF4-FFF2-40B4-BE49-F238E27FC236}">
                <a16:creationId xmlns:a16="http://schemas.microsoft.com/office/drawing/2014/main" id="{D2A46661-5B30-4D97-BC35-954C89415FC0}"/>
              </a:ext>
            </a:extLst>
          </p:cNvPr>
          <p:cNvGrpSpPr/>
          <p:nvPr/>
        </p:nvGrpSpPr>
        <p:grpSpPr>
          <a:xfrm>
            <a:off x="7028340" y="4930866"/>
            <a:ext cx="1599841" cy="659671"/>
            <a:chOff x="3067290" y="3565002"/>
            <a:chExt cx="3614582" cy="1319514"/>
          </a:xfrm>
        </p:grpSpPr>
        <p:sp>
          <p:nvSpPr>
            <p:cNvPr id="79" name="Rectangle: Rounded Corners 78">
              <a:extLst>
                <a:ext uri="{FF2B5EF4-FFF2-40B4-BE49-F238E27FC236}">
                  <a16:creationId xmlns:a16="http://schemas.microsoft.com/office/drawing/2014/main" id="{C178A262-4605-45B7-8502-FB11197350EC}"/>
                </a:ext>
              </a:extLst>
            </p:cNvPr>
            <p:cNvSpPr/>
            <p:nvPr/>
          </p:nvSpPr>
          <p:spPr>
            <a:xfrm>
              <a:off x="3067290" y="3565002"/>
              <a:ext cx="3409495" cy="1319514"/>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80" name="TextBox 79">
              <a:extLst>
                <a:ext uri="{FF2B5EF4-FFF2-40B4-BE49-F238E27FC236}">
                  <a16:creationId xmlns:a16="http://schemas.microsoft.com/office/drawing/2014/main" id="{8D9B5C97-C6DC-428B-9E4A-18CD374F14AA}"/>
                </a:ext>
              </a:extLst>
            </p:cNvPr>
            <p:cNvSpPr txBox="1"/>
            <p:nvPr/>
          </p:nvSpPr>
          <p:spPr>
            <a:xfrm>
              <a:off x="3092016" y="3684420"/>
              <a:ext cx="3589856" cy="1169702"/>
            </a:xfrm>
            <a:prstGeom prst="rect">
              <a:avLst/>
            </a:prstGeom>
            <a:noFill/>
          </p:spPr>
          <p:txBody>
            <a:bodyPr wrap="none" rtlCol="0" anchor="ctr">
              <a:spAutoFit/>
            </a:bodyPr>
            <a:lstStyle/>
            <a:p>
              <a:pPr defTabSz="228554">
                <a:defRPr/>
              </a:pPr>
              <a:r>
                <a:rPr lang="vi-VN" sz="1600" b="1" dirty="0">
                  <a:solidFill>
                    <a:srgbClr val="172144"/>
                  </a:solidFill>
                  <a:latin typeface="Century Gothic"/>
                </a:rPr>
                <a:t>Truyền &amp; nhận </a:t>
              </a:r>
            </a:p>
            <a:p>
              <a:pPr defTabSz="228554">
                <a:defRPr/>
              </a:pPr>
              <a:r>
                <a:rPr lang="vi-VN" sz="1600" dirty="0">
                  <a:solidFill>
                    <a:srgbClr val="40D492"/>
                  </a:solidFill>
                  <a:latin typeface="Century Gothic"/>
                </a:rPr>
                <a:t>BTSerial</a:t>
              </a:r>
              <a:endParaRPr lang="en-US" sz="1600" dirty="0">
                <a:solidFill>
                  <a:srgbClr val="40D492"/>
                </a:solidFill>
                <a:latin typeface="Century Gothic"/>
              </a:endParaRPr>
            </a:p>
          </p:txBody>
        </p:sp>
      </p:grpSp>
      <p:cxnSp>
        <p:nvCxnSpPr>
          <p:cNvPr id="81" name="Straight Connector 80">
            <a:extLst>
              <a:ext uri="{FF2B5EF4-FFF2-40B4-BE49-F238E27FC236}">
                <a16:creationId xmlns:a16="http://schemas.microsoft.com/office/drawing/2014/main" id="{E5A2CE84-18B1-4B89-B521-43E51E7718E9}"/>
              </a:ext>
            </a:extLst>
          </p:cNvPr>
          <p:cNvCxnSpPr>
            <a:cxnSpLocks/>
          </p:cNvCxnSpPr>
          <p:nvPr/>
        </p:nvCxnSpPr>
        <p:spPr>
          <a:xfrm>
            <a:off x="6653158" y="5260700"/>
            <a:ext cx="375183" cy="0"/>
          </a:xfrm>
          <a:prstGeom prst="line">
            <a:avLst/>
          </a:prstGeom>
          <a:ln w="25400" cap="rnd">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sp>
        <p:nvSpPr>
          <p:cNvPr id="84" name="Rectangle: Rounded Corners 83">
            <a:extLst>
              <a:ext uri="{FF2B5EF4-FFF2-40B4-BE49-F238E27FC236}">
                <a16:creationId xmlns:a16="http://schemas.microsoft.com/office/drawing/2014/main" id="{8FB582D8-C4C5-43DA-9AD4-456C20299725}"/>
              </a:ext>
            </a:extLst>
          </p:cNvPr>
          <p:cNvSpPr/>
          <p:nvPr/>
        </p:nvSpPr>
        <p:spPr>
          <a:xfrm>
            <a:off x="3542365" y="1430310"/>
            <a:ext cx="1155473" cy="659671"/>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30" name="TextBox 29">
            <a:extLst>
              <a:ext uri="{FF2B5EF4-FFF2-40B4-BE49-F238E27FC236}">
                <a16:creationId xmlns:a16="http://schemas.microsoft.com/office/drawing/2014/main" id="{F4C1DB4B-40BC-5689-E7A0-133992DE0C6B}"/>
              </a:ext>
            </a:extLst>
          </p:cNvPr>
          <p:cNvSpPr txBox="1"/>
          <p:nvPr/>
        </p:nvSpPr>
        <p:spPr>
          <a:xfrm>
            <a:off x="3647319" y="1496570"/>
            <a:ext cx="1050519" cy="523220"/>
          </a:xfrm>
          <a:prstGeom prst="rect">
            <a:avLst/>
          </a:prstGeom>
          <a:noFill/>
        </p:spPr>
        <p:txBody>
          <a:bodyPr wrap="square" rtlCol="0" anchor="ctr">
            <a:spAutoFit/>
          </a:bodyPr>
          <a:lstStyle/>
          <a:p>
            <a:pPr defTabSz="228554">
              <a:defRPr/>
            </a:pPr>
            <a:r>
              <a:rPr lang="en-US" sz="1400" b="1" dirty="0">
                <a:solidFill>
                  <a:srgbClr val="172144"/>
                </a:solidFill>
                <a:latin typeface="Century Gothic"/>
              </a:rPr>
              <a:t>Level 1</a:t>
            </a:r>
          </a:p>
          <a:p>
            <a:pPr defTabSz="228554">
              <a:defRPr/>
            </a:pPr>
            <a:r>
              <a:rPr lang="vi-VN" sz="1400" b="1" dirty="0">
                <a:solidFill>
                  <a:srgbClr val="6070FF"/>
                </a:solidFill>
                <a:latin typeface="Century Gothic"/>
              </a:rPr>
              <a:t>Calc MPU</a:t>
            </a:r>
            <a:endParaRPr lang="en-US" sz="1400" b="1" dirty="0">
              <a:solidFill>
                <a:srgbClr val="6070FF"/>
              </a:solidFill>
              <a:latin typeface="Century Gothic"/>
            </a:endParaRPr>
          </a:p>
        </p:txBody>
      </p:sp>
      <p:sp>
        <p:nvSpPr>
          <p:cNvPr id="34" name="Rectangle: Rounded Corners 33">
            <a:extLst>
              <a:ext uri="{FF2B5EF4-FFF2-40B4-BE49-F238E27FC236}">
                <a16:creationId xmlns:a16="http://schemas.microsoft.com/office/drawing/2014/main" id="{211C62D7-7C0A-1DEC-934C-B6C3C27A7467}"/>
              </a:ext>
            </a:extLst>
          </p:cNvPr>
          <p:cNvSpPr/>
          <p:nvPr/>
        </p:nvSpPr>
        <p:spPr>
          <a:xfrm>
            <a:off x="4885770" y="1430310"/>
            <a:ext cx="1155473" cy="659671"/>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28" name="TextBox 27">
            <a:extLst>
              <a:ext uri="{FF2B5EF4-FFF2-40B4-BE49-F238E27FC236}">
                <a16:creationId xmlns:a16="http://schemas.microsoft.com/office/drawing/2014/main" id="{23E032E2-9B15-9B80-6424-532A853A9D77}"/>
              </a:ext>
            </a:extLst>
          </p:cNvPr>
          <p:cNvSpPr txBox="1"/>
          <p:nvPr/>
        </p:nvSpPr>
        <p:spPr>
          <a:xfrm>
            <a:off x="4968819" y="1480473"/>
            <a:ext cx="989373" cy="523220"/>
          </a:xfrm>
          <a:prstGeom prst="rect">
            <a:avLst/>
          </a:prstGeom>
          <a:noFill/>
        </p:spPr>
        <p:txBody>
          <a:bodyPr wrap="square" rtlCol="0" anchor="ctr">
            <a:spAutoFit/>
          </a:bodyPr>
          <a:lstStyle/>
          <a:p>
            <a:pPr defTabSz="228554">
              <a:defRPr/>
            </a:pPr>
            <a:r>
              <a:rPr lang="en-US" sz="1400" b="1" dirty="0">
                <a:solidFill>
                  <a:srgbClr val="172144"/>
                </a:solidFill>
                <a:latin typeface="Century Gothic"/>
              </a:rPr>
              <a:t>Level 2</a:t>
            </a:r>
          </a:p>
          <a:p>
            <a:pPr defTabSz="228554">
              <a:defRPr/>
            </a:pPr>
            <a:r>
              <a:rPr lang="vi-VN" sz="1400" b="1" dirty="0">
                <a:solidFill>
                  <a:srgbClr val="6070FF"/>
                </a:solidFill>
                <a:latin typeface="Century Gothic"/>
              </a:rPr>
              <a:t>Records</a:t>
            </a:r>
            <a:endParaRPr lang="en-US" sz="1400" b="1" dirty="0">
              <a:solidFill>
                <a:srgbClr val="6070FF"/>
              </a:solidFill>
              <a:latin typeface="Century Gothic"/>
            </a:endParaRPr>
          </a:p>
        </p:txBody>
      </p:sp>
      <p:sp>
        <p:nvSpPr>
          <p:cNvPr id="40" name="Rectangle: Rounded Corners 39">
            <a:extLst>
              <a:ext uri="{FF2B5EF4-FFF2-40B4-BE49-F238E27FC236}">
                <a16:creationId xmlns:a16="http://schemas.microsoft.com/office/drawing/2014/main" id="{140D7624-CAFC-DF03-B5CF-483FFAC2FA62}"/>
              </a:ext>
            </a:extLst>
          </p:cNvPr>
          <p:cNvSpPr/>
          <p:nvPr/>
        </p:nvSpPr>
        <p:spPr>
          <a:xfrm>
            <a:off x="6229174" y="1430310"/>
            <a:ext cx="1343403" cy="659671"/>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41" name="TextBox 40">
            <a:extLst>
              <a:ext uri="{FF2B5EF4-FFF2-40B4-BE49-F238E27FC236}">
                <a16:creationId xmlns:a16="http://schemas.microsoft.com/office/drawing/2014/main" id="{08CFD423-3700-BE18-D984-779B374798A2}"/>
              </a:ext>
            </a:extLst>
          </p:cNvPr>
          <p:cNvSpPr txBox="1"/>
          <p:nvPr/>
        </p:nvSpPr>
        <p:spPr>
          <a:xfrm>
            <a:off x="6334129" y="1496570"/>
            <a:ext cx="1321499" cy="523220"/>
          </a:xfrm>
          <a:prstGeom prst="rect">
            <a:avLst/>
          </a:prstGeom>
          <a:noFill/>
        </p:spPr>
        <p:txBody>
          <a:bodyPr wrap="square" rtlCol="0" anchor="ctr">
            <a:spAutoFit/>
          </a:bodyPr>
          <a:lstStyle/>
          <a:p>
            <a:pPr defTabSz="228554">
              <a:defRPr/>
            </a:pPr>
            <a:r>
              <a:rPr lang="en-US" sz="1400" b="1" dirty="0">
                <a:solidFill>
                  <a:srgbClr val="172144"/>
                </a:solidFill>
                <a:latin typeface="Century Gothic"/>
              </a:rPr>
              <a:t>Level </a:t>
            </a:r>
            <a:r>
              <a:rPr lang="vi-VN" sz="1400" b="1" dirty="0">
                <a:solidFill>
                  <a:srgbClr val="172144"/>
                </a:solidFill>
                <a:latin typeface="Century Gothic"/>
              </a:rPr>
              <a:t>3</a:t>
            </a:r>
            <a:endParaRPr lang="en-US" sz="1400" b="1" dirty="0">
              <a:solidFill>
                <a:srgbClr val="172144"/>
              </a:solidFill>
              <a:latin typeface="Century Gothic"/>
            </a:endParaRPr>
          </a:p>
          <a:p>
            <a:pPr defTabSz="228554">
              <a:defRPr/>
            </a:pPr>
            <a:r>
              <a:rPr lang="vi-VN" sz="1400" b="1" dirty="0">
                <a:solidFill>
                  <a:srgbClr val="6070FF"/>
                </a:solidFill>
                <a:latin typeface="Century Gothic"/>
              </a:rPr>
              <a:t>Calc PWM</a:t>
            </a:r>
            <a:endParaRPr lang="en-US" sz="1400" b="1" dirty="0">
              <a:solidFill>
                <a:srgbClr val="6070FF"/>
              </a:solidFill>
              <a:latin typeface="Century Gothic"/>
            </a:endParaRPr>
          </a:p>
        </p:txBody>
      </p:sp>
      <p:sp>
        <p:nvSpPr>
          <p:cNvPr id="42" name="Rectangle: Rounded Corners 41">
            <a:extLst>
              <a:ext uri="{FF2B5EF4-FFF2-40B4-BE49-F238E27FC236}">
                <a16:creationId xmlns:a16="http://schemas.microsoft.com/office/drawing/2014/main" id="{7F541424-B6D4-370B-E860-9B225430FD8B}"/>
              </a:ext>
            </a:extLst>
          </p:cNvPr>
          <p:cNvSpPr/>
          <p:nvPr/>
        </p:nvSpPr>
        <p:spPr>
          <a:xfrm>
            <a:off x="7775648" y="1430310"/>
            <a:ext cx="1155473" cy="659671"/>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44" name="TextBox 43">
            <a:extLst>
              <a:ext uri="{FF2B5EF4-FFF2-40B4-BE49-F238E27FC236}">
                <a16:creationId xmlns:a16="http://schemas.microsoft.com/office/drawing/2014/main" id="{160B6D01-EBD2-30EC-7995-CAD8E9F9B74B}"/>
              </a:ext>
            </a:extLst>
          </p:cNvPr>
          <p:cNvSpPr txBox="1"/>
          <p:nvPr/>
        </p:nvSpPr>
        <p:spPr>
          <a:xfrm>
            <a:off x="7858699" y="1480473"/>
            <a:ext cx="989373" cy="523220"/>
          </a:xfrm>
          <a:prstGeom prst="rect">
            <a:avLst/>
          </a:prstGeom>
          <a:noFill/>
        </p:spPr>
        <p:txBody>
          <a:bodyPr wrap="square" rtlCol="0" anchor="ctr">
            <a:spAutoFit/>
          </a:bodyPr>
          <a:lstStyle/>
          <a:p>
            <a:pPr defTabSz="228554">
              <a:defRPr/>
            </a:pPr>
            <a:r>
              <a:rPr lang="en-US" sz="1400" b="1" dirty="0">
                <a:solidFill>
                  <a:srgbClr val="172144"/>
                </a:solidFill>
                <a:latin typeface="Century Gothic"/>
              </a:rPr>
              <a:t>Level </a:t>
            </a:r>
            <a:r>
              <a:rPr lang="vi-VN" sz="1400" b="1" dirty="0">
                <a:solidFill>
                  <a:srgbClr val="172144"/>
                </a:solidFill>
                <a:latin typeface="Century Gothic"/>
              </a:rPr>
              <a:t>4</a:t>
            </a:r>
            <a:endParaRPr lang="en-US" sz="1400" b="1" dirty="0">
              <a:solidFill>
                <a:srgbClr val="172144"/>
              </a:solidFill>
              <a:latin typeface="Century Gothic"/>
            </a:endParaRPr>
          </a:p>
          <a:p>
            <a:pPr defTabSz="228554">
              <a:defRPr/>
            </a:pPr>
            <a:r>
              <a:rPr lang="vi-VN" sz="1400" b="1" dirty="0">
                <a:solidFill>
                  <a:srgbClr val="6070FF"/>
                </a:solidFill>
                <a:latin typeface="Century Gothic"/>
              </a:rPr>
              <a:t>Tuning</a:t>
            </a:r>
            <a:endParaRPr lang="en-US" sz="1400" b="1" dirty="0">
              <a:solidFill>
                <a:srgbClr val="6070FF"/>
              </a:solidFill>
              <a:latin typeface="Century Gothic"/>
            </a:endParaRPr>
          </a:p>
        </p:txBody>
      </p:sp>
      <p:sp>
        <p:nvSpPr>
          <p:cNvPr id="45" name="Rectangle: Rounded Corners 44">
            <a:extLst>
              <a:ext uri="{FF2B5EF4-FFF2-40B4-BE49-F238E27FC236}">
                <a16:creationId xmlns:a16="http://schemas.microsoft.com/office/drawing/2014/main" id="{ECD96FB2-97D9-F3B8-444A-8E789CE1595E}"/>
              </a:ext>
            </a:extLst>
          </p:cNvPr>
          <p:cNvSpPr/>
          <p:nvPr/>
        </p:nvSpPr>
        <p:spPr>
          <a:xfrm>
            <a:off x="9152644" y="1410383"/>
            <a:ext cx="1426454" cy="659671"/>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46" name="TextBox 45">
            <a:extLst>
              <a:ext uri="{FF2B5EF4-FFF2-40B4-BE49-F238E27FC236}">
                <a16:creationId xmlns:a16="http://schemas.microsoft.com/office/drawing/2014/main" id="{0F22FD35-32DF-80FF-3CA8-1BA5DFB49E53}"/>
              </a:ext>
            </a:extLst>
          </p:cNvPr>
          <p:cNvSpPr txBox="1"/>
          <p:nvPr/>
        </p:nvSpPr>
        <p:spPr>
          <a:xfrm>
            <a:off x="9235695" y="1460546"/>
            <a:ext cx="1343403" cy="523220"/>
          </a:xfrm>
          <a:prstGeom prst="rect">
            <a:avLst/>
          </a:prstGeom>
          <a:noFill/>
        </p:spPr>
        <p:txBody>
          <a:bodyPr wrap="square" rtlCol="0" anchor="ctr">
            <a:spAutoFit/>
          </a:bodyPr>
          <a:lstStyle/>
          <a:p>
            <a:pPr defTabSz="228554">
              <a:defRPr/>
            </a:pPr>
            <a:r>
              <a:rPr lang="en-US" sz="1400" b="1" dirty="0">
                <a:solidFill>
                  <a:srgbClr val="172144"/>
                </a:solidFill>
                <a:latin typeface="Century Gothic"/>
              </a:rPr>
              <a:t>Level </a:t>
            </a:r>
            <a:r>
              <a:rPr lang="vi-VN" sz="1400" b="1" dirty="0">
                <a:solidFill>
                  <a:srgbClr val="172144"/>
                </a:solidFill>
                <a:latin typeface="Century Gothic"/>
              </a:rPr>
              <a:t>5</a:t>
            </a:r>
            <a:endParaRPr lang="en-US" sz="1400" b="1" dirty="0">
              <a:solidFill>
                <a:srgbClr val="172144"/>
              </a:solidFill>
              <a:latin typeface="Century Gothic"/>
            </a:endParaRPr>
          </a:p>
          <a:p>
            <a:pPr defTabSz="228554">
              <a:defRPr/>
            </a:pPr>
            <a:r>
              <a:rPr lang="vi-VN" sz="1400" b="1" dirty="0">
                <a:solidFill>
                  <a:srgbClr val="6070FF"/>
                </a:solidFill>
                <a:latin typeface="Century Gothic"/>
              </a:rPr>
              <a:t>Drive Motors</a:t>
            </a:r>
            <a:endParaRPr lang="en-US" sz="1400" b="1" dirty="0">
              <a:solidFill>
                <a:srgbClr val="6070FF"/>
              </a:solidFill>
              <a:latin typeface="Century Gothic"/>
            </a:endParaRPr>
          </a:p>
        </p:txBody>
      </p:sp>
    </p:spTree>
    <p:extLst>
      <p:ext uri="{BB962C8B-B14F-4D97-AF65-F5344CB8AC3E}">
        <p14:creationId xmlns:p14="http://schemas.microsoft.com/office/powerpoint/2010/main" val="19647230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1+#ppt_w/2"/>
                                          </p:val>
                                        </p:tav>
                                        <p:tav tm="100000">
                                          <p:val>
                                            <p:strVal val="#ppt_x"/>
                                          </p:val>
                                        </p:tav>
                                      </p:tavLst>
                                    </p:anim>
                                    <p:anim calcmode="lin" valueType="num">
                                      <p:cBhvr additive="base">
                                        <p:cTn id="8" dur="10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decel="100000" fill="hold" nodeType="withEffect">
                                  <p:stCondLst>
                                    <p:cond delay="4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1000" fill="hold"/>
                                        <p:tgtEl>
                                          <p:spTgt spid="7"/>
                                        </p:tgtEl>
                                        <p:attrNameLst>
                                          <p:attrName>ppt_x</p:attrName>
                                        </p:attrNameLst>
                                      </p:cBhvr>
                                      <p:tavLst>
                                        <p:tav tm="0">
                                          <p:val>
                                            <p:strVal val="1+#ppt_w/2"/>
                                          </p:val>
                                        </p:tav>
                                        <p:tav tm="100000">
                                          <p:val>
                                            <p:strVal val="#ppt_x"/>
                                          </p:val>
                                        </p:tav>
                                      </p:tavLst>
                                    </p:anim>
                                    <p:anim calcmode="lin" valueType="num">
                                      <p:cBhvr additive="base">
                                        <p:cTn id="12" dur="10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2" decel="100000" fill="hold" nodeType="withEffect">
                                  <p:stCondLst>
                                    <p:cond delay="50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1000" fill="hold"/>
                                        <p:tgtEl>
                                          <p:spTgt spid="14"/>
                                        </p:tgtEl>
                                        <p:attrNameLst>
                                          <p:attrName>ppt_x</p:attrName>
                                        </p:attrNameLst>
                                      </p:cBhvr>
                                      <p:tavLst>
                                        <p:tav tm="0">
                                          <p:val>
                                            <p:strVal val="1+#ppt_w/2"/>
                                          </p:val>
                                        </p:tav>
                                        <p:tav tm="100000">
                                          <p:val>
                                            <p:strVal val="#ppt_x"/>
                                          </p:val>
                                        </p:tav>
                                      </p:tavLst>
                                    </p:anim>
                                    <p:anim calcmode="lin" valueType="num">
                                      <p:cBhvr additive="base">
                                        <p:cTn id="16" dur="1000" fill="hold"/>
                                        <p:tgtEl>
                                          <p:spTgt spid="14"/>
                                        </p:tgtEl>
                                        <p:attrNameLst>
                                          <p:attrName>ppt_y</p:attrName>
                                        </p:attrNameLst>
                                      </p:cBhvr>
                                      <p:tavLst>
                                        <p:tav tm="0">
                                          <p:val>
                                            <p:strVal val="#ppt_y"/>
                                          </p:val>
                                        </p:tav>
                                        <p:tav tm="100000">
                                          <p:val>
                                            <p:strVal val="#ppt_y"/>
                                          </p:val>
                                        </p:tav>
                                      </p:tavLst>
                                    </p:anim>
                                  </p:childTnLst>
                                </p:cTn>
                              </p:par>
                              <p:par>
                                <p:cTn id="17" presetID="2" presetClass="entr" presetSubtype="2" decel="100000" fill="hold" nodeType="withEffect">
                                  <p:stCondLst>
                                    <p:cond delay="60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1000" fill="hold"/>
                                        <p:tgtEl>
                                          <p:spTgt spid="18"/>
                                        </p:tgtEl>
                                        <p:attrNameLst>
                                          <p:attrName>ppt_x</p:attrName>
                                        </p:attrNameLst>
                                      </p:cBhvr>
                                      <p:tavLst>
                                        <p:tav tm="0">
                                          <p:val>
                                            <p:strVal val="1+#ppt_w/2"/>
                                          </p:val>
                                        </p:tav>
                                        <p:tav tm="100000">
                                          <p:val>
                                            <p:strVal val="#ppt_x"/>
                                          </p:val>
                                        </p:tav>
                                      </p:tavLst>
                                    </p:anim>
                                    <p:anim calcmode="lin" valueType="num">
                                      <p:cBhvr additive="base">
                                        <p:cTn id="20" dur="1000" fill="hold"/>
                                        <p:tgtEl>
                                          <p:spTgt spid="18"/>
                                        </p:tgtEl>
                                        <p:attrNameLst>
                                          <p:attrName>ppt_y</p:attrName>
                                        </p:attrNameLst>
                                      </p:cBhvr>
                                      <p:tavLst>
                                        <p:tav tm="0">
                                          <p:val>
                                            <p:strVal val="#ppt_y"/>
                                          </p:val>
                                        </p:tav>
                                        <p:tav tm="100000">
                                          <p:val>
                                            <p:strVal val="#ppt_y"/>
                                          </p:val>
                                        </p:tav>
                                      </p:tavLst>
                                    </p:anim>
                                  </p:childTnLst>
                                </p:cTn>
                              </p:par>
                              <p:par>
                                <p:cTn id="21" presetID="2" presetClass="entr" presetSubtype="2" decel="100000" fill="hold" nodeType="withEffect">
                                  <p:stCondLst>
                                    <p:cond delay="70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1000" fill="hold"/>
                                        <p:tgtEl>
                                          <p:spTgt spid="24"/>
                                        </p:tgtEl>
                                        <p:attrNameLst>
                                          <p:attrName>ppt_x</p:attrName>
                                        </p:attrNameLst>
                                      </p:cBhvr>
                                      <p:tavLst>
                                        <p:tav tm="0">
                                          <p:val>
                                            <p:strVal val="1+#ppt_w/2"/>
                                          </p:val>
                                        </p:tav>
                                        <p:tav tm="100000">
                                          <p:val>
                                            <p:strVal val="#ppt_x"/>
                                          </p:val>
                                        </p:tav>
                                      </p:tavLst>
                                    </p:anim>
                                    <p:anim calcmode="lin" valueType="num">
                                      <p:cBhvr additive="base">
                                        <p:cTn id="24" dur="1000" fill="hold"/>
                                        <p:tgtEl>
                                          <p:spTgt spid="24"/>
                                        </p:tgtEl>
                                        <p:attrNameLst>
                                          <p:attrName>ppt_y</p:attrName>
                                        </p:attrNameLst>
                                      </p:cBhvr>
                                      <p:tavLst>
                                        <p:tav tm="0">
                                          <p:val>
                                            <p:strVal val="#ppt_y"/>
                                          </p:val>
                                        </p:tav>
                                        <p:tav tm="100000">
                                          <p:val>
                                            <p:strVal val="#ppt_y"/>
                                          </p:val>
                                        </p:tav>
                                      </p:tavLst>
                                    </p:anim>
                                  </p:childTnLst>
                                </p:cTn>
                              </p:par>
                              <p:par>
                                <p:cTn id="25" presetID="22" presetClass="entr" presetSubtype="1" fill="hold" nodeType="withEffect">
                                  <p:stCondLst>
                                    <p:cond delay="120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par>
                                <p:cTn id="28" presetID="22" presetClass="entr" presetSubtype="8" fill="hold" nodeType="withEffect">
                                  <p:stCondLst>
                                    <p:cond delay="150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par>
                                <p:cTn id="31" presetID="22" presetClass="entr" presetSubtype="8" fill="hold" nodeType="withEffect">
                                  <p:stCondLst>
                                    <p:cond delay="1600"/>
                                  </p:stCondLst>
                                  <p:childTnLst>
                                    <p:set>
                                      <p:cBhvr>
                                        <p:cTn id="32" dur="1" fill="hold">
                                          <p:stCondLst>
                                            <p:cond delay="0"/>
                                          </p:stCondLst>
                                        </p:cTn>
                                        <p:tgtEl>
                                          <p:spTgt spid="17"/>
                                        </p:tgtEl>
                                        <p:attrNameLst>
                                          <p:attrName>style.visibility</p:attrName>
                                        </p:attrNameLst>
                                      </p:cBhvr>
                                      <p:to>
                                        <p:strVal val="visible"/>
                                      </p:to>
                                    </p:set>
                                    <p:animEffect transition="in" filter="wipe(left)">
                                      <p:cBhvr>
                                        <p:cTn id="33" dur="500"/>
                                        <p:tgtEl>
                                          <p:spTgt spid="17"/>
                                        </p:tgtEl>
                                      </p:cBhvr>
                                    </p:animEffect>
                                  </p:childTnLst>
                                </p:cTn>
                              </p:par>
                              <p:par>
                                <p:cTn id="34" presetID="22" presetClass="entr" presetSubtype="8" fill="hold" nodeType="withEffect">
                                  <p:stCondLst>
                                    <p:cond delay="170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par>
                                <p:cTn id="37" presetID="22" presetClass="entr" presetSubtype="8" fill="hold" nodeType="withEffect">
                                  <p:stCondLst>
                                    <p:cond delay="1800"/>
                                  </p:stCondLst>
                                  <p:childTnLst>
                                    <p:set>
                                      <p:cBhvr>
                                        <p:cTn id="38" dur="1" fill="hold">
                                          <p:stCondLst>
                                            <p:cond delay="0"/>
                                          </p:stCondLst>
                                        </p:cTn>
                                        <p:tgtEl>
                                          <p:spTgt spid="27"/>
                                        </p:tgtEl>
                                        <p:attrNameLst>
                                          <p:attrName>style.visibility</p:attrName>
                                        </p:attrNameLst>
                                      </p:cBhvr>
                                      <p:to>
                                        <p:strVal val="visible"/>
                                      </p:to>
                                    </p:set>
                                    <p:animEffect transition="in" filter="wipe(left)">
                                      <p:cBhvr>
                                        <p:cTn id="39" dur="500"/>
                                        <p:tgtEl>
                                          <p:spTgt spid="27"/>
                                        </p:tgtEl>
                                      </p:cBhvr>
                                    </p:animEffect>
                                  </p:childTnLst>
                                </p:cTn>
                              </p:par>
                              <p:par>
                                <p:cTn id="40" presetID="22" presetClass="entr" presetSubtype="8" fill="hold" nodeType="withEffect">
                                  <p:stCondLst>
                                    <p:cond delay="2000"/>
                                  </p:stCondLst>
                                  <p:childTnLst>
                                    <p:set>
                                      <p:cBhvr>
                                        <p:cTn id="41" dur="1" fill="hold">
                                          <p:stCondLst>
                                            <p:cond delay="0"/>
                                          </p:stCondLst>
                                        </p:cTn>
                                        <p:tgtEl>
                                          <p:spTgt spid="29"/>
                                        </p:tgtEl>
                                        <p:attrNameLst>
                                          <p:attrName>style.visibility</p:attrName>
                                        </p:attrNameLst>
                                      </p:cBhvr>
                                      <p:to>
                                        <p:strVal val="visible"/>
                                      </p:to>
                                    </p:set>
                                    <p:animEffect transition="in" filter="wipe(left)">
                                      <p:cBhvr>
                                        <p:cTn id="42" dur="500"/>
                                        <p:tgtEl>
                                          <p:spTgt spid="29"/>
                                        </p:tgtEl>
                                      </p:cBhvr>
                                    </p:animEffect>
                                  </p:childTnLst>
                                </p:cTn>
                              </p:par>
                              <p:par>
                                <p:cTn id="43" presetID="22" presetClass="entr" presetSubtype="1" fill="hold" nodeType="withEffect">
                                  <p:stCondLst>
                                    <p:cond delay="2100"/>
                                  </p:stCondLst>
                                  <p:childTnLst>
                                    <p:set>
                                      <p:cBhvr>
                                        <p:cTn id="44" dur="1" fill="hold">
                                          <p:stCondLst>
                                            <p:cond delay="0"/>
                                          </p:stCondLst>
                                        </p:cTn>
                                        <p:tgtEl>
                                          <p:spTgt spid="39"/>
                                        </p:tgtEl>
                                        <p:attrNameLst>
                                          <p:attrName>style.visibility</p:attrName>
                                        </p:attrNameLst>
                                      </p:cBhvr>
                                      <p:to>
                                        <p:strVal val="visible"/>
                                      </p:to>
                                    </p:set>
                                    <p:animEffect transition="in" filter="wipe(up)">
                                      <p:cBhvr>
                                        <p:cTn id="45" dur="500"/>
                                        <p:tgtEl>
                                          <p:spTgt spid="39"/>
                                        </p:tgtEl>
                                      </p:cBhvr>
                                    </p:animEffect>
                                  </p:childTnLst>
                                </p:cTn>
                              </p:par>
                              <p:par>
                                <p:cTn id="46" presetID="22" presetClass="entr" presetSubtype="8" fill="hold" nodeType="withEffect">
                                  <p:stCondLst>
                                    <p:cond delay="2600"/>
                                  </p:stCondLst>
                                  <p:childTnLst>
                                    <p:set>
                                      <p:cBhvr>
                                        <p:cTn id="47" dur="1" fill="hold">
                                          <p:stCondLst>
                                            <p:cond delay="0"/>
                                          </p:stCondLst>
                                        </p:cTn>
                                        <p:tgtEl>
                                          <p:spTgt spid="43"/>
                                        </p:tgtEl>
                                        <p:attrNameLst>
                                          <p:attrName>style.visibility</p:attrName>
                                        </p:attrNameLst>
                                      </p:cBhvr>
                                      <p:to>
                                        <p:strVal val="visible"/>
                                      </p:to>
                                    </p:set>
                                    <p:animEffect transition="in" filter="wipe(left)">
                                      <p:cBhvr>
                                        <p:cTn id="48" dur="500"/>
                                        <p:tgtEl>
                                          <p:spTgt spid="43"/>
                                        </p:tgtEl>
                                      </p:cBhvr>
                                    </p:animEffect>
                                  </p:childTnLst>
                                </p:cTn>
                              </p:par>
                              <p:par>
                                <p:cTn id="49" presetID="2" presetClass="entr" presetSubtype="2" decel="100000" fill="hold" nodeType="withEffect">
                                  <p:stCondLst>
                                    <p:cond delay="2700"/>
                                  </p:stCondLst>
                                  <p:childTnLst>
                                    <p:set>
                                      <p:cBhvr>
                                        <p:cTn id="50" dur="1" fill="hold">
                                          <p:stCondLst>
                                            <p:cond delay="0"/>
                                          </p:stCondLst>
                                        </p:cTn>
                                        <p:tgtEl>
                                          <p:spTgt spid="31"/>
                                        </p:tgtEl>
                                        <p:attrNameLst>
                                          <p:attrName>style.visibility</p:attrName>
                                        </p:attrNameLst>
                                      </p:cBhvr>
                                      <p:to>
                                        <p:strVal val="visible"/>
                                      </p:to>
                                    </p:set>
                                    <p:anim calcmode="lin" valueType="num">
                                      <p:cBhvr additive="base">
                                        <p:cTn id="51" dur="1000" fill="hold"/>
                                        <p:tgtEl>
                                          <p:spTgt spid="31"/>
                                        </p:tgtEl>
                                        <p:attrNameLst>
                                          <p:attrName>ppt_x</p:attrName>
                                        </p:attrNameLst>
                                      </p:cBhvr>
                                      <p:tavLst>
                                        <p:tav tm="0">
                                          <p:val>
                                            <p:strVal val="1+#ppt_w/2"/>
                                          </p:val>
                                        </p:tav>
                                        <p:tav tm="100000">
                                          <p:val>
                                            <p:strVal val="#ppt_x"/>
                                          </p:val>
                                        </p:tav>
                                      </p:tavLst>
                                    </p:anim>
                                    <p:anim calcmode="lin" valueType="num">
                                      <p:cBhvr additive="base">
                                        <p:cTn id="52" dur="1000" fill="hold"/>
                                        <p:tgtEl>
                                          <p:spTgt spid="31"/>
                                        </p:tgtEl>
                                        <p:attrNameLst>
                                          <p:attrName>ppt_y</p:attrName>
                                        </p:attrNameLst>
                                      </p:cBhvr>
                                      <p:tavLst>
                                        <p:tav tm="0">
                                          <p:val>
                                            <p:strVal val="#ppt_y"/>
                                          </p:val>
                                        </p:tav>
                                        <p:tav tm="100000">
                                          <p:val>
                                            <p:strVal val="#ppt_y"/>
                                          </p:val>
                                        </p:tav>
                                      </p:tavLst>
                                    </p:anim>
                                  </p:childTnLst>
                                </p:cTn>
                              </p:par>
                              <p:par>
                                <p:cTn id="53" presetID="2" presetClass="entr" presetSubtype="2" decel="100000" fill="hold" nodeType="withEffect">
                                  <p:stCondLst>
                                    <p:cond delay="3100"/>
                                  </p:stCondLst>
                                  <p:childTnLst>
                                    <p:set>
                                      <p:cBhvr>
                                        <p:cTn id="54" dur="1" fill="hold">
                                          <p:stCondLst>
                                            <p:cond delay="0"/>
                                          </p:stCondLst>
                                        </p:cTn>
                                        <p:tgtEl>
                                          <p:spTgt spid="36"/>
                                        </p:tgtEl>
                                        <p:attrNameLst>
                                          <p:attrName>style.visibility</p:attrName>
                                        </p:attrNameLst>
                                      </p:cBhvr>
                                      <p:to>
                                        <p:strVal val="visible"/>
                                      </p:to>
                                    </p:set>
                                    <p:anim calcmode="lin" valueType="num">
                                      <p:cBhvr additive="base">
                                        <p:cTn id="55" dur="1000" fill="hold"/>
                                        <p:tgtEl>
                                          <p:spTgt spid="36"/>
                                        </p:tgtEl>
                                        <p:attrNameLst>
                                          <p:attrName>ppt_x</p:attrName>
                                        </p:attrNameLst>
                                      </p:cBhvr>
                                      <p:tavLst>
                                        <p:tav tm="0">
                                          <p:val>
                                            <p:strVal val="1+#ppt_w/2"/>
                                          </p:val>
                                        </p:tav>
                                        <p:tav tm="100000">
                                          <p:val>
                                            <p:strVal val="#ppt_x"/>
                                          </p:val>
                                        </p:tav>
                                      </p:tavLst>
                                    </p:anim>
                                    <p:anim calcmode="lin" valueType="num">
                                      <p:cBhvr additive="base">
                                        <p:cTn id="56" dur="1000" fill="hold"/>
                                        <p:tgtEl>
                                          <p:spTgt spid="36"/>
                                        </p:tgtEl>
                                        <p:attrNameLst>
                                          <p:attrName>ppt_y</p:attrName>
                                        </p:attrNameLst>
                                      </p:cBhvr>
                                      <p:tavLst>
                                        <p:tav tm="0">
                                          <p:val>
                                            <p:strVal val="#ppt_y"/>
                                          </p:val>
                                        </p:tav>
                                        <p:tav tm="100000">
                                          <p:val>
                                            <p:strVal val="#ppt_y"/>
                                          </p:val>
                                        </p:tav>
                                      </p:tavLst>
                                    </p:anim>
                                  </p:childTnLst>
                                </p:cTn>
                              </p:par>
                              <p:par>
                                <p:cTn id="57" presetID="22" presetClass="entr" presetSubtype="8" fill="hold" nodeType="withEffect">
                                  <p:stCondLst>
                                    <p:cond delay="3700"/>
                                  </p:stCondLst>
                                  <p:childTnLst>
                                    <p:set>
                                      <p:cBhvr>
                                        <p:cTn id="58" dur="1" fill="hold">
                                          <p:stCondLst>
                                            <p:cond delay="0"/>
                                          </p:stCondLst>
                                        </p:cTn>
                                        <p:tgtEl>
                                          <p:spTgt spid="47"/>
                                        </p:tgtEl>
                                        <p:attrNameLst>
                                          <p:attrName>style.visibility</p:attrName>
                                        </p:attrNameLst>
                                      </p:cBhvr>
                                      <p:to>
                                        <p:strVal val="visible"/>
                                      </p:to>
                                    </p:set>
                                    <p:animEffect transition="in" filter="wipe(left)">
                                      <p:cBhvr>
                                        <p:cTn id="59" dur="500"/>
                                        <p:tgtEl>
                                          <p:spTgt spid="47"/>
                                        </p:tgtEl>
                                      </p:cBhvr>
                                    </p:animEffect>
                                  </p:childTnLst>
                                </p:cTn>
                              </p:par>
                              <p:par>
                                <p:cTn id="60" presetID="2" presetClass="entr" presetSubtype="2" decel="100000" fill="hold" nodeType="withEffect">
                                  <p:stCondLst>
                                    <p:cond delay="3900"/>
                                  </p:stCondLst>
                                  <p:childTnLst>
                                    <p:set>
                                      <p:cBhvr>
                                        <p:cTn id="61" dur="1" fill="hold">
                                          <p:stCondLst>
                                            <p:cond delay="0"/>
                                          </p:stCondLst>
                                        </p:cTn>
                                        <p:tgtEl>
                                          <p:spTgt spid="50"/>
                                        </p:tgtEl>
                                        <p:attrNameLst>
                                          <p:attrName>style.visibility</p:attrName>
                                        </p:attrNameLst>
                                      </p:cBhvr>
                                      <p:to>
                                        <p:strVal val="visible"/>
                                      </p:to>
                                    </p:set>
                                    <p:anim calcmode="lin" valueType="num">
                                      <p:cBhvr additive="base">
                                        <p:cTn id="62" dur="1000" fill="hold"/>
                                        <p:tgtEl>
                                          <p:spTgt spid="50"/>
                                        </p:tgtEl>
                                        <p:attrNameLst>
                                          <p:attrName>ppt_x</p:attrName>
                                        </p:attrNameLst>
                                      </p:cBhvr>
                                      <p:tavLst>
                                        <p:tav tm="0">
                                          <p:val>
                                            <p:strVal val="1+#ppt_w/2"/>
                                          </p:val>
                                        </p:tav>
                                        <p:tav tm="100000">
                                          <p:val>
                                            <p:strVal val="#ppt_x"/>
                                          </p:val>
                                        </p:tav>
                                      </p:tavLst>
                                    </p:anim>
                                    <p:anim calcmode="lin" valueType="num">
                                      <p:cBhvr additive="base">
                                        <p:cTn id="63" dur="1000" fill="hold"/>
                                        <p:tgtEl>
                                          <p:spTgt spid="50"/>
                                        </p:tgtEl>
                                        <p:attrNameLst>
                                          <p:attrName>ppt_y</p:attrName>
                                        </p:attrNameLst>
                                      </p:cBhvr>
                                      <p:tavLst>
                                        <p:tav tm="0">
                                          <p:val>
                                            <p:strVal val="#ppt_y"/>
                                          </p:val>
                                        </p:tav>
                                        <p:tav tm="100000">
                                          <p:val>
                                            <p:strVal val="#ppt_y"/>
                                          </p:val>
                                        </p:tav>
                                      </p:tavLst>
                                    </p:anim>
                                  </p:childTnLst>
                                </p:cTn>
                              </p:par>
                              <p:par>
                                <p:cTn id="64" presetID="2" presetClass="entr" presetSubtype="2" decel="100000" fill="hold" nodeType="withEffect">
                                  <p:stCondLst>
                                    <p:cond delay="4000"/>
                                  </p:stCondLst>
                                  <p:childTnLst>
                                    <p:set>
                                      <p:cBhvr>
                                        <p:cTn id="65" dur="1" fill="hold">
                                          <p:stCondLst>
                                            <p:cond delay="0"/>
                                          </p:stCondLst>
                                        </p:cTn>
                                        <p:tgtEl>
                                          <p:spTgt spid="53"/>
                                        </p:tgtEl>
                                        <p:attrNameLst>
                                          <p:attrName>style.visibility</p:attrName>
                                        </p:attrNameLst>
                                      </p:cBhvr>
                                      <p:to>
                                        <p:strVal val="visible"/>
                                      </p:to>
                                    </p:set>
                                    <p:anim calcmode="lin" valueType="num">
                                      <p:cBhvr additive="base">
                                        <p:cTn id="66" dur="1000" fill="hold"/>
                                        <p:tgtEl>
                                          <p:spTgt spid="53"/>
                                        </p:tgtEl>
                                        <p:attrNameLst>
                                          <p:attrName>ppt_x</p:attrName>
                                        </p:attrNameLst>
                                      </p:cBhvr>
                                      <p:tavLst>
                                        <p:tav tm="0">
                                          <p:val>
                                            <p:strVal val="1+#ppt_w/2"/>
                                          </p:val>
                                        </p:tav>
                                        <p:tav tm="100000">
                                          <p:val>
                                            <p:strVal val="#ppt_x"/>
                                          </p:val>
                                        </p:tav>
                                      </p:tavLst>
                                    </p:anim>
                                    <p:anim calcmode="lin" valueType="num">
                                      <p:cBhvr additive="base">
                                        <p:cTn id="67" dur="1000" fill="hold"/>
                                        <p:tgtEl>
                                          <p:spTgt spid="53"/>
                                        </p:tgtEl>
                                        <p:attrNameLst>
                                          <p:attrName>ppt_y</p:attrName>
                                        </p:attrNameLst>
                                      </p:cBhvr>
                                      <p:tavLst>
                                        <p:tav tm="0">
                                          <p:val>
                                            <p:strVal val="#ppt_y"/>
                                          </p:val>
                                        </p:tav>
                                        <p:tav tm="100000">
                                          <p:val>
                                            <p:strVal val="#ppt_y"/>
                                          </p:val>
                                        </p:tav>
                                      </p:tavLst>
                                    </p:anim>
                                  </p:childTnLst>
                                </p:cTn>
                              </p:par>
                              <p:par>
                                <p:cTn id="68" presetID="2" presetClass="entr" presetSubtype="2" decel="100000" fill="hold" nodeType="withEffect">
                                  <p:stCondLst>
                                    <p:cond delay="4100"/>
                                  </p:stCondLst>
                                  <p:childTnLst>
                                    <p:set>
                                      <p:cBhvr>
                                        <p:cTn id="69" dur="1" fill="hold">
                                          <p:stCondLst>
                                            <p:cond delay="0"/>
                                          </p:stCondLst>
                                        </p:cTn>
                                        <p:tgtEl>
                                          <p:spTgt spid="78"/>
                                        </p:tgtEl>
                                        <p:attrNameLst>
                                          <p:attrName>style.visibility</p:attrName>
                                        </p:attrNameLst>
                                      </p:cBhvr>
                                      <p:to>
                                        <p:strVal val="visible"/>
                                      </p:to>
                                    </p:set>
                                    <p:anim calcmode="lin" valueType="num">
                                      <p:cBhvr additive="base">
                                        <p:cTn id="70" dur="1000" fill="hold"/>
                                        <p:tgtEl>
                                          <p:spTgt spid="78"/>
                                        </p:tgtEl>
                                        <p:attrNameLst>
                                          <p:attrName>ppt_x</p:attrName>
                                        </p:attrNameLst>
                                      </p:cBhvr>
                                      <p:tavLst>
                                        <p:tav tm="0">
                                          <p:val>
                                            <p:strVal val="1+#ppt_w/2"/>
                                          </p:val>
                                        </p:tav>
                                        <p:tav tm="100000">
                                          <p:val>
                                            <p:strVal val="#ppt_x"/>
                                          </p:val>
                                        </p:tav>
                                      </p:tavLst>
                                    </p:anim>
                                    <p:anim calcmode="lin" valueType="num">
                                      <p:cBhvr additive="base">
                                        <p:cTn id="71" dur="1000" fill="hold"/>
                                        <p:tgtEl>
                                          <p:spTgt spid="78"/>
                                        </p:tgtEl>
                                        <p:attrNameLst>
                                          <p:attrName>ppt_y</p:attrName>
                                        </p:attrNameLst>
                                      </p:cBhvr>
                                      <p:tavLst>
                                        <p:tav tm="0">
                                          <p:val>
                                            <p:strVal val="#ppt_y"/>
                                          </p:val>
                                        </p:tav>
                                        <p:tav tm="100000">
                                          <p:val>
                                            <p:strVal val="#ppt_y"/>
                                          </p:val>
                                        </p:tav>
                                      </p:tavLst>
                                    </p:anim>
                                  </p:childTnLst>
                                </p:cTn>
                              </p:par>
                              <p:par>
                                <p:cTn id="72" presetID="22" presetClass="entr" presetSubtype="1" fill="hold" nodeType="withEffect">
                                  <p:stCondLst>
                                    <p:cond delay="4200"/>
                                  </p:stCondLst>
                                  <p:childTnLst>
                                    <p:set>
                                      <p:cBhvr>
                                        <p:cTn id="73" dur="1" fill="hold">
                                          <p:stCondLst>
                                            <p:cond delay="0"/>
                                          </p:stCondLst>
                                        </p:cTn>
                                        <p:tgtEl>
                                          <p:spTgt spid="56"/>
                                        </p:tgtEl>
                                        <p:attrNameLst>
                                          <p:attrName>style.visibility</p:attrName>
                                        </p:attrNameLst>
                                      </p:cBhvr>
                                      <p:to>
                                        <p:strVal val="visible"/>
                                      </p:to>
                                    </p:set>
                                    <p:animEffect transition="in" filter="wipe(up)">
                                      <p:cBhvr>
                                        <p:cTn id="74" dur="500"/>
                                        <p:tgtEl>
                                          <p:spTgt spid="56"/>
                                        </p:tgtEl>
                                      </p:cBhvr>
                                    </p:animEffect>
                                  </p:childTnLst>
                                </p:cTn>
                              </p:par>
                              <p:par>
                                <p:cTn id="75" presetID="22" presetClass="entr" presetSubtype="8" fill="hold" nodeType="withEffect">
                                  <p:stCondLst>
                                    <p:cond delay="4500"/>
                                  </p:stCondLst>
                                  <p:childTnLst>
                                    <p:set>
                                      <p:cBhvr>
                                        <p:cTn id="76" dur="1" fill="hold">
                                          <p:stCondLst>
                                            <p:cond delay="0"/>
                                          </p:stCondLst>
                                        </p:cTn>
                                        <p:tgtEl>
                                          <p:spTgt spid="57"/>
                                        </p:tgtEl>
                                        <p:attrNameLst>
                                          <p:attrName>style.visibility</p:attrName>
                                        </p:attrNameLst>
                                      </p:cBhvr>
                                      <p:to>
                                        <p:strVal val="visible"/>
                                      </p:to>
                                    </p:set>
                                    <p:animEffect transition="in" filter="wipe(left)">
                                      <p:cBhvr>
                                        <p:cTn id="77" dur="500"/>
                                        <p:tgtEl>
                                          <p:spTgt spid="57"/>
                                        </p:tgtEl>
                                      </p:cBhvr>
                                    </p:animEffect>
                                  </p:childTnLst>
                                </p:cTn>
                              </p:par>
                              <p:par>
                                <p:cTn id="78" presetID="22" presetClass="entr" presetSubtype="8" fill="hold" nodeType="withEffect">
                                  <p:stCondLst>
                                    <p:cond delay="4600"/>
                                  </p:stCondLst>
                                  <p:childTnLst>
                                    <p:set>
                                      <p:cBhvr>
                                        <p:cTn id="79" dur="1" fill="hold">
                                          <p:stCondLst>
                                            <p:cond delay="0"/>
                                          </p:stCondLst>
                                        </p:cTn>
                                        <p:tgtEl>
                                          <p:spTgt spid="81"/>
                                        </p:tgtEl>
                                        <p:attrNameLst>
                                          <p:attrName>style.visibility</p:attrName>
                                        </p:attrNameLst>
                                      </p:cBhvr>
                                      <p:to>
                                        <p:strVal val="visible"/>
                                      </p:to>
                                    </p:set>
                                    <p:animEffect transition="in" filter="wipe(left)">
                                      <p:cBhvr>
                                        <p:cTn id="80" dur="500"/>
                                        <p:tgtEl>
                                          <p:spTgt spid="81"/>
                                        </p:tgtEl>
                                      </p:cBhvr>
                                    </p:animEffect>
                                  </p:childTnLst>
                                </p:cTn>
                              </p:par>
                              <p:par>
                                <p:cTn id="81" presetID="22" presetClass="entr" presetSubtype="8" fill="hold" nodeType="withEffect">
                                  <p:stCondLst>
                                    <p:cond delay="4700"/>
                                  </p:stCondLst>
                                  <p:childTnLst>
                                    <p:set>
                                      <p:cBhvr>
                                        <p:cTn id="82" dur="1" fill="hold">
                                          <p:stCondLst>
                                            <p:cond delay="0"/>
                                          </p:stCondLst>
                                        </p:cTn>
                                        <p:tgtEl>
                                          <p:spTgt spid="63"/>
                                        </p:tgtEl>
                                        <p:attrNameLst>
                                          <p:attrName>style.visibility</p:attrName>
                                        </p:attrNameLst>
                                      </p:cBhvr>
                                      <p:to>
                                        <p:strVal val="visible"/>
                                      </p:to>
                                    </p:set>
                                    <p:animEffect transition="in" filter="wipe(left)">
                                      <p:cBhvr>
                                        <p:cTn id="83" dur="500"/>
                                        <p:tgtEl>
                                          <p:spTgt spid="63"/>
                                        </p:tgtEl>
                                      </p:cBhvr>
                                    </p:animEffect>
                                  </p:childTnLst>
                                </p:cTn>
                              </p:par>
                              <p:par>
                                <p:cTn id="84" presetID="22" presetClass="entr" presetSubtype="1" fill="hold" nodeType="withEffect">
                                  <p:stCondLst>
                                    <p:cond delay="4800"/>
                                  </p:stCondLst>
                                  <p:childTnLst>
                                    <p:set>
                                      <p:cBhvr>
                                        <p:cTn id="85" dur="1" fill="hold">
                                          <p:stCondLst>
                                            <p:cond delay="0"/>
                                          </p:stCondLst>
                                        </p:cTn>
                                        <p:tgtEl>
                                          <p:spTgt spid="69"/>
                                        </p:tgtEl>
                                        <p:attrNameLst>
                                          <p:attrName>style.visibility</p:attrName>
                                        </p:attrNameLst>
                                      </p:cBhvr>
                                      <p:to>
                                        <p:strVal val="visible"/>
                                      </p:to>
                                    </p:set>
                                    <p:animEffect transition="in" filter="wipe(up)">
                                      <p:cBhvr>
                                        <p:cTn id="86" dur="500"/>
                                        <p:tgtEl>
                                          <p:spTgt spid="69"/>
                                        </p:tgtEl>
                                      </p:cBhvr>
                                    </p:animEffect>
                                  </p:childTnLst>
                                </p:cTn>
                              </p:par>
                              <p:par>
                                <p:cTn id="87" presetID="22" presetClass="entr" presetSubtype="8" fill="hold" nodeType="withEffect">
                                  <p:stCondLst>
                                    <p:cond delay="4900"/>
                                  </p:stCondLst>
                                  <p:childTnLst>
                                    <p:set>
                                      <p:cBhvr>
                                        <p:cTn id="88" dur="1" fill="hold">
                                          <p:stCondLst>
                                            <p:cond delay="0"/>
                                          </p:stCondLst>
                                        </p:cTn>
                                        <p:tgtEl>
                                          <p:spTgt spid="70"/>
                                        </p:tgtEl>
                                        <p:attrNameLst>
                                          <p:attrName>style.visibility</p:attrName>
                                        </p:attrNameLst>
                                      </p:cBhvr>
                                      <p:to>
                                        <p:strVal val="visible"/>
                                      </p:to>
                                    </p:set>
                                    <p:animEffect transition="in" filter="wipe(left)">
                                      <p:cBhvr>
                                        <p:cTn id="89" dur="500"/>
                                        <p:tgtEl>
                                          <p:spTgt spid="70"/>
                                        </p:tgtEl>
                                      </p:cBhvr>
                                    </p:animEffect>
                                  </p:childTnLst>
                                </p:cTn>
                              </p:par>
                              <p:par>
                                <p:cTn id="90" presetID="2" presetClass="entr" presetSubtype="2" decel="100000" fill="hold" nodeType="withEffect">
                                  <p:stCondLst>
                                    <p:cond delay="5100"/>
                                  </p:stCondLst>
                                  <p:childTnLst>
                                    <p:set>
                                      <p:cBhvr>
                                        <p:cTn id="91" dur="1" fill="hold">
                                          <p:stCondLst>
                                            <p:cond delay="0"/>
                                          </p:stCondLst>
                                        </p:cTn>
                                        <p:tgtEl>
                                          <p:spTgt spid="67"/>
                                        </p:tgtEl>
                                        <p:attrNameLst>
                                          <p:attrName>style.visibility</p:attrName>
                                        </p:attrNameLst>
                                      </p:cBhvr>
                                      <p:to>
                                        <p:strVal val="visible"/>
                                      </p:to>
                                    </p:set>
                                    <p:anim calcmode="lin" valueType="num">
                                      <p:cBhvr additive="base">
                                        <p:cTn id="92" dur="1000" fill="hold"/>
                                        <p:tgtEl>
                                          <p:spTgt spid="67"/>
                                        </p:tgtEl>
                                        <p:attrNameLst>
                                          <p:attrName>ppt_x</p:attrName>
                                        </p:attrNameLst>
                                      </p:cBhvr>
                                      <p:tavLst>
                                        <p:tav tm="0">
                                          <p:val>
                                            <p:strVal val="1+#ppt_w/2"/>
                                          </p:val>
                                        </p:tav>
                                        <p:tav tm="100000">
                                          <p:val>
                                            <p:strVal val="#ppt_x"/>
                                          </p:val>
                                        </p:tav>
                                      </p:tavLst>
                                    </p:anim>
                                    <p:anim calcmode="lin" valueType="num">
                                      <p:cBhvr additive="base">
                                        <p:cTn id="93" dur="1000" fill="hold"/>
                                        <p:tgtEl>
                                          <p:spTgt spid="67"/>
                                        </p:tgtEl>
                                        <p:attrNameLst>
                                          <p:attrName>ppt_y</p:attrName>
                                        </p:attrNameLst>
                                      </p:cBhvr>
                                      <p:tavLst>
                                        <p:tav tm="0">
                                          <p:val>
                                            <p:strVal val="#ppt_y"/>
                                          </p:val>
                                        </p:tav>
                                        <p:tav tm="100000">
                                          <p:val>
                                            <p:strVal val="#ppt_y"/>
                                          </p:val>
                                        </p:tav>
                                      </p:tavLst>
                                    </p:anim>
                                  </p:childTnLst>
                                </p:cTn>
                              </p:par>
                              <p:par>
                                <p:cTn id="94" presetID="2" presetClass="entr" presetSubtype="2" decel="100000" fill="hold" nodeType="withEffect">
                                  <p:stCondLst>
                                    <p:cond delay="5200"/>
                                  </p:stCondLst>
                                  <p:childTnLst>
                                    <p:set>
                                      <p:cBhvr>
                                        <p:cTn id="95" dur="1" fill="hold">
                                          <p:stCondLst>
                                            <p:cond delay="0"/>
                                          </p:stCondLst>
                                        </p:cTn>
                                        <p:tgtEl>
                                          <p:spTgt spid="68"/>
                                        </p:tgtEl>
                                        <p:attrNameLst>
                                          <p:attrName>style.visibility</p:attrName>
                                        </p:attrNameLst>
                                      </p:cBhvr>
                                      <p:to>
                                        <p:strVal val="visible"/>
                                      </p:to>
                                    </p:set>
                                    <p:anim calcmode="lin" valueType="num">
                                      <p:cBhvr additive="base">
                                        <p:cTn id="96" dur="1000" fill="hold"/>
                                        <p:tgtEl>
                                          <p:spTgt spid="68"/>
                                        </p:tgtEl>
                                        <p:attrNameLst>
                                          <p:attrName>ppt_x</p:attrName>
                                        </p:attrNameLst>
                                      </p:cBhvr>
                                      <p:tavLst>
                                        <p:tav tm="0">
                                          <p:val>
                                            <p:strVal val="1+#ppt_w/2"/>
                                          </p:val>
                                        </p:tav>
                                        <p:tav tm="100000">
                                          <p:val>
                                            <p:strVal val="#ppt_x"/>
                                          </p:val>
                                        </p:tav>
                                      </p:tavLst>
                                    </p:anim>
                                    <p:anim calcmode="lin" valueType="num">
                                      <p:cBhvr additive="base">
                                        <p:cTn id="97" dur="1000" fill="hold"/>
                                        <p:tgtEl>
                                          <p:spTgt spid="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7" name="Group 66">
            <a:extLst>
              <a:ext uri="{FF2B5EF4-FFF2-40B4-BE49-F238E27FC236}">
                <a16:creationId xmlns:a16="http://schemas.microsoft.com/office/drawing/2014/main" id="{A07816DA-D06F-427B-A548-F7CC05A67FDA}"/>
              </a:ext>
            </a:extLst>
          </p:cNvPr>
          <p:cNvGrpSpPr/>
          <p:nvPr/>
        </p:nvGrpSpPr>
        <p:grpSpPr>
          <a:xfrm>
            <a:off x="6955042" y="3824784"/>
            <a:ext cx="2286752" cy="659671"/>
            <a:chOff x="3067291" y="3565002"/>
            <a:chExt cx="4145394" cy="1319514"/>
          </a:xfrm>
        </p:grpSpPr>
        <p:sp>
          <p:nvSpPr>
            <p:cNvPr id="73" name="Rectangle: Rounded Corners 72">
              <a:extLst>
                <a:ext uri="{FF2B5EF4-FFF2-40B4-BE49-F238E27FC236}">
                  <a16:creationId xmlns:a16="http://schemas.microsoft.com/office/drawing/2014/main" id="{9523D54B-0641-4F27-A015-165F034A5534}"/>
                </a:ext>
              </a:extLst>
            </p:cNvPr>
            <p:cNvSpPr/>
            <p:nvPr/>
          </p:nvSpPr>
          <p:spPr>
            <a:xfrm>
              <a:off x="3067291" y="3565002"/>
              <a:ext cx="3573716" cy="1319514"/>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74" name="TextBox 73">
              <a:extLst>
                <a:ext uri="{FF2B5EF4-FFF2-40B4-BE49-F238E27FC236}">
                  <a16:creationId xmlns:a16="http://schemas.microsoft.com/office/drawing/2014/main" id="{DA6DA246-23DF-4E50-B13A-41597486E08F}"/>
                </a:ext>
              </a:extLst>
            </p:cNvPr>
            <p:cNvSpPr txBox="1"/>
            <p:nvPr/>
          </p:nvSpPr>
          <p:spPr>
            <a:xfrm>
              <a:off x="3434499" y="3809980"/>
              <a:ext cx="3778186" cy="829566"/>
            </a:xfrm>
            <a:prstGeom prst="rect">
              <a:avLst/>
            </a:prstGeom>
            <a:noFill/>
          </p:spPr>
          <p:txBody>
            <a:bodyPr wrap="none" rtlCol="0" anchor="ctr">
              <a:spAutoFit/>
            </a:bodyPr>
            <a:lstStyle/>
            <a:p>
              <a:pPr defTabSz="228554">
                <a:lnSpc>
                  <a:spcPct val="150000"/>
                </a:lnSpc>
                <a:defRPr/>
              </a:pPr>
              <a:r>
                <a:rPr lang="vi-VN" sz="1600" b="1" dirty="0">
                  <a:solidFill>
                    <a:srgbClr val="172144"/>
                  </a:solidFill>
                  <a:latin typeface="Century Gothic"/>
                </a:rPr>
                <a:t>VTCB 2 </a:t>
              </a:r>
              <a:r>
                <a:rPr lang="vi-VN" sz="1600" b="1" dirty="0">
                  <a:solidFill>
                    <a:srgbClr val="3BC8F1"/>
                  </a:solidFill>
                  <a:latin typeface="Century Gothic"/>
                </a:rPr>
                <a:t>Motor 1</a:t>
              </a:r>
              <a:endParaRPr lang="en-US" sz="1600" dirty="0">
                <a:solidFill>
                  <a:srgbClr val="3BC8F1"/>
                </a:solidFill>
                <a:latin typeface="Century Gothic"/>
              </a:endParaRPr>
            </a:p>
          </p:txBody>
        </p:sp>
      </p:grpSp>
      <p:grpSp>
        <p:nvGrpSpPr>
          <p:cNvPr id="68" name="Group 67">
            <a:extLst>
              <a:ext uri="{FF2B5EF4-FFF2-40B4-BE49-F238E27FC236}">
                <a16:creationId xmlns:a16="http://schemas.microsoft.com/office/drawing/2014/main" id="{C2626161-6728-4947-BDED-BC39A98B016A}"/>
              </a:ext>
            </a:extLst>
          </p:cNvPr>
          <p:cNvGrpSpPr/>
          <p:nvPr/>
        </p:nvGrpSpPr>
        <p:grpSpPr>
          <a:xfrm>
            <a:off x="4324365" y="4768019"/>
            <a:ext cx="1656564" cy="659671"/>
            <a:chOff x="3067290" y="3565002"/>
            <a:chExt cx="4040390" cy="1319514"/>
          </a:xfrm>
        </p:grpSpPr>
        <p:sp>
          <p:nvSpPr>
            <p:cNvPr id="71" name="Rectangle: Rounded Corners 70">
              <a:extLst>
                <a:ext uri="{FF2B5EF4-FFF2-40B4-BE49-F238E27FC236}">
                  <a16:creationId xmlns:a16="http://schemas.microsoft.com/office/drawing/2014/main" id="{5876E971-06FC-416F-A08B-4D2BFD4D17E9}"/>
                </a:ext>
              </a:extLst>
            </p:cNvPr>
            <p:cNvSpPr/>
            <p:nvPr/>
          </p:nvSpPr>
          <p:spPr>
            <a:xfrm>
              <a:off x="3067290" y="3565002"/>
              <a:ext cx="4040390" cy="1319514"/>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72" name="TextBox 71">
              <a:extLst>
                <a:ext uri="{FF2B5EF4-FFF2-40B4-BE49-F238E27FC236}">
                  <a16:creationId xmlns:a16="http://schemas.microsoft.com/office/drawing/2014/main" id="{4AC7091E-32BE-48DF-8348-213716C3B2C4}"/>
                </a:ext>
              </a:extLst>
            </p:cNvPr>
            <p:cNvSpPr txBox="1"/>
            <p:nvPr/>
          </p:nvSpPr>
          <p:spPr>
            <a:xfrm>
              <a:off x="3277458" y="3659882"/>
              <a:ext cx="3795067" cy="828284"/>
            </a:xfrm>
            <a:prstGeom prst="rect">
              <a:avLst/>
            </a:prstGeom>
            <a:noFill/>
          </p:spPr>
          <p:txBody>
            <a:bodyPr wrap="none" rtlCol="0" anchor="ctr">
              <a:spAutoFit/>
            </a:bodyPr>
            <a:lstStyle/>
            <a:p>
              <a:pPr defTabSz="228554">
                <a:lnSpc>
                  <a:spcPct val="150000"/>
                </a:lnSpc>
                <a:defRPr/>
              </a:pPr>
              <a:r>
                <a:rPr lang="vi-VN" sz="1400" b="1" dirty="0">
                  <a:solidFill>
                    <a:srgbClr val="172144"/>
                  </a:solidFill>
                  <a:latin typeface="Century Gothic"/>
                </a:rPr>
                <a:t>TIME_</a:t>
              </a:r>
              <a:r>
                <a:rPr lang="vi-VN" sz="1600" b="1" dirty="0">
                  <a:solidFill>
                    <a:srgbClr val="172144"/>
                  </a:solidFill>
                  <a:latin typeface="Century Gothic"/>
                </a:rPr>
                <a:t>AMOUNT</a:t>
              </a:r>
              <a:r>
                <a:rPr lang="vi-VN" sz="1400" b="1" dirty="0">
                  <a:solidFill>
                    <a:srgbClr val="172144"/>
                  </a:solidFill>
                  <a:latin typeface="Century Gothic"/>
                </a:rPr>
                <a:t> </a:t>
              </a:r>
              <a:endParaRPr lang="en-US" sz="1400" dirty="0">
                <a:solidFill>
                  <a:srgbClr val="3BC8F1"/>
                </a:solidFill>
                <a:latin typeface="Century Gothic"/>
              </a:endParaRPr>
            </a:p>
          </p:txBody>
        </p:sp>
      </p:grpSp>
      <p:cxnSp>
        <p:nvCxnSpPr>
          <p:cNvPr id="69" name="Straight Connector 68">
            <a:extLst>
              <a:ext uri="{FF2B5EF4-FFF2-40B4-BE49-F238E27FC236}">
                <a16:creationId xmlns:a16="http://schemas.microsoft.com/office/drawing/2014/main" id="{941176C8-A06C-4880-A3FD-063FAC511447}"/>
              </a:ext>
            </a:extLst>
          </p:cNvPr>
          <p:cNvCxnSpPr>
            <a:cxnSpLocks/>
          </p:cNvCxnSpPr>
          <p:nvPr/>
        </p:nvCxnSpPr>
        <p:spPr>
          <a:xfrm>
            <a:off x="3932511" y="3385635"/>
            <a:ext cx="0" cy="1681993"/>
          </a:xfrm>
          <a:prstGeom prst="line">
            <a:avLst/>
          </a:prstGeom>
          <a:ln w="25400" cap="rnd">
            <a:solidFill>
              <a:schemeClr val="accent2"/>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B878CC4F-316F-4497-9CE5-411D27D022F7}"/>
              </a:ext>
            </a:extLst>
          </p:cNvPr>
          <p:cNvGrpSpPr/>
          <p:nvPr/>
        </p:nvGrpSpPr>
        <p:grpSpPr>
          <a:xfrm>
            <a:off x="6955041" y="3099165"/>
            <a:ext cx="1670603" cy="659671"/>
            <a:chOff x="3067291" y="3565002"/>
            <a:chExt cx="3203834" cy="1319514"/>
          </a:xfrm>
        </p:grpSpPr>
        <p:sp>
          <p:nvSpPr>
            <p:cNvPr id="51" name="Rectangle: Rounded Corners 50">
              <a:extLst>
                <a:ext uri="{FF2B5EF4-FFF2-40B4-BE49-F238E27FC236}">
                  <a16:creationId xmlns:a16="http://schemas.microsoft.com/office/drawing/2014/main" id="{7F5E2093-B845-494B-820E-F6F26AE9CC6A}"/>
                </a:ext>
              </a:extLst>
            </p:cNvPr>
            <p:cNvSpPr/>
            <p:nvPr/>
          </p:nvSpPr>
          <p:spPr>
            <a:xfrm>
              <a:off x="3067291" y="3565002"/>
              <a:ext cx="2859770" cy="1319514"/>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52" name="TextBox 51">
              <a:extLst>
                <a:ext uri="{FF2B5EF4-FFF2-40B4-BE49-F238E27FC236}">
                  <a16:creationId xmlns:a16="http://schemas.microsoft.com/office/drawing/2014/main" id="{AB080163-F4F3-47AA-B2C7-2E64D74877B1}"/>
                </a:ext>
              </a:extLst>
            </p:cNvPr>
            <p:cNvSpPr txBox="1"/>
            <p:nvPr/>
          </p:nvSpPr>
          <p:spPr>
            <a:xfrm>
              <a:off x="3166580" y="3716500"/>
              <a:ext cx="3104545" cy="843034"/>
            </a:xfrm>
            <a:prstGeom prst="rect">
              <a:avLst/>
            </a:prstGeom>
            <a:noFill/>
          </p:spPr>
          <p:txBody>
            <a:bodyPr wrap="none" rtlCol="0" anchor="ctr">
              <a:spAutoFit/>
            </a:bodyPr>
            <a:lstStyle/>
            <a:p>
              <a:pPr defTabSz="228554">
                <a:lnSpc>
                  <a:spcPct val="150000"/>
                </a:lnSpc>
                <a:defRPr/>
              </a:pPr>
              <a:r>
                <a:rPr lang="vi-VN" sz="1600" b="1" dirty="0">
                  <a:solidFill>
                    <a:srgbClr val="172144"/>
                  </a:solidFill>
                  <a:latin typeface="Century Gothic"/>
                </a:rPr>
                <a:t>VTCB 1 </a:t>
              </a:r>
              <a:r>
                <a:rPr lang="vi-VN" sz="1600" b="1" dirty="0">
                  <a:solidFill>
                    <a:srgbClr val="40D492"/>
                  </a:solidFill>
                  <a:latin typeface="Century Gothic"/>
                </a:rPr>
                <a:t>Đỉnh</a:t>
              </a:r>
              <a:endParaRPr lang="en-US" sz="1600" dirty="0">
                <a:solidFill>
                  <a:srgbClr val="40D492"/>
                </a:solidFill>
                <a:latin typeface="Century Gothic"/>
              </a:endParaRPr>
            </a:p>
          </p:txBody>
        </p:sp>
      </p:grpSp>
      <p:grpSp>
        <p:nvGrpSpPr>
          <p:cNvPr id="53" name="Group 52">
            <a:extLst>
              <a:ext uri="{FF2B5EF4-FFF2-40B4-BE49-F238E27FC236}">
                <a16:creationId xmlns:a16="http://schemas.microsoft.com/office/drawing/2014/main" id="{4BF883F5-7F8D-4119-9E8C-0FBD7505BAD2}"/>
              </a:ext>
            </a:extLst>
          </p:cNvPr>
          <p:cNvGrpSpPr/>
          <p:nvPr/>
        </p:nvGrpSpPr>
        <p:grpSpPr>
          <a:xfrm>
            <a:off x="6955041" y="5344989"/>
            <a:ext cx="1937658" cy="659671"/>
            <a:chOff x="-2099259" y="4349714"/>
            <a:chExt cx="4377826" cy="1319514"/>
          </a:xfrm>
        </p:grpSpPr>
        <p:sp>
          <p:nvSpPr>
            <p:cNvPr id="54" name="Rectangle: Rounded Corners 53">
              <a:extLst>
                <a:ext uri="{FF2B5EF4-FFF2-40B4-BE49-F238E27FC236}">
                  <a16:creationId xmlns:a16="http://schemas.microsoft.com/office/drawing/2014/main" id="{92F9B0F4-5CAD-4FC0-A797-B3B4D147889B}"/>
                </a:ext>
              </a:extLst>
            </p:cNvPr>
            <p:cNvSpPr/>
            <p:nvPr/>
          </p:nvSpPr>
          <p:spPr>
            <a:xfrm>
              <a:off x="-2099259" y="4349714"/>
              <a:ext cx="4377826" cy="1319514"/>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55" name="TextBox 54">
              <a:extLst>
                <a:ext uri="{FF2B5EF4-FFF2-40B4-BE49-F238E27FC236}">
                  <a16:creationId xmlns:a16="http://schemas.microsoft.com/office/drawing/2014/main" id="{AB006DF3-588B-4E79-BC3E-62594561E6B1}"/>
                </a:ext>
              </a:extLst>
            </p:cNvPr>
            <p:cNvSpPr txBox="1"/>
            <p:nvPr/>
          </p:nvSpPr>
          <p:spPr>
            <a:xfrm>
              <a:off x="-1811564" y="4677849"/>
              <a:ext cx="3778186" cy="829566"/>
            </a:xfrm>
            <a:prstGeom prst="rect">
              <a:avLst/>
            </a:prstGeom>
            <a:noFill/>
          </p:spPr>
          <p:txBody>
            <a:bodyPr wrap="none" rtlCol="0" anchor="ctr">
              <a:spAutoFit/>
            </a:bodyPr>
            <a:lstStyle/>
            <a:p>
              <a:pPr defTabSz="228554">
                <a:lnSpc>
                  <a:spcPct val="150000"/>
                </a:lnSpc>
                <a:defRPr/>
              </a:pPr>
              <a:r>
                <a:rPr lang="vi-VN" sz="1600" b="1" dirty="0">
                  <a:solidFill>
                    <a:srgbClr val="172144"/>
                  </a:solidFill>
                  <a:latin typeface="Century Gothic"/>
                </a:rPr>
                <a:t>VTCB 4 </a:t>
              </a:r>
              <a:r>
                <a:rPr lang="vi-VN" sz="1600" b="1" dirty="0">
                  <a:solidFill>
                    <a:schemeClr val="accent1"/>
                  </a:solidFill>
                  <a:latin typeface="Century Gothic"/>
                </a:rPr>
                <a:t>Motor 3</a:t>
              </a:r>
              <a:endParaRPr lang="en-US" sz="1600" dirty="0">
                <a:solidFill>
                  <a:schemeClr val="accent1"/>
                </a:solidFill>
                <a:latin typeface="Century Gothic"/>
              </a:endParaRPr>
            </a:p>
          </p:txBody>
        </p:sp>
      </p:grpSp>
      <p:cxnSp>
        <p:nvCxnSpPr>
          <p:cNvPr id="56" name="Straight Connector 55">
            <a:extLst>
              <a:ext uri="{FF2B5EF4-FFF2-40B4-BE49-F238E27FC236}">
                <a16:creationId xmlns:a16="http://schemas.microsoft.com/office/drawing/2014/main" id="{EF5B5FE8-BE3E-4301-93D6-98C84602C177}"/>
              </a:ext>
            </a:extLst>
          </p:cNvPr>
          <p:cNvCxnSpPr>
            <a:cxnSpLocks/>
          </p:cNvCxnSpPr>
          <p:nvPr/>
        </p:nvCxnSpPr>
        <p:spPr>
          <a:xfrm>
            <a:off x="6621814" y="3429000"/>
            <a:ext cx="0" cy="2245824"/>
          </a:xfrm>
          <a:prstGeom prst="line">
            <a:avLst/>
          </a:prstGeom>
          <a:ln w="25400" cap="rnd">
            <a:solidFill>
              <a:schemeClr val="accent2"/>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6970EC64-1410-439C-AE32-4F6596196B29}"/>
              </a:ext>
            </a:extLst>
          </p:cNvPr>
          <p:cNvCxnSpPr>
            <a:cxnSpLocks/>
            <a:endCxn id="54" idx="3"/>
          </p:cNvCxnSpPr>
          <p:nvPr/>
        </p:nvCxnSpPr>
        <p:spPr>
          <a:xfrm flipH="1" flipV="1">
            <a:off x="8892699" y="5674825"/>
            <a:ext cx="514399" cy="1"/>
          </a:xfrm>
          <a:prstGeom prst="line">
            <a:avLst/>
          </a:prstGeom>
          <a:ln w="25400" cap="rnd">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2F828E2D-533D-4748-90F4-2AB089B95400}"/>
              </a:ext>
            </a:extLst>
          </p:cNvPr>
          <p:cNvGrpSpPr/>
          <p:nvPr/>
        </p:nvGrpSpPr>
        <p:grpSpPr>
          <a:xfrm>
            <a:off x="9000828" y="2263002"/>
            <a:ext cx="1876615" cy="659671"/>
            <a:chOff x="3067291" y="3565002"/>
            <a:chExt cx="2859770" cy="1319514"/>
          </a:xfrm>
        </p:grpSpPr>
        <p:sp>
          <p:nvSpPr>
            <p:cNvPr id="32" name="Rectangle: Rounded Corners 31">
              <a:extLst>
                <a:ext uri="{FF2B5EF4-FFF2-40B4-BE49-F238E27FC236}">
                  <a16:creationId xmlns:a16="http://schemas.microsoft.com/office/drawing/2014/main" id="{536B9A4C-99BF-4F91-A37C-7B8A8E0EC670}"/>
                </a:ext>
              </a:extLst>
            </p:cNvPr>
            <p:cNvSpPr/>
            <p:nvPr/>
          </p:nvSpPr>
          <p:spPr>
            <a:xfrm>
              <a:off x="3067291" y="3565002"/>
              <a:ext cx="2859770" cy="1319514"/>
            </a:xfrm>
            <a:prstGeom prst="roundRect">
              <a:avLst>
                <a:gd name="adj" fmla="val 6861"/>
              </a:avLst>
            </a:prstGeom>
            <a:solidFill>
              <a:schemeClr val="tx1">
                <a:lumMod val="90000"/>
                <a:lumOff val="10000"/>
              </a:schemeClr>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14" tIns="22857" rIns="45714" bIns="22857" numCol="1" spcCol="0" rtlCol="0" fromWordArt="0" anchor="ctr" anchorCtr="0" forceAA="0" compatLnSpc="1">
              <a:prstTxWarp prst="textNoShape">
                <a:avLst/>
              </a:prstTxWarp>
              <a:noAutofit/>
            </a:bodyPr>
            <a:lstStyle/>
            <a:p>
              <a:pPr algn="ctr" defTabSz="228554">
                <a:defRPr/>
              </a:pPr>
              <a:endParaRPr lang="en-US" sz="900">
                <a:solidFill>
                  <a:srgbClr val="FFFFFF"/>
                </a:solidFill>
                <a:latin typeface="Calibri"/>
              </a:endParaRPr>
            </a:p>
          </p:txBody>
        </p:sp>
        <p:sp>
          <p:nvSpPr>
            <p:cNvPr id="33" name="TextBox 32">
              <a:extLst>
                <a:ext uri="{FF2B5EF4-FFF2-40B4-BE49-F238E27FC236}">
                  <a16:creationId xmlns:a16="http://schemas.microsoft.com/office/drawing/2014/main" id="{920045E2-0B30-46E4-94EB-AADC2DB9582F}"/>
                </a:ext>
              </a:extLst>
            </p:cNvPr>
            <p:cNvSpPr txBox="1"/>
            <p:nvPr/>
          </p:nvSpPr>
          <p:spPr>
            <a:xfrm>
              <a:off x="3434499" y="3786121"/>
              <a:ext cx="2389561" cy="877278"/>
            </a:xfrm>
            <a:prstGeom prst="rect">
              <a:avLst/>
            </a:prstGeom>
            <a:noFill/>
          </p:spPr>
          <p:txBody>
            <a:bodyPr wrap="none" rtlCol="0" anchor="ctr">
              <a:spAutoFit/>
            </a:bodyPr>
            <a:lstStyle/>
            <a:p>
              <a:pPr defTabSz="228554">
                <a:lnSpc>
                  <a:spcPct val="150000"/>
                </a:lnSpc>
                <a:defRPr/>
              </a:pPr>
              <a:r>
                <a:rPr lang="en-US" sz="900" b="1" dirty="0" err="1">
                  <a:solidFill>
                    <a:srgbClr val="FFFFFF"/>
                  </a:solidFill>
                  <a:latin typeface="Century Gothic"/>
                </a:rPr>
                <a:t>Acount</a:t>
              </a:r>
              <a:endParaRPr lang="en-US" sz="900" b="1" dirty="0">
                <a:solidFill>
                  <a:srgbClr val="FFFFFF"/>
                </a:solidFill>
                <a:latin typeface="Century Gothic"/>
              </a:endParaRPr>
            </a:p>
            <a:p>
              <a:pPr defTabSz="228554">
                <a:defRPr/>
              </a:pPr>
              <a:r>
                <a:rPr lang="en-US" sz="900" dirty="0">
                  <a:solidFill>
                    <a:srgbClr val="FA3585"/>
                  </a:solidFill>
                  <a:latin typeface="Century Gothic"/>
                </a:rPr>
                <a:t>Vestibulum non ex ligula.</a:t>
              </a:r>
            </a:p>
          </p:txBody>
        </p:sp>
      </p:grpSp>
      <p:cxnSp>
        <p:nvCxnSpPr>
          <p:cNvPr id="6" name="Straight Connector 5">
            <a:extLst>
              <a:ext uri="{FF2B5EF4-FFF2-40B4-BE49-F238E27FC236}">
                <a16:creationId xmlns:a16="http://schemas.microsoft.com/office/drawing/2014/main" id="{5004D5DF-0729-4C33-98FA-0198415D1DE2}"/>
              </a:ext>
            </a:extLst>
          </p:cNvPr>
          <p:cNvCxnSpPr>
            <a:cxnSpLocks/>
          </p:cNvCxnSpPr>
          <p:nvPr/>
        </p:nvCxnSpPr>
        <p:spPr>
          <a:xfrm>
            <a:off x="1477029" y="2007040"/>
            <a:ext cx="0" cy="3090815"/>
          </a:xfrm>
          <a:prstGeom prst="line">
            <a:avLst/>
          </a:prstGeom>
          <a:ln w="25400" cap="rnd">
            <a:solidFill>
              <a:schemeClr val="accent2"/>
            </a:solidFill>
            <a:headEnd type="oval" w="lg" len="lg"/>
            <a:tailEnd type="none" w="lg" len="lg"/>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AB46054F-47D7-475F-B00E-5F5B46B34472}"/>
              </a:ext>
            </a:extLst>
          </p:cNvPr>
          <p:cNvGrpSpPr/>
          <p:nvPr/>
        </p:nvGrpSpPr>
        <p:grpSpPr>
          <a:xfrm>
            <a:off x="1685570" y="2263002"/>
            <a:ext cx="2067004" cy="659671"/>
            <a:chOff x="3067292" y="3565002"/>
            <a:chExt cx="1868675" cy="1319514"/>
          </a:xfrm>
        </p:grpSpPr>
        <p:sp>
          <p:nvSpPr>
            <p:cNvPr id="8" name="Rectangle: Rounded Corners 7">
              <a:extLst>
                <a:ext uri="{FF2B5EF4-FFF2-40B4-BE49-F238E27FC236}">
                  <a16:creationId xmlns:a16="http://schemas.microsoft.com/office/drawing/2014/main" id="{3537AF37-4F0B-489E-9EE9-579671ACF2ED}"/>
                </a:ext>
              </a:extLst>
            </p:cNvPr>
            <p:cNvSpPr/>
            <p:nvPr/>
          </p:nvSpPr>
          <p:spPr>
            <a:xfrm>
              <a:off x="3067292" y="3565002"/>
              <a:ext cx="1799905" cy="1319514"/>
            </a:xfrm>
            <a:prstGeom prst="roundRect">
              <a:avLst>
                <a:gd name="adj" fmla="val 6861"/>
              </a:avLst>
            </a:prstGeom>
            <a:solidFill>
              <a:schemeClr val="tx1">
                <a:lumMod val="90000"/>
                <a:lumOff val="10000"/>
              </a:schemeClr>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9" name="TextBox 8">
              <a:extLst>
                <a:ext uri="{FF2B5EF4-FFF2-40B4-BE49-F238E27FC236}">
                  <a16:creationId xmlns:a16="http://schemas.microsoft.com/office/drawing/2014/main" id="{47BADCAF-68FE-47C8-B129-5826D0B9F516}"/>
                </a:ext>
              </a:extLst>
            </p:cNvPr>
            <p:cNvSpPr txBox="1"/>
            <p:nvPr/>
          </p:nvSpPr>
          <p:spPr>
            <a:xfrm>
              <a:off x="3126441" y="3902290"/>
              <a:ext cx="1809526" cy="677197"/>
            </a:xfrm>
            <a:prstGeom prst="rect">
              <a:avLst/>
            </a:prstGeom>
            <a:noFill/>
          </p:spPr>
          <p:txBody>
            <a:bodyPr wrap="square" rtlCol="0" anchor="ctr">
              <a:spAutoFit/>
            </a:bodyPr>
            <a:lstStyle/>
            <a:p>
              <a:pPr defTabSz="228554">
                <a:defRPr/>
              </a:pPr>
              <a:r>
                <a:rPr lang="vi-VN" sz="1600" b="1" dirty="0">
                  <a:solidFill>
                    <a:srgbClr val="FFFFFF"/>
                  </a:solidFill>
                  <a:latin typeface="Century Gothic"/>
                </a:rPr>
                <a:t>calibrated </a:t>
              </a:r>
              <a:r>
                <a:rPr lang="vi-VN" sz="1600" b="1" dirty="0">
                  <a:solidFill>
                    <a:schemeClr val="accent1"/>
                  </a:solidFill>
                  <a:latin typeface="Century Gothic"/>
                </a:rPr>
                <a:t>= true</a:t>
              </a:r>
              <a:r>
                <a:rPr lang="vi-VN" sz="1600" b="1" dirty="0">
                  <a:solidFill>
                    <a:srgbClr val="FFFFFF"/>
                  </a:solidFill>
                  <a:latin typeface="Century Gothic"/>
                </a:rPr>
                <a:t> </a:t>
              </a:r>
              <a:endParaRPr lang="en-US" sz="1600" dirty="0">
                <a:solidFill>
                  <a:srgbClr val="FA3585"/>
                </a:solidFill>
                <a:latin typeface="Century Gothic"/>
              </a:endParaRPr>
            </a:p>
          </p:txBody>
        </p:sp>
      </p:grpSp>
      <p:cxnSp>
        <p:nvCxnSpPr>
          <p:cNvPr id="10" name="Straight Connector 9">
            <a:extLst>
              <a:ext uri="{FF2B5EF4-FFF2-40B4-BE49-F238E27FC236}">
                <a16:creationId xmlns:a16="http://schemas.microsoft.com/office/drawing/2014/main" id="{3150167A-BA1B-43DF-8666-FC26AAB81A6C}"/>
              </a:ext>
            </a:extLst>
          </p:cNvPr>
          <p:cNvCxnSpPr>
            <a:cxnSpLocks/>
          </p:cNvCxnSpPr>
          <p:nvPr/>
        </p:nvCxnSpPr>
        <p:spPr>
          <a:xfrm>
            <a:off x="1477029" y="2592838"/>
            <a:ext cx="208542" cy="0"/>
          </a:xfrm>
          <a:prstGeom prst="line">
            <a:avLst/>
          </a:prstGeom>
          <a:ln w="25400">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4632A570-2C6A-488A-9844-9B74CB909F99}"/>
              </a:ext>
            </a:extLst>
          </p:cNvPr>
          <p:cNvGrpSpPr/>
          <p:nvPr/>
        </p:nvGrpSpPr>
        <p:grpSpPr>
          <a:xfrm>
            <a:off x="1303656" y="1430309"/>
            <a:ext cx="2043175" cy="660648"/>
            <a:chOff x="3067291" y="3565002"/>
            <a:chExt cx="3113590" cy="1321469"/>
          </a:xfrm>
        </p:grpSpPr>
        <p:sp>
          <p:nvSpPr>
            <p:cNvPr id="12" name="Rectangle: Rounded Corners 11">
              <a:extLst>
                <a:ext uri="{FF2B5EF4-FFF2-40B4-BE49-F238E27FC236}">
                  <a16:creationId xmlns:a16="http://schemas.microsoft.com/office/drawing/2014/main" id="{52CAA82F-EA88-4A5D-BF52-5EBD6331A8DE}"/>
                </a:ext>
              </a:extLst>
            </p:cNvPr>
            <p:cNvSpPr/>
            <p:nvPr/>
          </p:nvSpPr>
          <p:spPr>
            <a:xfrm>
              <a:off x="3067291" y="3565002"/>
              <a:ext cx="3113590" cy="1319514"/>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13" name="TextBox 12">
              <a:extLst>
                <a:ext uri="{FF2B5EF4-FFF2-40B4-BE49-F238E27FC236}">
                  <a16:creationId xmlns:a16="http://schemas.microsoft.com/office/drawing/2014/main" id="{A84BA305-D69F-4F6E-A88A-80C5263E1ABF}"/>
                </a:ext>
              </a:extLst>
            </p:cNvPr>
            <p:cNvSpPr txBox="1"/>
            <p:nvPr/>
          </p:nvSpPr>
          <p:spPr>
            <a:xfrm>
              <a:off x="3331494" y="3593640"/>
              <a:ext cx="2804420" cy="1292831"/>
            </a:xfrm>
            <a:prstGeom prst="rect">
              <a:avLst/>
            </a:prstGeom>
            <a:noFill/>
          </p:spPr>
          <p:txBody>
            <a:bodyPr wrap="square" rtlCol="0" anchor="ctr">
              <a:spAutoFit/>
            </a:bodyPr>
            <a:lstStyle/>
            <a:p>
              <a:pPr defTabSz="228554">
                <a:defRPr/>
              </a:pPr>
              <a:r>
                <a:rPr lang="vi-VN" b="1" dirty="0">
                  <a:solidFill>
                    <a:srgbClr val="172144"/>
                  </a:solidFill>
                  <a:latin typeface="Bahnschrift" panose="020B0502040204020203" pitchFamily="34" charset="0"/>
                </a:rPr>
                <a:t>Lưu các vị trí cân bằng</a:t>
              </a:r>
              <a:endParaRPr lang="en-US" b="1" dirty="0">
                <a:solidFill>
                  <a:srgbClr val="3BC8F1"/>
                </a:solidFill>
                <a:latin typeface="Bahnschrift" panose="020B0502040204020203" pitchFamily="34" charset="0"/>
              </a:endParaRPr>
            </a:p>
          </p:txBody>
        </p:sp>
      </p:grpSp>
      <p:grpSp>
        <p:nvGrpSpPr>
          <p:cNvPr id="14" name="Group 13">
            <a:extLst>
              <a:ext uri="{FF2B5EF4-FFF2-40B4-BE49-F238E27FC236}">
                <a16:creationId xmlns:a16="http://schemas.microsoft.com/office/drawing/2014/main" id="{B2617279-6008-4184-9AA2-BC9B7B310DB6}"/>
              </a:ext>
            </a:extLst>
          </p:cNvPr>
          <p:cNvGrpSpPr/>
          <p:nvPr/>
        </p:nvGrpSpPr>
        <p:grpSpPr>
          <a:xfrm>
            <a:off x="1685572" y="3099165"/>
            <a:ext cx="1918581" cy="659671"/>
            <a:chOff x="3067291" y="3565002"/>
            <a:chExt cx="2923721" cy="1319514"/>
          </a:xfrm>
        </p:grpSpPr>
        <p:sp>
          <p:nvSpPr>
            <p:cNvPr id="15" name="Rectangle: Rounded Corners 14">
              <a:extLst>
                <a:ext uri="{FF2B5EF4-FFF2-40B4-BE49-F238E27FC236}">
                  <a16:creationId xmlns:a16="http://schemas.microsoft.com/office/drawing/2014/main" id="{5F88FDEF-F4E5-46DE-A246-E4EED4DF17E5}"/>
                </a:ext>
              </a:extLst>
            </p:cNvPr>
            <p:cNvSpPr/>
            <p:nvPr/>
          </p:nvSpPr>
          <p:spPr>
            <a:xfrm>
              <a:off x="3067291" y="3565002"/>
              <a:ext cx="2923721" cy="1319514"/>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16" name="TextBox 15">
              <a:extLst>
                <a:ext uri="{FF2B5EF4-FFF2-40B4-BE49-F238E27FC236}">
                  <a16:creationId xmlns:a16="http://schemas.microsoft.com/office/drawing/2014/main" id="{6F504E51-4C81-4CA3-ABAB-FD85C34506F4}"/>
                </a:ext>
              </a:extLst>
            </p:cNvPr>
            <p:cNvSpPr txBox="1"/>
            <p:nvPr/>
          </p:nvSpPr>
          <p:spPr>
            <a:xfrm>
              <a:off x="3286598" y="3886162"/>
              <a:ext cx="2433725" cy="677196"/>
            </a:xfrm>
            <a:prstGeom prst="rect">
              <a:avLst/>
            </a:prstGeom>
            <a:noFill/>
          </p:spPr>
          <p:txBody>
            <a:bodyPr wrap="none" rtlCol="0" anchor="ctr">
              <a:spAutoFit/>
            </a:bodyPr>
            <a:lstStyle/>
            <a:p>
              <a:pPr defTabSz="228554">
                <a:defRPr/>
              </a:pPr>
              <a:r>
                <a:rPr lang="vi-VN" sz="1600" dirty="0">
                  <a:solidFill>
                    <a:srgbClr val="40D492"/>
                  </a:solidFill>
                  <a:latin typeface="Calibri"/>
                </a:rPr>
                <a:t>calibrating = true</a:t>
              </a:r>
              <a:endParaRPr lang="en-US" sz="1600" dirty="0">
                <a:solidFill>
                  <a:srgbClr val="40D492"/>
                </a:solidFill>
                <a:latin typeface="Calibri"/>
              </a:endParaRPr>
            </a:p>
          </p:txBody>
        </p:sp>
      </p:grpSp>
      <p:cxnSp>
        <p:nvCxnSpPr>
          <p:cNvPr id="17" name="Straight Connector 16">
            <a:extLst>
              <a:ext uri="{FF2B5EF4-FFF2-40B4-BE49-F238E27FC236}">
                <a16:creationId xmlns:a16="http://schemas.microsoft.com/office/drawing/2014/main" id="{0EFA6D24-F883-4C59-9136-51841AE76488}"/>
              </a:ext>
            </a:extLst>
          </p:cNvPr>
          <p:cNvCxnSpPr>
            <a:cxnSpLocks/>
          </p:cNvCxnSpPr>
          <p:nvPr/>
        </p:nvCxnSpPr>
        <p:spPr>
          <a:xfrm>
            <a:off x="1477029" y="3429000"/>
            <a:ext cx="208542" cy="0"/>
          </a:xfrm>
          <a:prstGeom prst="line">
            <a:avLst/>
          </a:prstGeom>
          <a:ln w="25400">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F0D236D6-E6F0-468D-932D-D277C36F7B63}"/>
              </a:ext>
            </a:extLst>
          </p:cNvPr>
          <p:cNvGrpSpPr/>
          <p:nvPr/>
        </p:nvGrpSpPr>
        <p:grpSpPr>
          <a:xfrm>
            <a:off x="4307693" y="3824784"/>
            <a:ext cx="1686487" cy="659671"/>
            <a:chOff x="3067291" y="3565002"/>
            <a:chExt cx="2923721" cy="1319514"/>
          </a:xfrm>
        </p:grpSpPr>
        <p:sp>
          <p:nvSpPr>
            <p:cNvPr id="19" name="Rectangle: Rounded Corners 18">
              <a:extLst>
                <a:ext uri="{FF2B5EF4-FFF2-40B4-BE49-F238E27FC236}">
                  <a16:creationId xmlns:a16="http://schemas.microsoft.com/office/drawing/2014/main" id="{E8378DB2-CEA2-4FFD-9CA5-12F620706CF1}"/>
                </a:ext>
              </a:extLst>
            </p:cNvPr>
            <p:cNvSpPr/>
            <p:nvPr/>
          </p:nvSpPr>
          <p:spPr>
            <a:xfrm>
              <a:off x="3067291" y="3565002"/>
              <a:ext cx="2923721" cy="1319514"/>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20" name="TextBox 19">
              <a:extLst>
                <a:ext uri="{FF2B5EF4-FFF2-40B4-BE49-F238E27FC236}">
                  <a16:creationId xmlns:a16="http://schemas.microsoft.com/office/drawing/2014/main" id="{84F1AF6A-BD02-4AD4-A4E4-9C6CE0483A34}"/>
                </a:ext>
              </a:extLst>
            </p:cNvPr>
            <p:cNvSpPr txBox="1"/>
            <p:nvPr/>
          </p:nvSpPr>
          <p:spPr>
            <a:xfrm>
              <a:off x="3434655" y="3565002"/>
              <a:ext cx="2040336" cy="1031698"/>
            </a:xfrm>
            <a:prstGeom prst="rect">
              <a:avLst/>
            </a:prstGeom>
            <a:noFill/>
          </p:spPr>
          <p:txBody>
            <a:bodyPr wrap="none" rtlCol="0" anchor="ctr">
              <a:spAutoFit/>
            </a:bodyPr>
            <a:lstStyle/>
            <a:p>
              <a:pPr defTabSz="228554">
                <a:lnSpc>
                  <a:spcPct val="200000"/>
                </a:lnSpc>
                <a:defRPr/>
              </a:pPr>
              <a:r>
                <a:rPr lang="vi-VN" sz="1600" b="1" dirty="0">
                  <a:solidFill>
                    <a:srgbClr val="172144"/>
                  </a:solidFill>
                  <a:latin typeface="Calibri"/>
                </a:rPr>
                <a:t>POS </a:t>
              </a:r>
              <a:r>
                <a:rPr lang="vi-VN" sz="1600" b="1" dirty="0">
                  <a:solidFill>
                    <a:schemeClr val="accent1"/>
                  </a:solidFill>
                  <a:latin typeface="Calibri"/>
                </a:rPr>
                <a:t>= TRUE</a:t>
              </a:r>
              <a:endParaRPr lang="en-US" sz="1600" dirty="0">
                <a:solidFill>
                  <a:schemeClr val="accent1"/>
                </a:solidFill>
                <a:latin typeface="Calibri"/>
              </a:endParaRPr>
            </a:p>
          </p:txBody>
        </p:sp>
      </p:grpSp>
      <p:cxnSp>
        <p:nvCxnSpPr>
          <p:cNvPr id="21" name="Straight Connector 20">
            <a:extLst>
              <a:ext uri="{FF2B5EF4-FFF2-40B4-BE49-F238E27FC236}">
                <a16:creationId xmlns:a16="http://schemas.microsoft.com/office/drawing/2014/main" id="{1DE710AF-CAFF-436A-9213-05AE8E5207A3}"/>
              </a:ext>
            </a:extLst>
          </p:cNvPr>
          <p:cNvCxnSpPr>
            <a:cxnSpLocks/>
          </p:cNvCxnSpPr>
          <p:nvPr/>
        </p:nvCxnSpPr>
        <p:spPr>
          <a:xfrm>
            <a:off x="3932511" y="4154620"/>
            <a:ext cx="375181" cy="0"/>
          </a:xfrm>
          <a:prstGeom prst="line">
            <a:avLst/>
          </a:prstGeom>
          <a:ln w="25400" cap="rnd">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81DFD41-352D-4010-B5B3-68B4614B6688}"/>
              </a:ext>
            </a:extLst>
          </p:cNvPr>
          <p:cNvSpPr txBox="1"/>
          <p:nvPr/>
        </p:nvSpPr>
        <p:spPr>
          <a:xfrm>
            <a:off x="1265842" y="607869"/>
            <a:ext cx="2043175" cy="707886"/>
          </a:xfrm>
          <a:prstGeom prst="rect">
            <a:avLst/>
          </a:prstGeom>
          <a:noFill/>
        </p:spPr>
        <p:txBody>
          <a:bodyPr wrap="square" rtlCol="0" anchor="ctr">
            <a:spAutoFit/>
          </a:bodyPr>
          <a:lstStyle/>
          <a:p>
            <a:pPr defTabSz="228554">
              <a:defRPr/>
            </a:pPr>
            <a:r>
              <a:rPr lang="en-US" sz="2000" b="1" dirty="0">
                <a:solidFill>
                  <a:srgbClr val="172144"/>
                </a:solidFill>
                <a:latin typeface="Century Gothic"/>
              </a:rPr>
              <a:t>Level </a:t>
            </a:r>
            <a:r>
              <a:rPr lang="vi-VN" sz="2000" b="1" dirty="0">
                <a:solidFill>
                  <a:srgbClr val="172144"/>
                </a:solidFill>
                <a:latin typeface="Century Gothic"/>
              </a:rPr>
              <a:t>2</a:t>
            </a:r>
            <a:endParaRPr lang="en-US" sz="2000" b="1" dirty="0">
              <a:solidFill>
                <a:srgbClr val="172144"/>
              </a:solidFill>
              <a:latin typeface="Century Gothic"/>
            </a:endParaRPr>
          </a:p>
          <a:p>
            <a:pPr defTabSz="228554">
              <a:defRPr/>
            </a:pPr>
            <a:r>
              <a:rPr lang="vi-VN" sz="2000" b="1" dirty="0">
                <a:solidFill>
                  <a:srgbClr val="6070FF"/>
                </a:solidFill>
                <a:latin typeface="Century Gothic"/>
              </a:rPr>
              <a:t>RECORDS</a:t>
            </a:r>
            <a:endParaRPr lang="en-US" sz="2000" b="1" dirty="0">
              <a:solidFill>
                <a:srgbClr val="6070FF"/>
              </a:solidFill>
              <a:latin typeface="Century Gothic"/>
            </a:endParaRPr>
          </a:p>
        </p:txBody>
      </p:sp>
      <p:grpSp>
        <p:nvGrpSpPr>
          <p:cNvPr id="24" name="Group 23">
            <a:extLst>
              <a:ext uri="{FF2B5EF4-FFF2-40B4-BE49-F238E27FC236}">
                <a16:creationId xmlns:a16="http://schemas.microsoft.com/office/drawing/2014/main" id="{BBD5A3E3-ACF0-4E92-9151-F7E795EFF0F1}"/>
              </a:ext>
            </a:extLst>
          </p:cNvPr>
          <p:cNvGrpSpPr/>
          <p:nvPr/>
        </p:nvGrpSpPr>
        <p:grpSpPr>
          <a:xfrm>
            <a:off x="1660343" y="4778006"/>
            <a:ext cx="1686487" cy="659671"/>
            <a:chOff x="-1338396" y="4171567"/>
            <a:chExt cx="2923721" cy="1319514"/>
          </a:xfrm>
        </p:grpSpPr>
        <p:sp>
          <p:nvSpPr>
            <p:cNvPr id="25" name="Rectangle: Rounded Corners 24">
              <a:extLst>
                <a:ext uri="{FF2B5EF4-FFF2-40B4-BE49-F238E27FC236}">
                  <a16:creationId xmlns:a16="http://schemas.microsoft.com/office/drawing/2014/main" id="{1E16812D-0F15-42F6-8CF6-E2484F9B3E47}"/>
                </a:ext>
              </a:extLst>
            </p:cNvPr>
            <p:cNvSpPr/>
            <p:nvPr/>
          </p:nvSpPr>
          <p:spPr>
            <a:xfrm>
              <a:off x="-1338396" y="4171567"/>
              <a:ext cx="2923721" cy="1319514"/>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26" name="TextBox 25">
              <a:extLst>
                <a:ext uri="{FF2B5EF4-FFF2-40B4-BE49-F238E27FC236}">
                  <a16:creationId xmlns:a16="http://schemas.microsoft.com/office/drawing/2014/main" id="{BC0D4E68-757E-43D2-988C-4355D07F72A9}"/>
                </a:ext>
              </a:extLst>
            </p:cNvPr>
            <p:cNvSpPr txBox="1"/>
            <p:nvPr/>
          </p:nvSpPr>
          <p:spPr>
            <a:xfrm>
              <a:off x="-1184789" y="4246471"/>
              <a:ext cx="1937736" cy="1169702"/>
            </a:xfrm>
            <a:prstGeom prst="rect">
              <a:avLst/>
            </a:prstGeom>
            <a:noFill/>
          </p:spPr>
          <p:txBody>
            <a:bodyPr wrap="none" rtlCol="0" anchor="ctr">
              <a:spAutoFit/>
            </a:bodyPr>
            <a:lstStyle/>
            <a:p>
              <a:pPr defTabSz="228554">
                <a:defRPr/>
              </a:pPr>
              <a:r>
                <a:rPr lang="vi-VN" sz="1600" dirty="0">
                  <a:solidFill>
                    <a:srgbClr val="FA3585"/>
                  </a:solidFill>
                  <a:latin typeface="Calibri"/>
                </a:rPr>
                <a:t>!calibrated</a:t>
              </a:r>
            </a:p>
            <a:p>
              <a:pPr defTabSz="228554">
                <a:defRPr/>
              </a:pPr>
              <a:r>
                <a:rPr lang="vi-VN" sz="1600" dirty="0">
                  <a:solidFill>
                    <a:srgbClr val="FA3585"/>
                  </a:solidFill>
                  <a:latin typeface="Calibri"/>
                </a:rPr>
                <a:t>!calibrating</a:t>
              </a:r>
              <a:endParaRPr lang="en-US" sz="1600" dirty="0">
                <a:solidFill>
                  <a:srgbClr val="FA3585"/>
                </a:solidFill>
                <a:latin typeface="Calibri"/>
              </a:endParaRPr>
            </a:p>
          </p:txBody>
        </p:sp>
      </p:grpSp>
      <p:cxnSp>
        <p:nvCxnSpPr>
          <p:cNvPr id="27" name="Straight Connector 26">
            <a:extLst>
              <a:ext uri="{FF2B5EF4-FFF2-40B4-BE49-F238E27FC236}">
                <a16:creationId xmlns:a16="http://schemas.microsoft.com/office/drawing/2014/main" id="{E1DCA9D7-B988-4F30-B046-1E794F2DB9D7}"/>
              </a:ext>
            </a:extLst>
          </p:cNvPr>
          <p:cNvCxnSpPr>
            <a:cxnSpLocks/>
          </p:cNvCxnSpPr>
          <p:nvPr/>
        </p:nvCxnSpPr>
        <p:spPr>
          <a:xfrm>
            <a:off x="1477029" y="5097855"/>
            <a:ext cx="183314" cy="0"/>
          </a:xfrm>
          <a:prstGeom prst="line">
            <a:avLst/>
          </a:prstGeom>
          <a:ln w="25400" cap="rnd">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4ED78CD-959E-41B3-9D62-CD87F6177257}"/>
              </a:ext>
            </a:extLst>
          </p:cNvPr>
          <p:cNvCxnSpPr>
            <a:cxnSpLocks/>
            <a:stCxn id="8" idx="3"/>
            <a:endCxn id="32" idx="1"/>
          </p:cNvCxnSpPr>
          <p:nvPr/>
        </p:nvCxnSpPr>
        <p:spPr>
          <a:xfrm>
            <a:off x="3676505" y="2592838"/>
            <a:ext cx="5324323" cy="0"/>
          </a:xfrm>
          <a:prstGeom prst="line">
            <a:avLst/>
          </a:prstGeom>
          <a:ln w="25400">
            <a:solidFill>
              <a:schemeClr val="accent2"/>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7CE5F973-E38C-4739-89CF-0D2035B685DF}"/>
              </a:ext>
            </a:extLst>
          </p:cNvPr>
          <p:cNvGrpSpPr/>
          <p:nvPr/>
        </p:nvGrpSpPr>
        <p:grpSpPr>
          <a:xfrm>
            <a:off x="9908443" y="4336754"/>
            <a:ext cx="1578908" cy="659671"/>
            <a:chOff x="3067291" y="3565002"/>
            <a:chExt cx="3483590" cy="1319514"/>
          </a:xfrm>
        </p:grpSpPr>
        <p:sp>
          <p:nvSpPr>
            <p:cNvPr id="37" name="Rectangle: Rounded Corners 36">
              <a:extLst>
                <a:ext uri="{FF2B5EF4-FFF2-40B4-BE49-F238E27FC236}">
                  <a16:creationId xmlns:a16="http://schemas.microsoft.com/office/drawing/2014/main" id="{1211E81E-97E6-4EC2-8E6A-9BDC189BBB0D}"/>
                </a:ext>
              </a:extLst>
            </p:cNvPr>
            <p:cNvSpPr/>
            <p:nvPr/>
          </p:nvSpPr>
          <p:spPr>
            <a:xfrm>
              <a:off x="3067291" y="3565002"/>
              <a:ext cx="2859770" cy="1319514"/>
            </a:xfrm>
            <a:prstGeom prst="roundRect">
              <a:avLst>
                <a:gd name="adj" fmla="val 6861"/>
              </a:avLst>
            </a:prstGeom>
            <a:solidFill>
              <a:schemeClr val="tx1">
                <a:lumMod val="90000"/>
                <a:lumOff val="10000"/>
              </a:schemeClr>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14" tIns="22857" rIns="45714" bIns="22857" numCol="1" spcCol="0" rtlCol="0" fromWordArt="0" anchor="ctr" anchorCtr="0" forceAA="0" compatLnSpc="1">
              <a:prstTxWarp prst="textNoShape">
                <a:avLst/>
              </a:prstTxWarp>
              <a:noAutofit/>
            </a:bodyPr>
            <a:lstStyle/>
            <a:p>
              <a:pPr algn="ctr" defTabSz="228554">
                <a:defRPr/>
              </a:pPr>
              <a:endParaRPr lang="en-US" sz="900" dirty="0">
                <a:solidFill>
                  <a:srgbClr val="FFFFFF"/>
                </a:solidFill>
                <a:latin typeface="Calibri"/>
              </a:endParaRPr>
            </a:p>
          </p:txBody>
        </p:sp>
        <p:sp>
          <p:nvSpPr>
            <p:cNvPr id="38" name="TextBox 37">
              <a:extLst>
                <a:ext uri="{FF2B5EF4-FFF2-40B4-BE49-F238E27FC236}">
                  <a16:creationId xmlns:a16="http://schemas.microsoft.com/office/drawing/2014/main" id="{BA952B6C-E897-47B0-AF71-80B23D034413}"/>
                </a:ext>
              </a:extLst>
            </p:cNvPr>
            <p:cNvSpPr txBox="1"/>
            <p:nvPr/>
          </p:nvSpPr>
          <p:spPr>
            <a:xfrm>
              <a:off x="3434498" y="3639906"/>
              <a:ext cx="3116383" cy="1169702"/>
            </a:xfrm>
            <a:prstGeom prst="rect">
              <a:avLst/>
            </a:prstGeom>
            <a:noFill/>
          </p:spPr>
          <p:txBody>
            <a:bodyPr wrap="none" rtlCol="0" anchor="ctr">
              <a:spAutoFit/>
            </a:bodyPr>
            <a:lstStyle/>
            <a:p>
              <a:pPr defTabSz="228554">
                <a:defRPr/>
              </a:pPr>
              <a:r>
                <a:rPr lang="vi-VN" sz="1600" b="1" dirty="0">
                  <a:solidFill>
                    <a:srgbClr val="FFFFFF"/>
                  </a:solidFill>
                  <a:latin typeface="Century Gothic"/>
                </a:rPr>
                <a:t>Save to </a:t>
              </a:r>
            </a:p>
            <a:p>
              <a:pPr defTabSz="228554">
                <a:defRPr/>
              </a:pPr>
              <a:r>
                <a:rPr lang="vi-VN" sz="1600" b="1" dirty="0">
                  <a:solidFill>
                    <a:srgbClr val="FFFFFF"/>
                  </a:solidFill>
                  <a:latin typeface="Century Gothic"/>
                </a:rPr>
                <a:t>EEPROM</a:t>
              </a:r>
              <a:r>
                <a:rPr lang="en-US" sz="1600" dirty="0">
                  <a:solidFill>
                    <a:srgbClr val="FA3585"/>
                  </a:solidFill>
                  <a:latin typeface="Century Gothic"/>
                </a:rPr>
                <a:t>.</a:t>
              </a:r>
            </a:p>
          </p:txBody>
        </p:sp>
      </p:grpSp>
      <p:cxnSp>
        <p:nvCxnSpPr>
          <p:cNvPr id="43" name="Straight Connector 42">
            <a:extLst>
              <a:ext uri="{FF2B5EF4-FFF2-40B4-BE49-F238E27FC236}">
                <a16:creationId xmlns:a16="http://schemas.microsoft.com/office/drawing/2014/main" id="{BBA208E2-698E-4973-B805-06FF29FC1C2E}"/>
              </a:ext>
            </a:extLst>
          </p:cNvPr>
          <p:cNvCxnSpPr>
            <a:cxnSpLocks/>
            <a:endCxn id="51" idx="1"/>
          </p:cNvCxnSpPr>
          <p:nvPr/>
        </p:nvCxnSpPr>
        <p:spPr>
          <a:xfrm>
            <a:off x="6631630" y="3429000"/>
            <a:ext cx="323411" cy="1"/>
          </a:xfrm>
          <a:prstGeom prst="line">
            <a:avLst/>
          </a:prstGeom>
          <a:ln w="25400" cap="rnd">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1F30E69-4F7F-4329-9B82-A127520D0D42}"/>
              </a:ext>
            </a:extLst>
          </p:cNvPr>
          <p:cNvCxnSpPr>
            <a:cxnSpLocks/>
            <a:stCxn id="19" idx="3"/>
            <a:endCxn id="73" idx="1"/>
          </p:cNvCxnSpPr>
          <p:nvPr/>
        </p:nvCxnSpPr>
        <p:spPr>
          <a:xfrm>
            <a:off x="5994180" y="4154620"/>
            <a:ext cx="960862" cy="0"/>
          </a:xfrm>
          <a:prstGeom prst="line">
            <a:avLst/>
          </a:prstGeom>
          <a:ln w="25400">
            <a:solidFill>
              <a:schemeClr val="accent2"/>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grpSp>
        <p:nvGrpSpPr>
          <p:cNvPr id="78" name="Group 77">
            <a:extLst>
              <a:ext uri="{FF2B5EF4-FFF2-40B4-BE49-F238E27FC236}">
                <a16:creationId xmlns:a16="http://schemas.microsoft.com/office/drawing/2014/main" id="{D2A46661-5B30-4D97-BC35-954C89415FC0}"/>
              </a:ext>
            </a:extLst>
          </p:cNvPr>
          <p:cNvGrpSpPr/>
          <p:nvPr/>
        </p:nvGrpSpPr>
        <p:grpSpPr>
          <a:xfrm>
            <a:off x="6965064" y="4606928"/>
            <a:ext cx="1937659" cy="659671"/>
            <a:chOff x="2924328" y="3303238"/>
            <a:chExt cx="3409495" cy="1319514"/>
          </a:xfrm>
        </p:grpSpPr>
        <p:sp>
          <p:nvSpPr>
            <p:cNvPr id="79" name="Rectangle: Rounded Corners 78">
              <a:extLst>
                <a:ext uri="{FF2B5EF4-FFF2-40B4-BE49-F238E27FC236}">
                  <a16:creationId xmlns:a16="http://schemas.microsoft.com/office/drawing/2014/main" id="{C178A262-4605-45B7-8502-FB11197350EC}"/>
                </a:ext>
              </a:extLst>
            </p:cNvPr>
            <p:cNvSpPr/>
            <p:nvPr/>
          </p:nvSpPr>
          <p:spPr>
            <a:xfrm>
              <a:off x="2924328" y="3303238"/>
              <a:ext cx="3409495" cy="1319514"/>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80" name="TextBox 79">
              <a:extLst>
                <a:ext uri="{FF2B5EF4-FFF2-40B4-BE49-F238E27FC236}">
                  <a16:creationId xmlns:a16="http://schemas.microsoft.com/office/drawing/2014/main" id="{8D9B5C97-C6DC-428B-9E4A-18CD374F14AA}"/>
                </a:ext>
              </a:extLst>
            </p:cNvPr>
            <p:cNvSpPr txBox="1"/>
            <p:nvPr/>
          </p:nvSpPr>
          <p:spPr>
            <a:xfrm>
              <a:off x="3169874" y="3460038"/>
              <a:ext cx="2942488" cy="829566"/>
            </a:xfrm>
            <a:prstGeom prst="rect">
              <a:avLst/>
            </a:prstGeom>
            <a:noFill/>
          </p:spPr>
          <p:txBody>
            <a:bodyPr wrap="none" rtlCol="0" anchor="ctr">
              <a:spAutoFit/>
            </a:bodyPr>
            <a:lstStyle/>
            <a:p>
              <a:pPr defTabSz="228554">
                <a:lnSpc>
                  <a:spcPct val="150000"/>
                </a:lnSpc>
                <a:defRPr/>
              </a:pPr>
              <a:r>
                <a:rPr lang="vi-VN" sz="1600" b="1" dirty="0">
                  <a:solidFill>
                    <a:srgbClr val="172144"/>
                  </a:solidFill>
                  <a:latin typeface="Century Gothic"/>
                </a:rPr>
                <a:t>VTCB </a:t>
              </a:r>
              <a:r>
                <a:rPr lang="vi-VN" sz="1600" b="1">
                  <a:solidFill>
                    <a:srgbClr val="172144"/>
                  </a:solidFill>
                  <a:latin typeface="Century Gothic"/>
                </a:rPr>
                <a:t>3 </a:t>
              </a:r>
              <a:r>
                <a:rPr lang="vi-VN" sz="1600" b="1">
                  <a:solidFill>
                    <a:srgbClr val="40D492"/>
                  </a:solidFill>
                  <a:latin typeface="Century Gothic"/>
                </a:rPr>
                <a:t>Motor 2</a:t>
              </a:r>
              <a:endParaRPr lang="en-US" sz="1600" dirty="0">
                <a:solidFill>
                  <a:srgbClr val="40D492"/>
                </a:solidFill>
                <a:latin typeface="Century Gothic"/>
              </a:endParaRPr>
            </a:p>
          </p:txBody>
        </p:sp>
      </p:grpSp>
      <p:cxnSp>
        <p:nvCxnSpPr>
          <p:cNvPr id="81" name="Straight Connector 80">
            <a:extLst>
              <a:ext uri="{FF2B5EF4-FFF2-40B4-BE49-F238E27FC236}">
                <a16:creationId xmlns:a16="http://schemas.microsoft.com/office/drawing/2014/main" id="{E5A2CE84-18B1-4B89-B521-43E51E7718E9}"/>
              </a:ext>
            </a:extLst>
          </p:cNvPr>
          <p:cNvCxnSpPr>
            <a:cxnSpLocks/>
            <a:endCxn id="79" idx="1"/>
          </p:cNvCxnSpPr>
          <p:nvPr/>
        </p:nvCxnSpPr>
        <p:spPr>
          <a:xfrm>
            <a:off x="6648147" y="4936763"/>
            <a:ext cx="316917" cy="1"/>
          </a:xfrm>
          <a:prstGeom prst="line">
            <a:avLst/>
          </a:prstGeom>
          <a:ln w="25400" cap="rnd">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sp>
        <p:nvSpPr>
          <p:cNvPr id="84" name="Rectangle: Rounded Corners 83">
            <a:extLst>
              <a:ext uri="{FF2B5EF4-FFF2-40B4-BE49-F238E27FC236}">
                <a16:creationId xmlns:a16="http://schemas.microsoft.com/office/drawing/2014/main" id="{8FB582D8-C4C5-43DA-9AD4-456C20299725}"/>
              </a:ext>
            </a:extLst>
          </p:cNvPr>
          <p:cNvSpPr/>
          <p:nvPr/>
        </p:nvSpPr>
        <p:spPr>
          <a:xfrm>
            <a:off x="3511608" y="1430310"/>
            <a:ext cx="2043175" cy="659671"/>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87" name="Rectangle: Rounded Corners 86">
            <a:extLst>
              <a:ext uri="{FF2B5EF4-FFF2-40B4-BE49-F238E27FC236}">
                <a16:creationId xmlns:a16="http://schemas.microsoft.com/office/drawing/2014/main" id="{57F40FDA-AFEF-48E4-BA91-2770CCCB3F1A}"/>
              </a:ext>
            </a:extLst>
          </p:cNvPr>
          <p:cNvSpPr/>
          <p:nvPr/>
        </p:nvSpPr>
        <p:spPr>
          <a:xfrm>
            <a:off x="5719560" y="1430310"/>
            <a:ext cx="2043175" cy="659671"/>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90" name="Rectangle: Rounded Corners 89">
            <a:extLst>
              <a:ext uri="{FF2B5EF4-FFF2-40B4-BE49-F238E27FC236}">
                <a16:creationId xmlns:a16="http://schemas.microsoft.com/office/drawing/2014/main" id="{CEF0161B-2BB5-4880-8F57-9287F73D9162}"/>
              </a:ext>
            </a:extLst>
          </p:cNvPr>
          <p:cNvSpPr/>
          <p:nvPr/>
        </p:nvSpPr>
        <p:spPr>
          <a:xfrm>
            <a:off x="7927513" y="1430310"/>
            <a:ext cx="2043175" cy="659671"/>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cxnSp>
        <p:nvCxnSpPr>
          <p:cNvPr id="5" name="Straight Connector 4">
            <a:extLst>
              <a:ext uri="{FF2B5EF4-FFF2-40B4-BE49-F238E27FC236}">
                <a16:creationId xmlns:a16="http://schemas.microsoft.com/office/drawing/2014/main" id="{BFC5B605-DF4D-5DFA-D7D1-0BDE72F58B53}"/>
              </a:ext>
            </a:extLst>
          </p:cNvPr>
          <p:cNvCxnSpPr>
            <a:cxnSpLocks/>
          </p:cNvCxnSpPr>
          <p:nvPr/>
        </p:nvCxnSpPr>
        <p:spPr>
          <a:xfrm flipV="1">
            <a:off x="2599052" y="3758836"/>
            <a:ext cx="1" cy="1019170"/>
          </a:xfrm>
          <a:prstGeom prst="line">
            <a:avLst/>
          </a:prstGeom>
          <a:ln w="25400" cap="rnd">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9F5F07A-A513-CE8A-9D33-43BF96F5761D}"/>
              </a:ext>
            </a:extLst>
          </p:cNvPr>
          <p:cNvCxnSpPr>
            <a:cxnSpLocks/>
          </p:cNvCxnSpPr>
          <p:nvPr/>
        </p:nvCxnSpPr>
        <p:spPr>
          <a:xfrm>
            <a:off x="9437563" y="3470575"/>
            <a:ext cx="0" cy="2245824"/>
          </a:xfrm>
          <a:prstGeom prst="line">
            <a:avLst/>
          </a:prstGeom>
          <a:ln w="25400" cap="rnd">
            <a:solidFill>
              <a:schemeClr val="accent2"/>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0439A21-EDE8-7C01-3157-50C771DB207E}"/>
              </a:ext>
            </a:extLst>
          </p:cNvPr>
          <p:cNvCxnSpPr>
            <a:cxnSpLocks/>
            <a:endCxn id="54" idx="1"/>
          </p:cNvCxnSpPr>
          <p:nvPr/>
        </p:nvCxnSpPr>
        <p:spPr>
          <a:xfrm flipV="1">
            <a:off x="6606696" y="5674825"/>
            <a:ext cx="348345" cy="15928"/>
          </a:xfrm>
          <a:prstGeom prst="line">
            <a:avLst/>
          </a:prstGeom>
          <a:ln w="25400" cap="rnd">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669546C-46AA-4196-956F-44B75A45BB99}"/>
              </a:ext>
            </a:extLst>
          </p:cNvPr>
          <p:cNvCxnSpPr>
            <a:cxnSpLocks/>
            <a:endCxn id="15" idx="3"/>
          </p:cNvCxnSpPr>
          <p:nvPr/>
        </p:nvCxnSpPr>
        <p:spPr>
          <a:xfrm flipH="1">
            <a:off x="3604153" y="3428999"/>
            <a:ext cx="328358" cy="2"/>
          </a:xfrm>
          <a:prstGeom prst="line">
            <a:avLst/>
          </a:prstGeom>
          <a:ln w="25400" cap="rnd">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48EFC64-EFF3-1D72-78F9-D1206FA031ED}"/>
              </a:ext>
            </a:extLst>
          </p:cNvPr>
          <p:cNvCxnSpPr>
            <a:cxnSpLocks/>
          </p:cNvCxnSpPr>
          <p:nvPr/>
        </p:nvCxnSpPr>
        <p:spPr>
          <a:xfrm flipV="1">
            <a:off x="3966468" y="5051436"/>
            <a:ext cx="348345" cy="15928"/>
          </a:xfrm>
          <a:prstGeom prst="line">
            <a:avLst/>
          </a:prstGeom>
          <a:ln w="25400" cap="rnd">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01BA4093-2722-B273-C29F-E8A33E896C2A}"/>
              </a:ext>
            </a:extLst>
          </p:cNvPr>
          <p:cNvCxnSpPr>
            <a:cxnSpLocks/>
          </p:cNvCxnSpPr>
          <p:nvPr/>
        </p:nvCxnSpPr>
        <p:spPr>
          <a:xfrm>
            <a:off x="9428012" y="4539500"/>
            <a:ext cx="480431" cy="0"/>
          </a:xfrm>
          <a:prstGeom prst="line">
            <a:avLst/>
          </a:prstGeom>
          <a:ln w="25400">
            <a:solidFill>
              <a:schemeClr val="accent2"/>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933E8853-D622-6890-5229-A44A61B67E10}"/>
              </a:ext>
            </a:extLst>
          </p:cNvPr>
          <p:cNvCxnSpPr>
            <a:cxnSpLocks/>
          </p:cNvCxnSpPr>
          <p:nvPr/>
        </p:nvCxnSpPr>
        <p:spPr>
          <a:xfrm>
            <a:off x="10189007" y="2949339"/>
            <a:ext cx="0" cy="1365200"/>
          </a:xfrm>
          <a:prstGeom prst="line">
            <a:avLst/>
          </a:prstGeom>
          <a:ln w="25400">
            <a:solidFill>
              <a:schemeClr val="accent2"/>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FFE9E0BE-959A-CAB9-B6C1-636E962AB823}"/>
              </a:ext>
            </a:extLst>
          </p:cNvPr>
          <p:cNvCxnSpPr>
            <a:cxnSpLocks/>
          </p:cNvCxnSpPr>
          <p:nvPr/>
        </p:nvCxnSpPr>
        <p:spPr>
          <a:xfrm flipH="1" flipV="1">
            <a:off x="8906967" y="4947727"/>
            <a:ext cx="514399" cy="1"/>
          </a:xfrm>
          <a:prstGeom prst="line">
            <a:avLst/>
          </a:prstGeom>
          <a:ln w="25400" cap="rnd">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DD93B21E-9B5A-25DA-72B7-133DA009BB53}"/>
              </a:ext>
            </a:extLst>
          </p:cNvPr>
          <p:cNvCxnSpPr>
            <a:cxnSpLocks/>
          </p:cNvCxnSpPr>
          <p:nvPr/>
        </p:nvCxnSpPr>
        <p:spPr>
          <a:xfrm flipH="1" flipV="1">
            <a:off x="8923164" y="4177857"/>
            <a:ext cx="514399" cy="1"/>
          </a:xfrm>
          <a:prstGeom prst="line">
            <a:avLst/>
          </a:prstGeom>
          <a:ln w="25400" cap="rnd">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EE8722A3-0769-29A4-1872-A485A5088E7B}"/>
              </a:ext>
            </a:extLst>
          </p:cNvPr>
          <p:cNvCxnSpPr>
            <a:cxnSpLocks/>
          </p:cNvCxnSpPr>
          <p:nvPr/>
        </p:nvCxnSpPr>
        <p:spPr>
          <a:xfrm flipH="1">
            <a:off x="8452134" y="3434964"/>
            <a:ext cx="985429" cy="0"/>
          </a:xfrm>
          <a:prstGeom prst="line">
            <a:avLst/>
          </a:prstGeom>
          <a:ln w="25400" cap="rnd">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B66C823F-B2DD-3D41-1E5C-B76CC991B41D}"/>
              </a:ext>
            </a:extLst>
          </p:cNvPr>
          <p:cNvSpPr txBox="1"/>
          <p:nvPr/>
        </p:nvSpPr>
        <p:spPr>
          <a:xfrm>
            <a:off x="3734454" y="1511193"/>
            <a:ext cx="1321499" cy="523220"/>
          </a:xfrm>
          <a:prstGeom prst="rect">
            <a:avLst/>
          </a:prstGeom>
          <a:noFill/>
        </p:spPr>
        <p:txBody>
          <a:bodyPr wrap="square" rtlCol="0" anchor="ctr">
            <a:spAutoFit/>
          </a:bodyPr>
          <a:lstStyle/>
          <a:p>
            <a:pPr defTabSz="228554">
              <a:defRPr/>
            </a:pPr>
            <a:r>
              <a:rPr lang="en-US" sz="1400" b="1" dirty="0">
                <a:solidFill>
                  <a:srgbClr val="172144"/>
                </a:solidFill>
                <a:latin typeface="Century Gothic"/>
              </a:rPr>
              <a:t>Level </a:t>
            </a:r>
            <a:r>
              <a:rPr lang="vi-VN" sz="1400" b="1" dirty="0">
                <a:solidFill>
                  <a:srgbClr val="172144"/>
                </a:solidFill>
                <a:latin typeface="Century Gothic"/>
              </a:rPr>
              <a:t>3</a:t>
            </a:r>
            <a:endParaRPr lang="en-US" sz="1400" b="1" dirty="0">
              <a:solidFill>
                <a:srgbClr val="172144"/>
              </a:solidFill>
              <a:latin typeface="Century Gothic"/>
            </a:endParaRPr>
          </a:p>
          <a:p>
            <a:pPr defTabSz="228554">
              <a:defRPr/>
            </a:pPr>
            <a:r>
              <a:rPr lang="vi-VN" sz="1400" b="1" dirty="0">
                <a:solidFill>
                  <a:srgbClr val="6070FF"/>
                </a:solidFill>
                <a:latin typeface="Century Gothic"/>
              </a:rPr>
              <a:t>Calc PWM</a:t>
            </a:r>
            <a:endParaRPr lang="en-US" sz="1400" b="1" dirty="0">
              <a:solidFill>
                <a:srgbClr val="6070FF"/>
              </a:solidFill>
              <a:latin typeface="Century Gothic"/>
            </a:endParaRPr>
          </a:p>
        </p:txBody>
      </p:sp>
      <p:sp>
        <p:nvSpPr>
          <p:cNvPr id="118" name="TextBox 117">
            <a:extLst>
              <a:ext uri="{FF2B5EF4-FFF2-40B4-BE49-F238E27FC236}">
                <a16:creationId xmlns:a16="http://schemas.microsoft.com/office/drawing/2014/main" id="{0A9205EE-CCAF-8F4D-4DB8-66B1EB45AC57}"/>
              </a:ext>
            </a:extLst>
          </p:cNvPr>
          <p:cNvSpPr txBox="1"/>
          <p:nvPr/>
        </p:nvSpPr>
        <p:spPr>
          <a:xfrm>
            <a:off x="5901847" y="1483132"/>
            <a:ext cx="989373" cy="523220"/>
          </a:xfrm>
          <a:prstGeom prst="rect">
            <a:avLst/>
          </a:prstGeom>
          <a:noFill/>
        </p:spPr>
        <p:txBody>
          <a:bodyPr wrap="square" rtlCol="0" anchor="ctr">
            <a:spAutoFit/>
          </a:bodyPr>
          <a:lstStyle/>
          <a:p>
            <a:pPr defTabSz="228554">
              <a:defRPr/>
            </a:pPr>
            <a:r>
              <a:rPr lang="en-US" sz="1400" b="1" dirty="0">
                <a:solidFill>
                  <a:srgbClr val="172144"/>
                </a:solidFill>
                <a:latin typeface="Century Gothic"/>
              </a:rPr>
              <a:t>Level </a:t>
            </a:r>
            <a:r>
              <a:rPr lang="vi-VN" sz="1400" b="1" dirty="0">
                <a:solidFill>
                  <a:srgbClr val="172144"/>
                </a:solidFill>
                <a:latin typeface="Century Gothic"/>
              </a:rPr>
              <a:t>4</a:t>
            </a:r>
            <a:endParaRPr lang="en-US" sz="1400" b="1" dirty="0">
              <a:solidFill>
                <a:srgbClr val="172144"/>
              </a:solidFill>
              <a:latin typeface="Century Gothic"/>
            </a:endParaRPr>
          </a:p>
          <a:p>
            <a:pPr defTabSz="228554">
              <a:defRPr/>
            </a:pPr>
            <a:r>
              <a:rPr lang="vi-VN" sz="1400" b="1" dirty="0">
                <a:solidFill>
                  <a:srgbClr val="6070FF"/>
                </a:solidFill>
                <a:latin typeface="Century Gothic"/>
              </a:rPr>
              <a:t>Tuning</a:t>
            </a:r>
            <a:endParaRPr lang="en-US" sz="1400" b="1" dirty="0">
              <a:solidFill>
                <a:srgbClr val="6070FF"/>
              </a:solidFill>
              <a:latin typeface="Century Gothic"/>
            </a:endParaRPr>
          </a:p>
        </p:txBody>
      </p:sp>
      <p:sp>
        <p:nvSpPr>
          <p:cNvPr id="119" name="TextBox 118">
            <a:extLst>
              <a:ext uri="{FF2B5EF4-FFF2-40B4-BE49-F238E27FC236}">
                <a16:creationId xmlns:a16="http://schemas.microsoft.com/office/drawing/2014/main" id="{5D9F43D1-6CB1-AC1C-7ACD-3244225692DD}"/>
              </a:ext>
            </a:extLst>
          </p:cNvPr>
          <p:cNvSpPr txBox="1"/>
          <p:nvPr/>
        </p:nvSpPr>
        <p:spPr>
          <a:xfrm>
            <a:off x="7956964" y="1504589"/>
            <a:ext cx="1343403" cy="523220"/>
          </a:xfrm>
          <a:prstGeom prst="rect">
            <a:avLst/>
          </a:prstGeom>
          <a:noFill/>
        </p:spPr>
        <p:txBody>
          <a:bodyPr wrap="square" rtlCol="0" anchor="ctr">
            <a:spAutoFit/>
          </a:bodyPr>
          <a:lstStyle/>
          <a:p>
            <a:pPr defTabSz="228554">
              <a:defRPr/>
            </a:pPr>
            <a:r>
              <a:rPr lang="en-US" sz="1400" b="1" dirty="0">
                <a:solidFill>
                  <a:srgbClr val="172144"/>
                </a:solidFill>
                <a:latin typeface="Century Gothic"/>
              </a:rPr>
              <a:t>Level </a:t>
            </a:r>
            <a:r>
              <a:rPr lang="vi-VN" sz="1400" b="1" dirty="0">
                <a:solidFill>
                  <a:srgbClr val="172144"/>
                </a:solidFill>
                <a:latin typeface="Century Gothic"/>
              </a:rPr>
              <a:t>5</a:t>
            </a:r>
            <a:endParaRPr lang="en-US" sz="1400" b="1" dirty="0">
              <a:solidFill>
                <a:srgbClr val="172144"/>
              </a:solidFill>
              <a:latin typeface="Century Gothic"/>
            </a:endParaRPr>
          </a:p>
          <a:p>
            <a:pPr defTabSz="228554">
              <a:defRPr/>
            </a:pPr>
            <a:r>
              <a:rPr lang="vi-VN" sz="1400" b="1" dirty="0">
                <a:solidFill>
                  <a:srgbClr val="6070FF"/>
                </a:solidFill>
                <a:latin typeface="Century Gothic"/>
              </a:rPr>
              <a:t>Drive Motors</a:t>
            </a:r>
            <a:endParaRPr lang="en-US" sz="1400" b="1" dirty="0">
              <a:solidFill>
                <a:srgbClr val="6070FF"/>
              </a:solidFill>
              <a:latin typeface="Century Gothic"/>
            </a:endParaRPr>
          </a:p>
        </p:txBody>
      </p:sp>
      <p:cxnSp>
        <p:nvCxnSpPr>
          <p:cNvPr id="120" name="Straight Connector 119">
            <a:extLst>
              <a:ext uri="{FF2B5EF4-FFF2-40B4-BE49-F238E27FC236}">
                <a16:creationId xmlns:a16="http://schemas.microsoft.com/office/drawing/2014/main" id="{3CC85282-21DA-B482-E5CD-B4504B91409F}"/>
              </a:ext>
            </a:extLst>
          </p:cNvPr>
          <p:cNvCxnSpPr>
            <a:cxnSpLocks/>
          </p:cNvCxnSpPr>
          <p:nvPr/>
        </p:nvCxnSpPr>
        <p:spPr>
          <a:xfrm>
            <a:off x="4533195" y="2361272"/>
            <a:ext cx="4422119" cy="19071"/>
          </a:xfrm>
          <a:prstGeom prst="line">
            <a:avLst/>
          </a:prstGeom>
          <a:ln w="25400">
            <a:solidFill>
              <a:schemeClr val="accent2"/>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84CA74F-08EA-EB2E-792E-2B5D05C33F2E}"/>
              </a:ext>
            </a:extLst>
          </p:cNvPr>
          <p:cNvCxnSpPr>
            <a:cxnSpLocks/>
          </p:cNvCxnSpPr>
          <p:nvPr/>
        </p:nvCxnSpPr>
        <p:spPr>
          <a:xfrm flipH="1" flipV="1">
            <a:off x="4519509" y="2108000"/>
            <a:ext cx="6842" cy="265547"/>
          </a:xfrm>
          <a:prstGeom prst="line">
            <a:avLst/>
          </a:prstGeom>
          <a:ln w="25400" cap="rnd">
            <a:solidFill>
              <a:schemeClr val="accent2"/>
            </a:solidFill>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DDF5080F-CEF6-B184-7748-50C3D8919E1F}"/>
              </a:ext>
            </a:extLst>
          </p:cNvPr>
          <p:cNvCxnSpPr>
            <a:cxnSpLocks/>
            <a:stCxn id="19" idx="3"/>
            <a:endCxn id="71" idx="3"/>
          </p:cNvCxnSpPr>
          <p:nvPr/>
        </p:nvCxnSpPr>
        <p:spPr>
          <a:xfrm flipH="1">
            <a:off x="5980929" y="4154620"/>
            <a:ext cx="13251" cy="943235"/>
          </a:xfrm>
          <a:prstGeom prst="line">
            <a:avLst/>
          </a:prstGeom>
          <a:ln w="25400">
            <a:solidFill>
              <a:schemeClr val="accent2"/>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8655982"/>
      </p:ext>
    </p:extLst>
  </p:cSld>
  <p:clrMapOvr>
    <a:overrideClrMapping bg1="lt1" tx1="dk1" bg2="lt2" tx2="dk2" accent1="accent1" accent2="accent2" accent3="accent3" accent4="accent4" accent5="accent5" accent6="accent6" hlink="hlink" folHlink="folHlink"/>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1+#ppt_w/2"/>
                                          </p:val>
                                        </p:tav>
                                        <p:tav tm="100000">
                                          <p:val>
                                            <p:strVal val="#ppt_x"/>
                                          </p:val>
                                        </p:tav>
                                      </p:tavLst>
                                    </p:anim>
                                    <p:anim calcmode="lin" valueType="num">
                                      <p:cBhvr additive="base">
                                        <p:cTn id="8" dur="10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decel="100000" fill="hold" nodeType="withEffect">
                                  <p:stCondLst>
                                    <p:cond delay="4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1000" fill="hold"/>
                                        <p:tgtEl>
                                          <p:spTgt spid="7"/>
                                        </p:tgtEl>
                                        <p:attrNameLst>
                                          <p:attrName>ppt_x</p:attrName>
                                        </p:attrNameLst>
                                      </p:cBhvr>
                                      <p:tavLst>
                                        <p:tav tm="0">
                                          <p:val>
                                            <p:strVal val="1+#ppt_w/2"/>
                                          </p:val>
                                        </p:tav>
                                        <p:tav tm="100000">
                                          <p:val>
                                            <p:strVal val="#ppt_x"/>
                                          </p:val>
                                        </p:tav>
                                      </p:tavLst>
                                    </p:anim>
                                    <p:anim calcmode="lin" valueType="num">
                                      <p:cBhvr additive="base">
                                        <p:cTn id="12" dur="10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2" decel="100000" fill="hold" nodeType="withEffect">
                                  <p:stCondLst>
                                    <p:cond delay="50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1000" fill="hold"/>
                                        <p:tgtEl>
                                          <p:spTgt spid="14"/>
                                        </p:tgtEl>
                                        <p:attrNameLst>
                                          <p:attrName>ppt_x</p:attrName>
                                        </p:attrNameLst>
                                      </p:cBhvr>
                                      <p:tavLst>
                                        <p:tav tm="0">
                                          <p:val>
                                            <p:strVal val="1+#ppt_w/2"/>
                                          </p:val>
                                        </p:tav>
                                        <p:tav tm="100000">
                                          <p:val>
                                            <p:strVal val="#ppt_x"/>
                                          </p:val>
                                        </p:tav>
                                      </p:tavLst>
                                    </p:anim>
                                    <p:anim calcmode="lin" valueType="num">
                                      <p:cBhvr additive="base">
                                        <p:cTn id="16" dur="1000" fill="hold"/>
                                        <p:tgtEl>
                                          <p:spTgt spid="14"/>
                                        </p:tgtEl>
                                        <p:attrNameLst>
                                          <p:attrName>ppt_y</p:attrName>
                                        </p:attrNameLst>
                                      </p:cBhvr>
                                      <p:tavLst>
                                        <p:tav tm="0">
                                          <p:val>
                                            <p:strVal val="#ppt_y"/>
                                          </p:val>
                                        </p:tav>
                                        <p:tav tm="100000">
                                          <p:val>
                                            <p:strVal val="#ppt_y"/>
                                          </p:val>
                                        </p:tav>
                                      </p:tavLst>
                                    </p:anim>
                                  </p:childTnLst>
                                </p:cTn>
                              </p:par>
                              <p:par>
                                <p:cTn id="17" presetID="2" presetClass="entr" presetSubtype="2" decel="100000" fill="hold" nodeType="withEffect">
                                  <p:stCondLst>
                                    <p:cond delay="60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1000" fill="hold"/>
                                        <p:tgtEl>
                                          <p:spTgt spid="18"/>
                                        </p:tgtEl>
                                        <p:attrNameLst>
                                          <p:attrName>ppt_x</p:attrName>
                                        </p:attrNameLst>
                                      </p:cBhvr>
                                      <p:tavLst>
                                        <p:tav tm="0">
                                          <p:val>
                                            <p:strVal val="1+#ppt_w/2"/>
                                          </p:val>
                                        </p:tav>
                                        <p:tav tm="100000">
                                          <p:val>
                                            <p:strVal val="#ppt_x"/>
                                          </p:val>
                                        </p:tav>
                                      </p:tavLst>
                                    </p:anim>
                                    <p:anim calcmode="lin" valueType="num">
                                      <p:cBhvr additive="base">
                                        <p:cTn id="20" dur="1000" fill="hold"/>
                                        <p:tgtEl>
                                          <p:spTgt spid="18"/>
                                        </p:tgtEl>
                                        <p:attrNameLst>
                                          <p:attrName>ppt_y</p:attrName>
                                        </p:attrNameLst>
                                      </p:cBhvr>
                                      <p:tavLst>
                                        <p:tav tm="0">
                                          <p:val>
                                            <p:strVal val="#ppt_y"/>
                                          </p:val>
                                        </p:tav>
                                        <p:tav tm="100000">
                                          <p:val>
                                            <p:strVal val="#ppt_y"/>
                                          </p:val>
                                        </p:tav>
                                      </p:tavLst>
                                    </p:anim>
                                  </p:childTnLst>
                                </p:cTn>
                              </p:par>
                              <p:par>
                                <p:cTn id="21" presetID="2" presetClass="entr" presetSubtype="2" decel="100000" fill="hold" nodeType="withEffect">
                                  <p:stCondLst>
                                    <p:cond delay="70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1000" fill="hold"/>
                                        <p:tgtEl>
                                          <p:spTgt spid="24"/>
                                        </p:tgtEl>
                                        <p:attrNameLst>
                                          <p:attrName>ppt_x</p:attrName>
                                        </p:attrNameLst>
                                      </p:cBhvr>
                                      <p:tavLst>
                                        <p:tav tm="0">
                                          <p:val>
                                            <p:strVal val="1+#ppt_w/2"/>
                                          </p:val>
                                        </p:tav>
                                        <p:tav tm="100000">
                                          <p:val>
                                            <p:strVal val="#ppt_x"/>
                                          </p:val>
                                        </p:tav>
                                      </p:tavLst>
                                    </p:anim>
                                    <p:anim calcmode="lin" valueType="num">
                                      <p:cBhvr additive="base">
                                        <p:cTn id="24" dur="1000" fill="hold"/>
                                        <p:tgtEl>
                                          <p:spTgt spid="24"/>
                                        </p:tgtEl>
                                        <p:attrNameLst>
                                          <p:attrName>ppt_y</p:attrName>
                                        </p:attrNameLst>
                                      </p:cBhvr>
                                      <p:tavLst>
                                        <p:tav tm="0">
                                          <p:val>
                                            <p:strVal val="#ppt_y"/>
                                          </p:val>
                                        </p:tav>
                                        <p:tav tm="100000">
                                          <p:val>
                                            <p:strVal val="#ppt_y"/>
                                          </p:val>
                                        </p:tav>
                                      </p:tavLst>
                                    </p:anim>
                                  </p:childTnLst>
                                </p:cTn>
                              </p:par>
                              <p:par>
                                <p:cTn id="25" presetID="22" presetClass="entr" presetSubtype="1" fill="hold" nodeType="withEffect">
                                  <p:stCondLst>
                                    <p:cond delay="120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par>
                                <p:cTn id="28" presetID="22" presetClass="entr" presetSubtype="8" fill="hold" nodeType="withEffect">
                                  <p:stCondLst>
                                    <p:cond delay="150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par>
                                <p:cTn id="31" presetID="22" presetClass="entr" presetSubtype="8" fill="hold" nodeType="withEffect">
                                  <p:stCondLst>
                                    <p:cond delay="1600"/>
                                  </p:stCondLst>
                                  <p:childTnLst>
                                    <p:set>
                                      <p:cBhvr>
                                        <p:cTn id="32" dur="1" fill="hold">
                                          <p:stCondLst>
                                            <p:cond delay="0"/>
                                          </p:stCondLst>
                                        </p:cTn>
                                        <p:tgtEl>
                                          <p:spTgt spid="17"/>
                                        </p:tgtEl>
                                        <p:attrNameLst>
                                          <p:attrName>style.visibility</p:attrName>
                                        </p:attrNameLst>
                                      </p:cBhvr>
                                      <p:to>
                                        <p:strVal val="visible"/>
                                      </p:to>
                                    </p:set>
                                    <p:animEffect transition="in" filter="wipe(left)">
                                      <p:cBhvr>
                                        <p:cTn id="33" dur="500"/>
                                        <p:tgtEl>
                                          <p:spTgt spid="17"/>
                                        </p:tgtEl>
                                      </p:cBhvr>
                                    </p:animEffect>
                                  </p:childTnLst>
                                </p:cTn>
                              </p:par>
                              <p:par>
                                <p:cTn id="34" presetID="22" presetClass="entr" presetSubtype="8" fill="hold" nodeType="withEffect">
                                  <p:stCondLst>
                                    <p:cond delay="170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par>
                                <p:cTn id="37" presetID="22" presetClass="entr" presetSubtype="8" fill="hold" nodeType="withEffect">
                                  <p:stCondLst>
                                    <p:cond delay="1800"/>
                                  </p:stCondLst>
                                  <p:childTnLst>
                                    <p:set>
                                      <p:cBhvr>
                                        <p:cTn id="38" dur="1" fill="hold">
                                          <p:stCondLst>
                                            <p:cond delay="0"/>
                                          </p:stCondLst>
                                        </p:cTn>
                                        <p:tgtEl>
                                          <p:spTgt spid="27"/>
                                        </p:tgtEl>
                                        <p:attrNameLst>
                                          <p:attrName>style.visibility</p:attrName>
                                        </p:attrNameLst>
                                      </p:cBhvr>
                                      <p:to>
                                        <p:strVal val="visible"/>
                                      </p:to>
                                    </p:set>
                                    <p:animEffect transition="in" filter="wipe(left)">
                                      <p:cBhvr>
                                        <p:cTn id="39" dur="500"/>
                                        <p:tgtEl>
                                          <p:spTgt spid="27"/>
                                        </p:tgtEl>
                                      </p:cBhvr>
                                    </p:animEffect>
                                  </p:childTnLst>
                                </p:cTn>
                              </p:par>
                              <p:par>
                                <p:cTn id="40" presetID="22" presetClass="entr" presetSubtype="8" fill="hold" nodeType="withEffect">
                                  <p:stCondLst>
                                    <p:cond delay="2000"/>
                                  </p:stCondLst>
                                  <p:childTnLst>
                                    <p:set>
                                      <p:cBhvr>
                                        <p:cTn id="41" dur="1" fill="hold">
                                          <p:stCondLst>
                                            <p:cond delay="0"/>
                                          </p:stCondLst>
                                        </p:cTn>
                                        <p:tgtEl>
                                          <p:spTgt spid="29"/>
                                        </p:tgtEl>
                                        <p:attrNameLst>
                                          <p:attrName>style.visibility</p:attrName>
                                        </p:attrNameLst>
                                      </p:cBhvr>
                                      <p:to>
                                        <p:strVal val="visible"/>
                                      </p:to>
                                    </p:set>
                                    <p:animEffect transition="in" filter="wipe(left)">
                                      <p:cBhvr>
                                        <p:cTn id="42" dur="500"/>
                                        <p:tgtEl>
                                          <p:spTgt spid="29"/>
                                        </p:tgtEl>
                                      </p:cBhvr>
                                    </p:animEffect>
                                  </p:childTnLst>
                                </p:cTn>
                              </p:par>
                              <p:par>
                                <p:cTn id="43" presetID="22" presetClass="entr" presetSubtype="8" fill="hold" nodeType="withEffect">
                                  <p:stCondLst>
                                    <p:cond delay="2600"/>
                                  </p:stCondLst>
                                  <p:childTnLst>
                                    <p:set>
                                      <p:cBhvr>
                                        <p:cTn id="44" dur="1" fill="hold">
                                          <p:stCondLst>
                                            <p:cond delay="0"/>
                                          </p:stCondLst>
                                        </p:cTn>
                                        <p:tgtEl>
                                          <p:spTgt spid="43"/>
                                        </p:tgtEl>
                                        <p:attrNameLst>
                                          <p:attrName>style.visibility</p:attrName>
                                        </p:attrNameLst>
                                      </p:cBhvr>
                                      <p:to>
                                        <p:strVal val="visible"/>
                                      </p:to>
                                    </p:set>
                                    <p:animEffect transition="in" filter="wipe(left)">
                                      <p:cBhvr>
                                        <p:cTn id="45" dur="500"/>
                                        <p:tgtEl>
                                          <p:spTgt spid="43"/>
                                        </p:tgtEl>
                                      </p:cBhvr>
                                    </p:animEffect>
                                  </p:childTnLst>
                                </p:cTn>
                              </p:par>
                              <p:par>
                                <p:cTn id="46" presetID="2" presetClass="entr" presetSubtype="2" decel="100000" fill="hold" nodeType="withEffect">
                                  <p:stCondLst>
                                    <p:cond delay="2700"/>
                                  </p:stCondLst>
                                  <p:childTnLst>
                                    <p:set>
                                      <p:cBhvr>
                                        <p:cTn id="47" dur="1" fill="hold">
                                          <p:stCondLst>
                                            <p:cond delay="0"/>
                                          </p:stCondLst>
                                        </p:cTn>
                                        <p:tgtEl>
                                          <p:spTgt spid="31"/>
                                        </p:tgtEl>
                                        <p:attrNameLst>
                                          <p:attrName>style.visibility</p:attrName>
                                        </p:attrNameLst>
                                      </p:cBhvr>
                                      <p:to>
                                        <p:strVal val="visible"/>
                                      </p:to>
                                    </p:set>
                                    <p:anim calcmode="lin" valueType="num">
                                      <p:cBhvr additive="base">
                                        <p:cTn id="48" dur="1000" fill="hold"/>
                                        <p:tgtEl>
                                          <p:spTgt spid="31"/>
                                        </p:tgtEl>
                                        <p:attrNameLst>
                                          <p:attrName>ppt_x</p:attrName>
                                        </p:attrNameLst>
                                      </p:cBhvr>
                                      <p:tavLst>
                                        <p:tav tm="0">
                                          <p:val>
                                            <p:strVal val="1+#ppt_w/2"/>
                                          </p:val>
                                        </p:tav>
                                        <p:tav tm="100000">
                                          <p:val>
                                            <p:strVal val="#ppt_x"/>
                                          </p:val>
                                        </p:tav>
                                      </p:tavLst>
                                    </p:anim>
                                    <p:anim calcmode="lin" valueType="num">
                                      <p:cBhvr additive="base">
                                        <p:cTn id="49" dur="1000" fill="hold"/>
                                        <p:tgtEl>
                                          <p:spTgt spid="31"/>
                                        </p:tgtEl>
                                        <p:attrNameLst>
                                          <p:attrName>ppt_y</p:attrName>
                                        </p:attrNameLst>
                                      </p:cBhvr>
                                      <p:tavLst>
                                        <p:tav tm="0">
                                          <p:val>
                                            <p:strVal val="#ppt_y"/>
                                          </p:val>
                                        </p:tav>
                                        <p:tav tm="100000">
                                          <p:val>
                                            <p:strVal val="#ppt_y"/>
                                          </p:val>
                                        </p:tav>
                                      </p:tavLst>
                                    </p:anim>
                                  </p:childTnLst>
                                </p:cTn>
                              </p:par>
                              <p:par>
                                <p:cTn id="50" presetID="2" presetClass="entr" presetSubtype="2" decel="100000" fill="hold" nodeType="withEffect">
                                  <p:stCondLst>
                                    <p:cond delay="3100"/>
                                  </p:stCondLst>
                                  <p:childTnLst>
                                    <p:set>
                                      <p:cBhvr>
                                        <p:cTn id="51" dur="1" fill="hold">
                                          <p:stCondLst>
                                            <p:cond delay="0"/>
                                          </p:stCondLst>
                                        </p:cTn>
                                        <p:tgtEl>
                                          <p:spTgt spid="36"/>
                                        </p:tgtEl>
                                        <p:attrNameLst>
                                          <p:attrName>style.visibility</p:attrName>
                                        </p:attrNameLst>
                                      </p:cBhvr>
                                      <p:to>
                                        <p:strVal val="visible"/>
                                      </p:to>
                                    </p:set>
                                    <p:anim calcmode="lin" valueType="num">
                                      <p:cBhvr additive="base">
                                        <p:cTn id="52" dur="1000" fill="hold"/>
                                        <p:tgtEl>
                                          <p:spTgt spid="36"/>
                                        </p:tgtEl>
                                        <p:attrNameLst>
                                          <p:attrName>ppt_x</p:attrName>
                                        </p:attrNameLst>
                                      </p:cBhvr>
                                      <p:tavLst>
                                        <p:tav tm="0">
                                          <p:val>
                                            <p:strVal val="1+#ppt_w/2"/>
                                          </p:val>
                                        </p:tav>
                                        <p:tav tm="100000">
                                          <p:val>
                                            <p:strVal val="#ppt_x"/>
                                          </p:val>
                                        </p:tav>
                                      </p:tavLst>
                                    </p:anim>
                                    <p:anim calcmode="lin" valueType="num">
                                      <p:cBhvr additive="base">
                                        <p:cTn id="53" dur="1000" fill="hold"/>
                                        <p:tgtEl>
                                          <p:spTgt spid="36"/>
                                        </p:tgtEl>
                                        <p:attrNameLst>
                                          <p:attrName>ppt_y</p:attrName>
                                        </p:attrNameLst>
                                      </p:cBhvr>
                                      <p:tavLst>
                                        <p:tav tm="0">
                                          <p:val>
                                            <p:strVal val="#ppt_y"/>
                                          </p:val>
                                        </p:tav>
                                        <p:tav tm="100000">
                                          <p:val>
                                            <p:strVal val="#ppt_y"/>
                                          </p:val>
                                        </p:tav>
                                      </p:tavLst>
                                    </p:anim>
                                  </p:childTnLst>
                                </p:cTn>
                              </p:par>
                              <p:par>
                                <p:cTn id="54" presetID="2" presetClass="entr" presetSubtype="2" decel="100000" fill="hold" nodeType="withEffect">
                                  <p:stCondLst>
                                    <p:cond delay="3900"/>
                                  </p:stCondLst>
                                  <p:childTnLst>
                                    <p:set>
                                      <p:cBhvr>
                                        <p:cTn id="55" dur="1" fill="hold">
                                          <p:stCondLst>
                                            <p:cond delay="0"/>
                                          </p:stCondLst>
                                        </p:cTn>
                                        <p:tgtEl>
                                          <p:spTgt spid="50"/>
                                        </p:tgtEl>
                                        <p:attrNameLst>
                                          <p:attrName>style.visibility</p:attrName>
                                        </p:attrNameLst>
                                      </p:cBhvr>
                                      <p:to>
                                        <p:strVal val="visible"/>
                                      </p:to>
                                    </p:set>
                                    <p:anim calcmode="lin" valueType="num">
                                      <p:cBhvr additive="base">
                                        <p:cTn id="56" dur="1000" fill="hold"/>
                                        <p:tgtEl>
                                          <p:spTgt spid="50"/>
                                        </p:tgtEl>
                                        <p:attrNameLst>
                                          <p:attrName>ppt_x</p:attrName>
                                        </p:attrNameLst>
                                      </p:cBhvr>
                                      <p:tavLst>
                                        <p:tav tm="0">
                                          <p:val>
                                            <p:strVal val="1+#ppt_w/2"/>
                                          </p:val>
                                        </p:tav>
                                        <p:tav tm="100000">
                                          <p:val>
                                            <p:strVal val="#ppt_x"/>
                                          </p:val>
                                        </p:tav>
                                      </p:tavLst>
                                    </p:anim>
                                    <p:anim calcmode="lin" valueType="num">
                                      <p:cBhvr additive="base">
                                        <p:cTn id="57" dur="1000" fill="hold"/>
                                        <p:tgtEl>
                                          <p:spTgt spid="50"/>
                                        </p:tgtEl>
                                        <p:attrNameLst>
                                          <p:attrName>ppt_y</p:attrName>
                                        </p:attrNameLst>
                                      </p:cBhvr>
                                      <p:tavLst>
                                        <p:tav tm="0">
                                          <p:val>
                                            <p:strVal val="#ppt_y"/>
                                          </p:val>
                                        </p:tav>
                                        <p:tav tm="100000">
                                          <p:val>
                                            <p:strVal val="#ppt_y"/>
                                          </p:val>
                                        </p:tav>
                                      </p:tavLst>
                                    </p:anim>
                                  </p:childTnLst>
                                </p:cTn>
                              </p:par>
                              <p:par>
                                <p:cTn id="58" presetID="2" presetClass="entr" presetSubtype="2" decel="100000" fill="hold" nodeType="withEffect">
                                  <p:stCondLst>
                                    <p:cond delay="4000"/>
                                  </p:stCondLst>
                                  <p:childTnLst>
                                    <p:set>
                                      <p:cBhvr>
                                        <p:cTn id="59" dur="1" fill="hold">
                                          <p:stCondLst>
                                            <p:cond delay="0"/>
                                          </p:stCondLst>
                                        </p:cTn>
                                        <p:tgtEl>
                                          <p:spTgt spid="53"/>
                                        </p:tgtEl>
                                        <p:attrNameLst>
                                          <p:attrName>style.visibility</p:attrName>
                                        </p:attrNameLst>
                                      </p:cBhvr>
                                      <p:to>
                                        <p:strVal val="visible"/>
                                      </p:to>
                                    </p:set>
                                    <p:anim calcmode="lin" valueType="num">
                                      <p:cBhvr additive="base">
                                        <p:cTn id="60" dur="1000" fill="hold"/>
                                        <p:tgtEl>
                                          <p:spTgt spid="53"/>
                                        </p:tgtEl>
                                        <p:attrNameLst>
                                          <p:attrName>ppt_x</p:attrName>
                                        </p:attrNameLst>
                                      </p:cBhvr>
                                      <p:tavLst>
                                        <p:tav tm="0">
                                          <p:val>
                                            <p:strVal val="1+#ppt_w/2"/>
                                          </p:val>
                                        </p:tav>
                                        <p:tav tm="100000">
                                          <p:val>
                                            <p:strVal val="#ppt_x"/>
                                          </p:val>
                                        </p:tav>
                                      </p:tavLst>
                                    </p:anim>
                                    <p:anim calcmode="lin" valueType="num">
                                      <p:cBhvr additive="base">
                                        <p:cTn id="61" dur="1000" fill="hold"/>
                                        <p:tgtEl>
                                          <p:spTgt spid="53"/>
                                        </p:tgtEl>
                                        <p:attrNameLst>
                                          <p:attrName>ppt_y</p:attrName>
                                        </p:attrNameLst>
                                      </p:cBhvr>
                                      <p:tavLst>
                                        <p:tav tm="0">
                                          <p:val>
                                            <p:strVal val="#ppt_y"/>
                                          </p:val>
                                        </p:tav>
                                        <p:tav tm="100000">
                                          <p:val>
                                            <p:strVal val="#ppt_y"/>
                                          </p:val>
                                        </p:tav>
                                      </p:tavLst>
                                    </p:anim>
                                  </p:childTnLst>
                                </p:cTn>
                              </p:par>
                              <p:par>
                                <p:cTn id="62" presetID="2" presetClass="entr" presetSubtype="2" decel="100000" fill="hold" nodeType="withEffect">
                                  <p:stCondLst>
                                    <p:cond delay="4100"/>
                                  </p:stCondLst>
                                  <p:childTnLst>
                                    <p:set>
                                      <p:cBhvr>
                                        <p:cTn id="63" dur="1" fill="hold">
                                          <p:stCondLst>
                                            <p:cond delay="0"/>
                                          </p:stCondLst>
                                        </p:cTn>
                                        <p:tgtEl>
                                          <p:spTgt spid="78"/>
                                        </p:tgtEl>
                                        <p:attrNameLst>
                                          <p:attrName>style.visibility</p:attrName>
                                        </p:attrNameLst>
                                      </p:cBhvr>
                                      <p:to>
                                        <p:strVal val="visible"/>
                                      </p:to>
                                    </p:set>
                                    <p:anim calcmode="lin" valueType="num">
                                      <p:cBhvr additive="base">
                                        <p:cTn id="64" dur="1000" fill="hold"/>
                                        <p:tgtEl>
                                          <p:spTgt spid="78"/>
                                        </p:tgtEl>
                                        <p:attrNameLst>
                                          <p:attrName>ppt_x</p:attrName>
                                        </p:attrNameLst>
                                      </p:cBhvr>
                                      <p:tavLst>
                                        <p:tav tm="0">
                                          <p:val>
                                            <p:strVal val="1+#ppt_w/2"/>
                                          </p:val>
                                        </p:tav>
                                        <p:tav tm="100000">
                                          <p:val>
                                            <p:strVal val="#ppt_x"/>
                                          </p:val>
                                        </p:tav>
                                      </p:tavLst>
                                    </p:anim>
                                    <p:anim calcmode="lin" valueType="num">
                                      <p:cBhvr additive="base">
                                        <p:cTn id="65" dur="1000" fill="hold"/>
                                        <p:tgtEl>
                                          <p:spTgt spid="78"/>
                                        </p:tgtEl>
                                        <p:attrNameLst>
                                          <p:attrName>ppt_y</p:attrName>
                                        </p:attrNameLst>
                                      </p:cBhvr>
                                      <p:tavLst>
                                        <p:tav tm="0">
                                          <p:val>
                                            <p:strVal val="#ppt_y"/>
                                          </p:val>
                                        </p:tav>
                                        <p:tav tm="100000">
                                          <p:val>
                                            <p:strVal val="#ppt_y"/>
                                          </p:val>
                                        </p:tav>
                                      </p:tavLst>
                                    </p:anim>
                                  </p:childTnLst>
                                </p:cTn>
                              </p:par>
                              <p:par>
                                <p:cTn id="66" presetID="22" presetClass="entr" presetSubtype="1" fill="hold" nodeType="withEffect">
                                  <p:stCondLst>
                                    <p:cond delay="4200"/>
                                  </p:stCondLst>
                                  <p:childTnLst>
                                    <p:set>
                                      <p:cBhvr>
                                        <p:cTn id="67" dur="1" fill="hold">
                                          <p:stCondLst>
                                            <p:cond delay="0"/>
                                          </p:stCondLst>
                                        </p:cTn>
                                        <p:tgtEl>
                                          <p:spTgt spid="56"/>
                                        </p:tgtEl>
                                        <p:attrNameLst>
                                          <p:attrName>style.visibility</p:attrName>
                                        </p:attrNameLst>
                                      </p:cBhvr>
                                      <p:to>
                                        <p:strVal val="visible"/>
                                      </p:to>
                                    </p:set>
                                    <p:animEffect transition="in" filter="wipe(up)">
                                      <p:cBhvr>
                                        <p:cTn id="68" dur="500"/>
                                        <p:tgtEl>
                                          <p:spTgt spid="56"/>
                                        </p:tgtEl>
                                      </p:cBhvr>
                                    </p:animEffect>
                                  </p:childTnLst>
                                </p:cTn>
                              </p:par>
                              <p:par>
                                <p:cTn id="69" presetID="22" presetClass="entr" presetSubtype="8" fill="hold" nodeType="withEffect">
                                  <p:stCondLst>
                                    <p:cond delay="4500"/>
                                  </p:stCondLst>
                                  <p:childTnLst>
                                    <p:set>
                                      <p:cBhvr>
                                        <p:cTn id="70" dur="1" fill="hold">
                                          <p:stCondLst>
                                            <p:cond delay="0"/>
                                          </p:stCondLst>
                                        </p:cTn>
                                        <p:tgtEl>
                                          <p:spTgt spid="57"/>
                                        </p:tgtEl>
                                        <p:attrNameLst>
                                          <p:attrName>style.visibility</p:attrName>
                                        </p:attrNameLst>
                                      </p:cBhvr>
                                      <p:to>
                                        <p:strVal val="visible"/>
                                      </p:to>
                                    </p:set>
                                    <p:animEffect transition="in" filter="wipe(left)">
                                      <p:cBhvr>
                                        <p:cTn id="71" dur="500"/>
                                        <p:tgtEl>
                                          <p:spTgt spid="57"/>
                                        </p:tgtEl>
                                      </p:cBhvr>
                                    </p:animEffect>
                                  </p:childTnLst>
                                </p:cTn>
                              </p:par>
                              <p:par>
                                <p:cTn id="72" presetID="22" presetClass="entr" presetSubtype="8" fill="hold" nodeType="withEffect">
                                  <p:stCondLst>
                                    <p:cond delay="4600"/>
                                  </p:stCondLst>
                                  <p:childTnLst>
                                    <p:set>
                                      <p:cBhvr>
                                        <p:cTn id="73" dur="1" fill="hold">
                                          <p:stCondLst>
                                            <p:cond delay="0"/>
                                          </p:stCondLst>
                                        </p:cTn>
                                        <p:tgtEl>
                                          <p:spTgt spid="81"/>
                                        </p:tgtEl>
                                        <p:attrNameLst>
                                          <p:attrName>style.visibility</p:attrName>
                                        </p:attrNameLst>
                                      </p:cBhvr>
                                      <p:to>
                                        <p:strVal val="visible"/>
                                      </p:to>
                                    </p:set>
                                    <p:animEffect transition="in" filter="wipe(left)">
                                      <p:cBhvr>
                                        <p:cTn id="74" dur="500"/>
                                        <p:tgtEl>
                                          <p:spTgt spid="81"/>
                                        </p:tgtEl>
                                      </p:cBhvr>
                                    </p:animEffect>
                                  </p:childTnLst>
                                </p:cTn>
                              </p:par>
                              <p:par>
                                <p:cTn id="75" presetID="22" presetClass="entr" presetSubtype="8" fill="hold" nodeType="withEffect">
                                  <p:stCondLst>
                                    <p:cond delay="4700"/>
                                  </p:stCondLst>
                                  <p:childTnLst>
                                    <p:set>
                                      <p:cBhvr>
                                        <p:cTn id="76" dur="1" fill="hold">
                                          <p:stCondLst>
                                            <p:cond delay="0"/>
                                          </p:stCondLst>
                                        </p:cTn>
                                        <p:tgtEl>
                                          <p:spTgt spid="63"/>
                                        </p:tgtEl>
                                        <p:attrNameLst>
                                          <p:attrName>style.visibility</p:attrName>
                                        </p:attrNameLst>
                                      </p:cBhvr>
                                      <p:to>
                                        <p:strVal val="visible"/>
                                      </p:to>
                                    </p:set>
                                    <p:animEffect transition="in" filter="wipe(left)">
                                      <p:cBhvr>
                                        <p:cTn id="77" dur="500"/>
                                        <p:tgtEl>
                                          <p:spTgt spid="63"/>
                                        </p:tgtEl>
                                      </p:cBhvr>
                                    </p:animEffect>
                                  </p:childTnLst>
                                </p:cTn>
                              </p:par>
                              <p:par>
                                <p:cTn id="78" presetID="22" presetClass="entr" presetSubtype="1" fill="hold" nodeType="withEffect">
                                  <p:stCondLst>
                                    <p:cond delay="4800"/>
                                  </p:stCondLst>
                                  <p:childTnLst>
                                    <p:set>
                                      <p:cBhvr>
                                        <p:cTn id="79" dur="1" fill="hold">
                                          <p:stCondLst>
                                            <p:cond delay="0"/>
                                          </p:stCondLst>
                                        </p:cTn>
                                        <p:tgtEl>
                                          <p:spTgt spid="69"/>
                                        </p:tgtEl>
                                        <p:attrNameLst>
                                          <p:attrName>style.visibility</p:attrName>
                                        </p:attrNameLst>
                                      </p:cBhvr>
                                      <p:to>
                                        <p:strVal val="visible"/>
                                      </p:to>
                                    </p:set>
                                    <p:animEffect transition="in" filter="wipe(up)">
                                      <p:cBhvr>
                                        <p:cTn id="80" dur="500"/>
                                        <p:tgtEl>
                                          <p:spTgt spid="69"/>
                                        </p:tgtEl>
                                      </p:cBhvr>
                                    </p:animEffect>
                                  </p:childTnLst>
                                </p:cTn>
                              </p:par>
                              <p:par>
                                <p:cTn id="81" presetID="22" presetClass="entr" presetSubtype="8" fill="hold" nodeType="withEffect">
                                  <p:stCondLst>
                                    <p:cond delay="4900"/>
                                  </p:stCondLst>
                                  <p:childTnLst>
                                    <p:set>
                                      <p:cBhvr>
                                        <p:cTn id="82" dur="1" fill="hold">
                                          <p:stCondLst>
                                            <p:cond delay="0"/>
                                          </p:stCondLst>
                                        </p:cTn>
                                        <p:tgtEl>
                                          <p:spTgt spid="70"/>
                                        </p:tgtEl>
                                        <p:attrNameLst>
                                          <p:attrName>style.visibility</p:attrName>
                                        </p:attrNameLst>
                                      </p:cBhvr>
                                      <p:to>
                                        <p:strVal val="visible"/>
                                      </p:to>
                                    </p:set>
                                    <p:animEffect transition="in" filter="wipe(left)">
                                      <p:cBhvr>
                                        <p:cTn id="83" dur="500"/>
                                        <p:tgtEl>
                                          <p:spTgt spid="70"/>
                                        </p:tgtEl>
                                      </p:cBhvr>
                                    </p:animEffect>
                                  </p:childTnLst>
                                </p:cTn>
                              </p:par>
                              <p:par>
                                <p:cTn id="84" presetID="2" presetClass="entr" presetSubtype="2" decel="100000" fill="hold" nodeType="withEffect">
                                  <p:stCondLst>
                                    <p:cond delay="5100"/>
                                  </p:stCondLst>
                                  <p:childTnLst>
                                    <p:set>
                                      <p:cBhvr>
                                        <p:cTn id="85" dur="1" fill="hold">
                                          <p:stCondLst>
                                            <p:cond delay="0"/>
                                          </p:stCondLst>
                                        </p:cTn>
                                        <p:tgtEl>
                                          <p:spTgt spid="67"/>
                                        </p:tgtEl>
                                        <p:attrNameLst>
                                          <p:attrName>style.visibility</p:attrName>
                                        </p:attrNameLst>
                                      </p:cBhvr>
                                      <p:to>
                                        <p:strVal val="visible"/>
                                      </p:to>
                                    </p:set>
                                    <p:anim calcmode="lin" valueType="num">
                                      <p:cBhvr additive="base">
                                        <p:cTn id="86" dur="1000" fill="hold"/>
                                        <p:tgtEl>
                                          <p:spTgt spid="67"/>
                                        </p:tgtEl>
                                        <p:attrNameLst>
                                          <p:attrName>ppt_x</p:attrName>
                                        </p:attrNameLst>
                                      </p:cBhvr>
                                      <p:tavLst>
                                        <p:tav tm="0">
                                          <p:val>
                                            <p:strVal val="1+#ppt_w/2"/>
                                          </p:val>
                                        </p:tav>
                                        <p:tav tm="100000">
                                          <p:val>
                                            <p:strVal val="#ppt_x"/>
                                          </p:val>
                                        </p:tav>
                                      </p:tavLst>
                                    </p:anim>
                                    <p:anim calcmode="lin" valueType="num">
                                      <p:cBhvr additive="base">
                                        <p:cTn id="87" dur="1000" fill="hold"/>
                                        <p:tgtEl>
                                          <p:spTgt spid="67"/>
                                        </p:tgtEl>
                                        <p:attrNameLst>
                                          <p:attrName>ppt_y</p:attrName>
                                        </p:attrNameLst>
                                      </p:cBhvr>
                                      <p:tavLst>
                                        <p:tav tm="0">
                                          <p:val>
                                            <p:strVal val="#ppt_y"/>
                                          </p:val>
                                        </p:tav>
                                        <p:tav tm="100000">
                                          <p:val>
                                            <p:strVal val="#ppt_y"/>
                                          </p:val>
                                        </p:tav>
                                      </p:tavLst>
                                    </p:anim>
                                  </p:childTnLst>
                                </p:cTn>
                              </p:par>
                              <p:par>
                                <p:cTn id="88" presetID="2" presetClass="entr" presetSubtype="2" decel="100000" fill="hold" nodeType="withEffect">
                                  <p:stCondLst>
                                    <p:cond delay="5200"/>
                                  </p:stCondLst>
                                  <p:childTnLst>
                                    <p:set>
                                      <p:cBhvr>
                                        <p:cTn id="89" dur="1" fill="hold">
                                          <p:stCondLst>
                                            <p:cond delay="0"/>
                                          </p:stCondLst>
                                        </p:cTn>
                                        <p:tgtEl>
                                          <p:spTgt spid="68"/>
                                        </p:tgtEl>
                                        <p:attrNameLst>
                                          <p:attrName>style.visibility</p:attrName>
                                        </p:attrNameLst>
                                      </p:cBhvr>
                                      <p:to>
                                        <p:strVal val="visible"/>
                                      </p:to>
                                    </p:set>
                                    <p:anim calcmode="lin" valueType="num">
                                      <p:cBhvr additive="base">
                                        <p:cTn id="90" dur="1000" fill="hold"/>
                                        <p:tgtEl>
                                          <p:spTgt spid="68"/>
                                        </p:tgtEl>
                                        <p:attrNameLst>
                                          <p:attrName>ppt_x</p:attrName>
                                        </p:attrNameLst>
                                      </p:cBhvr>
                                      <p:tavLst>
                                        <p:tav tm="0">
                                          <p:val>
                                            <p:strVal val="1+#ppt_w/2"/>
                                          </p:val>
                                        </p:tav>
                                        <p:tav tm="100000">
                                          <p:val>
                                            <p:strVal val="#ppt_x"/>
                                          </p:val>
                                        </p:tav>
                                      </p:tavLst>
                                    </p:anim>
                                    <p:anim calcmode="lin" valueType="num">
                                      <p:cBhvr additive="base">
                                        <p:cTn id="91" dur="1000" fill="hold"/>
                                        <p:tgtEl>
                                          <p:spTgt spid="68"/>
                                        </p:tgtEl>
                                        <p:attrNameLst>
                                          <p:attrName>ppt_y</p:attrName>
                                        </p:attrNameLst>
                                      </p:cBhvr>
                                      <p:tavLst>
                                        <p:tav tm="0">
                                          <p:val>
                                            <p:strVal val="#ppt_y"/>
                                          </p:val>
                                        </p:tav>
                                        <p:tav tm="100000">
                                          <p:val>
                                            <p:strVal val="#ppt_y"/>
                                          </p:val>
                                        </p:tav>
                                      </p:tavLst>
                                    </p:anim>
                                  </p:childTnLst>
                                </p:cTn>
                              </p:par>
                              <p:par>
                                <p:cTn id="92" presetID="22" presetClass="entr" presetSubtype="8" fill="hold" nodeType="withEffect">
                                  <p:stCondLst>
                                    <p:cond delay="4500"/>
                                  </p:stCondLst>
                                  <p:childTnLst>
                                    <p:set>
                                      <p:cBhvr>
                                        <p:cTn id="93" dur="1" fill="hold">
                                          <p:stCondLst>
                                            <p:cond delay="0"/>
                                          </p:stCondLst>
                                        </p:cTn>
                                        <p:tgtEl>
                                          <p:spTgt spid="5"/>
                                        </p:tgtEl>
                                        <p:attrNameLst>
                                          <p:attrName>style.visibility</p:attrName>
                                        </p:attrNameLst>
                                      </p:cBhvr>
                                      <p:to>
                                        <p:strVal val="visible"/>
                                      </p:to>
                                    </p:set>
                                    <p:animEffect transition="in" filter="wipe(left)">
                                      <p:cBhvr>
                                        <p:cTn id="94" dur="500"/>
                                        <p:tgtEl>
                                          <p:spTgt spid="5"/>
                                        </p:tgtEl>
                                      </p:cBhvr>
                                    </p:animEffect>
                                  </p:childTnLst>
                                </p:cTn>
                              </p:par>
                              <p:par>
                                <p:cTn id="95" presetID="22" presetClass="entr" presetSubtype="1" fill="hold" nodeType="withEffect">
                                  <p:stCondLst>
                                    <p:cond delay="4200"/>
                                  </p:stCondLst>
                                  <p:childTnLst>
                                    <p:set>
                                      <p:cBhvr>
                                        <p:cTn id="96" dur="1" fill="hold">
                                          <p:stCondLst>
                                            <p:cond delay="0"/>
                                          </p:stCondLst>
                                        </p:cTn>
                                        <p:tgtEl>
                                          <p:spTgt spid="77"/>
                                        </p:tgtEl>
                                        <p:attrNameLst>
                                          <p:attrName>style.visibility</p:attrName>
                                        </p:attrNameLst>
                                      </p:cBhvr>
                                      <p:to>
                                        <p:strVal val="visible"/>
                                      </p:to>
                                    </p:set>
                                    <p:animEffect transition="in" filter="wipe(up)">
                                      <p:cBhvr>
                                        <p:cTn id="97" dur="500"/>
                                        <p:tgtEl>
                                          <p:spTgt spid="77"/>
                                        </p:tgtEl>
                                      </p:cBhvr>
                                    </p:animEffect>
                                  </p:childTnLst>
                                </p:cTn>
                              </p:par>
                              <p:par>
                                <p:cTn id="98" presetID="22" presetClass="entr" presetSubtype="8" fill="hold" nodeType="withEffect">
                                  <p:stCondLst>
                                    <p:cond delay="4500"/>
                                  </p:stCondLst>
                                  <p:childTnLst>
                                    <p:set>
                                      <p:cBhvr>
                                        <p:cTn id="99" dur="1" fill="hold">
                                          <p:stCondLst>
                                            <p:cond delay="0"/>
                                          </p:stCondLst>
                                        </p:cTn>
                                        <p:tgtEl>
                                          <p:spTgt spid="93"/>
                                        </p:tgtEl>
                                        <p:attrNameLst>
                                          <p:attrName>style.visibility</p:attrName>
                                        </p:attrNameLst>
                                      </p:cBhvr>
                                      <p:to>
                                        <p:strVal val="visible"/>
                                      </p:to>
                                    </p:set>
                                    <p:animEffect transition="in" filter="wipe(left)">
                                      <p:cBhvr>
                                        <p:cTn id="100" dur="500"/>
                                        <p:tgtEl>
                                          <p:spTgt spid="93"/>
                                        </p:tgtEl>
                                      </p:cBhvr>
                                    </p:animEffect>
                                  </p:childTnLst>
                                </p:cTn>
                              </p:par>
                              <p:par>
                                <p:cTn id="101" presetID="22" presetClass="entr" presetSubtype="8" fill="hold" nodeType="withEffect">
                                  <p:stCondLst>
                                    <p:cond delay="4500"/>
                                  </p:stCondLst>
                                  <p:childTnLst>
                                    <p:set>
                                      <p:cBhvr>
                                        <p:cTn id="102" dur="1" fill="hold">
                                          <p:stCondLst>
                                            <p:cond delay="0"/>
                                          </p:stCondLst>
                                        </p:cTn>
                                        <p:tgtEl>
                                          <p:spTgt spid="99"/>
                                        </p:tgtEl>
                                        <p:attrNameLst>
                                          <p:attrName>style.visibility</p:attrName>
                                        </p:attrNameLst>
                                      </p:cBhvr>
                                      <p:to>
                                        <p:strVal val="visible"/>
                                      </p:to>
                                    </p:set>
                                    <p:animEffect transition="in" filter="wipe(left)">
                                      <p:cBhvr>
                                        <p:cTn id="103" dur="500"/>
                                        <p:tgtEl>
                                          <p:spTgt spid="99"/>
                                        </p:tgtEl>
                                      </p:cBhvr>
                                    </p:animEffect>
                                  </p:childTnLst>
                                </p:cTn>
                              </p:par>
                              <p:par>
                                <p:cTn id="104" presetID="22" presetClass="entr" presetSubtype="8" fill="hold" nodeType="withEffect">
                                  <p:stCondLst>
                                    <p:cond delay="4700"/>
                                  </p:stCondLst>
                                  <p:childTnLst>
                                    <p:set>
                                      <p:cBhvr>
                                        <p:cTn id="105" dur="1" fill="hold">
                                          <p:stCondLst>
                                            <p:cond delay="0"/>
                                          </p:stCondLst>
                                        </p:cTn>
                                        <p:tgtEl>
                                          <p:spTgt spid="102"/>
                                        </p:tgtEl>
                                        <p:attrNameLst>
                                          <p:attrName>style.visibility</p:attrName>
                                        </p:attrNameLst>
                                      </p:cBhvr>
                                      <p:to>
                                        <p:strVal val="visible"/>
                                      </p:to>
                                    </p:set>
                                    <p:animEffect transition="in" filter="wipe(left)">
                                      <p:cBhvr>
                                        <p:cTn id="106" dur="500"/>
                                        <p:tgtEl>
                                          <p:spTgt spid="102"/>
                                        </p:tgtEl>
                                      </p:cBhvr>
                                    </p:animEffect>
                                  </p:childTnLst>
                                </p:cTn>
                              </p:par>
                              <p:par>
                                <p:cTn id="107" presetID="22" presetClass="entr" presetSubtype="8" fill="hold" nodeType="withEffect">
                                  <p:stCondLst>
                                    <p:cond delay="4700"/>
                                  </p:stCondLst>
                                  <p:childTnLst>
                                    <p:set>
                                      <p:cBhvr>
                                        <p:cTn id="108" dur="1" fill="hold">
                                          <p:stCondLst>
                                            <p:cond delay="0"/>
                                          </p:stCondLst>
                                        </p:cTn>
                                        <p:tgtEl>
                                          <p:spTgt spid="106"/>
                                        </p:tgtEl>
                                        <p:attrNameLst>
                                          <p:attrName>style.visibility</p:attrName>
                                        </p:attrNameLst>
                                      </p:cBhvr>
                                      <p:to>
                                        <p:strVal val="visible"/>
                                      </p:to>
                                    </p:set>
                                    <p:animEffect transition="in" filter="wipe(left)">
                                      <p:cBhvr>
                                        <p:cTn id="109" dur="500"/>
                                        <p:tgtEl>
                                          <p:spTgt spid="106"/>
                                        </p:tgtEl>
                                      </p:cBhvr>
                                    </p:animEffect>
                                  </p:childTnLst>
                                </p:cTn>
                              </p:par>
                              <p:par>
                                <p:cTn id="110" presetID="22" presetClass="entr" presetSubtype="8" fill="hold" nodeType="withEffect">
                                  <p:stCondLst>
                                    <p:cond delay="4500"/>
                                  </p:stCondLst>
                                  <p:childTnLst>
                                    <p:set>
                                      <p:cBhvr>
                                        <p:cTn id="111" dur="1" fill="hold">
                                          <p:stCondLst>
                                            <p:cond delay="0"/>
                                          </p:stCondLst>
                                        </p:cTn>
                                        <p:tgtEl>
                                          <p:spTgt spid="108"/>
                                        </p:tgtEl>
                                        <p:attrNameLst>
                                          <p:attrName>style.visibility</p:attrName>
                                        </p:attrNameLst>
                                      </p:cBhvr>
                                      <p:to>
                                        <p:strVal val="visible"/>
                                      </p:to>
                                    </p:set>
                                    <p:animEffect transition="in" filter="wipe(left)">
                                      <p:cBhvr>
                                        <p:cTn id="112" dur="500"/>
                                        <p:tgtEl>
                                          <p:spTgt spid="108"/>
                                        </p:tgtEl>
                                      </p:cBhvr>
                                    </p:animEffect>
                                  </p:childTnLst>
                                </p:cTn>
                              </p:par>
                              <p:par>
                                <p:cTn id="113" presetID="22" presetClass="entr" presetSubtype="8" fill="hold" nodeType="withEffect">
                                  <p:stCondLst>
                                    <p:cond delay="4500"/>
                                  </p:stCondLst>
                                  <p:childTnLst>
                                    <p:set>
                                      <p:cBhvr>
                                        <p:cTn id="114" dur="1" fill="hold">
                                          <p:stCondLst>
                                            <p:cond delay="0"/>
                                          </p:stCondLst>
                                        </p:cTn>
                                        <p:tgtEl>
                                          <p:spTgt spid="109"/>
                                        </p:tgtEl>
                                        <p:attrNameLst>
                                          <p:attrName>style.visibility</p:attrName>
                                        </p:attrNameLst>
                                      </p:cBhvr>
                                      <p:to>
                                        <p:strVal val="visible"/>
                                      </p:to>
                                    </p:set>
                                    <p:animEffect transition="in" filter="wipe(left)">
                                      <p:cBhvr>
                                        <p:cTn id="115" dur="500"/>
                                        <p:tgtEl>
                                          <p:spTgt spid="109"/>
                                        </p:tgtEl>
                                      </p:cBhvr>
                                    </p:animEffect>
                                  </p:childTnLst>
                                </p:cTn>
                              </p:par>
                              <p:par>
                                <p:cTn id="116" presetID="22" presetClass="entr" presetSubtype="8" fill="hold" nodeType="withEffect">
                                  <p:stCondLst>
                                    <p:cond delay="4500"/>
                                  </p:stCondLst>
                                  <p:childTnLst>
                                    <p:set>
                                      <p:cBhvr>
                                        <p:cTn id="117" dur="1" fill="hold">
                                          <p:stCondLst>
                                            <p:cond delay="0"/>
                                          </p:stCondLst>
                                        </p:cTn>
                                        <p:tgtEl>
                                          <p:spTgt spid="110"/>
                                        </p:tgtEl>
                                        <p:attrNameLst>
                                          <p:attrName>style.visibility</p:attrName>
                                        </p:attrNameLst>
                                      </p:cBhvr>
                                      <p:to>
                                        <p:strVal val="visible"/>
                                      </p:to>
                                    </p:set>
                                    <p:animEffect transition="in" filter="wipe(left)">
                                      <p:cBhvr>
                                        <p:cTn id="118" dur="500"/>
                                        <p:tgtEl>
                                          <p:spTgt spid="110"/>
                                        </p:tgtEl>
                                      </p:cBhvr>
                                    </p:animEffect>
                                  </p:childTnLst>
                                </p:cTn>
                              </p:par>
                              <p:par>
                                <p:cTn id="119" presetID="22" presetClass="entr" presetSubtype="8" fill="hold" nodeType="withEffect">
                                  <p:stCondLst>
                                    <p:cond delay="4700"/>
                                  </p:stCondLst>
                                  <p:childTnLst>
                                    <p:set>
                                      <p:cBhvr>
                                        <p:cTn id="120" dur="1" fill="hold">
                                          <p:stCondLst>
                                            <p:cond delay="0"/>
                                          </p:stCondLst>
                                        </p:cTn>
                                        <p:tgtEl>
                                          <p:spTgt spid="120"/>
                                        </p:tgtEl>
                                        <p:attrNameLst>
                                          <p:attrName>style.visibility</p:attrName>
                                        </p:attrNameLst>
                                      </p:cBhvr>
                                      <p:to>
                                        <p:strVal val="visible"/>
                                      </p:to>
                                    </p:set>
                                    <p:animEffect transition="in" filter="wipe(left)">
                                      <p:cBhvr>
                                        <p:cTn id="121" dur="500"/>
                                        <p:tgtEl>
                                          <p:spTgt spid="120"/>
                                        </p:tgtEl>
                                      </p:cBhvr>
                                    </p:animEffect>
                                  </p:childTnLst>
                                </p:cTn>
                              </p:par>
                              <p:par>
                                <p:cTn id="122" presetID="22" presetClass="entr" presetSubtype="8" fill="hold" nodeType="withEffect">
                                  <p:stCondLst>
                                    <p:cond delay="4500"/>
                                  </p:stCondLst>
                                  <p:childTnLst>
                                    <p:set>
                                      <p:cBhvr>
                                        <p:cTn id="123" dur="1" fill="hold">
                                          <p:stCondLst>
                                            <p:cond delay="0"/>
                                          </p:stCondLst>
                                        </p:cTn>
                                        <p:tgtEl>
                                          <p:spTgt spid="124"/>
                                        </p:tgtEl>
                                        <p:attrNameLst>
                                          <p:attrName>style.visibility</p:attrName>
                                        </p:attrNameLst>
                                      </p:cBhvr>
                                      <p:to>
                                        <p:strVal val="visible"/>
                                      </p:to>
                                    </p:set>
                                    <p:animEffect transition="in" filter="wipe(left)">
                                      <p:cBhvr>
                                        <p:cTn id="124" dur="500"/>
                                        <p:tgtEl>
                                          <p:spTgt spid="124"/>
                                        </p:tgtEl>
                                      </p:cBhvr>
                                    </p:animEffect>
                                  </p:childTnLst>
                                </p:cTn>
                              </p:par>
                              <p:par>
                                <p:cTn id="125" presetID="22" presetClass="entr" presetSubtype="8" fill="hold" nodeType="withEffect">
                                  <p:stCondLst>
                                    <p:cond delay="4700"/>
                                  </p:stCondLst>
                                  <p:childTnLst>
                                    <p:set>
                                      <p:cBhvr>
                                        <p:cTn id="126" dur="1" fill="hold">
                                          <p:stCondLst>
                                            <p:cond delay="0"/>
                                          </p:stCondLst>
                                        </p:cTn>
                                        <p:tgtEl>
                                          <p:spTgt spid="132"/>
                                        </p:tgtEl>
                                        <p:attrNameLst>
                                          <p:attrName>style.visibility</p:attrName>
                                        </p:attrNameLst>
                                      </p:cBhvr>
                                      <p:to>
                                        <p:strVal val="visible"/>
                                      </p:to>
                                    </p:set>
                                    <p:animEffect transition="in" filter="wipe(left)">
                                      <p:cBhvr>
                                        <p:cTn id="127"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AF4B792-C4BF-4814-AA0D-F04EC3F91960}"/>
              </a:ext>
            </a:extLst>
          </p:cNvPr>
          <p:cNvGrpSpPr/>
          <p:nvPr/>
        </p:nvGrpSpPr>
        <p:grpSpPr>
          <a:xfrm>
            <a:off x="1342988" y="2211559"/>
            <a:ext cx="1762988" cy="973637"/>
            <a:chOff x="3067292" y="3565002"/>
            <a:chExt cx="2378485" cy="1319514"/>
          </a:xfrm>
        </p:grpSpPr>
        <p:sp>
          <p:nvSpPr>
            <p:cNvPr id="7" name="Rectangle: Rounded Corners 6">
              <a:extLst>
                <a:ext uri="{FF2B5EF4-FFF2-40B4-BE49-F238E27FC236}">
                  <a16:creationId xmlns:a16="http://schemas.microsoft.com/office/drawing/2014/main" id="{6376DD43-F92A-4D72-A7FE-A39C1F2B88E5}"/>
                </a:ext>
              </a:extLst>
            </p:cNvPr>
            <p:cNvSpPr/>
            <p:nvPr/>
          </p:nvSpPr>
          <p:spPr>
            <a:xfrm>
              <a:off x="3067292" y="3565002"/>
              <a:ext cx="2378485" cy="1319514"/>
            </a:xfrm>
            <a:prstGeom prst="roundRect">
              <a:avLst>
                <a:gd name="adj" fmla="val 6861"/>
              </a:avLst>
            </a:prstGeom>
            <a:solidFill>
              <a:schemeClr val="tx1">
                <a:lumMod val="90000"/>
                <a:lumOff val="10000"/>
              </a:schemeClr>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8" name="TextBox 7">
              <a:extLst>
                <a:ext uri="{FF2B5EF4-FFF2-40B4-BE49-F238E27FC236}">
                  <a16:creationId xmlns:a16="http://schemas.microsoft.com/office/drawing/2014/main" id="{AC885406-A3AD-4395-B49A-42896EB940A9}"/>
                </a:ext>
              </a:extLst>
            </p:cNvPr>
            <p:cNvSpPr txBox="1"/>
            <p:nvPr/>
          </p:nvSpPr>
          <p:spPr>
            <a:xfrm>
              <a:off x="3279170" y="3571172"/>
              <a:ext cx="1864661" cy="1175038"/>
            </a:xfrm>
            <a:prstGeom prst="rect">
              <a:avLst/>
            </a:prstGeom>
            <a:noFill/>
          </p:spPr>
          <p:txBody>
            <a:bodyPr wrap="square" rtlCol="0" anchor="ctr">
              <a:spAutoFit/>
            </a:bodyPr>
            <a:lstStyle/>
            <a:p>
              <a:pPr defTabSz="228554">
                <a:lnSpc>
                  <a:spcPct val="150000"/>
                </a:lnSpc>
                <a:defRPr/>
              </a:pPr>
              <a:r>
                <a:rPr lang="vi-VN" b="1" dirty="0">
                  <a:solidFill>
                    <a:srgbClr val="FFFFFF"/>
                  </a:solidFill>
                  <a:latin typeface="Bahnschrift" panose="020B0502040204020203" pitchFamily="34" charset="0"/>
                </a:rPr>
                <a:t>VTCB và góc đo thực</a:t>
              </a:r>
              <a:endParaRPr lang="en-US" dirty="0">
                <a:solidFill>
                  <a:srgbClr val="FA3585"/>
                </a:solidFill>
                <a:latin typeface="Bahnschrift" panose="020B0502040204020203" pitchFamily="34" charset="0"/>
              </a:endParaRPr>
            </a:p>
          </p:txBody>
        </p:sp>
      </p:grpSp>
      <p:grpSp>
        <p:nvGrpSpPr>
          <p:cNvPr id="12" name="Group 11">
            <a:extLst>
              <a:ext uri="{FF2B5EF4-FFF2-40B4-BE49-F238E27FC236}">
                <a16:creationId xmlns:a16="http://schemas.microsoft.com/office/drawing/2014/main" id="{C5F645CA-9C8D-4071-8F5D-102A5EF87CAD}"/>
              </a:ext>
            </a:extLst>
          </p:cNvPr>
          <p:cNvGrpSpPr/>
          <p:nvPr/>
        </p:nvGrpSpPr>
        <p:grpSpPr>
          <a:xfrm>
            <a:off x="1226191" y="3873992"/>
            <a:ext cx="1680227" cy="1142810"/>
            <a:chOff x="3067292" y="3565001"/>
            <a:chExt cx="2378485" cy="2285917"/>
          </a:xfrm>
        </p:grpSpPr>
        <p:sp>
          <p:nvSpPr>
            <p:cNvPr id="13" name="Rectangle: Rounded Corners 12">
              <a:extLst>
                <a:ext uri="{FF2B5EF4-FFF2-40B4-BE49-F238E27FC236}">
                  <a16:creationId xmlns:a16="http://schemas.microsoft.com/office/drawing/2014/main" id="{3641B573-28D8-41AC-B6F0-777B53F96715}"/>
                </a:ext>
              </a:extLst>
            </p:cNvPr>
            <p:cNvSpPr/>
            <p:nvPr/>
          </p:nvSpPr>
          <p:spPr>
            <a:xfrm>
              <a:off x="3067292" y="3565001"/>
              <a:ext cx="2378485" cy="2285917"/>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14" tIns="22857" rIns="45714" bIns="22857" numCol="1" spcCol="0" rtlCol="0" fromWordArt="0" anchor="ctr" anchorCtr="0" forceAA="0" compatLnSpc="1">
              <a:prstTxWarp prst="textNoShape">
                <a:avLst/>
              </a:prstTxWarp>
              <a:noAutofit/>
            </a:bodyPr>
            <a:lstStyle/>
            <a:p>
              <a:pPr algn="ctr" defTabSz="228554">
                <a:defRPr/>
              </a:pPr>
              <a:endParaRPr lang="en-US" sz="900">
                <a:solidFill>
                  <a:srgbClr val="FFFFFF"/>
                </a:solidFill>
                <a:latin typeface="Calibri"/>
              </a:endParaRPr>
            </a:p>
          </p:txBody>
        </p:sp>
        <p:sp>
          <p:nvSpPr>
            <p:cNvPr id="14" name="TextBox 13">
              <a:extLst>
                <a:ext uri="{FF2B5EF4-FFF2-40B4-BE49-F238E27FC236}">
                  <a16:creationId xmlns:a16="http://schemas.microsoft.com/office/drawing/2014/main" id="{B088EA65-DFD0-4739-B51D-9A8736170198}"/>
                </a:ext>
              </a:extLst>
            </p:cNvPr>
            <p:cNvSpPr txBox="1"/>
            <p:nvPr/>
          </p:nvSpPr>
          <p:spPr>
            <a:xfrm>
              <a:off x="3331589" y="4303855"/>
              <a:ext cx="2021376" cy="554968"/>
            </a:xfrm>
            <a:prstGeom prst="rect">
              <a:avLst/>
            </a:prstGeom>
            <a:noFill/>
          </p:spPr>
          <p:txBody>
            <a:bodyPr wrap="square" rtlCol="0" anchor="ctr">
              <a:spAutoFit/>
            </a:bodyPr>
            <a:lstStyle/>
            <a:p>
              <a:pPr defTabSz="228554">
                <a:lnSpc>
                  <a:spcPct val="150000"/>
                </a:lnSpc>
                <a:defRPr/>
              </a:pPr>
              <a:endParaRPr lang="en-US" sz="900" dirty="0">
                <a:solidFill>
                  <a:srgbClr val="FA3585"/>
                </a:solidFill>
                <a:latin typeface="Century Gothic"/>
              </a:endParaRPr>
            </a:p>
          </p:txBody>
        </p:sp>
      </p:grpSp>
      <p:grpSp>
        <p:nvGrpSpPr>
          <p:cNvPr id="15" name="Group 14">
            <a:extLst>
              <a:ext uri="{FF2B5EF4-FFF2-40B4-BE49-F238E27FC236}">
                <a16:creationId xmlns:a16="http://schemas.microsoft.com/office/drawing/2014/main" id="{168C29EE-6807-45E0-AABE-170231D86822}"/>
              </a:ext>
            </a:extLst>
          </p:cNvPr>
          <p:cNvGrpSpPr/>
          <p:nvPr/>
        </p:nvGrpSpPr>
        <p:grpSpPr>
          <a:xfrm>
            <a:off x="3710920" y="2098992"/>
            <a:ext cx="2043175" cy="975839"/>
            <a:chOff x="3067291" y="3565002"/>
            <a:chExt cx="3113590" cy="1319514"/>
          </a:xfrm>
        </p:grpSpPr>
        <p:sp>
          <p:nvSpPr>
            <p:cNvPr id="16" name="Rectangle: Rounded Corners 15">
              <a:extLst>
                <a:ext uri="{FF2B5EF4-FFF2-40B4-BE49-F238E27FC236}">
                  <a16:creationId xmlns:a16="http://schemas.microsoft.com/office/drawing/2014/main" id="{8DCB912B-EBD7-463D-BEB1-49D4A51FB619}"/>
                </a:ext>
              </a:extLst>
            </p:cNvPr>
            <p:cNvSpPr/>
            <p:nvPr/>
          </p:nvSpPr>
          <p:spPr>
            <a:xfrm>
              <a:off x="3067291" y="3565002"/>
              <a:ext cx="3113590" cy="1319514"/>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17" name="TextBox 16">
              <a:extLst>
                <a:ext uri="{FF2B5EF4-FFF2-40B4-BE49-F238E27FC236}">
                  <a16:creationId xmlns:a16="http://schemas.microsoft.com/office/drawing/2014/main" id="{9DE58037-8E30-4F12-9718-1853AB1D701D}"/>
                </a:ext>
              </a:extLst>
            </p:cNvPr>
            <p:cNvSpPr txBox="1"/>
            <p:nvPr/>
          </p:nvSpPr>
          <p:spPr>
            <a:xfrm>
              <a:off x="3434500" y="3600508"/>
              <a:ext cx="2058106" cy="1248512"/>
            </a:xfrm>
            <a:prstGeom prst="rect">
              <a:avLst/>
            </a:prstGeom>
            <a:noFill/>
          </p:spPr>
          <p:txBody>
            <a:bodyPr wrap="square" rtlCol="0" anchor="ctr">
              <a:spAutoFit/>
            </a:bodyPr>
            <a:lstStyle/>
            <a:p>
              <a:pPr defTabSz="228554">
                <a:defRPr/>
              </a:pPr>
              <a:r>
                <a:rPr lang="vi-VN" b="1" dirty="0">
                  <a:solidFill>
                    <a:srgbClr val="172144"/>
                  </a:solidFill>
                  <a:latin typeface="Century Gothic"/>
                </a:rPr>
                <a:t>K1 = 160      </a:t>
              </a:r>
            </a:p>
            <a:p>
              <a:pPr defTabSz="228554">
                <a:defRPr/>
              </a:pPr>
              <a:r>
                <a:rPr lang="vi-VN" b="1" dirty="0">
                  <a:solidFill>
                    <a:srgbClr val="172144"/>
                  </a:solidFill>
                  <a:latin typeface="Century Gothic"/>
                </a:rPr>
                <a:t>K2 = 2     </a:t>
              </a:r>
            </a:p>
            <a:p>
              <a:pPr defTabSz="228554">
                <a:defRPr/>
              </a:pPr>
              <a:r>
                <a:rPr lang="vi-VN" b="1" dirty="0">
                  <a:solidFill>
                    <a:srgbClr val="172144"/>
                  </a:solidFill>
                  <a:latin typeface="Century Gothic"/>
                </a:rPr>
                <a:t>K3 = 0.5</a:t>
              </a:r>
              <a:endParaRPr lang="en-US" dirty="0">
                <a:solidFill>
                  <a:srgbClr val="3BC8F1"/>
                </a:solidFill>
                <a:latin typeface="Century Gothic"/>
              </a:endParaRPr>
            </a:p>
          </p:txBody>
        </p:sp>
      </p:grpSp>
      <p:cxnSp>
        <p:nvCxnSpPr>
          <p:cNvPr id="26" name="Straight Connector 25">
            <a:extLst>
              <a:ext uri="{FF2B5EF4-FFF2-40B4-BE49-F238E27FC236}">
                <a16:creationId xmlns:a16="http://schemas.microsoft.com/office/drawing/2014/main" id="{8A61A236-BBD1-43DA-9781-EA43B1290B67}"/>
              </a:ext>
            </a:extLst>
          </p:cNvPr>
          <p:cNvCxnSpPr>
            <a:cxnSpLocks/>
            <a:endCxn id="13" idx="0"/>
          </p:cNvCxnSpPr>
          <p:nvPr/>
        </p:nvCxnSpPr>
        <p:spPr>
          <a:xfrm flipH="1">
            <a:off x="2066305" y="3185196"/>
            <a:ext cx="11103" cy="688796"/>
          </a:xfrm>
          <a:prstGeom prst="line">
            <a:avLst/>
          </a:prstGeom>
          <a:ln w="25400">
            <a:solidFill>
              <a:schemeClr val="accent2"/>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77C9DF9E-E3D9-48BE-9260-91DB01E5E699}"/>
              </a:ext>
            </a:extLst>
          </p:cNvPr>
          <p:cNvGrpSpPr/>
          <p:nvPr/>
        </p:nvGrpSpPr>
        <p:grpSpPr>
          <a:xfrm>
            <a:off x="4034749" y="4063100"/>
            <a:ext cx="1395516" cy="798202"/>
            <a:chOff x="3560774" y="3426453"/>
            <a:chExt cx="2126623" cy="1596612"/>
          </a:xfrm>
        </p:grpSpPr>
        <p:sp>
          <p:nvSpPr>
            <p:cNvPr id="30" name="Rectangle: Rounded Corners 29">
              <a:extLst>
                <a:ext uri="{FF2B5EF4-FFF2-40B4-BE49-F238E27FC236}">
                  <a16:creationId xmlns:a16="http://schemas.microsoft.com/office/drawing/2014/main" id="{6693EFAC-9070-402B-B08D-912EBB8898DF}"/>
                </a:ext>
              </a:extLst>
            </p:cNvPr>
            <p:cNvSpPr/>
            <p:nvPr/>
          </p:nvSpPr>
          <p:spPr>
            <a:xfrm>
              <a:off x="3560774" y="3426453"/>
              <a:ext cx="2126623" cy="1596612"/>
            </a:xfrm>
            <a:prstGeom prst="roundRect">
              <a:avLst>
                <a:gd name="adj" fmla="val 6861"/>
              </a:avLst>
            </a:prstGeom>
            <a:solidFill>
              <a:schemeClr val="accent4"/>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1100">
                <a:solidFill>
                  <a:srgbClr val="FFFFFF"/>
                </a:solidFill>
                <a:latin typeface="Calibri"/>
              </a:endParaRPr>
            </a:p>
          </p:txBody>
        </p:sp>
        <p:sp>
          <p:nvSpPr>
            <p:cNvPr id="31" name="TextBox 30">
              <a:extLst>
                <a:ext uri="{FF2B5EF4-FFF2-40B4-BE49-F238E27FC236}">
                  <a16:creationId xmlns:a16="http://schemas.microsoft.com/office/drawing/2014/main" id="{76C90A10-DA25-47E5-87BA-6DF06906098C}"/>
                </a:ext>
              </a:extLst>
            </p:cNvPr>
            <p:cNvSpPr txBox="1"/>
            <p:nvPr/>
          </p:nvSpPr>
          <p:spPr>
            <a:xfrm>
              <a:off x="3773146" y="3914795"/>
              <a:ext cx="1644502" cy="677196"/>
            </a:xfrm>
            <a:prstGeom prst="rect">
              <a:avLst/>
            </a:prstGeom>
            <a:noFill/>
          </p:spPr>
          <p:txBody>
            <a:bodyPr wrap="none" rtlCol="0" anchor="ctr">
              <a:spAutoFit/>
            </a:bodyPr>
            <a:lstStyle/>
            <a:p>
              <a:pPr algn="ctr" defTabSz="228554">
                <a:defRPr/>
              </a:pPr>
              <a:r>
                <a:rPr lang="vi-VN" sz="1600" b="1" dirty="0">
                  <a:solidFill>
                    <a:srgbClr val="FFFFFF"/>
                  </a:solidFill>
                  <a:latin typeface="Century Gothic"/>
                </a:rPr>
                <a:t>Case “+”</a:t>
              </a:r>
              <a:endParaRPr lang="en-US" sz="1600" dirty="0">
                <a:solidFill>
                  <a:srgbClr val="FFFFFF"/>
                </a:solidFill>
                <a:latin typeface="Century Gothic"/>
              </a:endParaRPr>
            </a:p>
          </p:txBody>
        </p:sp>
      </p:grpSp>
      <p:grpSp>
        <p:nvGrpSpPr>
          <p:cNvPr id="2" name="Group 1">
            <a:extLst>
              <a:ext uri="{FF2B5EF4-FFF2-40B4-BE49-F238E27FC236}">
                <a16:creationId xmlns:a16="http://schemas.microsoft.com/office/drawing/2014/main" id="{55141898-6D64-43B1-9657-CAFF526333B5}"/>
              </a:ext>
            </a:extLst>
          </p:cNvPr>
          <p:cNvGrpSpPr/>
          <p:nvPr/>
        </p:nvGrpSpPr>
        <p:grpSpPr>
          <a:xfrm>
            <a:off x="2869277" y="2709504"/>
            <a:ext cx="841642" cy="126602"/>
            <a:chOff x="5739301" y="4602894"/>
            <a:chExt cx="1683503" cy="253237"/>
          </a:xfrm>
        </p:grpSpPr>
        <p:sp>
          <p:nvSpPr>
            <p:cNvPr id="55" name="Freeform 5">
              <a:extLst>
                <a:ext uri="{FF2B5EF4-FFF2-40B4-BE49-F238E27FC236}">
                  <a16:creationId xmlns:a16="http://schemas.microsoft.com/office/drawing/2014/main" id="{6ECDC2AF-27D2-4B7D-A49F-2E2902BB2AFE}"/>
                </a:ext>
              </a:extLst>
            </p:cNvPr>
            <p:cNvSpPr>
              <a:spLocks noEditPoints="1"/>
            </p:cNvSpPr>
            <p:nvPr/>
          </p:nvSpPr>
          <p:spPr bwMode="auto">
            <a:xfrm>
              <a:off x="6458350" y="4602894"/>
              <a:ext cx="277587" cy="253237"/>
            </a:xfrm>
            <a:custGeom>
              <a:avLst/>
              <a:gdLst>
                <a:gd name="T0" fmla="*/ 0 w 456"/>
                <a:gd name="T1" fmla="*/ 356 h 416"/>
                <a:gd name="T2" fmla="*/ 147 w 456"/>
                <a:gd name="T3" fmla="*/ 208 h 416"/>
                <a:gd name="T4" fmla="*/ 0 w 456"/>
                <a:gd name="T5" fmla="*/ 58 h 416"/>
                <a:gd name="T6" fmla="*/ 59 w 456"/>
                <a:gd name="T7" fmla="*/ 0 h 416"/>
                <a:gd name="T8" fmla="*/ 265 w 456"/>
                <a:gd name="T9" fmla="*/ 208 h 416"/>
                <a:gd name="T10" fmla="*/ 59 w 456"/>
                <a:gd name="T11" fmla="*/ 416 h 416"/>
                <a:gd name="T12" fmla="*/ 0 w 456"/>
                <a:gd name="T13" fmla="*/ 356 h 416"/>
                <a:gd name="T14" fmla="*/ 248 w 456"/>
                <a:gd name="T15" fmla="*/ 0 h 416"/>
                <a:gd name="T16" fmla="*/ 456 w 456"/>
                <a:gd name="T17" fmla="*/ 208 h 416"/>
                <a:gd name="T18" fmla="*/ 248 w 456"/>
                <a:gd name="T19" fmla="*/ 416 h 416"/>
                <a:gd name="T20" fmla="*/ 191 w 456"/>
                <a:gd name="T21" fmla="*/ 356 h 416"/>
                <a:gd name="T22" fmla="*/ 338 w 456"/>
                <a:gd name="T23" fmla="*/ 208 h 416"/>
                <a:gd name="T24" fmla="*/ 191 w 456"/>
                <a:gd name="T25" fmla="*/ 58 h 416"/>
                <a:gd name="T26" fmla="*/ 248 w 456"/>
                <a:gd name="T27" fmla="*/ 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6" h="416">
                  <a:moveTo>
                    <a:pt x="0" y="356"/>
                  </a:moveTo>
                  <a:lnTo>
                    <a:pt x="147" y="208"/>
                  </a:lnTo>
                  <a:lnTo>
                    <a:pt x="0" y="58"/>
                  </a:lnTo>
                  <a:lnTo>
                    <a:pt x="59" y="0"/>
                  </a:lnTo>
                  <a:lnTo>
                    <a:pt x="265" y="208"/>
                  </a:lnTo>
                  <a:lnTo>
                    <a:pt x="59" y="416"/>
                  </a:lnTo>
                  <a:lnTo>
                    <a:pt x="0" y="356"/>
                  </a:lnTo>
                  <a:close/>
                  <a:moveTo>
                    <a:pt x="248" y="0"/>
                  </a:moveTo>
                  <a:lnTo>
                    <a:pt x="456" y="208"/>
                  </a:lnTo>
                  <a:lnTo>
                    <a:pt x="248" y="416"/>
                  </a:lnTo>
                  <a:lnTo>
                    <a:pt x="191" y="356"/>
                  </a:lnTo>
                  <a:lnTo>
                    <a:pt x="338" y="208"/>
                  </a:lnTo>
                  <a:lnTo>
                    <a:pt x="191" y="58"/>
                  </a:lnTo>
                  <a:lnTo>
                    <a:pt x="248" y="0"/>
                  </a:lnTo>
                  <a:close/>
                </a:path>
              </a:pathLst>
            </a:custGeom>
            <a:solidFill>
              <a:schemeClr val="tx1">
                <a:lumMod val="90000"/>
                <a:lumOff val="10000"/>
                <a:alpha val="25000"/>
              </a:schemeClr>
            </a:solidFill>
            <a:ln>
              <a:noFill/>
            </a:ln>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cxnSp>
          <p:nvCxnSpPr>
            <p:cNvPr id="37" name="Straight Connector 36">
              <a:extLst>
                <a:ext uri="{FF2B5EF4-FFF2-40B4-BE49-F238E27FC236}">
                  <a16:creationId xmlns:a16="http://schemas.microsoft.com/office/drawing/2014/main" id="{86BD154D-61BC-4682-B15A-AE3B62C8FDCB}"/>
                </a:ext>
              </a:extLst>
            </p:cNvPr>
            <p:cNvCxnSpPr>
              <a:cxnSpLocks/>
            </p:cNvCxnSpPr>
            <p:nvPr/>
          </p:nvCxnSpPr>
          <p:spPr>
            <a:xfrm>
              <a:off x="5739301" y="4729512"/>
              <a:ext cx="1683503" cy="0"/>
            </a:xfrm>
            <a:prstGeom prst="line">
              <a:avLst/>
            </a:prstGeom>
            <a:ln w="25400">
              <a:solidFill>
                <a:schemeClr val="accent2"/>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grpSp>
      <p:cxnSp>
        <p:nvCxnSpPr>
          <p:cNvPr id="45" name="Straight Connector 44">
            <a:extLst>
              <a:ext uri="{FF2B5EF4-FFF2-40B4-BE49-F238E27FC236}">
                <a16:creationId xmlns:a16="http://schemas.microsoft.com/office/drawing/2014/main" id="{B23DC81F-5094-40FA-A7DB-9B5893D9DBC4}"/>
              </a:ext>
            </a:extLst>
          </p:cNvPr>
          <p:cNvCxnSpPr>
            <a:cxnSpLocks/>
          </p:cNvCxnSpPr>
          <p:nvPr/>
        </p:nvCxnSpPr>
        <p:spPr>
          <a:xfrm>
            <a:off x="2869277" y="4183561"/>
            <a:ext cx="482191" cy="0"/>
          </a:xfrm>
          <a:prstGeom prst="line">
            <a:avLst/>
          </a:prstGeom>
          <a:ln w="25400" cap="rnd">
            <a:solidFill>
              <a:schemeClr val="accent2"/>
            </a:solidFill>
            <a:round/>
            <a:headEnd type="oval" w="lg" len="lg"/>
            <a:tailEnd type="none" w="lg" len="lg"/>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831559A1-348E-4208-84A2-3589EDA30A91}"/>
              </a:ext>
            </a:extLst>
          </p:cNvPr>
          <p:cNvGrpSpPr/>
          <p:nvPr/>
        </p:nvGrpSpPr>
        <p:grpSpPr>
          <a:xfrm>
            <a:off x="3228937" y="3083144"/>
            <a:ext cx="245062" cy="1100417"/>
            <a:chOff x="7568700" y="5415773"/>
            <a:chExt cx="253237" cy="2772212"/>
          </a:xfrm>
        </p:grpSpPr>
        <p:cxnSp>
          <p:nvCxnSpPr>
            <p:cNvPr id="42" name="Straight Connector 41">
              <a:extLst>
                <a:ext uri="{FF2B5EF4-FFF2-40B4-BE49-F238E27FC236}">
                  <a16:creationId xmlns:a16="http://schemas.microsoft.com/office/drawing/2014/main" id="{7EB1EB55-3A71-437A-BA92-22383ABEDE1B}"/>
                </a:ext>
              </a:extLst>
            </p:cNvPr>
            <p:cNvCxnSpPr>
              <a:cxnSpLocks/>
            </p:cNvCxnSpPr>
            <p:nvPr/>
          </p:nvCxnSpPr>
          <p:spPr>
            <a:xfrm>
              <a:off x="7695319" y="5415773"/>
              <a:ext cx="0" cy="2772212"/>
            </a:xfrm>
            <a:prstGeom prst="line">
              <a:avLst/>
            </a:prstGeom>
            <a:ln w="25400">
              <a:solidFill>
                <a:schemeClr val="accent2"/>
              </a:solidFill>
              <a:headEnd type="oval" w="lg" len="lg"/>
              <a:tailEnd type="none" w="lg" len="lg"/>
            </a:ln>
          </p:spPr>
          <p:style>
            <a:lnRef idx="1">
              <a:schemeClr val="accent1"/>
            </a:lnRef>
            <a:fillRef idx="0">
              <a:schemeClr val="accent1"/>
            </a:fillRef>
            <a:effectRef idx="0">
              <a:schemeClr val="accent1"/>
            </a:effectRef>
            <a:fontRef idx="minor">
              <a:schemeClr val="tx1"/>
            </a:fontRef>
          </p:style>
        </p:cxnSp>
        <p:sp>
          <p:nvSpPr>
            <p:cNvPr id="56" name="Freeform 5">
              <a:extLst>
                <a:ext uri="{FF2B5EF4-FFF2-40B4-BE49-F238E27FC236}">
                  <a16:creationId xmlns:a16="http://schemas.microsoft.com/office/drawing/2014/main" id="{C6B99998-5A71-4873-BA40-257DDF240DCC}"/>
                </a:ext>
              </a:extLst>
            </p:cNvPr>
            <p:cNvSpPr>
              <a:spLocks noEditPoints="1"/>
            </p:cNvSpPr>
            <p:nvPr/>
          </p:nvSpPr>
          <p:spPr bwMode="auto">
            <a:xfrm rot="16200000">
              <a:off x="7556525" y="7045027"/>
              <a:ext cx="277587" cy="253237"/>
            </a:xfrm>
            <a:custGeom>
              <a:avLst/>
              <a:gdLst>
                <a:gd name="T0" fmla="*/ 0 w 456"/>
                <a:gd name="T1" fmla="*/ 356 h 416"/>
                <a:gd name="T2" fmla="*/ 147 w 456"/>
                <a:gd name="T3" fmla="*/ 208 h 416"/>
                <a:gd name="T4" fmla="*/ 0 w 456"/>
                <a:gd name="T5" fmla="*/ 58 h 416"/>
                <a:gd name="T6" fmla="*/ 59 w 456"/>
                <a:gd name="T7" fmla="*/ 0 h 416"/>
                <a:gd name="T8" fmla="*/ 265 w 456"/>
                <a:gd name="T9" fmla="*/ 208 h 416"/>
                <a:gd name="T10" fmla="*/ 59 w 456"/>
                <a:gd name="T11" fmla="*/ 416 h 416"/>
                <a:gd name="T12" fmla="*/ 0 w 456"/>
                <a:gd name="T13" fmla="*/ 356 h 416"/>
                <a:gd name="T14" fmla="*/ 248 w 456"/>
                <a:gd name="T15" fmla="*/ 0 h 416"/>
                <a:gd name="T16" fmla="*/ 456 w 456"/>
                <a:gd name="T17" fmla="*/ 208 h 416"/>
                <a:gd name="T18" fmla="*/ 248 w 456"/>
                <a:gd name="T19" fmla="*/ 416 h 416"/>
                <a:gd name="T20" fmla="*/ 191 w 456"/>
                <a:gd name="T21" fmla="*/ 356 h 416"/>
                <a:gd name="T22" fmla="*/ 338 w 456"/>
                <a:gd name="T23" fmla="*/ 208 h 416"/>
                <a:gd name="T24" fmla="*/ 191 w 456"/>
                <a:gd name="T25" fmla="*/ 58 h 416"/>
                <a:gd name="T26" fmla="*/ 248 w 456"/>
                <a:gd name="T27" fmla="*/ 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6" h="416">
                  <a:moveTo>
                    <a:pt x="0" y="356"/>
                  </a:moveTo>
                  <a:lnTo>
                    <a:pt x="147" y="208"/>
                  </a:lnTo>
                  <a:lnTo>
                    <a:pt x="0" y="58"/>
                  </a:lnTo>
                  <a:lnTo>
                    <a:pt x="59" y="0"/>
                  </a:lnTo>
                  <a:lnTo>
                    <a:pt x="265" y="208"/>
                  </a:lnTo>
                  <a:lnTo>
                    <a:pt x="59" y="416"/>
                  </a:lnTo>
                  <a:lnTo>
                    <a:pt x="0" y="356"/>
                  </a:lnTo>
                  <a:close/>
                  <a:moveTo>
                    <a:pt x="248" y="0"/>
                  </a:moveTo>
                  <a:lnTo>
                    <a:pt x="456" y="208"/>
                  </a:lnTo>
                  <a:lnTo>
                    <a:pt x="248" y="416"/>
                  </a:lnTo>
                  <a:lnTo>
                    <a:pt x="191" y="356"/>
                  </a:lnTo>
                  <a:lnTo>
                    <a:pt x="338" y="208"/>
                  </a:lnTo>
                  <a:lnTo>
                    <a:pt x="191" y="58"/>
                  </a:lnTo>
                  <a:lnTo>
                    <a:pt x="248" y="0"/>
                  </a:lnTo>
                  <a:close/>
                </a:path>
              </a:pathLst>
            </a:custGeom>
            <a:solidFill>
              <a:schemeClr val="tx1">
                <a:lumMod val="90000"/>
                <a:lumOff val="10000"/>
                <a:alpha val="25000"/>
              </a:schemeClr>
            </a:solidFill>
            <a:ln>
              <a:noFill/>
            </a:ln>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grpSp>
      <p:grpSp>
        <p:nvGrpSpPr>
          <p:cNvPr id="4" name="Group 3">
            <a:extLst>
              <a:ext uri="{FF2B5EF4-FFF2-40B4-BE49-F238E27FC236}">
                <a16:creationId xmlns:a16="http://schemas.microsoft.com/office/drawing/2014/main" id="{C120D51F-D252-45A0-A15D-C5512C0FFB6D}"/>
              </a:ext>
            </a:extLst>
          </p:cNvPr>
          <p:cNvGrpSpPr/>
          <p:nvPr/>
        </p:nvGrpSpPr>
        <p:grpSpPr>
          <a:xfrm>
            <a:off x="4669204" y="3115891"/>
            <a:ext cx="245045" cy="975840"/>
            <a:chOff x="9339625" y="5415773"/>
            <a:chExt cx="253237" cy="2531259"/>
          </a:xfrm>
        </p:grpSpPr>
        <p:cxnSp>
          <p:nvCxnSpPr>
            <p:cNvPr id="40" name="Straight Connector 39">
              <a:extLst>
                <a:ext uri="{FF2B5EF4-FFF2-40B4-BE49-F238E27FC236}">
                  <a16:creationId xmlns:a16="http://schemas.microsoft.com/office/drawing/2014/main" id="{CF92AD1F-D261-4E33-9273-B5F06942342F}"/>
                </a:ext>
              </a:extLst>
            </p:cNvPr>
            <p:cNvCxnSpPr>
              <a:cxnSpLocks/>
            </p:cNvCxnSpPr>
            <p:nvPr/>
          </p:nvCxnSpPr>
          <p:spPr>
            <a:xfrm>
              <a:off x="9466245" y="5415773"/>
              <a:ext cx="0" cy="2531259"/>
            </a:xfrm>
            <a:prstGeom prst="line">
              <a:avLst/>
            </a:prstGeom>
            <a:ln w="25400">
              <a:solidFill>
                <a:schemeClr val="accent2"/>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sp>
          <p:nvSpPr>
            <p:cNvPr id="57" name="Freeform 5">
              <a:extLst>
                <a:ext uri="{FF2B5EF4-FFF2-40B4-BE49-F238E27FC236}">
                  <a16:creationId xmlns:a16="http://schemas.microsoft.com/office/drawing/2014/main" id="{3BC18FB1-BF86-4B99-B887-85E56970DFA7}"/>
                </a:ext>
              </a:extLst>
            </p:cNvPr>
            <p:cNvSpPr>
              <a:spLocks noEditPoints="1"/>
            </p:cNvSpPr>
            <p:nvPr/>
          </p:nvSpPr>
          <p:spPr bwMode="auto">
            <a:xfrm rot="5400000" flipV="1">
              <a:off x="9327450" y="5883307"/>
              <a:ext cx="277587" cy="253237"/>
            </a:xfrm>
            <a:custGeom>
              <a:avLst/>
              <a:gdLst>
                <a:gd name="T0" fmla="*/ 0 w 456"/>
                <a:gd name="T1" fmla="*/ 356 h 416"/>
                <a:gd name="T2" fmla="*/ 147 w 456"/>
                <a:gd name="T3" fmla="*/ 208 h 416"/>
                <a:gd name="T4" fmla="*/ 0 w 456"/>
                <a:gd name="T5" fmla="*/ 58 h 416"/>
                <a:gd name="T6" fmla="*/ 59 w 456"/>
                <a:gd name="T7" fmla="*/ 0 h 416"/>
                <a:gd name="T8" fmla="*/ 265 w 456"/>
                <a:gd name="T9" fmla="*/ 208 h 416"/>
                <a:gd name="T10" fmla="*/ 59 w 456"/>
                <a:gd name="T11" fmla="*/ 416 h 416"/>
                <a:gd name="T12" fmla="*/ 0 w 456"/>
                <a:gd name="T13" fmla="*/ 356 h 416"/>
                <a:gd name="T14" fmla="*/ 248 w 456"/>
                <a:gd name="T15" fmla="*/ 0 h 416"/>
                <a:gd name="T16" fmla="*/ 456 w 456"/>
                <a:gd name="T17" fmla="*/ 208 h 416"/>
                <a:gd name="T18" fmla="*/ 248 w 456"/>
                <a:gd name="T19" fmla="*/ 416 h 416"/>
                <a:gd name="T20" fmla="*/ 191 w 456"/>
                <a:gd name="T21" fmla="*/ 356 h 416"/>
                <a:gd name="T22" fmla="*/ 338 w 456"/>
                <a:gd name="T23" fmla="*/ 208 h 416"/>
                <a:gd name="T24" fmla="*/ 191 w 456"/>
                <a:gd name="T25" fmla="*/ 58 h 416"/>
                <a:gd name="T26" fmla="*/ 248 w 456"/>
                <a:gd name="T27" fmla="*/ 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6" h="416">
                  <a:moveTo>
                    <a:pt x="0" y="356"/>
                  </a:moveTo>
                  <a:lnTo>
                    <a:pt x="147" y="208"/>
                  </a:lnTo>
                  <a:lnTo>
                    <a:pt x="0" y="58"/>
                  </a:lnTo>
                  <a:lnTo>
                    <a:pt x="59" y="0"/>
                  </a:lnTo>
                  <a:lnTo>
                    <a:pt x="265" y="208"/>
                  </a:lnTo>
                  <a:lnTo>
                    <a:pt x="59" y="416"/>
                  </a:lnTo>
                  <a:lnTo>
                    <a:pt x="0" y="356"/>
                  </a:lnTo>
                  <a:close/>
                  <a:moveTo>
                    <a:pt x="248" y="0"/>
                  </a:moveTo>
                  <a:lnTo>
                    <a:pt x="456" y="208"/>
                  </a:lnTo>
                  <a:lnTo>
                    <a:pt x="248" y="416"/>
                  </a:lnTo>
                  <a:lnTo>
                    <a:pt x="191" y="356"/>
                  </a:lnTo>
                  <a:lnTo>
                    <a:pt x="338" y="208"/>
                  </a:lnTo>
                  <a:lnTo>
                    <a:pt x="191" y="58"/>
                  </a:lnTo>
                  <a:lnTo>
                    <a:pt x="248" y="0"/>
                  </a:lnTo>
                  <a:close/>
                </a:path>
              </a:pathLst>
            </a:custGeom>
            <a:solidFill>
              <a:schemeClr val="tx1">
                <a:lumMod val="90000"/>
                <a:lumOff val="10000"/>
                <a:alpha val="25000"/>
              </a:schemeClr>
            </a:solidFill>
            <a:ln>
              <a:noFill/>
            </a:ln>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grpSp>
      <p:grpSp>
        <p:nvGrpSpPr>
          <p:cNvPr id="9" name="Group 8">
            <a:extLst>
              <a:ext uri="{FF2B5EF4-FFF2-40B4-BE49-F238E27FC236}">
                <a16:creationId xmlns:a16="http://schemas.microsoft.com/office/drawing/2014/main" id="{2402B0E8-3EEA-427A-9AE2-D3F9D5A04D7D}"/>
              </a:ext>
            </a:extLst>
          </p:cNvPr>
          <p:cNvGrpSpPr/>
          <p:nvPr/>
        </p:nvGrpSpPr>
        <p:grpSpPr>
          <a:xfrm>
            <a:off x="2869277" y="4570334"/>
            <a:ext cx="1165471" cy="181354"/>
            <a:chOff x="5826830" y="9434645"/>
            <a:chExt cx="2331246" cy="253237"/>
          </a:xfrm>
        </p:grpSpPr>
        <p:cxnSp>
          <p:nvCxnSpPr>
            <p:cNvPr id="18" name="Straight Connector 17">
              <a:extLst>
                <a:ext uri="{FF2B5EF4-FFF2-40B4-BE49-F238E27FC236}">
                  <a16:creationId xmlns:a16="http://schemas.microsoft.com/office/drawing/2014/main" id="{F779D690-7233-4AFD-9CC0-FA9AB03BA2C7}"/>
                </a:ext>
              </a:extLst>
            </p:cNvPr>
            <p:cNvCxnSpPr>
              <a:cxnSpLocks/>
            </p:cNvCxnSpPr>
            <p:nvPr/>
          </p:nvCxnSpPr>
          <p:spPr>
            <a:xfrm>
              <a:off x="5826830" y="9536503"/>
              <a:ext cx="2331246" cy="0"/>
            </a:xfrm>
            <a:prstGeom prst="line">
              <a:avLst/>
            </a:prstGeom>
            <a:ln w="25400">
              <a:solidFill>
                <a:schemeClr val="accent2"/>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sp>
          <p:nvSpPr>
            <p:cNvPr id="58" name="Freeform 5">
              <a:extLst>
                <a:ext uri="{FF2B5EF4-FFF2-40B4-BE49-F238E27FC236}">
                  <a16:creationId xmlns:a16="http://schemas.microsoft.com/office/drawing/2014/main" id="{A9084143-9DFA-466D-9F29-8726A831D1BF}"/>
                </a:ext>
              </a:extLst>
            </p:cNvPr>
            <p:cNvSpPr>
              <a:spLocks noEditPoints="1"/>
            </p:cNvSpPr>
            <p:nvPr/>
          </p:nvSpPr>
          <p:spPr bwMode="auto">
            <a:xfrm rot="10800000" flipV="1">
              <a:off x="6470525" y="9434645"/>
              <a:ext cx="277587" cy="253237"/>
            </a:xfrm>
            <a:custGeom>
              <a:avLst/>
              <a:gdLst>
                <a:gd name="T0" fmla="*/ 0 w 456"/>
                <a:gd name="T1" fmla="*/ 356 h 416"/>
                <a:gd name="T2" fmla="*/ 147 w 456"/>
                <a:gd name="T3" fmla="*/ 208 h 416"/>
                <a:gd name="T4" fmla="*/ 0 w 456"/>
                <a:gd name="T5" fmla="*/ 58 h 416"/>
                <a:gd name="T6" fmla="*/ 59 w 456"/>
                <a:gd name="T7" fmla="*/ 0 h 416"/>
                <a:gd name="T8" fmla="*/ 265 w 456"/>
                <a:gd name="T9" fmla="*/ 208 h 416"/>
                <a:gd name="T10" fmla="*/ 59 w 456"/>
                <a:gd name="T11" fmla="*/ 416 h 416"/>
                <a:gd name="T12" fmla="*/ 0 w 456"/>
                <a:gd name="T13" fmla="*/ 356 h 416"/>
                <a:gd name="T14" fmla="*/ 248 w 456"/>
                <a:gd name="T15" fmla="*/ 0 h 416"/>
                <a:gd name="T16" fmla="*/ 456 w 456"/>
                <a:gd name="T17" fmla="*/ 208 h 416"/>
                <a:gd name="T18" fmla="*/ 248 w 456"/>
                <a:gd name="T19" fmla="*/ 416 h 416"/>
                <a:gd name="T20" fmla="*/ 191 w 456"/>
                <a:gd name="T21" fmla="*/ 356 h 416"/>
                <a:gd name="T22" fmla="*/ 338 w 456"/>
                <a:gd name="T23" fmla="*/ 208 h 416"/>
                <a:gd name="T24" fmla="*/ 191 w 456"/>
                <a:gd name="T25" fmla="*/ 58 h 416"/>
                <a:gd name="T26" fmla="*/ 248 w 456"/>
                <a:gd name="T27" fmla="*/ 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6" h="416">
                  <a:moveTo>
                    <a:pt x="0" y="356"/>
                  </a:moveTo>
                  <a:lnTo>
                    <a:pt x="147" y="208"/>
                  </a:lnTo>
                  <a:lnTo>
                    <a:pt x="0" y="58"/>
                  </a:lnTo>
                  <a:lnTo>
                    <a:pt x="59" y="0"/>
                  </a:lnTo>
                  <a:lnTo>
                    <a:pt x="265" y="208"/>
                  </a:lnTo>
                  <a:lnTo>
                    <a:pt x="59" y="416"/>
                  </a:lnTo>
                  <a:lnTo>
                    <a:pt x="0" y="356"/>
                  </a:lnTo>
                  <a:close/>
                  <a:moveTo>
                    <a:pt x="248" y="0"/>
                  </a:moveTo>
                  <a:lnTo>
                    <a:pt x="456" y="208"/>
                  </a:lnTo>
                  <a:lnTo>
                    <a:pt x="248" y="416"/>
                  </a:lnTo>
                  <a:lnTo>
                    <a:pt x="191" y="356"/>
                  </a:lnTo>
                  <a:lnTo>
                    <a:pt x="338" y="208"/>
                  </a:lnTo>
                  <a:lnTo>
                    <a:pt x="191" y="58"/>
                  </a:lnTo>
                  <a:lnTo>
                    <a:pt x="248" y="0"/>
                  </a:lnTo>
                  <a:close/>
                </a:path>
              </a:pathLst>
            </a:custGeom>
            <a:solidFill>
              <a:schemeClr val="tx1">
                <a:lumMod val="90000"/>
                <a:lumOff val="10000"/>
                <a:alpha val="25000"/>
              </a:schemeClr>
            </a:solidFill>
            <a:ln>
              <a:noFill/>
            </a:ln>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grpSp>
      <p:grpSp>
        <p:nvGrpSpPr>
          <p:cNvPr id="5" name="Group 4">
            <a:extLst>
              <a:ext uri="{FF2B5EF4-FFF2-40B4-BE49-F238E27FC236}">
                <a16:creationId xmlns:a16="http://schemas.microsoft.com/office/drawing/2014/main" id="{D4B58EB7-6E6B-42D6-8756-4ED3E8AB1479}"/>
              </a:ext>
            </a:extLst>
          </p:cNvPr>
          <p:cNvGrpSpPr/>
          <p:nvPr/>
        </p:nvGrpSpPr>
        <p:grpSpPr>
          <a:xfrm>
            <a:off x="5754095" y="2722754"/>
            <a:ext cx="3097648" cy="50051"/>
            <a:chOff x="11509687" y="4629397"/>
            <a:chExt cx="7966925" cy="253237"/>
          </a:xfrm>
        </p:grpSpPr>
        <p:cxnSp>
          <p:nvCxnSpPr>
            <p:cNvPr id="21" name="Straight Connector 20">
              <a:extLst>
                <a:ext uri="{FF2B5EF4-FFF2-40B4-BE49-F238E27FC236}">
                  <a16:creationId xmlns:a16="http://schemas.microsoft.com/office/drawing/2014/main" id="{090C347A-7272-4D3E-A48B-00B0E81595BE}"/>
                </a:ext>
              </a:extLst>
            </p:cNvPr>
            <p:cNvCxnSpPr>
              <a:cxnSpLocks/>
            </p:cNvCxnSpPr>
            <p:nvPr/>
          </p:nvCxnSpPr>
          <p:spPr>
            <a:xfrm>
              <a:off x="11509687" y="4756016"/>
              <a:ext cx="7966925" cy="0"/>
            </a:xfrm>
            <a:prstGeom prst="line">
              <a:avLst/>
            </a:prstGeom>
            <a:ln w="25400">
              <a:solidFill>
                <a:schemeClr val="accent2"/>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sp>
          <p:nvSpPr>
            <p:cNvPr id="59" name="Freeform 5">
              <a:extLst>
                <a:ext uri="{FF2B5EF4-FFF2-40B4-BE49-F238E27FC236}">
                  <a16:creationId xmlns:a16="http://schemas.microsoft.com/office/drawing/2014/main" id="{E7DFD478-E2B3-48F7-B718-F3F351AEC1A2}"/>
                </a:ext>
              </a:extLst>
            </p:cNvPr>
            <p:cNvSpPr>
              <a:spLocks noEditPoints="1"/>
            </p:cNvSpPr>
            <p:nvPr/>
          </p:nvSpPr>
          <p:spPr bwMode="auto">
            <a:xfrm>
              <a:off x="13395320" y="4629397"/>
              <a:ext cx="277587" cy="253237"/>
            </a:xfrm>
            <a:custGeom>
              <a:avLst/>
              <a:gdLst>
                <a:gd name="T0" fmla="*/ 0 w 456"/>
                <a:gd name="T1" fmla="*/ 356 h 416"/>
                <a:gd name="T2" fmla="*/ 147 w 456"/>
                <a:gd name="T3" fmla="*/ 208 h 416"/>
                <a:gd name="T4" fmla="*/ 0 w 456"/>
                <a:gd name="T5" fmla="*/ 58 h 416"/>
                <a:gd name="T6" fmla="*/ 59 w 456"/>
                <a:gd name="T7" fmla="*/ 0 h 416"/>
                <a:gd name="T8" fmla="*/ 265 w 456"/>
                <a:gd name="T9" fmla="*/ 208 h 416"/>
                <a:gd name="T10" fmla="*/ 59 w 456"/>
                <a:gd name="T11" fmla="*/ 416 h 416"/>
                <a:gd name="T12" fmla="*/ 0 w 456"/>
                <a:gd name="T13" fmla="*/ 356 h 416"/>
                <a:gd name="T14" fmla="*/ 248 w 456"/>
                <a:gd name="T15" fmla="*/ 0 h 416"/>
                <a:gd name="T16" fmla="*/ 456 w 456"/>
                <a:gd name="T17" fmla="*/ 208 h 416"/>
                <a:gd name="T18" fmla="*/ 248 w 456"/>
                <a:gd name="T19" fmla="*/ 416 h 416"/>
                <a:gd name="T20" fmla="*/ 191 w 456"/>
                <a:gd name="T21" fmla="*/ 356 h 416"/>
                <a:gd name="T22" fmla="*/ 338 w 456"/>
                <a:gd name="T23" fmla="*/ 208 h 416"/>
                <a:gd name="T24" fmla="*/ 191 w 456"/>
                <a:gd name="T25" fmla="*/ 58 h 416"/>
                <a:gd name="T26" fmla="*/ 248 w 456"/>
                <a:gd name="T27" fmla="*/ 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6" h="416">
                  <a:moveTo>
                    <a:pt x="0" y="356"/>
                  </a:moveTo>
                  <a:lnTo>
                    <a:pt x="147" y="208"/>
                  </a:lnTo>
                  <a:lnTo>
                    <a:pt x="0" y="58"/>
                  </a:lnTo>
                  <a:lnTo>
                    <a:pt x="59" y="0"/>
                  </a:lnTo>
                  <a:lnTo>
                    <a:pt x="265" y="208"/>
                  </a:lnTo>
                  <a:lnTo>
                    <a:pt x="59" y="416"/>
                  </a:lnTo>
                  <a:lnTo>
                    <a:pt x="0" y="356"/>
                  </a:lnTo>
                  <a:close/>
                  <a:moveTo>
                    <a:pt x="248" y="0"/>
                  </a:moveTo>
                  <a:lnTo>
                    <a:pt x="456" y="208"/>
                  </a:lnTo>
                  <a:lnTo>
                    <a:pt x="248" y="416"/>
                  </a:lnTo>
                  <a:lnTo>
                    <a:pt x="191" y="356"/>
                  </a:lnTo>
                  <a:lnTo>
                    <a:pt x="338" y="208"/>
                  </a:lnTo>
                  <a:lnTo>
                    <a:pt x="191" y="58"/>
                  </a:lnTo>
                  <a:lnTo>
                    <a:pt x="248" y="0"/>
                  </a:lnTo>
                  <a:close/>
                </a:path>
              </a:pathLst>
            </a:custGeom>
            <a:solidFill>
              <a:schemeClr val="tx1">
                <a:lumMod val="90000"/>
                <a:lumOff val="10000"/>
                <a:alpha val="25000"/>
              </a:schemeClr>
            </a:solidFill>
            <a:ln>
              <a:noFill/>
            </a:ln>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grpSp>
      <p:grpSp>
        <p:nvGrpSpPr>
          <p:cNvPr id="51" name="Group 50">
            <a:extLst>
              <a:ext uri="{FF2B5EF4-FFF2-40B4-BE49-F238E27FC236}">
                <a16:creationId xmlns:a16="http://schemas.microsoft.com/office/drawing/2014/main" id="{298D3F0C-809B-4EC4-A14D-4A6F3D6E924B}"/>
              </a:ext>
            </a:extLst>
          </p:cNvPr>
          <p:cNvGrpSpPr/>
          <p:nvPr/>
        </p:nvGrpSpPr>
        <p:grpSpPr>
          <a:xfrm>
            <a:off x="4669203" y="3620628"/>
            <a:ext cx="268063" cy="276999"/>
            <a:chOff x="9727123" y="5420062"/>
            <a:chExt cx="536196" cy="554070"/>
          </a:xfrm>
        </p:grpSpPr>
        <p:sp>
          <p:nvSpPr>
            <p:cNvPr id="48" name="Oval 47">
              <a:extLst>
                <a:ext uri="{FF2B5EF4-FFF2-40B4-BE49-F238E27FC236}">
                  <a16:creationId xmlns:a16="http://schemas.microsoft.com/office/drawing/2014/main" id="{679FA6A3-D277-42F5-92D5-3F898AAF50FE}"/>
                </a:ext>
              </a:extLst>
            </p:cNvPr>
            <p:cNvSpPr/>
            <p:nvPr/>
          </p:nvSpPr>
          <p:spPr>
            <a:xfrm>
              <a:off x="9727123" y="5424763"/>
              <a:ext cx="536196" cy="536196"/>
            </a:xfrm>
            <a:prstGeom prst="ellips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228554">
                <a:defRPr/>
              </a:pPr>
              <a:endParaRPr lang="en-US" sz="2400">
                <a:solidFill>
                  <a:srgbClr val="FFFFFF"/>
                </a:solidFill>
                <a:latin typeface="Designball-Documents-01" pitchFamily="2" charset="0"/>
                <a:ea typeface="Open Sans" panose="020B0606030504020204" pitchFamily="34" charset="0"/>
                <a:cs typeface="Open Sans" panose="020B0606030504020204" pitchFamily="34" charset="0"/>
              </a:endParaRPr>
            </a:p>
          </p:txBody>
        </p:sp>
        <p:sp>
          <p:nvSpPr>
            <p:cNvPr id="49" name="Rectangle 48">
              <a:extLst>
                <a:ext uri="{FF2B5EF4-FFF2-40B4-BE49-F238E27FC236}">
                  <a16:creationId xmlns:a16="http://schemas.microsoft.com/office/drawing/2014/main" id="{76E15D93-DAC6-40DA-97C8-A259E5D282D4}"/>
                </a:ext>
              </a:extLst>
            </p:cNvPr>
            <p:cNvSpPr/>
            <p:nvPr/>
          </p:nvSpPr>
          <p:spPr>
            <a:xfrm>
              <a:off x="9936180" y="5420062"/>
              <a:ext cx="141084" cy="554070"/>
            </a:xfrm>
            <a:prstGeom prst="rect">
              <a:avLst/>
            </a:prstGeom>
          </p:spPr>
          <p:txBody>
            <a:bodyPr wrap="none" lIns="0" tIns="0" rIns="0" bIns="0" anchor="ctr">
              <a:spAutoFit/>
            </a:bodyPr>
            <a:lstStyle/>
            <a:p>
              <a:pPr algn="ctr" defTabSz="228554">
                <a:defRPr/>
              </a:pPr>
              <a:r>
                <a:rPr lang="en-US" dirty="0">
                  <a:solidFill>
                    <a:srgbClr val="FFFFFF"/>
                  </a:solidFill>
                  <a:latin typeface="Designball-Documents-01" pitchFamily="2" charset="0"/>
                  <a:ea typeface="Open Sans" panose="020B0606030504020204" pitchFamily="34" charset="0"/>
                  <a:cs typeface="Open Sans" panose="020B0606030504020204" pitchFamily="34" charset="0"/>
                </a:rPr>
                <a:t>f</a:t>
              </a:r>
            </a:p>
          </p:txBody>
        </p:sp>
      </p:grpSp>
      <p:grpSp>
        <p:nvGrpSpPr>
          <p:cNvPr id="52" name="Group 51">
            <a:extLst>
              <a:ext uri="{FF2B5EF4-FFF2-40B4-BE49-F238E27FC236}">
                <a16:creationId xmlns:a16="http://schemas.microsoft.com/office/drawing/2014/main" id="{6AD3E566-4F80-4408-98BC-980FAF3D4CF7}"/>
              </a:ext>
            </a:extLst>
          </p:cNvPr>
          <p:cNvGrpSpPr/>
          <p:nvPr/>
        </p:nvGrpSpPr>
        <p:grpSpPr>
          <a:xfrm>
            <a:off x="6305951" y="2638553"/>
            <a:ext cx="268063" cy="276999"/>
            <a:chOff x="9727123" y="5414620"/>
            <a:chExt cx="536196" cy="554070"/>
          </a:xfrm>
        </p:grpSpPr>
        <p:sp>
          <p:nvSpPr>
            <p:cNvPr id="53" name="Oval 52">
              <a:extLst>
                <a:ext uri="{FF2B5EF4-FFF2-40B4-BE49-F238E27FC236}">
                  <a16:creationId xmlns:a16="http://schemas.microsoft.com/office/drawing/2014/main" id="{751A0519-6466-4A92-AD1B-42DCAE54AE95}"/>
                </a:ext>
              </a:extLst>
            </p:cNvPr>
            <p:cNvSpPr/>
            <p:nvPr/>
          </p:nvSpPr>
          <p:spPr>
            <a:xfrm>
              <a:off x="9727123" y="5424763"/>
              <a:ext cx="536196" cy="536196"/>
            </a:xfrm>
            <a:prstGeom prst="ellipse">
              <a:avLst/>
            </a:prstGeom>
            <a:solidFill>
              <a:schemeClr val="tx2"/>
            </a:solidFill>
            <a:ln w="349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228554">
                <a:defRPr/>
              </a:pPr>
              <a:endParaRPr lang="en-US" sz="2400">
                <a:solidFill>
                  <a:srgbClr val="FFFFFF"/>
                </a:solidFill>
                <a:latin typeface="Designball-Documents-01" pitchFamily="2" charset="0"/>
                <a:ea typeface="Open Sans" panose="020B0606030504020204" pitchFamily="34" charset="0"/>
                <a:cs typeface="Open Sans" panose="020B0606030504020204" pitchFamily="34" charset="0"/>
              </a:endParaRPr>
            </a:p>
          </p:txBody>
        </p:sp>
        <p:sp>
          <p:nvSpPr>
            <p:cNvPr id="54" name="Rectangle 53">
              <a:extLst>
                <a:ext uri="{FF2B5EF4-FFF2-40B4-BE49-F238E27FC236}">
                  <a16:creationId xmlns:a16="http://schemas.microsoft.com/office/drawing/2014/main" id="{4941E5D8-E094-4D18-8E24-4410C417DF5B}"/>
                </a:ext>
              </a:extLst>
            </p:cNvPr>
            <p:cNvSpPr/>
            <p:nvPr/>
          </p:nvSpPr>
          <p:spPr>
            <a:xfrm>
              <a:off x="9891290" y="5414620"/>
              <a:ext cx="230862" cy="554070"/>
            </a:xfrm>
            <a:prstGeom prst="rect">
              <a:avLst/>
            </a:prstGeom>
          </p:spPr>
          <p:txBody>
            <a:bodyPr wrap="none" lIns="0" tIns="0" rIns="0" bIns="0" anchor="ctr">
              <a:spAutoFit/>
            </a:bodyPr>
            <a:lstStyle/>
            <a:p>
              <a:pPr algn="ctr" defTabSz="228554">
                <a:defRPr/>
              </a:pPr>
              <a:r>
                <a:rPr lang="en-US">
                  <a:solidFill>
                    <a:srgbClr val="000000"/>
                  </a:solidFill>
                  <a:latin typeface="Designball-Documents-01" pitchFamily="2" charset="0"/>
                  <a:ea typeface="Open Sans" panose="020B0606030504020204" pitchFamily="34" charset="0"/>
                  <a:cs typeface="Open Sans" panose="020B0606030504020204" pitchFamily="34" charset="0"/>
                </a:rPr>
                <a:t>e</a:t>
              </a:r>
            </a:p>
          </p:txBody>
        </p:sp>
      </p:grpSp>
      <p:sp>
        <p:nvSpPr>
          <p:cNvPr id="43" name="TextBox 42">
            <a:extLst>
              <a:ext uri="{FF2B5EF4-FFF2-40B4-BE49-F238E27FC236}">
                <a16:creationId xmlns:a16="http://schemas.microsoft.com/office/drawing/2014/main" id="{B8A4336F-77AB-4975-9F95-200DFA549E0B}"/>
              </a:ext>
            </a:extLst>
          </p:cNvPr>
          <p:cNvSpPr txBox="1"/>
          <p:nvPr/>
        </p:nvSpPr>
        <p:spPr>
          <a:xfrm>
            <a:off x="4255078" y="1113215"/>
            <a:ext cx="4749709" cy="707886"/>
          </a:xfrm>
          <a:prstGeom prst="rect">
            <a:avLst/>
          </a:prstGeom>
          <a:noFill/>
        </p:spPr>
        <p:txBody>
          <a:bodyPr wrap="square" rtlCol="0">
            <a:spAutoFit/>
          </a:bodyPr>
          <a:lstStyle/>
          <a:p>
            <a:pPr algn="ctr" defTabSz="228554">
              <a:defRPr/>
            </a:pPr>
            <a:r>
              <a:rPr lang="vi-VN" sz="2000" b="1" dirty="0">
                <a:solidFill>
                  <a:srgbClr val="172144"/>
                </a:solidFill>
                <a:latin typeface="Bahnschrift" panose="020B0502040204020203" pitchFamily="34" charset="0"/>
              </a:rPr>
              <a:t>Căn chỉnh hệ số bộ điều khiển trong quá trình thực hiện cân bằng</a:t>
            </a:r>
            <a:endParaRPr lang="en-US" sz="2000" b="1" dirty="0">
              <a:solidFill>
                <a:srgbClr val="172144"/>
              </a:solidFill>
              <a:latin typeface="Bahnschrift" panose="020B0502040204020203" pitchFamily="34" charset="0"/>
            </a:endParaRPr>
          </a:p>
        </p:txBody>
      </p:sp>
      <p:sp>
        <p:nvSpPr>
          <p:cNvPr id="10" name="TextBox 9">
            <a:extLst>
              <a:ext uri="{FF2B5EF4-FFF2-40B4-BE49-F238E27FC236}">
                <a16:creationId xmlns:a16="http://schemas.microsoft.com/office/drawing/2014/main" id="{1F8EEB4F-4A86-625A-ED91-B9AA9F25CABE}"/>
              </a:ext>
            </a:extLst>
          </p:cNvPr>
          <p:cNvSpPr txBox="1"/>
          <p:nvPr/>
        </p:nvSpPr>
        <p:spPr>
          <a:xfrm>
            <a:off x="1613248" y="1117268"/>
            <a:ext cx="2043175" cy="707886"/>
          </a:xfrm>
          <a:prstGeom prst="rect">
            <a:avLst/>
          </a:prstGeom>
          <a:noFill/>
        </p:spPr>
        <p:txBody>
          <a:bodyPr wrap="square" rtlCol="0" anchor="ctr">
            <a:spAutoFit/>
          </a:bodyPr>
          <a:lstStyle/>
          <a:p>
            <a:pPr defTabSz="228554">
              <a:defRPr/>
            </a:pPr>
            <a:r>
              <a:rPr lang="en-US" sz="2000" b="1" dirty="0">
                <a:solidFill>
                  <a:srgbClr val="172144"/>
                </a:solidFill>
                <a:latin typeface="Century Gothic"/>
              </a:rPr>
              <a:t>Level </a:t>
            </a:r>
            <a:r>
              <a:rPr lang="vi-VN" sz="2000" b="1" dirty="0">
                <a:solidFill>
                  <a:srgbClr val="172144"/>
                </a:solidFill>
                <a:latin typeface="Century Gothic"/>
              </a:rPr>
              <a:t>4</a:t>
            </a:r>
            <a:endParaRPr lang="en-US" sz="2000" b="1" dirty="0">
              <a:solidFill>
                <a:srgbClr val="172144"/>
              </a:solidFill>
              <a:latin typeface="Century Gothic"/>
            </a:endParaRPr>
          </a:p>
          <a:p>
            <a:pPr defTabSz="228554">
              <a:defRPr/>
            </a:pPr>
            <a:r>
              <a:rPr lang="vi-VN" sz="2000" b="1" dirty="0">
                <a:solidFill>
                  <a:srgbClr val="6070FF"/>
                </a:solidFill>
                <a:latin typeface="Century Gothic"/>
              </a:rPr>
              <a:t>TUNING</a:t>
            </a:r>
            <a:endParaRPr lang="en-US" sz="2000" b="1" dirty="0">
              <a:solidFill>
                <a:srgbClr val="6070FF"/>
              </a:solidFill>
              <a:latin typeface="Century Gothic"/>
            </a:endParaRPr>
          </a:p>
        </p:txBody>
      </p:sp>
      <p:sp>
        <p:nvSpPr>
          <p:cNvPr id="27" name="TextBox 26">
            <a:extLst>
              <a:ext uri="{FF2B5EF4-FFF2-40B4-BE49-F238E27FC236}">
                <a16:creationId xmlns:a16="http://schemas.microsoft.com/office/drawing/2014/main" id="{319278FF-EC30-ED8C-25F2-8706A28C0C95}"/>
              </a:ext>
            </a:extLst>
          </p:cNvPr>
          <p:cNvSpPr txBox="1"/>
          <p:nvPr/>
        </p:nvSpPr>
        <p:spPr>
          <a:xfrm>
            <a:off x="1366663" y="4000536"/>
            <a:ext cx="1474609" cy="923330"/>
          </a:xfrm>
          <a:prstGeom prst="rect">
            <a:avLst/>
          </a:prstGeom>
          <a:noFill/>
        </p:spPr>
        <p:txBody>
          <a:bodyPr wrap="square">
            <a:spAutoFit/>
          </a:bodyPr>
          <a:lstStyle/>
          <a:p>
            <a:pPr defTabSz="228554">
              <a:defRPr/>
            </a:pPr>
            <a:r>
              <a:rPr lang="vi-VN" b="1" dirty="0">
                <a:solidFill>
                  <a:srgbClr val="172144"/>
                </a:solidFill>
                <a:latin typeface="Century Gothic"/>
              </a:rPr>
              <a:t>K1 += 1      </a:t>
            </a:r>
          </a:p>
          <a:p>
            <a:pPr defTabSz="228554">
              <a:defRPr/>
            </a:pPr>
            <a:r>
              <a:rPr lang="vi-VN" b="1" dirty="0">
                <a:solidFill>
                  <a:srgbClr val="172144"/>
                </a:solidFill>
                <a:latin typeface="Century Gothic"/>
              </a:rPr>
              <a:t>K2 += 0.5     </a:t>
            </a:r>
          </a:p>
          <a:p>
            <a:pPr defTabSz="228554">
              <a:defRPr/>
            </a:pPr>
            <a:r>
              <a:rPr lang="vi-VN" b="1" dirty="0">
                <a:solidFill>
                  <a:srgbClr val="172144"/>
                </a:solidFill>
                <a:latin typeface="Century Gothic"/>
              </a:rPr>
              <a:t>K3 += 0.05</a:t>
            </a:r>
            <a:endParaRPr lang="en-US" dirty="0">
              <a:solidFill>
                <a:srgbClr val="3BC8F1"/>
              </a:solidFill>
              <a:latin typeface="Century Gothic"/>
            </a:endParaRPr>
          </a:p>
        </p:txBody>
      </p:sp>
      <p:grpSp>
        <p:nvGrpSpPr>
          <p:cNvPr id="36" name="Group 35">
            <a:extLst>
              <a:ext uri="{FF2B5EF4-FFF2-40B4-BE49-F238E27FC236}">
                <a16:creationId xmlns:a16="http://schemas.microsoft.com/office/drawing/2014/main" id="{55EF3487-CC07-1935-8013-8BE8D6E9A0BD}"/>
              </a:ext>
            </a:extLst>
          </p:cNvPr>
          <p:cNvGrpSpPr/>
          <p:nvPr/>
        </p:nvGrpSpPr>
        <p:grpSpPr>
          <a:xfrm>
            <a:off x="4910435" y="5236211"/>
            <a:ext cx="1395516" cy="798202"/>
            <a:chOff x="3560774" y="3426453"/>
            <a:chExt cx="2126623" cy="1596612"/>
          </a:xfrm>
        </p:grpSpPr>
        <p:sp>
          <p:nvSpPr>
            <p:cNvPr id="38" name="Rectangle: Rounded Corners 37">
              <a:extLst>
                <a:ext uri="{FF2B5EF4-FFF2-40B4-BE49-F238E27FC236}">
                  <a16:creationId xmlns:a16="http://schemas.microsoft.com/office/drawing/2014/main" id="{55BD850B-9412-BBB2-E2ED-F4A739B560C8}"/>
                </a:ext>
              </a:extLst>
            </p:cNvPr>
            <p:cNvSpPr/>
            <p:nvPr/>
          </p:nvSpPr>
          <p:spPr>
            <a:xfrm>
              <a:off x="3560774" y="3426453"/>
              <a:ext cx="2126623" cy="1596612"/>
            </a:xfrm>
            <a:prstGeom prst="roundRect">
              <a:avLst>
                <a:gd name="adj" fmla="val 6861"/>
              </a:avLst>
            </a:prstGeom>
            <a:solidFill>
              <a:schemeClr val="accent4"/>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1100">
                <a:solidFill>
                  <a:srgbClr val="FFFFFF"/>
                </a:solidFill>
                <a:latin typeface="Calibri"/>
              </a:endParaRPr>
            </a:p>
          </p:txBody>
        </p:sp>
        <p:sp>
          <p:nvSpPr>
            <p:cNvPr id="39" name="TextBox 38">
              <a:extLst>
                <a:ext uri="{FF2B5EF4-FFF2-40B4-BE49-F238E27FC236}">
                  <a16:creationId xmlns:a16="http://schemas.microsoft.com/office/drawing/2014/main" id="{3D3AC438-F6F9-47C3-B221-5A8949761C5E}"/>
                </a:ext>
              </a:extLst>
            </p:cNvPr>
            <p:cNvSpPr txBox="1"/>
            <p:nvPr/>
          </p:nvSpPr>
          <p:spPr>
            <a:xfrm>
              <a:off x="3801239" y="3914795"/>
              <a:ext cx="1588317" cy="677196"/>
            </a:xfrm>
            <a:prstGeom prst="rect">
              <a:avLst/>
            </a:prstGeom>
            <a:noFill/>
          </p:spPr>
          <p:txBody>
            <a:bodyPr wrap="none" rtlCol="0" anchor="ctr">
              <a:spAutoFit/>
            </a:bodyPr>
            <a:lstStyle/>
            <a:p>
              <a:pPr algn="ctr" defTabSz="228554">
                <a:defRPr/>
              </a:pPr>
              <a:r>
                <a:rPr lang="vi-VN" sz="1600" b="1" dirty="0">
                  <a:solidFill>
                    <a:srgbClr val="FFFFFF"/>
                  </a:solidFill>
                  <a:latin typeface="Century Gothic"/>
                </a:rPr>
                <a:t>Case “-”</a:t>
              </a:r>
              <a:endParaRPr lang="en-US" sz="1600" dirty="0">
                <a:solidFill>
                  <a:srgbClr val="FFFFFF"/>
                </a:solidFill>
                <a:latin typeface="Century Gothic"/>
              </a:endParaRPr>
            </a:p>
          </p:txBody>
        </p:sp>
      </p:grpSp>
      <p:grpSp>
        <p:nvGrpSpPr>
          <p:cNvPr id="41" name="Group 40">
            <a:extLst>
              <a:ext uri="{FF2B5EF4-FFF2-40B4-BE49-F238E27FC236}">
                <a16:creationId xmlns:a16="http://schemas.microsoft.com/office/drawing/2014/main" id="{98A8CC01-7720-79A7-8BF2-3F940AFBD884}"/>
              </a:ext>
            </a:extLst>
          </p:cNvPr>
          <p:cNvGrpSpPr/>
          <p:nvPr/>
        </p:nvGrpSpPr>
        <p:grpSpPr>
          <a:xfrm>
            <a:off x="5544890" y="3083143"/>
            <a:ext cx="321044" cy="2181699"/>
            <a:chOff x="9339625" y="5415773"/>
            <a:chExt cx="253237" cy="2531259"/>
          </a:xfrm>
        </p:grpSpPr>
        <p:cxnSp>
          <p:nvCxnSpPr>
            <p:cNvPr id="44" name="Straight Connector 43">
              <a:extLst>
                <a:ext uri="{FF2B5EF4-FFF2-40B4-BE49-F238E27FC236}">
                  <a16:creationId xmlns:a16="http://schemas.microsoft.com/office/drawing/2014/main" id="{B07B9EEA-58A4-DE15-7F8C-8267D9D98A12}"/>
                </a:ext>
              </a:extLst>
            </p:cNvPr>
            <p:cNvCxnSpPr>
              <a:cxnSpLocks/>
            </p:cNvCxnSpPr>
            <p:nvPr/>
          </p:nvCxnSpPr>
          <p:spPr>
            <a:xfrm>
              <a:off x="9466245" y="5415773"/>
              <a:ext cx="0" cy="2531259"/>
            </a:xfrm>
            <a:prstGeom prst="line">
              <a:avLst/>
            </a:prstGeom>
            <a:ln w="25400">
              <a:solidFill>
                <a:schemeClr val="accent2"/>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sp>
          <p:nvSpPr>
            <p:cNvPr id="46" name="Freeform 5">
              <a:extLst>
                <a:ext uri="{FF2B5EF4-FFF2-40B4-BE49-F238E27FC236}">
                  <a16:creationId xmlns:a16="http://schemas.microsoft.com/office/drawing/2014/main" id="{A659CFEB-A263-03C9-7A46-37CA005AF48D}"/>
                </a:ext>
              </a:extLst>
            </p:cNvPr>
            <p:cNvSpPr>
              <a:spLocks noEditPoints="1"/>
            </p:cNvSpPr>
            <p:nvPr/>
          </p:nvSpPr>
          <p:spPr bwMode="auto">
            <a:xfrm rot="5400000" flipV="1">
              <a:off x="9327450" y="5883307"/>
              <a:ext cx="277587" cy="253237"/>
            </a:xfrm>
            <a:custGeom>
              <a:avLst/>
              <a:gdLst>
                <a:gd name="T0" fmla="*/ 0 w 456"/>
                <a:gd name="T1" fmla="*/ 356 h 416"/>
                <a:gd name="T2" fmla="*/ 147 w 456"/>
                <a:gd name="T3" fmla="*/ 208 h 416"/>
                <a:gd name="T4" fmla="*/ 0 w 456"/>
                <a:gd name="T5" fmla="*/ 58 h 416"/>
                <a:gd name="T6" fmla="*/ 59 w 456"/>
                <a:gd name="T7" fmla="*/ 0 h 416"/>
                <a:gd name="T8" fmla="*/ 265 w 456"/>
                <a:gd name="T9" fmla="*/ 208 h 416"/>
                <a:gd name="T10" fmla="*/ 59 w 456"/>
                <a:gd name="T11" fmla="*/ 416 h 416"/>
                <a:gd name="T12" fmla="*/ 0 w 456"/>
                <a:gd name="T13" fmla="*/ 356 h 416"/>
                <a:gd name="T14" fmla="*/ 248 w 456"/>
                <a:gd name="T15" fmla="*/ 0 h 416"/>
                <a:gd name="T16" fmla="*/ 456 w 456"/>
                <a:gd name="T17" fmla="*/ 208 h 416"/>
                <a:gd name="T18" fmla="*/ 248 w 456"/>
                <a:gd name="T19" fmla="*/ 416 h 416"/>
                <a:gd name="T20" fmla="*/ 191 w 456"/>
                <a:gd name="T21" fmla="*/ 356 h 416"/>
                <a:gd name="T22" fmla="*/ 338 w 456"/>
                <a:gd name="T23" fmla="*/ 208 h 416"/>
                <a:gd name="T24" fmla="*/ 191 w 456"/>
                <a:gd name="T25" fmla="*/ 58 h 416"/>
                <a:gd name="T26" fmla="*/ 248 w 456"/>
                <a:gd name="T27" fmla="*/ 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6" h="416">
                  <a:moveTo>
                    <a:pt x="0" y="356"/>
                  </a:moveTo>
                  <a:lnTo>
                    <a:pt x="147" y="208"/>
                  </a:lnTo>
                  <a:lnTo>
                    <a:pt x="0" y="58"/>
                  </a:lnTo>
                  <a:lnTo>
                    <a:pt x="59" y="0"/>
                  </a:lnTo>
                  <a:lnTo>
                    <a:pt x="265" y="208"/>
                  </a:lnTo>
                  <a:lnTo>
                    <a:pt x="59" y="416"/>
                  </a:lnTo>
                  <a:lnTo>
                    <a:pt x="0" y="356"/>
                  </a:lnTo>
                  <a:close/>
                  <a:moveTo>
                    <a:pt x="248" y="0"/>
                  </a:moveTo>
                  <a:lnTo>
                    <a:pt x="456" y="208"/>
                  </a:lnTo>
                  <a:lnTo>
                    <a:pt x="248" y="416"/>
                  </a:lnTo>
                  <a:lnTo>
                    <a:pt x="191" y="356"/>
                  </a:lnTo>
                  <a:lnTo>
                    <a:pt x="338" y="208"/>
                  </a:lnTo>
                  <a:lnTo>
                    <a:pt x="191" y="58"/>
                  </a:lnTo>
                  <a:lnTo>
                    <a:pt x="248" y="0"/>
                  </a:lnTo>
                  <a:close/>
                </a:path>
              </a:pathLst>
            </a:custGeom>
            <a:solidFill>
              <a:schemeClr val="tx1">
                <a:lumMod val="90000"/>
                <a:lumOff val="10000"/>
                <a:alpha val="25000"/>
              </a:schemeClr>
            </a:solidFill>
            <a:ln>
              <a:noFill/>
            </a:ln>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grpSp>
      <p:grpSp>
        <p:nvGrpSpPr>
          <p:cNvPr id="47" name="Group 46">
            <a:extLst>
              <a:ext uri="{FF2B5EF4-FFF2-40B4-BE49-F238E27FC236}">
                <a16:creationId xmlns:a16="http://schemas.microsoft.com/office/drawing/2014/main" id="{DFFD070D-5A37-9D18-A9F7-F6C6F31A5ADF}"/>
              </a:ext>
            </a:extLst>
          </p:cNvPr>
          <p:cNvGrpSpPr/>
          <p:nvPr/>
        </p:nvGrpSpPr>
        <p:grpSpPr>
          <a:xfrm>
            <a:off x="3744963" y="5743445"/>
            <a:ext cx="1165471" cy="181354"/>
            <a:chOff x="5826830" y="9434645"/>
            <a:chExt cx="2331246" cy="253237"/>
          </a:xfrm>
        </p:grpSpPr>
        <p:cxnSp>
          <p:nvCxnSpPr>
            <p:cNvPr id="50" name="Straight Connector 49">
              <a:extLst>
                <a:ext uri="{FF2B5EF4-FFF2-40B4-BE49-F238E27FC236}">
                  <a16:creationId xmlns:a16="http://schemas.microsoft.com/office/drawing/2014/main" id="{51CA3E65-1EB1-45A8-2617-A63204A4B986}"/>
                </a:ext>
              </a:extLst>
            </p:cNvPr>
            <p:cNvCxnSpPr>
              <a:cxnSpLocks/>
            </p:cNvCxnSpPr>
            <p:nvPr/>
          </p:nvCxnSpPr>
          <p:spPr>
            <a:xfrm>
              <a:off x="5826830" y="9536503"/>
              <a:ext cx="2331246" cy="0"/>
            </a:xfrm>
            <a:prstGeom prst="line">
              <a:avLst/>
            </a:prstGeom>
            <a:ln w="25400">
              <a:solidFill>
                <a:schemeClr val="accent2"/>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sp>
          <p:nvSpPr>
            <p:cNvPr id="60" name="Freeform 5">
              <a:extLst>
                <a:ext uri="{FF2B5EF4-FFF2-40B4-BE49-F238E27FC236}">
                  <a16:creationId xmlns:a16="http://schemas.microsoft.com/office/drawing/2014/main" id="{30247DF5-9CAE-261E-112E-34BC79A42230}"/>
                </a:ext>
              </a:extLst>
            </p:cNvPr>
            <p:cNvSpPr>
              <a:spLocks noEditPoints="1"/>
            </p:cNvSpPr>
            <p:nvPr/>
          </p:nvSpPr>
          <p:spPr bwMode="auto">
            <a:xfrm rot="10800000" flipV="1">
              <a:off x="6470525" y="9434645"/>
              <a:ext cx="277587" cy="253237"/>
            </a:xfrm>
            <a:custGeom>
              <a:avLst/>
              <a:gdLst>
                <a:gd name="T0" fmla="*/ 0 w 456"/>
                <a:gd name="T1" fmla="*/ 356 h 416"/>
                <a:gd name="T2" fmla="*/ 147 w 456"/>
                <a:gd name="T3" fmla="*/ 208 h 416"/>
                <a:gd name="T4" fmla="*/ 0 w 456"/>
                <a:gd name="T5" fmla="*/ 58 h 416"/>
                <a:gd name="T6" fmla="*/ 59 w 456"/>
                <a:gd name="T7" fmla="*/ 0 h 416"/>
                <a:gd name="T8" fmla="*/ 265 w 456"/>
                <a:gd name="T9" fmla="*/ 208 h 416"/>
                <a:gd name="T10" fmla="*/ 59 w 456"/>
                <a:gd name="T11" fmla="*/ 416 h 416"/>
                <a:gd name="T12" fmla="*/ 0 w 456"/>
                <a:gd name="T13" fmla="*/ 356 h 416"/>
                <a:gd name="T14" fmla="*/ 248 w 456"/>
                <a:gd name="T15" fmla="*/ 0 h 416"/>
                <a:gd name="T16" fmla="*/ 456 w 456"/>
                <a:gd name="T17" fmla="*/ 208 h 416"/>
                <a:gd name="T18" fmla="*/ 248 w 456"/>
                <a:gd name="T19" fmla="*/ 416 h 416"/>
                <a:gd name="T20" fmla="*/ 191 w 456"/>
                <a:gd name="T21" fmla="*/ 356 h 416"/>
                <a:gd name="T22" fmla="*/ 338 w 456"/>
                <a:gd name="T23" fmla="*/ 208 h 416"/>
                <a:gd name="T24" fmla="*/ 191 w 456"/>
                <a:gd name="T25" fmla="*/ 58 h 416"/>
                <a:gd name="T26" fmla="*/ 248 w 456"/>
                <a:gd name="T27" fmla="*/ 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6" h="416">
                  <a:moveTo>
                    <a:pt x="0" y="356"/>
                  </a:moveTo>
                  <a:lnTo>
                    <a:pt x="147" y="208"/>
                  </a:lnTo>
                  <a:lnTo>
                    <a:pt x="0" y="58"/>
                  </a:lnTo>
                  <a:lnTo>
                    <a:pt x="59" y="0"/>
                  </a:lnTo>
                  <a:lnTo>
                    <a:pt x="265" y="208"/>
                  </a:lnTo>
                  <a:lnTo>
                    <a:pt x="59" y="416"/>
                  </a:lnTo>
                  <a:lnTo>
                    <a:pt x="0" y="356"/>
                  </a:lnTo>
                  <a:close/>
                  <a:moveTo>
                    <a:pt x="248" y="0"/>
                  </a:moveTo>
                  <a:lnTo>
                    <a:pt x="456" y="208"/>
                  </a:lnTo>
                  <a:lnTo>
                    <a:pt x="248" y="416"/>
                  </a:lnTo>
                  <a:lnTo>
                    <a:pt x="191" y="356"/>
                  </a:lnTo>
                  <a:lnTo>
                    <a:pt x="338" y="208"/>
                  </a:lnTo>
                  <a:lnTo>
                    <a:pt x="191" y="58"/>
                  </a:lnTo>
                  <a:lnTo>
                    <a:pt x="248" y="0"/>
                  </a:lnTo>
                  <a:close/>
                </a:path>
              </a:pathLst>
            </a:custGeom>
            <a:solidFill>
              <a:schemeClr val="tx1">
                <a:lumMod val="90000"/>
                <a:lumOff val="10000"/>
                <a:alpha val="25000"/>
              </a:schemeClr>
            </a:solidFill>
            <a:ln>
              <a:noFill/>
            </a:ln>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grpSp>
      <p:grpSp>
        <p:nvGrpSpPr>
          <p:cNvPr id="61" name="Group 60">
            <a:extLst>
              <a:ext uri="{FF2B5EF4-FFF2-40B4-BE49-F238E27FC236}">
                <a16:creationId xmlns:a16="http://schemas.microsoft.com/office/drawing/2014/main" id="{EF4CF4C9-6C85-5DC0-9304-F98ACEBD3779}"/>
              </a:ext>
            </a:extLst>
          </p:cNvPr>
          <p:cNvGrpSpPr/>
          <p:nvPr/>
        </p:nvGrpSpPr>
        <p:grpSpPr>
          <a:xfrm>
            <a:off x="5544889" y="4793739"/>
            <a:ext cx="268063" cy="276999"/>
            <a:chOff x="9727123" y="5420062"/>
            <a:chExt cx="536196" cy="554070"/>
          </a:xfrm>
        </p:grpSpPr>
        <p:sp>
          <p:nvSpPr>
            <p:cNvPr id="62" name="Oval 61">
              <a:extLst>
                <a:ext uri="{FF2B5EF4-FFF2-40B4-BE49-F238E27FC236}">
                  <a16:creationId xmlns:a16="http://schemas.microsoft.com/office/drawing/2014/main" id="{7A6E7216-00D6-C5B8-1DF5-5FE8563C9F60}"/>
                </a:ext>
              </a:extLst>
            </p:cNvPr>
            <p:cNvSpPr/>
            <p:nvPr/>
          </p:nvSpPr>
          <p:spPr>
            <a:xfrm>
              <a:off x="9727123" y="5424763"/>
              <a:ext cx="536196" cy="536196"/>
            </a:xfrm>
            <a:prstGeom prst="ellips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228554">
                <a:defRPr/>
              </a:pPr>
              <a:endParaRPr lang="en-US" sz="2400">
                <a:solidFill>
                  <a:srgbClr val="FFFFFF"/>
                </a:solidFill>
                <a:latin typeface="Designball-Documents-01" pitchFamily="2" charset="0"/>
                <a:ea typeface="Open Sans" panose="020B0606030504020204" pitchFamily="34" charset="0"/>
                <a:cs typeface="Open Sans" panose="020B0606030504020204" pitchFamily="34" charset="0"/>
              </a:endParaRPr>
            </a:p>
          </p:txBody>
        </p:sp>
        <p:sp>
          <p:nvSpPr>
            <p:cNvPr id="63" name="Rectangle 62">
              <a:extLst>
                <a:ext uri="{FF2B5EF4-FFF2-40B4-BE49-F238E27FC236}">
                  <a16:creationId xmlns:a16="http://schemas.microsoft.com/office/drawing/2014/main" id="{45F3F1E9-9876-0619-189A-ECA4CADF0990}"/>
                </a:ext>
              </a:extLst>
            </p:cNvPr>
            <p:cNvSpPr/>
            <p:nvPr/>
          </p:nvSpPr>
          <p:spPr>
            <a:xfrm>
              <a:off x="9936180" y="5420062"/>
              <a:ext cx="141084" cy="554070"/>
            </a:xfrm>
            <a:prstGeom prst="rect">
              <a:avLst/>
            </a:prstGeom>
          </p:spPr>
          <p:txBody>
            <a:bodyPr wrap="none" lIns="0" tIns="0" rIns="0" bIns="0" anchor="ctr">
              <a:spAutoFit/>
            </a:bodyPr>
            <a:lstStyle/>
            <a:p>
              <a:pPr algn="ctr" defTabSz="228554">
                <a:defRPr/>
              </a:pPr>
              <a:r>
                <a:rPr lang="en-US" dirty="0">
                  <a:solidFill>
                    <a:srgbClr val="FFFFFF"/>
                  </a:solidFill>
                  <a:latin typeface="Designball-Documents-01" pitchFamily="2" charset="0"/>
                  <a:ea typeface="Open Sans" panose="020B0606030504020204" pitchFamily="34" charset="0"/>
                  <a:cs typeface="Open Sans" panose="020B0606030504020204" pitchFamily="34" charset="0"/>
                </a:rPr>
                <a:t>f</a:t>
              </a:r>
            </a:p>
          </p:txBody>
        </p:sp>
      </p:grpSp>
      <p:grpSp>
        <p:nvGrpSpPr>
          <p:cNvPr id="67" name="Group 66">
            <a:extLst>
              <a:ext uri="{FF2B5EF4-FFF2-40B4-BE49-F238E27FC236}">
                <a16:creationId xmlns:a16="http://schemas.microsoft.com/office/drawing/2014/main" id="{893182FF-2A97-6234-A2F1-4D6267A1A67D}"/>
              </a:ext>
            </a:extLst>
          </p:cNvPr>
          <p:cNvGrpSpPr/>
          <p:nvPr/>
        </p:nvGrpSpPr>
        <p:grpSpPr>
          <a:xfrm>
            <a:off x="2217439" y="5268581"/>
            <a:ext cx="1762988" cy="1142810"/>
            <a:chOff x="3067292" y="3565001"/>
            <a:chExt cx="2378485" cy="2285917"/>
          </a:xfrm>
        </p:grpSpPr>
        <p:sp>
          <p:nvSpPr>
            <p:cNvPr id="68" name="Rectangle: Rounded Corners 67">
              <a:extLst>
                <a:ext uri="{FF2B5EF4-FFF2-40B4-BE49-F238E27FC236}">
                  <a16:creationId xmlns:a16="http://schemas.microsoft.com/office/drawing/2014/main" id="{58F80343-66B2-ADCE-78AD-4637454935F4}"/>
                </a:ext>
              </a:extLst>
            </p:cNvPr>
            <p:cNvSpPr/>
            <p:nvPr/>
          </p:nvSpPr>
          <p:spPr>
            <a:xfrm>
              <a:off x="3067292" y="3565001"/>
              <a:ext cx="2378485" cy="2285917"/>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14" tIns="22857" rIns="45714" bIns="22857" numCol="1" spcCol="0" rtlCol="0" fromWordArt="0" anchor="ctr" anchorCtr="0" forceAA="0" compatLnSpc="1">
              <a:prstTxWarp prst="textNoShape">
                <a:avLst/>
              </a:prstTxWarp>
              <a:noAutofit/>
            </a:bodyPr>
            <a:lstStyle/>
            <a:p>
              <a:pPr algn="ctr" defTabSz="228554">
                <a:defRPr/>
              </a:pPr>
              <a:endParaRPr lang="en-US" sz="900">
                <a:solidFill>
                  <a:srgbClr val="FFFFFF"/>
                </a:solidFill>
                <a:latin typeface="Calibri"/>
              </a:endParaRPr>
            </a:p>
          </p:txBody>
        </p:sp>
        <p:sp>
          <p:nvSpPr>
            <p:cNvPr id="69" name="TextBox 68">
              <a:extLst>
                <a:ext uri="{FF2B5EF4-FFF2-40B4-BE49-F238E27FC236}">
                  <a16:creationId xmlns:a16="http://schemas.microsoft.com/office/drawing/2014/main" id="{E6D6FD2E-4EB4-5276-3681-E4D75C17F831}"/>
                </a:ext>
              </a:extLst>
            </p:cNvPr>
            <p:cNvSpPr txBox="1"/>
            <p:nvPr/>
          </p:nvSpPr>
          <p:spPr>
            <a:xfrm>
              <a:off x="3331589" y="4303855"/>
              <a:ext cx="2021376" cy="554968"/>
            </a:xfrm>
            <a:prstGeom prst="rect">
              <a:avLst/>
            </a:prstGeom>
            <a:noFill/>
          </p:spPr>
          <p:txBody>
            <a:bodyPr wrap="square" rtlCol="0" anchor="ctr">
              <a:spAutoFit/>
            </a:bodyPr>
            <a:lstStyle/>
            <a:p>
              <a:pPr defTabSz="228554">
                <a:lnSpc>
                  <a:spcPct val="150000"/>
                </a:lnSpc>
                <a:defRPr/>
              </a:pPr>
              <a:endParaRPr lang="en-US" sz="900" dirty="0">
                <a:solidFill>
                  <a:srgbClr val="FA3585"/>
                </a:solidFill>
                <a:latin typeface="Century Gothic"/>
              </a:endParaRPr>
            </a:p>
          </p:txBody>
        </p:sp>
      </p:grpSp>
      <p:sp>
        <p:nvSpPr>
          <p:cNvPr id="70" name="TextBox 69">
            <a:extLst>
              <a:ext uri="{FF2B5EF4-FFF2-40B4-BE49-F238E27FC236}">
                <a16:creationId xmlns:a16="http://schemas.microsoft.com/office/drawing/2014/main" id="{76410A5F-303A-1514-C519-AF8F9755E485}"/>
              </a:ext>
            </a:extLst>
          </p:cNvPr>
          <p:cNvSpPr txBox="1"/>
          <p:nvPr/>
        </p:nvSpPr>
        <p:spPr>
          <a:xfrm>
            <a:off x="2281086" y="5378321"/>
            <a:ext cx="1474609" cy="923330"/>
          </a:xfrm>
          <a:prstGeom prst="rect">
            <a:avLst/>
          </a:prstGeom>
          <a:noFill/>
        </p:spPr>
        <p:txBody>
          <a:bodyPr wrap="square">
            <a:spAutoFit/>
          </a:bodyPr>
          <a:lstStyle/>
          <a:p>
            <a:pPr defTabSz="228554">
              <a:defRPr/>
            </a:pPr>
            <a:r>
              <a:rPr lang="vi-VN" b="1" dirty="0">
                <a:solidFill>
                  <a:srgbClr val="172144"/>
                </a:solidFill>
                <a:latin typeface="Century Gothic"/>
              </a:rPr>
              <a:t>K1 -= 1      </a:t>
            </a:r>
          </a:p>
          <a:p>
            <a:pPr defTabSz="228554">
              <a:defRPr/>
            </a:pPr>
            <a:r>
              <a:rPr lang="vi-VN" b="1" dirty="0">
                <a:solidFill>
                  <a:srgbClr val="172144"/>
                </a:solidFill>
                <a:latin typeface="Century Gothic"/>
              </a:rPr>
              <a:t>K2 -= 0.5     </a:t>
            </a:r>
          </a:p>
          <a:p>
            <a:pPr defTabSz="228554">
              <a:defRPr/>
            </a:pPr>
            <a:r>
              <a:rPr lang="vi-VN" b="1" dirty="0">
                <a:solidFill>
                  <a:srgbClr val="172144"/>
                </a:solidFill>
                <a:latin typeface="Century Gothic"/>
              </a:rPr>
              <a:t>K3 -= 0.05</a:t>
            </a:r>
            <a:endParaRPr lang="en-US" dirty="0">
              <a:solidFill>
                <a:srgbClr val="3BC8F1"/>
              </a:solidFill>
              <a:latin typeface="Century Gothic"/>
            </a:endParaRPr>
          </a:p>
        </p:txBody>
      </p:sp>
      <p:grpSp>
        <p:nvGrpSpPr>
          <p:cNvPr id="72" name="Group 71">
            <a:extLst>
              <a:ext uri="{FF2B5EF4-FFF2-40B4-BE49-F238E27FC236}">
                <a16:creationId xmlns:a16="http://schemas.microsoft.com/office/drawing/2014/main" id="{C2109EF8-CCBC-7CAF-E858-F364FDC14D6F}"/>
              </a:ext>
            </a:extLst>
          </p:cNvPr>
          <p:cNvGrpSpPr/>
          <p:nvPr/>
        </p:nvGrpSpPr>
        <p:grpSpPr>
          <a:xfrm>
            <a:off x="3545744" y="3070419"/>
            <a:ext cx="310106" cy="2208885"/>
            <a:chOff x="7568700" y="5415773"/>
            <a:chExt cx="253237" cy="2772212"/>
          </a:xfrm>
        </p:grpSpPr>
        <p:cxnSp>
          <p:nvCxnSpPr>
            <p:cNvPr id="73" name="Straight Connector 72">
              <a:extLst>
                <a:ext uri="{FF2B5EF4-FFF2-40B4-BE49-F238E27FC236}">
                  <a16:creationId xmlns:a16="http://schemas.microsoft.com/office/drawing/2014/main" id="{0DE95FF0-96BF-C0D0-6004-5B4896B8E6DA}"/>
                </a:ext>
              </a:extLst>
            </p:cNvPr>
            <p:cNvCxnSpPr>
              <a:cxnSpLocks/>
            </p:cNvCxnSpPr>
            <p:nvPr/>
          </p:nvCxnSpPr>
          <p:spPr>
            <a:xfrm>
              <a:off x="7695319" y="5415773"/>
              <a:ext cx="0" cy="2772212"/>
            </a:xfrm>
            <a:prstGeom prst="line">
              <a:avLst/>
            </a:prstGeom>
            <a:ln w="25400">
              <a:solidFill>
                <a:schemeClr val="accent2"/>
              </a:solidFill>
              <a:headEnd type="oval" w="lg" len="lg"/>
              <a:tailEnd type="none" w="lg" len="lg"/>
            </a:ln>
          </p:spPr>
          <p:style>
            <a:lnRef idx="1">
              <a:schemeClr val="accent1"/>
            </a:lnRef>
            <a:fillRef idx="0">
              <a:schemeClr val="accent1"/>
            </a:fillRef>
            <a:effectRef idx="0">
              <a:schemeClr val="accent1"/>
            </a:effectRef>
            <a:fontRef idx="minor">
              <a:schemeClr val="tx1"/>
            </a:fontRef>
          </p:style>
        </p:cxnSp>
        <p:sp>
          <p:nvSpPr>
            <p:cNvPr id="74" name="Freeform 5">
              <a:extLst>
                <a:ext uri="{FF2B5EF4-FFF2-40B4-BE49-F238E27FC236}">
                  <a16:creationId xmlns:a16="http://schemas.microsoft.com/office/drawing/2014/main" id="{8276C14D-1C52-8E34-BE62-5D570EEDDAF4}"/>
                </a:ext>
              </a:extLst>
            </p:cNvPr>
            <p:cNvSpPr>
              <a:spLocks noEditPoints="1"/>
            </p:cNvSpPr>
            <p:nvPr/>
          </p:nvSpPr>
          <p:spPr bwMode="auto">
            <a:xfrm rot="16200000">
              <a:off x="7556525" y="7045027"/>
              <a:ext cx="277587" cy="253237"/>
            </a:xfrm>
            <a:custGeom>
              <a:avLst/>
              <a:gdLst>
                <a:gd name="T0" fmla="*/ 0 w 456"/>
                <a:gd name="T1" fmla="*/ 356 h 416"/>
                <a:gd name="T2" fmla="*/ 147 w 456"/>
                <a:gd name="T3" fmla="*/ 208 h 416"/>
                <a:gd name="T4" fmla="*/ 0 w 456"/>
                <a:gd name="T5" fmla="*/ 58 h 416"/>
                <a:gd name="T6" fmla="*/ 59 w 456"/>
                <a:gd name="T7" fmla="*/ 0 h 416"/>
                <a:gd name="T8" fmla="*/ 265 w 456"/>
                <a:gd name="T9" fmla="*/ 208 h 416"/>
                <a:gd name="T10" fmla="*/ 59 w 456"/>
                <a:gd name="T11" fmla="*/ 416 h 416"/>
                <a:gd name="T12" fmla="*/ 0 w 456"/>
                <a:gd name="T13" fmla="*/ 356 h 416"/>
                <a:gd name="T14" fmla="*/ 248 w 456"/>
                <a:gd name="T15" fmla="*/ 0 h 416"/>
                <a:gd name="T16" fmla="*/ 456 w 456"/>
                <a:gd name="T17" fmla="*/ 208 h 416"/>
                <a:gd name="T18" fmla="*/ 248 w 456"/>
                <a:gd name="T19" fmla="*/ 416 h 416"/>
                <a:gd name="T20" fmla="*/ 191 w 456"/>
                <a:gd name="T21" fmla="*/ 356 h 416"/>
                <a:gd name="T22" fmla="*/ 338 w 456"/>
                <a:gd name="T23" fmla="*/ 208 h 416"/>
                <a:gd name="T24" fmla="*/ 191 w 456"/>
                <a:gd name="T25" fmla="*/ 58 h 416"/>
                <a:gd name="T26" fmla="*/ 248 w 456"/>
                <a:gd name="T27" fmla="*/ 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6" h="416">
                  <a:moveTo>
                    <a:pt x="0" y="356"/>
                  </a:moveTo>
                  <a:lnTo>
                    <a:pt x="147" y="208"/>
                  </a:lnTo>
                  <a:lnTo>
                    <a:pt x="0" y="58"/>
                  </a:lnTo>
                  <a:lnTo>
                    <a:pt x="59" y="0"/>
                  </a:lnTo>
                  <a:lnTo>
                    <a:pt x="265" y="208"/>
                  </a:lnTo>
                  <a:lnTo>
                    <a:pt x="59" y="416"/>
                  </a:lnTo>
                  <a:lnTo>
                    <a:pt x="0" y="356"/>
                  </a:lnTo>
                  <a:close/>
                  <a:moveTo>
                    <a:pt x="248" y="0"/>
                  </a:moveTo>
                  <a:lnTo>
                    <a:pt x="456" y="208"/>
                  </a:lnTo>
                  <a:lnTo>
                    <a:pt x="248" y="416"/>
                  </a:lnTo>
                  <a:lnTo>
                    <a:pt x="191" y="356"/>
                  </a:lnTo>
                  <a:lnTo>
                    <a:pt x="338" y="208"/>
                  </a:lnTo>
                  <a:lnTo>
                    <a:pt x="191" y="58"/>
                  </a:lnTo>
                  <a:lnTo>
                    <a:pt x="248" y="0"/>
                  </a:lnTo>
                  <a:close/>
                </a:path>
              </a:pathLst>
            </a:custGeom>
            <a:solidFill>
              <a:schemeClr val="tx1">
                <a:lumMod val="90000"/>
                <a:lumOff val="10000"/>
                <a:alpha val="25000"/>
              </a:schemeClr>
            </a:solidFill>
            <a:ln>
              <a:noFill/>
            </a:ln>
          </p:spPr>
          <p:txBody>
            <a:bodyPr vert="horz" wrap="square" lIns="45714" tIns="22857" rIns="45714" bIns="22857" numCol="1" anchor="t" anchorCtr="0" compatLnSpc="1">
              <a:prstTxWarp prst="textNoShape">
                <a:avLst/>
              </a:prstTxWarp>
            </a:bodyPr>
            <a:lstStyle/>
            <a:p>
              <a:pPr defTabSz="228554">
                <a:defRPr/>
              </a:pPr>
              <a:endParaRPr lang="en-US" sz="900">
                <a:solidFill>
                  <a:srgbClr val="172144"/>
                </a:solidFill>
                <a:latin typeface="Calibri"/>
              </a:endParaRPr>
            </a:p>
          </p:txBody>
        </p:sp>
      </p:grpSp>
      <p:cxnSp>
        <p:nvCxnSpPr>
          <p:cNvPr id="76" name="Straight Connector 75">
            <a:extLst>
              <a:ext uri="{FF2B5EF4-FFF2-40B4-BE49-F238E27FC236}">
                <a16:creationId xmlns:a16="http://schemas.microsoft.com/office/drawing/2014/main" id="{A417BADD-D4CF-DD66-0368-35120E516FAB}"/>
              </a:ext>
            </a:extLst>
          </p:cNvPr>
          <p:cNvCxnSpPr>
            <a:cxnSpLocks/>
          </p:cNvCxnSpPr>
          <p:nvPr/>
        </p:nvCxnSpPr>
        <p:spPr>
          <a:xfrm>
            <a:off x="3351468" y="3090309"/>
            <a:ext cx="482191" cy="0"/>
          </a:xfrm>
          <a:prstGeom prst="line">
            <a:avLst/>
          </a:prstGeom>
          <a:ln w="25400" cap="rnd">
            <a:solidFill>
              <a:schemeClr val="accent2"/>
            </a:solidFill>
            <a:round/>
            <a:headEnd type="oval" w="lg" len="lg"/>
            <a:tailEnd type="none" w="lg" len="lg"/>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115CC2C-DC92-5E62-B369-036C2A5E7DD3}"/>
              </a:ext>
            </a:extLst>
          </p:cNvPr>
          <p:cNvCxnSpPr>
            <a:cxnSpLocks/>
          </p:cNvCxnSpPr>
          <p:nvPr/>
        </p:nvCxnSpPr>
        <p:spPr>
          <a:xfrm>
            <a:off x="928976" y="3042811"/>
            <a:ext cx="0" cy="2700634"/>
          </a:xfrm>
          <a:prstGeom prst="line">
            <a:avLst/>
          </a:prstGeom>
          <a:ln w="25400">
            <a:solidFill>
              <a:schemeClr val="accent2"/>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194BC897-2E99-7BB1-FEF8-F24CE7CD5F7F}"/>
              </a:ext>
            </a:extLst>
          </p:cNvPr>
          <p:cNvCxnSpPr>
            <a:cxnSpLocks/>
          </p:cNvCxnSpPr>
          <p:nvPr/>
        </p:nvCxnSpPr>
        <p:spPr>
          <a:xfrm>
            <a:off x="928976" y="3042811"/>
            <a:ext cx="482191" cy="0"/>
          </a:xfrm>
          <a:prstGeom prst="line">
            <a:avLst/>
          </a:prstGeom>
          <a:ln w="25400" cap="rnd">
            <a:solidFill>
              <a:schemeClr val="accent2"/>
            </a:solidFill>
            <a:round/>
            <a:headEnd type="oval" w="lg" len="lg"/>
            <a:tailEnd type="none" w="lg" len="lg"/>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F9D93F5C-978D-F1C8-E9B5-684420C85F04}"/>
              </a:ext>
            </a:extLst>
          </p:cNvPr>
          <p:cNvCxnSpPr>
            <a:cxnSpLocks/>
          </p:cNvCxnSpPr>
          <p:nvPr/>
        </p:nvCxnSpPr>
        <p:spPr>
          <a:xfrm flipH="1">
            <a:off x="928976" y="5743445"/>
            <a:ext cx="1262126" cy="0"/>
          </a:xfrm>
          <a:prstGeom prst="line">
            <a:avLst/>
          </a:prstGeom>
          <a:ln w="25400" cap="rnd">
            <a:solidFill>
              <a:schemeClr val="accent2"/>
            </a:solidFill>
            <a:round/>
            <a:headEnd type="oval" w="lg" len="lg"/>
            <a:tailEnd type="none" w="lg" len="lg"/>
          </a:ln>
        </p:spPr>
        <p:style>
          <a:lnRef idx="1">
            <a:schemeClr val="accent1"/>
          </a:lnRef>
          <a:fillRef idx="0">
            <a:schemeClr val="accent1"/>
          </a:fillRef>
          <a:effectRef idx="0">
            <a:schemeClr val="accent1"/>
          </a:effectRef>
          <a:fontRef idx="minor">
            <a:schemeClr val="tx1"/>
          </a:fontRef>
        </p:style>
      </p:cxnSp>
      <p:sp>
        <p:nvSpPr>
          <p:cNvPr id="84" name="Rectangle: Rounded Corners 83">
            <a:extLst>
              <a:ext uri="{FF2B5EF4-FFF2-40B4-BE49-F238E27FC236}">
                <a16:creationId xmlns:a16="http://schemas.microsoft.com/office/drawing/2014/main" id="{EFA9A9D5-EA73-3CE3-988A-AD0F38C4A411}"/>
              </a:ext>
            </a:extLst>
          </p:cNvPr>
          <p:cNvSpPr/>
          <p:nvPr/>
        </p:nvSpPr>
        <p:spPr>
          <a:xfrm>
            <a:off x="6958339" y="2379668"/>
            <a:ext cx="1304315" cy="659671"/>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86" name="Rectangle: Rounded Corners 85">
            <a:extLst>
              <a:ext uri="{FF2B5EF4-FFF2-40B4-BE49-F238E27FC236}">
                <a16:creationId xmlns:a16="http://schemas.microsoft.com/office/drawing/2014/main" id="{7C470733-303D-B44E-A392-A11E8431BCA9}"/>
              </a:ext>
            </a:extLst>
          </p:cNvPr>
          <p:cNvSpPr/>
          <p:nvPr/>
        </p:nvSpPr>
        <p:spPr>
          <a:xfrm>
            <a:off x="8851743" y="2379668"/>
            <a:ext cx="2043175" cy="659671"/>
          </a:xfrm>
          <a:prstGeom prst="roundRect">
            <a:avLst>
              <a:gd name="adj" fmla="val 6861"/>
            </a:avLst>
          </a:prstGeom>
          <a:solidFill>
            <a:schemeClr val="bg1"/>
          </a:solidFill>
          <a:ln>
            <a:noFill/>
          </a:ln>
          <a:effectLst>
            <a:outerShdw blurRad="635000" dist="342900" dir="2700000" algn="tl" rotWithShape="0">
              <a:schemeClr val="accent1">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sz="900">
              <a:solidFill>
                <a:srgbClr val="FFFFFF"/>
              </a:solidFill>
              <a:latin typeface="Calibri"/>
            </a:endParaRPr>
          </a:p>
        </p:txBody>
      </p:sp>
      <p:sp>
        <p:nvSpPr>
          <p:cNvPr id="87" name="TextBox 86">
            <a:extLst>
              <a:ext uri="{FF2B5EF4-FFF2-40B4-BE49-F238E27FC236}">
                <a16:creationId xmlns:a16="http://schemas.microsoft.com/office/drawing/2014/main" id="{954765AA-B068-CEA3-AA63-2FF8DB6307D0}"/>
              </a:ext>
            </a:extLst>
          </p:cNvPr>
          <p:cNvSpPr txBox="1"/>
          <p:nvPr/>
        </p:nvSpPr>
        <p:spPr>
          <a:xfrm>
            <a:off x="7015503" y="2461144"/>
            <a:ext cx="1321499" cy="523220"/>
          </a:xfrm>
          <a:prstGeom prst="rect">
            <a:avLst/>
          </a:prstGeom>
          <a:noFill/>
        </p:spPr>
        <p:txBody>
          <a:bodyPr wrap="square" rtlCol="0" anchor="ctr">
            <a:spAutoFit/>
          </a:bodyPr>
          <a:lstStyle/>
          <a:p>
            <a:pPr defTabSz="228554">
              <a:defRPr/>
            </a:pPr>
            <a:r>
              <a:rPr lang="en-US" sz="1400" b="1" dirty="0">
                <a:solidFill>
                  <a:srgbClr val="172144"/>
                </a:solidFill>
                <a:latin typeface="Century Gothic"/>
              </a:rPr>
              <a:t>Level </a:t>
            </a:r>
            <a:r>
              <a:rPr lang="vi-VN" sz="1400" b="1" dirty="0">
                <a:solidFill>
                  <a:srgbClr val="172144"/>
                </a:solidFill>
                <a:latin typeface="Century Gothic"/>
              </a:rPr>
              <a:t>3</a:t>
            </a:r>
            <a:endParaRPr lang="en-US" sz="1400" b="1" dirty="0">
              <a:solidFill>
                <a:srgbClr val="172144"/>
              </a:solidFill>
              <a:latin typeface="Century Gothic"/>
            </a:endParaRPr>
          </a:p>
          <a:p>
            <a:pPr defTabSz="228554">
              <a:defRPr/>
            </a:pPr>
            <a:r>
              <a:rPr lang="vi-VN" sz="1400" b="1" dirty="0">
                <a:solidFill>
                  <a:srgbClr val="6070FF"/>
                </a:solidFill>
                <a:latin typeface="Century Gothic"/>
              </a:rPr>
              <a:t>Calc PWM</a:t>
            </a:r>
            <a:endParaRPr lang="en-US" sz="1400" b="1" dirty="0">
              <a:solidFill>
                <a:srgbClr val="6070FF"/>
              </a:solidFill>
              <a:latin typeface="Century Gothic"/>
            </a:endParaRPr>
          </a:p>
        </p:txBody>
      </p:sp>
      <p:sp>
        <p:nvSpPr>
          <p:cNvPr id="89" name="TextBox 88">
            <a:extLst>
              <a:ext uri="{FF2B5EF4-FFF2-40B4-BE49-F238E27FC236}">
                <a16:creationId xmlns:a16="http://schemas.microsoft.com/office/drawing/2014/main" id="{0775282E-E753-6931-4957-3B6308DA06A6}"/>
              </a:ext>
            </a:extLst>
          </p:cNvPr>
          <p:cNvSpPr txBox="1"/>
          <p:nvPr/>
        </p:nvSpPr>
        <p:spPr>
          <a:xfrm>
            <a:off x="8933816" y="2447893"/>
            <a:ext cx="1358053" cy="523220"/>
          </a:xfrm>
          <a:prstGeom prst="rect">
            <a:avLst/>
          </a:prstGeom>
          <a:noFill/>
        </p:spPr>
        <p:txBody>
          <a:bodyPr wrap="square" rtlCol="0" anchor="ctr">
            <a:spAutoFit/>
          </a:bodyPr>
          <a:lstStyle/>
          <a:p>
            <a:pPr defTabSz="228554">
              <a:defRPr/>
            </a:pPr>
            <a:r>
              <a:rPr lang="en-US" sz="1400" b="1" dirty="0">
                <a:solidFill>
                  <a:srgbClr val="172144"/>
                </a:solidFill>
                <a:latin typeface="Century Gothic"/>
              </a:rPr>
              <a:t>Level </a:t>
            </a:r>
            <a:r>
              <a:rPr lang="vi-VN" sz="1400" b="1" dirty="0">
                <a:solidFill>
                  <a:srgbClr val="172144"/>
                </a:solidFill>
                <a:latin typeface="Century Gothic"/>
              </a:rPr>
              <a:t>5</a:t>
            </a:r>
            <a:endParaRPr lang="en-US" sz="1400" b="1" dirty="0">
              <a:solidFill>
                <a:srgbClr val="172144"/>
              </a:solidFill>
              <a:latin typeface="Century Gothic"/>
            </a:endParaRPr>
          </a:p>
          <a:p>
            <a:pPr defTabSz="228554">
              <a:defRPr/>
            </a:pPr>
            <a:r>
              <a:rPr lang="vi-VN" sz="1400" b="1" dirty="0">
                <a:solidFill>
                  <a:srgbClr val="6070FF"/>
                </a:solidFill>
                <a:latin typeface="Century Gothic"/>
              </a:rPr>
              <a:t>Drive Motors</a:t>
            </a:r>
            <a:endParaRPr lang="en-US" sz="1400" b="1" dirty="0">
              <a:solidFill>
                <a:srgbClr val="6070FF"/>
              </a:solidFill>
              <a:latin typeface="Century Gothic"/>
            </a:endParaRPr>
          </a:p>
        </p:txBody>
      </p:sp>
      <p:sp>
        <p:nvSpPr>
          <p:cNvPr id="90" name="TextBox 89">
            <a:extLst>
              <a:ext uri="{FF2B5EF4-FFF2-40B4-BE49-F238E27FC236}">
                <a16:creationId xmlns:a16="http://schemas.microsoft.com/office/drawing/2014/main" id="{DC0ED533-39DB-B4B0-D7F2-3A8A78CE2940}"/>
              </a:ext>
            </a:extLst>
          </p:cNvPr>
          <p:cNvSpPr txBox="1"/>
          <p:nvPr/>
        </p:nvSpPr>
        <p:spPr>
          <a:xfrm>
            <a:off x="6806569" y="3500057"/>
            <a:ext cx="3914778" cy="1876411"/>
          </a:xfrm>
          <a:prstGeom prst="rect">
            <a:avLst/>
          </a:prstGeom>
          <a:noFill/>
        </p:spPr>
        <p:txBody>
          <a:bodyPr wrap="square" rtlCol="0">
            <a:spAutoFit/>
          </a:bodyPr>
          <a:lstStyle/>
          <a:p>
            <a:pPr marL="342900" indent="-342900" algn="just" defTabSz="228554">
              <a:lnSpc>
                <a:spcPct val="150000"/>
              </a:lnSpc>
              <a:buFont typeface="Arial" panose="020B0604020202020204" pitchFamily="34" charset="0"/>
              <a:buChar char="•"/>
              <a:defRPr/>
            </a:pPr>
            <a:r>
              <a:rPr lang="vi-VN" sz="2000" b="1" dirty="0">
                <a:solidFill>
                  <a:srgbClr val="172144"/>
                </a:solidFill>
                <a:latin typeface="Bahnschrift" panose="020B0502040204020203" pitchFamily="34" charset="0"/>
              </a:rPr>
              <a:t>Dựa trên vị trí của robot so với vị trí cân bằng đã lưu, và dựa trên giá trị parameter của hệ thống</a:t>
            </a:r>
            <a:endParaRPr lang="en-US" sz="2000" b="1" dirty="0">
              <a:solidFill>
                <a:srgbClr val="172144"/>
              </a:solidFill>
              <a:latin typeface="Bahnschrift" panose="020B0502040204020203" pitchFamily="34" charset="0"/>
            </a:endParaRPr>
          </a:p>
        </p:txBody>
      </p:sp>
    </p:spTree>
    <p:extLst>
      <p:ext uri="{BB962C8B-B14F-4D97-AF65-F5344CB8AC3E}">
        <p14:creationId xmlns:p14="http://schemas.microsoft.com/office/powerpoint/2010/main" val="350443176"/>
      </p:ext>
    </p:extLst>
  </p:cSld>
  <p:clrMapOvr>
    <a:overrideClrMapping bg1="lt1" tx1="dk1" bg2="lt2" tx2="dk2" accent1="accent1" accent2="accent2" accent3="accent3" accent4="accent4" accent5="accent5" accent6="accent6" hlink="hlink" folHlink="folHlink"/>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decel="100000" fill="hold" nodeType="withEffect">
                                  <p:stCondLst>
                                    <p:cond delay="1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1000" fill="hold"/>
                                        <p:tgtEl>
                                          <p:spTgt spid="15"/>
                                        </p:tgtEl>
                                        <p:attrNameLst>
                                          <p:attrName>ppt_x</p:attrName>
                                        </p:attrNameLst>
                                      </p:cBhvr>
                                      <p:tavLst>
                                        <p:tav tm="0">
                                          <p:val>
                                            <p:strVal val="#ppt_x"/>
                                          </p:val>
                                        </p:tav>
                                        <p:tav tm="100000">
                                          <p:val>
                                            <p:strVal val="#ppt_x"/>
                                          </p:val>
                                        </p:tav>
                                      </p:tavLst>
                                    </p:anim>
                                    <p:anim calcmode="lin" valueType="num">
                                      <p:cBhvr additive="base">
                                        <p:cTn id="12" dur="1000" fill="hold"/>
                                        <p:tgtEl>
                                          <p:spTgt spid="15"/>
                                        </p:tgtEl>
                                        <p:attrNameLst>
                                          <p:attrName>ppt_y</p:attrName>
                                        </p:attrNameLst>
                                      </p:cBhvr>
                                      <p:tavLst>
                                        <p:tav tm="0">
                                          <p:val>
                                            <p:strVal val="1+#ppt_h/2"/>
                                          </p:val>
                                        </p:tav>
                                        <p:tav tm="100000">
                                          <p:val>
                                            <p:strVal val="#ppt_y"/>
                                          </p:val>
                                        </p:tav>
                                      </p:tavLst>
                                    </p:anim>
                                  </p:childTnLst>
                                </p:cTn>
                              </p:par>
                              <p:par>
                                <p:cTn id="13" presetID="2" presetClass="entr" presetSubtype="4" decel="100000" fill="hold" nodeType="withEffect">
                                  <p:stCondLst>
                                    <p:cond delay="20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1000" fill="hold"/>
                                        <p:tgtEl>
                                          <p:spTgt spid="12"/>
                                        </p:tgtEl>
                                        <p:attrNameLst>
                                          <p:attrName>ppt_x</p:attrName>
                                        </p:attrNameLst>
                                      </p:cBhvr>
                                      <p:tavLst>
                                        <p:tav tm="0">
                                          <p:val>
                                            <p:strVal val="#ppt_x"/>
                                          </p:val>
                                        </p:tav>
                                        <p:tav tm="100000">
                                          <p:val>
                                            <p:strVal val="#ppt_x"/>
                                          </p:val>
                                        </p:tav>
                                      </p:tavLst>
                                    </p:anim>
                                    <p:anim calcmode="lin" valueType="num">
                                      <p:cBhvr additive="base">
                                        <p:cTn id="16" dur="1000" fill="hold"/>
                                        <p:tgtEl>
                                          <p:spTgt spid="12"/>
                                        </p:tgtEl>
                                        <p:attrNameLst>
                                          <p:attrName>ppt_y</p:attrName>
                                        </p:attrNameLst>
                                      </p:cBhvr>
                                      <p:tavLst>
                                        <p:tav tm="0">
                                          <p:val>
                                            <p:strVal val="1+#ppt_h/2"/>
                                          </p:val>
                                        </p:tav>
                                        <p:tav tm="100000">
                                          <p:val>
                                            <p:strVal val="#ppt_y"/>
                                          </p:val>
                                        </p:tav>
                                      </p:tavLst>
                                    </p:anim>
                                  </p:childTnLst>
                                </p:cTn>
                              </p:par>
                              <p:par>
                                <p:cTn id="17" presetID="2" presetClass="entr" presetSubtype="4" decel="100000" fill="hold" nodeType="withEffect">
                                  <p:stCondLst>
                                    <p:cond delay="30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1000" fill="hold"/>
                                        <p:tgtEl>
                                          <p:spTgt spid="29"/>
                                        </p:tgtEl>
                                        <p:attrNameLst>
                                          <p:attrName>ppt_x</p:attrName>
                                        </p:attrNameLst>
                                      </p:cBhvr>
                                      <p:tavLst>
                                        <p:tav tm="0">
                                          <p:val>
                                            <p:strVal val="#ppt_x"/>
                                          </p:val>
                                        </p:tav>
                                        <p:tav tm="100000">
                                          <p:val>
                                            <p:strVal val="#ppt_x"/>
                                          </p:val>
                                        </p:tav>
                                      </p:tavLst>
                                    </p:anim>
                                    <p:anim calcmode="lin" valueType="num">
                                      <p:cBhvr additive="base">
                                        <p:cTn id="20" dur="1000" fill="hold"/>
                                        <p:tgtEl>
                                          <p:spTgt spid="29"/>
                                        </p:tgtEl>
                                        <p:attrNameLst>
                                          <p:attrName>ppt_y</p:attrName>
                                        </p:attrNameLst>
                                      </p:cBhvr>
                                      <p:tavLst>
                                        <p:tav tm="0">
                                          <p:val>
                                            <p:strVal val="1+#ppt_h/2"/>
                                          </p:val>
                                        </p:tav>
                                        <p:tav tm="100000">
                                          <p:val>
                                            <p:strVal val="#ppt_y"/>
                                          </p:val>
                                        </p:tav>
                                      </p:tavLst>
                                    </p:anim>
                                  </p:childTnLst>
                                </p:cTn>
                              </p:par>
                              <p:par>
                                <p:cTn id="21" presetID="22" presetClass="entr" presetSubtype="8" fill="hold" nodeType="withEffect">
                                  <p:stCondLst>
                                    <p:cond delay="60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par>
                                <p:cTn id="24" presetID="22" presetClass="entr" presetSubtype="1" fill="hold" nodeType="withEffect">
                                  <p:stCondLst>
                                    <p:cond delay="700"/>
                                  </p:stCondLst>
                                  <p:childTnLst>
                                    <p:set>
                                      <p:cBhvr>
                                        <p:cTn id="25" dur="1" fill="hold">
                                          <p:stCondLst>
                                            <p:cond delay="0"/>
                                          </p:stCondLst>
                                        </p:cTn>
                                        <p:tgtEl>
                                          <p:spTgt spid="26"/>
                                        </p:tgtEl>
                                        <p:attrNameLst>
                                          <p:attrName>style.visibility</p:attrName>
                                        </p:attrNameLst>
                                      </p:cBhvr>
                                      <p:to>
                                        <p:strVal val="visible"/>
                                      </p:to>
                                    </p:set>
                                    <p:animEffect transition="in" filter="wipe(up)">
                                      <p:cBhvr>
                                        <p:cTn id="26" dur="500"/>
                                        <p:tgtEl>
                                          <p:spTgt spid="26"/>
                                        </p:tgtEl>
                                      </p:cBhvr>
                                    </p:animEffect>
                                  </p:childTnLst>
                                </p:cTn>
                              </p:par>
                              <p:par>
                                <p:cTn id="27" presetID="22" presetClass="entr" presetSubtype="8" fill="hold" nodeType="withEffect">
                                  <p:stCondLst>
                                    <p:cond delay="800"/>
                                  </p:stCondLst>
                                  <p:childTnLst>
                                    <p:set>
                                      <p:cBhvr>
                                        <p:cTn id="28" dur="1" fill="hold">
                                          <p:stCondLst>
                                            <p:cond delay="0"/>
                                          </p:stCondLst>
                                        </p:cTn>
                                        <p:tgtEl>
                                          <p:spTgt spid="45"/>
                                        </p:tgtEl>
                                        <p:attrNameLst>
                                          <p:attrName>style.visibility</p:attrName>
                                        </p:attrNameLst>
                                      </p:cBhvr>
                                      <p:to>
                                        <p:strVal val="visible"/>
                                      </p:to>
                                    </p:set>
                                    <p:animEffect transition="in" filter="wipe(left)">
                                      <p:cBhvr>
                                        <p:cTn id="29" dur="500"/>
                                        <p:tgtEl>
                                          <p:spTgt spid="45"/>
                                        </p:tgtEl>
                                      </p:cBhvr>
                                    </p:animEffect>
                                  </p:childTnLst>
                                </p:cTn>
                              </p:par>
                              <p:par>
                                <p:cTn id="30" presetID="22" presetClass="entr" presetSubtype="4" fill="hold" nodeType="withEffect">
                                  <p:stCondLst>
                                    <p:cond delay="900"/>
                                  </p:stCondLst>
                                  <p:childTnLst>
                                    <p:set>
                                      <p:cBhvr>
                                        <p:cTn id="31" dur="1" fill="hold">
                                          <p:stCondLst>
                                            <p:cond delay="0"/>
                                          </p:stCondLst>
                                        </p:cTn>
                                        <p:tgtEl>
                                          <p:spTgt spid="3"/>
                                        </p:tgtEl>
                                        <p:attrNameLst>
                                          <p:attrName>style.visibility</p:attrName>
                                        </p:attrNameLst>
                                      </p:cBhvr>
                                      <p:to>
                                        <p:strVal val="visible"/>
                                      </p:to>
                                    </p:set>
                                    <p:animEffect transition="in" filter="wipe(down)">
                                      <p:cBhvr>
                                        <p:cTn id="32" dur="500"/>
                                        <p:tgtEl>
                                          <p:spTgt spid="3"/>
                                        </p:tgtEl>
                                      </p:cBhvr>
                                    </p:animEffect>
                                  </p:childTnLst>
                                </p:cTn>
                              </p:par>
                              <p:par>
                                <p:cTn id="33" presetID="22" presetClass="entr" presetSubtype="1" fill="hold" nodeType="withEffect">
                                  <p:stCondLst>
                                    <p:cond delay="1000"/>
                                  </p:stCondLst>
                                  <p:childTnLst>
                                    <p:set>
                                      <p:cBhvr>
                                        <p:cTn id="34" dur="1" fill="hold">
                                          <p:stCondLst>
                                            <p:cond delay="0"/>
                                          </p:stCondLst>
                                        </p:cTn>
                                        <p:tgtEl>
                                          <p:spTgt spid="4"/>
                                        </p:tgtEl>
                                        <p:attrNameLst>
                                          <p:attrName>style.visibility</p:attrName>
                                        </p:attrNameLst>
                                      </p:cBhvr>
                                      <p:to>
                                        <p:strVal val="visible"/>
                                      </p:to>
                                    </p:set>
                                    <p:animEffect transition="in" filter="wipe(up)">
                                      <p:cBhvr>
                                        <p:cTn id="35" dur="500"/>
                                        <p:tgtEl>
                                          <p:spTgt spid="4"/>
                                        </p:tgtEl>
                                      </p:cBhvr>
                                    </p:animEffect>
                                  </p:childTnLst>
                                </p:cTn>
                              </p:par>
                              <p:par>
                                <p:cTn id="36" presetID="22" presetClass="entr" presetSubtype="2" fill="hold" nodeType="withEffect">
                                  <p:stCondLst>
                                    <p:cond delay="1100"/>
                                  </p:stCondLst>
                                  <p:childTnLst>
                                    <p:set>
                                      <p:cBhvr>
                                        <p:cTn id="37" dur="1" fill="hold">
                                          <p:stCondLst>
                                            <p:cond delay="0"/>
                                          </p:stCondLst>
                                        </p:cTn>
                                        <p:tgtEl>
                                          <p:spTgt spid="9"/>
                                        </p:tgtEl>
                                        <p:attrNameLst>
                                          <p:attrName>style.visibility</p:attrName>
                                        </p:attrNameLst>
                                      </p:cBhvr>
                                      <p:to>
                                        <p:strVal val="visible"/>
                                      </p:to>
                                    </p:set>
                                    <p:animEffect transition="in" filter="wipe(right)">
                                      <p:cBhvr>
                                        <p:cTn id="38" dur="500"/>
                                        <p:tgtEl>
                                          <p:spTgt spid="9"/>
                                        </p:tgtEl>
                                      </p:cBhvr>
                                    </p:animEffect>
                                  </p:childTnLst>
                                </p:cTn>
                              </p:par>
                              <p:par>
                                <p:cTn id="39" presetID="22" presetClass="entr" presetSubtype="8" fill="hold" nodeType="withEffect">
                                  <p:stCondLst>
                                    <p:cond delay="1200"/>
                                  </p:stCondLst>
                                  <p:childTnLst>
                                    <p:set>
                                      <p:cBhvr>
                                        <p:cTn id="40" dur="1" fill="hold">
                                          <p:stCondLst>
                                            <p:cond delay="0"/>
                                          </p:stCondLst>
                                        </p:cTn>
                                        <p:tgtEl>
                                          <p:spTgt spid="5"/>
                                        </p:tgtEl>
                                        <p:attrNameLst>
                                          <p:attrName>style.visibility</p:attrName>
                                        </p:attrNameLst>
                                      </p:cBhvr>
                                      <p:to>
                                        <p:strVal val="visible"/>
                                      </p:to>
                                    </p:set>
                                    <p:animEffect transition="in" filter="wipe(left)">
                                      <p:cBhvr>
                                        <p:cTn id="41" dur="500"/>
                                        <p:tgtEl>
                                          <p:spTgt spid="5"/>
                                        </p:tgtEl>
                                      </p:cBhvr>
                                    </p:animEffect>
                                  </p:childTnLst>
                                </p:cTn>
                              </p:par>
                              <p:par>
                                <p:cTn id="42" presetID="49" presetClass="entr" presetSubtype="0" decel="100000" fill="hold" nodeType="withEffect">
                                  <p:stCondLst>
                                    <p:cond delay="1300"/>
                                  </p:stCondLst>
                                  <p:childTnLst>
                                    <p:set>
                                      <p:cBhvr>
                                        <p:cTn id="43" dur="1" fill="hold">
                                          <p:stCondLst>
                                            <p:cond delay="0"/>
                                          </p:stCondLst>
                                        </p:cTn>
                                        <p:tgtEl>
                                          <p:spTgt spid="52"/>
                                        </p:tgtEl>
                                        <p:attrNameLst>
                                          <p:attrName>style.visibility</p:attrName>
                                        </p:attrNameLst>
                                      </p:cBhvr>
                                      <p:to>
                                        <p:strVal val="visible"/>
                                      </p:to>
                                    </p:set>
                                    <p:anim calcmode="lin" valueType="num">
                                      <p:cBhvr>
                                        <p:cTn id="44" dur="500" fill="hold"/>
                                        <p:tgtEl>
                                          <p:spTgt spid="52"/>
                                        </p:tgtEl>
                                        <p:attrNameLst>
                                          <p:attrName>ppt_w</p:attrName>
                                        </p:attrNameLst>
                                      </p:cBhvr>
                                      <p:tavLst>
                                        <p:tav tm="0">
                                          <p:val>
                                            <p:fltVal val="0"/>
                                          </p:val>
                                        </p:tav>
                                        <p:tav tm="100000">
                                          <p:val>
                                            <p:strVal val="#ppt_w"/>
                                          </p:val>
                                        </p:tav>
                                      </p:tavLst>
                                    </p:anim>
                                    <p:anim calcmode="lin" valueType="num">
                                      <p:cBhvr>
                                        <p:cTn id="45" dur="500" fill="hold"/>
                                        <p:tgtEl>
                                          <p:spTgt spid="52"/>
                                        </p:tgtEl>
                                        <p:attrNameLst>
                                          <p:attrName>ppt_h</p:attrName>
                                        </p:attrNameLst>
                                      </p:cBhvr>
                                      <p:tavLst>
                                        <p:tav tm="0">
                                          <p:val>
                                            <p:fltVal val="0"/>
                                          </p:val>
                                        </p:tav>
                                        <p:tav tm="100000">
                                          <p:val>
                                            <p:strVal val="#ppt_h"/>
                                          </p:val>
                                        </p:tav>
                                      </p:tavLst>
                                    </p:anim>
                                    <p:anim calcmode="lin" valueType="num">
                                      <p:cBhvr>
                                        <p:cTn id="46" dur="500" fill="hold"/>
                                        <p:tgtEl>
                                          <p:spTgt spid="52"/>
                                        </p:tgtEl>
                                        <p:attrNameLst>
                                          <p:attrName>style.rotation</p:attrName>
                                        </p:attrNameLst>
                                      </p:cBhvr>
                                      <p:tavLst>
                                        <p:tav tm="0">
                                          <p:val>
                                            <p:fltVal val="360"/>
                                          </p:val>
                                        </p:tav>
                                        <p:tav tm="100000">
                                          <p:val>
                                            <p:fltVal val="0"/>
                                          </p:val>
                                        </p:tav>
                                      </p:tavLst>
                                    </p:anim>
                                    <p:animEffect transition="in" filter="fade">
                                      <p:cBhvr>
                                        <p:cTn id="47" dur="500"/>
                                        <p:tgtEl>
                                          <p:spTgt spid="52"/>
                                        </p:tgtEl>
                                      </p:cBhvr>
                                    </p:animEffect>
                                  </p:childTnLst>
                                </p:cTn>
                              </p:par>
                              <p:par>
                                <p:cTn id="48" presetID="49" presetClass="entr" presetSubtype="0" decel="100000" fill="hold" nodeType="withEffect">
                                  <p:stCondLst>
                                    <p:cond delay="1400"/>
                                  </p:stCondLst>
                                  <p:childTnLst>
                                    <p:set>
                                      <p:cBhvr>
                                        <p:cTn id="49" dur="1" fill="hold">
                                          <p:stCondLst>
                                            <p:cond delay="0"/>
                                          </p:stCondLst>
                                        </p:cTn>
                                        <p:tgtEl>
                                          <p:spTgt spid="51"/>
                                        </p:tgtEl>
                                        <p:attrNameLst>
                                          <p:attrName>style.visibility</p:attrName>
                                        </p:attrNameLst>
                                      </p:cBhvr>
                                      <p:to>
                                        <p:strVal val="visible"/>
                                      </p:to>
                                    </p:set>
                                    <p:anim calcmode="lin" valueType="num">
                                      <p:cBhvr>
                                        <p:cTn id="50" dur="500" fill="hold"/>
                                        <p:tgtEl>
                                          <p:spTgt spid="51"/>
                                        </p:tgtEl>
                                        <p:attrNameLst>
                                          <p:attrName>ppt_w</p:attrName>
                                        </p:attrNameLst>
                                      </p:cBhvr>
                                      <p:tavLst>
                                        <p:tav tm="0">
                                          <p:val>
                                            <p:fltVal val="0"/>
                                          </p:val>
                                        </p:tav>
                                        <p:tav tm="100000">
                                          <p:val>
                                            <p:strVal val="#ppt_w"/>
                                          </p:val>
                                        </p:tav>
                                      </p:tavLst>
                                    </p:anim>
                                    <p:anim calcmode="lin" valueType="num">
                                      <p:cBhvr>
                                        <p:cTn id="51" dur="500" fill="hold"/>
                                        <p:tgtEl>
                                          <p:spTgt spid="51"/>
                                        </p:tgtEl>
                                        <p:attrNameLst>
                                          <p:attrName>ppt_h</p:attrName>
                                        </p:attrNameLst>
                                      </p:cBhvr>
                                      <p:tavLst>
                                        <p:tav tm="0">
                                          <p:val>
                                            <p:fltVal val="0"/>
                                          </p:val>
                                        </p:tav>
                                        <p:tav tm="100000">
                                          <p:val>
                                            <p:strVal val="#ppt_h"/>
                                          </p:val>
                                        </p:tav>
                                      </p:tavLst>
                                    </p:anim>
                                    <p:anim calcmode="lin" valueType="num">
                                      <p:cBhvr>
                                        <p:cTn id="52" dur="500" fill="hold"/>
                                        <p:tgtEl>
                                          <p:spTgt spid="51"/>
                                        </p:tgtEl>
                                        <p:attrNameLst>
                                          <p:attrName>style.rotation</p:attrName>
                                        </p:attrNameLst>
                                      </p:cBhvr>
                                      <p:tavLst>
                                        <p:tav tm="0">
                                          <p:val>
                                            <p:fltVal val="360"/>
                                          </p:val>
                                        </p:tav>
                                        <p:tav tm="100000">
                                          <p:val>
                                            <p:fltVal val="0"/>
                                          </p:val>
                                        </p:tav>
                                      </p:tavLst>
                                    </p:anim>
                                    <p:animEffect transition="in" filter="fade">
                                      <p:cBhvr>
                                        <p:cTn id="53" dur="500"/>
                                        <p:tgtEl>
                                          <p:spTgt spid="51"/>
                                        </p:tgtEl>
                                      </p:cBhvr>
                                    </p:animEffect>
                                  </p:childTnLst>
                                </p:cTn>
                              </p:par>
                              <p:par>
                                <p:cTn id="54" presetID="2" presetClass="entr" presetSubtype="4" decel="100000" fill="hold" nodeType="withEffect">
                                  <p:stCondLst>
                                    <p:cond delay="300"/>
                                  </p:stCondLst>
                                  <p:childTnLst>
                                    <p:set>
                                      <p:cBhvr>
                                        <p:cTn id="55" dur="1" fill="hold">
                                          <p:stCondLst>
                                            <p:cond delay="0"/>
                                          </p:stCondLst>
                                        </p:cTn>
                                        <p:tgtEl>
                                          <p:spTgt spid="36"/>
                                        </p:tgtEl>
                                        <p:attrNameLst>
                                          <p:attrName>style.visibility</p:attrName>
                                        </p:attrNameLst>
                                      </p:cBhvr>
                                      <p:to>
                                        <p:strVal val="visible"/>
                                      </p:to>
                                    </p:set>
                                    <p:anim calcmode="lin" valueType="num">
                                      <p:cBhvr additive="base">
                                        <p:cTn id="56" dur="1000" fill="hold"/>
                                        <p:tgtEl>
                                          <p:spTgt spid="36"/>
                                        </p:tgtEl>
                                        <p:attrNameLst>
                                          <p:attrName>ppt_x</p:attrName>
                                        </p:attrNameLst>
                                      </p:cBhvr>
                                      <p:tavLst>
                                        <p:tav tm="0">
                                          <p:val>
                                            <p:strVal val="#ppt_x"/>
                                          </p:val>
                                        </p:tav>
                                        <p:tav tm="100000">
                                          <p:val>
                                            <p:strVal val="#ppt_x"/>
                                          </p:val>
                                        </p:tav>
                                      </p:tavLst>
                                    </p:anim>
                                    <p:anim calcmode="lin" valueType="num">
                                      <p:cBhvr additive="base">
                                        <p:cTn id="57" dur="1000" fill="hold"/>
                                        <p:tgtEl>
                                          <p:spTgt spid="36"/>
                                        </p:tgtEl>
                                        <p:attrNameLst>
                                          <p:attrName>ppt_y</p:attrName>
                                        </p:attrNameLst>
                                      </p:cBhvr>
                                      <p:tavLst>
                                        <p:tav tm="0">
                                          <p:val>
                                            <p:strVal val="1+#ppt_h/2"/>
                                          </p:val>
                                        </p:tav>
                                        <p:tav tm="100000">
                                          <p:val>
                                            <p:strVal val="#ppt_y"/>
                                          </p:val>
                                        </p:tav>
                                      </p:tavLst>
                                    </p:anim>
                                  </p:childTnLst>
                                </p:cTn>
                              </p:par>
                              <p:par>
                                <p:cTn id="58" presetID="22" presetClass="entr" presetSubtype="1" fill="hold" nodeType="withEffect">
                                  <p:stCondLst>
                                    <p:cond delay="1000"/>
                                  </p:stCondLst>
                                  <p:childTnLst>
                                    <p:set>
                                      <p:cBhvr>
                                        <p:cTn id="59" dur="1" fill="hold">
                                          <p:stCondLst>
                                            <p:cond delay="0"/>
                                          </p:stCondLst>
                                        </p:cTn>
                                        <p:tgtEl>
                                          <p:spTgt spid="41"/>
                                        </p:tgtEl>
                                        <p:attrNameLst>
                                          <p:attrName>style.visibility</p:attrName>
                                        </p:attrNameLst>
                                      </p:cBhvr>
                                      <p:to>
                                        <p:strVal val="visible"/>
                                      </p:to>
                                    </p:set>
                                    <p:animEffect transition="in" filter="wipe(up)">
                                      <p:cBhvr>
                                        <p:cTn id="60" dur="500"/>
                                        <p:tgtEl>
                                          <p:spTgt spid="41"/>
                                        </p:tgtEl>
                                      </p:cBhvr>
                                    </p:animEffect>
                                  </p:childTnLst>
                                </p:cTn>
                              </p:par>
                              <p:par>
                                <p:cTn id="61" presetID="22" presetClass="entr" presetSubtype="2" fill="hold" nodeType="withEffect">
                                  <p:stCondLst>
                                    <p:cond delay="1100"/>
                                  </p:stCondLst>
                                  <p:childTnLst>
                                    <p:set>
                                      <p:cBhvr>
                                        <p:cTn id="62" dur="1" fill="hold">
                                          <p:stCondLst>
                                            <p:cond delay="0"/>
                                          </p:stCondLst>
                                        </p:cTn>
                                        <p:tgtEl>
                                          <p:spTgt spid="47"/>
                                        </p:tgtEl>
                                        <p:attrNameLst>
                                          <p:attrName>style.visibility</p:attrName>
                                        </p:attrNameLst>
                                      </p:cBhvr>
                                      <p:to>
                                        <p:strVal val="visible"/>
                                      </p:to>
                                    </p:set>
                                    <p:animEffect transition="in" filter="wipe(right)">
                                      <p:cBhvr>
                                        <p:cTn id="63" dur="500"/>
                                        <p:tgtEl>
                                          <p:spTgt spid="47"/>
                                        </p:tgtEl>
                                      </p:cBhvr>
                                    </p:animEffect>
                                  </p:childTnLst>
                                </p:cTn>
                              </p:par>
                              <p:par>
                                <p:cTn id="64" presetID="49" presetClass="entr" presetSubtype="0" decel="100000" fill="hold" nodeType="withEffect">
                                  <p:stCondLst>
                                    <p:cond delay="1400"/>
                                  </p:stCondLst>
                                  <p:childTnLst>
                                    <p:set>
                                      <p:cBhvr>
                                        <p:cTn id="65" dur="1" fill="hold">
                                          <p:stCondLst>
                                            <p:cond delay="0"/>
                                          </p:stCondLst>
                                        </p:cTn>
                                        <p:tgtEl>
                                          <p:spTgt spid="61"/>
                                        </p:tgtEl>
                                        <p:attrNameLst>
                                          <p:attrName>style.visibility</p:attrName>
                                        </p:attrNameLst>
                                      </p:cBhvr>
                                      <p:to>
                                        <p:strVal val="visible"/>
                                      </p:to>
                                    </p:set>
                                    <p:anim calcmode="lin" valueType="num">
                                      <p:cBhvr>
                                        <p:cTn id="66" dur="500" fill="hold"/>
                                        <p:tgtEl>
                                          <p:spTgt spid="61"/>
                                        </p:tgtEl>
                                        <p:attrNameLst>
                                          <p:attrName>ppt_w</p:attrName>
                                        </p:attrNameLst>
                                      </p:cBhvr>
                                      <p:tavLst>
                                        <p:tav tm="0">
                                          <p:val>
                                            <p:fltVal val="0"/>
                                          </p:val>
                                        </p:tav>
                                        <p:tav tm="100000">
                                          <p:val>
                                            <p:strVal val="#ppt_w"/>
                                          </p:val>
                                        </p:tav>
                                      </p:tavLst>
                                    </p:anim>
                                    <p:anim calcmode="lin" valueType="num">
                                      <p:cBhvr>
                                        <p:cTn id="67" dur="500" fill="hold"/>
                                        <p:tgtEl>
                                          <p:spTgt spid="61"/>
                                        </p:tgtEl>
                                        <p:attrNameLst>
                                          <p:attrName>ppt_h</p:attrName>
                                        </p:attrNameLst>
                                      </p:cBhvr>
                                      <p:tavLst>
                                        <p:tav tm="0">
                                          <p:val>
                                            <p:fltVal val="0"/>
                                          </p:val>
                                        </p:tav>
                                        <p:tav tm="100000">
                                          <p:val>
                                            <p:strVal val="#ppt_h"/>
                                          </p:val>
                                        </p:tav>
                                      </p:tavLst>
                                    </p:anim>
                                    <p:anim calcmode="lin" valueType="num">
                                      <p:cBhvr>
                                        <p:cTn id="68" dur="500" fill="hold"/>
                                        <p:tgtEl>
                                          <p:spTgt spid="61"/>
                                        </p:tgtEl>
                                        <p:attrNameLst>
                                          <p:attrName>style.rotation</p:attrName>
                                        </p:attrNameLst>
                                      </p:cBhvr>
                                      <p:tavLst>
                                        <p:tav tm="0">
                                          <p:val>
                                            <p:fltVal val="360"/>
                                          </p:val>
                                        </p:tav>
                                        <p:tav tm="100000">
                                          <p:val>
                                            <p:fltVal val="0"/>
                                          </p:val>
                                        </p:tav>
                                      </p:tavLst>
                                    </p:anim>
                                    <p:animEffect transition="in" filter="fade">
                                      <p:cBhvr>
                                        <p:cTn id="69" dur="500"/>
                                        <p:tgtEl>
                                          <p:spTgt spid="61"/>
                                        </p:tgtEl>
                                      </p:cBhvr>
                                    </p:animEffect>
                                  </p:childTnLst>
                                </p:cTn>
                              </p:par>
                              <p:par>
                                <p:cTn id="70" presetID="2" presetClass="entr" presetSubtype="4" decel="100000" fill="hold" nodeType="withEffect">
                                  <p:stCondLst>
                                    <p:cond delay="200"/>
                                  </p:stCondLst>
                                  <p:childTnLst>
                                    <p:set>
                                      <p:cBhvr>
                                        <p:cTn id="71" dur="1" fill="hold">
                                          <p:stCondLst>
                                            <p:cond delay="0"/>
                                          </p:stCondLst>
                                        </p:cTn>
                                        <p:tgtEl>
                                          <p:spTgt spid="67"/>
                                        </p:tgtEl>
                                        <p:attrNameLst>
                                          <p:attrName>style.visibility</p:attrName>
                                        </p:attrNameLst>
                                      </p:cBhvr>
                                      <p:to>
                                        <p:strVal val="visible"/>
                                      </p:to>
                                    </p:set>
                                    <p:anim calcmode="lin" valueType="num">
                                      <p:cBhvr additive="base">
                                        <p:cTn id="72" dur="1000" fill="hold"/>
                                        <p:tgtEl>
                                          <p:spTgt spid="67"/>
                                        </p:tgtEl>
                                        <p:attrNameLst>
                                          <p:attrName>ppt_x</p:attrName>
                                        </p:attrNameLst>
                                      </p:cBhvr>
                                      <p:tavLst>
                                        <p:tav tm="0">
                                          <p:val>
                                            <p:strVal val="#ppt_x"/>
                                          </p:val>
                                        </p:tav>
                                        <p:tav tm="100000">
                                          <p:val>
                                            <p:strVal val="#ppt_x"/>
                                          </p:val>
                                        </p:tav>
                                      </p:tavLst>
                                    </p:anim>
                                    <p:anim calcmode="lin" valueType="num">
                                      <p:cBhvr additive="base">
                                        <p:cTn id="73" dur="1000" fill="hold"/>
                                        <p:tgtEl>
                                          <p:spTgt spid="67"/>
                                        </p:tgtEl>
                                        <p:attrNameLst>
                                          <p:attrName>ppt_y</p:attrName>
                                        </p:attrNameLst>
                                      </p:cBhvr>
                                      <p:tavLst>
                                        <p:tav tm="0">
                                          <p:val>
                                            <p:strVal val="1+#ppt_h/2"/>
                                          </p:val>
                                        </p:tav>
                                        <p:tav tm="100000">
                                          <p:val>
                                            <p:strVal val="#ppt_y"/>
                                          </p:val>
                                        </p:tav>
                                      </p:tavLst>
                                    </p:anim>
                                  </p:childTnLst>
                                </p:cTn>
                              </p:par>
                              <p:par>
                                <p:cTn id="74" presetID="22" presetClass="entr" presetSubtype="4" fill="hold" nodeType="withEffect">
                                  <p:stCondLst>
                                    <p:cond delay="900"/>
                                  </p:stCondLst>
                                  <p:childTnLst>
                                    <p:set>
                                      <p:cBhvr>
                                        <p:cTn id="75" dur="1" fill="hold">
                                          <p:stCondLst>
                                            <p:cond delay="0"/>
                                          </p:stCondLst>
                                        </p:cTn>
                                        <p:tgtEl>
                                          <p:spTgt spid="72"/>
                                        </p:tgtEl>
                                        <p:attrNameLst>
                                          <p:attrName>style.visibility</p:attrName>
                                        </p:attrNameLst>
                                      </p:cBhvr>
                                      <p:to>
                                        <p:strVal val="visible"/>
                                      </p:to>
                                    </p:set>
                                    <p:animEffect transition="in" filter="wipe(down)">
                                      <p:cBhvr>
                                        <p:cTn id="76" dur="500"/>
                                        <p:tgtEl>
                                          <p:spTgt spid="72"/>
                                        </p:tgtEl>
                                      </p:cBhvr>
                                    </p:animEffect>
                                  </p:childTnLst>
                                </p:cTn>
                              </p:par>
                              <p:par>
                                <p:cTn id="77" presetID="22" presetClass="entr" presetSubtype="8" fill="hold" nodeType="withEffect">
                                  <p:stCondLst>
                                    <p:cond delay="800"/>
                                  </p:stCondLst>
                                  <p:childTnLst>
                                    <p:set>
                                      <p:cBhvr>
                                        <p:cTn id="78" dur="1" fill="hold">
                                          <p:stCondLst>
                                            <p:cond delay="0"/>
                                          </p:stCondLst>
                                        </p:cTn>
                                        <p:tgtEl>
                                          <p:spTgt spid="76"/>
                                        </p:tgtEl>
                                        <p:attrNameLst>
                                          <p:attrName>style.visibility</p:attrName>
                                        </p:attrNameLst>
                                      </p:cBhvr>
                                      <p:to>
                                        <p:strVal val="visible"/>
                                      </p:to>
                                    </p:set>
                                    <p:animEffect transition="in" filter="wipe(left)">
                                      <p:cBhvr>
                                        <p:cTn id="79" dur="500"/>
                                        <p:tgtEl>
                                          <p:spTgt spid="76"/>
                                        </p:tgtEl>
                                      </p:cBhvr>
                                    </p:animEffect>
                                  </p:childTnLst>
                                </p:cTn>
                              </p:par>
                              <p:par>
                                <p:cTn id="80" presetID="22" presetClass="entr" presetSubtype="1" fill="hold" nodeType="withEffect">
                                  <p:stCondLst>
                                    <p:cond delay="700"/>
                                  </p:stCondLst>
                                  <p:childTnLst>
                                    <p:set>
                                      <p:cBhvr>
                                        <p:cTn id="81" dur="1" fill="hold">
                                          <p:stCondLst>
                                            <p:cond delay="0"/>
                                          </p:stCondLst>
                                        </p:cTn>
                                        <p:tgtEl>
                                          <p:spTgt spid="77"/>
                                        </p:tgtEl>
                                        <p:attrNameLst>
                                          <p:attrName>style.visibility</p:attrName>
                                        </p:attrNameLst>
                                      </p:cBhvr>
                                      <p:to>
                                        <p:strVal val="visible"/>
                                      </p:to>
                                    </p:set>
                                    <p:animEffect transition="in" filter="wipe(up)">
                                      <p:cBhvr>
                                        <p:cTn id="82" dur="500"/>
                                        <p:tgtEl>
                                          <p:spTgt spid="77"/>
                                        </p:tgtEl>
                                      </p:cBhvr>
                                    </p:animEffect>
                                  </p:childTnLst>
                                </p:cTn>
                              </p:par>
                              <p:par>
                                <p:cTn id="83" presetID="22" presetClass="entr" presetSubtype="8" fill="hold" nodeType="withEffect">
                                  <p:stCondLst>
                                    <p:cond delay="800"/>
                                  </p:stCondLst>
                                  <p:childTnLst>
                                    <p:set>
                                      <p:cBhvr>
                                        <p:cTn id="84" dur="1" fill="hold">
                                          <p:stCondLst>
                                            <p:cond delay="0"/>
                                          </p:stCondLst>
                                        </p:cTn>
                                        <p:tgtEl>
                                          <p:spTgt spid="79"/>
                                        </p:tgtEl>
                                        <p:attrNameLst>
                                          <p:attrName>style.visibility</p:attrName>
                                        </p:attrNameLst>
                                      </p:cBhvr>
                                      <p:to>
                                        <p:strVal val="visible"/>
                                      </p:to>
                                    </p:set>
                                    <p:animEffect transition="in" filter="wipe(left)">
                                      <p:cBhvr>
                                        <p:cTn id="85" dur="500"/>
                                        <p:tgtEl>
                                          <p:spTgt spid="79"/>
                                        </p:tgtEl>
                                      </p:cBhvr>
                                    </p:animEffect>
                                  </p:childTnLst>
                                </p:cTn>
                              </p:par>
                              <p:par>
                                <p:cTn id="86" presetID="22" presetClass="entr" presetSubtype="8" fill="hold" nodeType="withEffect">
                                  <p:stCondLst>
                                    <p:cond delay="800"/>
                                  </p:stCondLst>
                                  <p:childTnLst>
                                    <p:set>
                                      <p:cBhvr>
                                        <p:cTn id="87" dur="1" fill="hold">
                                          <p:stCondLst>
                                            <p:cond delay="0"/>
                                          </p:stCondLst>
                                        </p:cTn>
                                        <p:tgtEl>
                                          <p:spTgt spid="80"/>
                                        </p:tgtEl>
                                        <p:attrNameLst>
                                          <p:attrName>style.visibility</p:attrName>
                                        </p:attrNameLst>
                                      </p:cBhvr>
                                      <p:to>
                                        <p:strVal val="visible"/>
                                      </p:to>
                                    </p:set>
                                    <p:animEffect transition="in" filter="wipe(left)">
                                      <p:cBhvr>
                                        <p:cTn id="88" dur="500"/>
                                        <p:tgtEl>
                                          <p:spTgt spid="80"/>
                                        </p:tgtEl>
                                      </p:cBhvr>
                                    </p:animEffect>
                                  </p:childTnLst>
                                </p:cTn>
                              </p:par>
                              <p:par>
                                <p:cTn id="89" presetID="2" presetClass="entr" presetSubtype="4" decel="100000" fill="hold" grpId="0" nodeType="withEffect">
                                  <p:stCondLst>
                                    <p:cond delay="100"/>
                                  </p:stCondLst>
                                  <p:childTnLst>
                                    <p:set>
                                      <p:cBhvr>
                                        <p:cTn id="90" dur="1" fill="hold">
                                          <p:stCondLst>
                                            <p:cond delay="0"/>
                                          </p:stCondLst>
                                        </p:cTn>
                                        <p:tgtEl>
                                          <p:spTgt spid="27"/>
                                        </p:tgtEl>
                                        <p:attrNameLst>
                                          <p:attrName>style.visibility</p:attrName>
                                        </p:attrNameLst>
                                      </p:cBhvr>
                                      <p:to>
                                        <p:strVal val="visible"/>
                                      </p:to>
                                    </p:set>
                                    <p:anim calcmode="lin" valueType="num">
                                      <p:cBhvr additive="base">
                                        <p:cTn id="91" dur="1000" fill="hold"/>
                                        <p:tgtEl>
                                          <p:spTgt spid="27"/>
                                        </p:tgtEl>
                                        <p:attrNameLst>
                                          <p:attrName>ppt_x</p:attrName>
                                        </p:attrNameLst>
                                      </p:cBhvr>
                                      <p:tavLst>
                                        <p:tav tm="0">
                                          <p:val>
                                            <p:strVal val="#ppt_x"/>
                                          </p:val>
                                        </p:tav>
                                        <p:tav tm="100000">
                                          <p:val>
                                            <p:strVal val="#ppt_x"/>
                                          </p:val>
                                        </p:tav>
                                      </p:tavLst>
                                    </p:anim>
                                    <p:anim calcmode="lin" valueType="num">
                                      <p:cBhvr additive="base">
                                        <p:cTn id="92" dur="1000" fill="hold"/>
                                        <p:tgtEl>
                                          <p:spTgt spid="27"/>
                                        </p:tgtEl>
                                        <p:attrNameLst>
                                          <p:attrName>ppt_y</p:attrName>
                                        </p:attrNameLst>
                                      </p:cBhvr>
                                      <p:tavLst>
                                        <p:tav tm="0">
                                          <p:val>
                                            <p:strVal val="1+#ppt_h/2"/>
                                          </p:val>
                                        </p:tav>
                                        <p:tav tm="100000">
                                          <p:val>
                                            <p:strVal val="#ppt_y"/>
                                          </p:val>
                                        </p:tav>
                                      </p:tavLst>
                                    </p:anim>
                                  </p:childTnLst>
                                </p:cTn>
                              </p:par>
                              <p:par>
                                <p:cTn id="93" presetID="2" presetClass="entr" presetSubtype="4" decel="100000" fill="hold" grpId="0" nodeType="withEffect">
                                  <p:stCondLst>
                                    <p:cond delay="100"/>
                                  </p:stCondLst>
                                  <p:childTnLst>
                                    <p:set>
                                      <p:cBhvr>
                                        <p:cTn id="94" dur="1" fill="hold">
                                          <p:stCondLst>
                                            <p:cond delay="0"/>
                                          </p:stCondLst>
                                        </p:cTn>
                                        <p:tgtEl>
                                          <p:spTgt spid="70"/>
                                        </p:tgtEl>
                                        <p:attrNameLst>
                                          <p:attrName>style.visibility</p:attrName>
                                        </p:attrNameLst>
                                      </p:cBhvr>
                                      <p:to>
                                        <p:strVal val="visible"/>
                                      </p:to>
                                    </p:set>
                                    <p:anim calcmode="lin" valueType="num">
                                      <p:cBhvr additive="base">
                                        <p:cTn id="95" dur="1000" fill="hold"/>
                                        <p:tgtEl>
                                          <p:spTgt spid="70"/>
                                        </p:tgtEl>
                                        <p:attrNameLst>
                                          <p:attrName>ppt_x</p:attrName>
                                        </p:attrNameLst>
                                      </p:cBhvr>
                                      <p:tavLst>
                                        <p:tav tm="0">
                                          <p:val>
                                            <p:strVal val="#ppt_x"/>
                                          </p:val>
                                        </p:tav>
                                        <p:tav tm="100000">
                                          <p:val>
                                            <p:strVal val="#ppt_x"/>
                                          </p:val>
                                        </p:tav>
                                      </p:tavLst>
                                    </p:anim>
                                    <p:anim calcmode="lin" valueType="num">
                                      <p:cBhvr additive="base">
                                        <p:cTn id="96" dur="100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70"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076C2F-38F9-4621-8EAF-7AA8729BFA1D}"/>
              </a:ext>
            </a:extLst>
          </p:cNvPr>
          <p:cNvSpPr txBox="1"/>
          <p:nvPr/>
        </p:nvSpPr>
        <p:spPr>
          <a:xfrm>
            <a:off x="2142034" y="1794258"/>
            <a:ext cx="7907935" cy="3269485"/>
          </a:xfrm>
          <a:prstGeom prst="rect">
            <a:avLst/>
          </a:prstGeom>
          <a:noFill/>
        </p:spPr>
        <p:txBody>
          <a:bodyPr wrap="none" rtlCol="0" anchor="ctr">
            <a:spAutoFit/>
          </a:bodyPr>
          <a:lstStyle/>
          <a:p>
            <a:pPr algn="ctr" defTabSz="228554"/>
            <a:r>
              <a:rPr lang="vi-VN" sz="20646" b="1" dirty="0">
                <a:gradFill flip="none" rotWithShape="1">
                  <a:gsLst>
                    <a:gs pos="0">
                      <a:srgbClr val="E23B9B"/>
                    </a:gs>
                    <a:gs pos="21000">
                      <a:srgbClr val="E23B9B">
                        <a:lumMod val="75000"/>
                      </a:srgbClr>
                    </a:gs>
                    <a:gs pos="48000">
                      <a:srgbClr val="EB4F5A"/>
                    </a:gs>
                    <a:gs pos="82000">
                      <a:srgbClr val="9A36C9"/>
                    </a:gs>
                  </a:gsLst>
                  <a:path path="circle">
                    <a:fillToRect l="100000" t="100000"/>
                  </a:path>
                  <a:tileRect r="-100000" b="-100000"/>
                </a:gradFill>
                <a:effectLst>
                  <a:outerShdw blurRad="723900" sx="93000" sy="93000" algn="ctr" rotWithShape="0">
                    <a:srgbClr val="E23B9B"/>
                  </a:outerShdw>
                </a:effectLst>
                <a:latin typeface="Open Sans Extrabold" panose="020B0906030804020204" pitchFamily="34" charset="0"/>
                <a:ea typeface="Open Sans Extrabold" panose="020B0906030804020204" pitchFamily="34" charset="0"/>
                <a:cs typeface="Open Sans Extrabold" panose="020B0906030804020204" pitchFamily="34" charset="0"/>
              </a:rPr>
              <a:t>Video</a:t>
            </a:r>
            <a:endParaRPr lang="en-US" sz="20646" b="1" dirty="0">
              <a:gradFill flip="none" rotWithShape="1">
                <a:gsLst>
                  <a:gs pos="0">
                    <a:srgbClr val="E23B9B"/>
                  </a:gs>
                  <a:gs pos="21000">
                    <a:srgbClr val="E23B9B">
                      <a:lumMod val="75000"/>
                    </a:srgbClr>
                  </a:gs>
                  <a:gs pos="48000">
                    <a:srgbClr val="EB4F5A"/>
                  </a:gs>
                  <a:gs pos="82000">
                    <a:srgbClr val="9A36C9"/>
                  </a:gs>
                </a:gsLst>
                <a:path path="circle">
                  <a:fillToRect l="100000" t="100000"/>
                </a:path>
                <a:tileRect r="-100000" b="-100000"/>
              </a:gradFill>
              <a:effectLst>
                <a:outerShdw blurRad="723900" sx="93000" sy="93000" algn="ctr" rotWithShape="0">
                  <a:srgbClr val="E23B9B"/>
                </a:outerShdw>
              </a:effectLst>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4" name="TextBox 3">
            <a:extLst>
              <a:ext uri="{FF2B5EF4-FFF2-40B4-BE49-F238E27FC236}">
                <a16:creationId xmlns:a16="http://schemas.microsoft.com/office/drawing/2014/main" id="{AD4E1B7F-B588-4581-A986-B5B5EFC20070}"/>
              </a:ext>
            </a:extLst>
          </p:cNvPr>
          <p:cNvSpPr txBox="1"/>
          <p:nvPr/>
        </p:nvSpPr>
        <p:spPr>
          <a:xfrm>
            <a:off x="3634434" y="3075059"/>
            <a:ext cx="4923143" cy="707886"/>
          </a:xfrm>
          <a:prstGeom prst="rect">
            <a:avLst/>
          </a:prstGeom>
          <a:noFill/>
          <a:effectLst/>
        </p:spPr>
        <p:txBody>
          <a:bodyPr wrap="none" rtlCol="0" anchor="ctr">
            <a:spAutoFit/>
          </a:bodyPr>
          <a:lstStyle/>
          <a:p>
            <a:pPr algn="ctr" defTabSz="228554"/>
            <a:r>
              <a:rPr lang="vi-VN" sz="4000" b="1" dirty="0">
                <a:solidFill>
                  <a:srgbClr val="172144">
                    <a:lumMod val="90000"/>
                    <a:lumOff val="10000"/>
                  </a:srgbClr>
                </a:solidFill>
                <a:effectLst>
                  <a:outerShdw blurRad="317500" sx="102000" sy="102000" algn="ctr" rotWithShape="0">
                    <a:srgbClr val="5231F7">
                      <a:lumMod val="75000"/>
                      <a:alpha val="40000"/>
                    </a:srgbClr>
                  </a:outerShdw>
                </a:effectLst>
                <a:latin typeface="Open Sans Extrabold" panose="020B0906030804020204" pitchFamily="34" charset="0"/>
                <a:ea typeface="Open Sans Extrabold" panose="020B0906030804020204" pitchFamily="34" charset="0"/>
                <a:cs typeface="Open Sans Extrabold" panose="020B0906030804020204" pitchFamily="34" charset="0"/>
              </a:rPr>
              <a:t>Kết quả thực hiện</a:t>
            </a:r>
            <a:endParaRPr lang="en-US" sz="4000" b="1" dirty="0">
              <a:solidFill>
                <a:srgbClr val="172144">
                  <a:lumMod val="90000"/>
                  <a:lumOff val="10000"/>
                </a:srgbClr>
              </a:solidFill>
              <a:effectLst>
                <a:outerShdw blurRad="317500" sx="102000" sy="102000" algn="ctr" rotWithShape="0">
                  <a:srgbClr val="5231F7">
                    <a:lumMod val="75000"/>
                    <a:alpha val="40000"/>
                  </a:srgbClr>
                </a:outerShdw>
              </a:effectLst>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6" name="Rectangle 5">
            <a:extLst>
              <a:ext uri="{FF2B5EF4-FFF2-40B4-BE49-F238E27FC236}">
                <a16:creationId xmlns:a16="http://schemas.microsoft.com/office/drawing/2014/main" id="{91C8FCF1-CA59-4102-8506-3E4065ACA1A1}"/>
              </a:ext>
            </a:extLst>
          </p:cNvPr>
          <p:cNvSpPr/>
          <p:nvPr/>
        </p:nvSpPr>
        <p:spPr>
          <a:xfrm>
            <a:off x="7436737" y="3728217"/>
            <a:ext cx="367409" cy="507703"/>
          </a:xfrm>
          <a:prstGeom prst="rect">
            <a:avLst/>
          </a:prstGeom>
        </p:spPr>
        <p:txBody>
          <a:bodyPr wrap="none">
            <a:spAutoFit/>
          </a:bodyPr>
          <a:lstStyle/>
          <a:p>
            <a:pPr algn="ctr" defTabSz="228554"/>
            <a:r>
              <a:rPr lang="en-US" sz="2699">
                <a:solidFill>
                  <a:srgbClr val="4C91FD"/>
                </a:solidFill>
                <a:latin typeface="Designball-Buildings-01" pitchFamily="2" charset="0"/>
                <a:ea typeface="Open Sans" panose="020B0606030504020204" pitchFamily="34" charset="0"/>
                <a:cs typeface="Open Sans" panose="020B0606030504020204" pitchFamily="34" charset="0"/>
              </a:rPr>
              <a:t>o</a:t>
            </a:r>
          </a:p>
        </p:txBody>
      </p:sp>
      <p:sp>
        <p:nvSpPr>
          <p:cNvPr id="7" name="Rectangle 6">
            <a:extLst>
              <a:ext uri="{FF2B5EF4-FFF2-40B4-BE49-F238E27FC236}">
                <a16:creationId xmlns:a16="http://schemas.microsoft.com/office/drawing/2014/main" id="{78C53C96-68A0-418E-9D5B-596674919D61}"/>
              </a:ext>
            </a:extLst>
          </p:cNvPr>
          <p:cNvSpPr/>
          <p:nvPr/>
        </p:nvSpPr>
        <p:spPr>
          <a:xfrm>
            <a:off x="2694706" y="2484120"/>
            <a:ext cx="330540" cy="430887"/>
          </a:xfrm>
          <a:prstGeom prst="rect">
            <a:avLst/>
          </a:prstGeom>
        </p:spPr>
        <p:txBody>
          <a:bodyPr wrap="none" anchor="ctr">
            <a:spAutoFit/>
          </a:bodyPr>
          <a:lstStyle/>
          <a:p>
            <a:pPr algn="ctr" defTabSz="228554"/>
            <a:r>
              <a:rPr lang="en-US" sz="2200">
                <a:solidFill>
                  <a:srgbClr val="5231F7"/>
                </a:solidFill>
                <a:latin typeface="Designball-Charts-01" pitchFamily="2" charset="0"/>
                <a:ea typeface="Open Sans" panose="020B0606030504020204" pitchFamily="34" charset="0"/>
                <a:cs typeface="Open Sans" panose="020B0606030504020204" pitchFamily="34" charset="0"/>
              </a:rPr>
              <a:t>P</a:t>
            </a:r>
          </a:p>
        </p:txBody>
      </p:sp>
      <p:sp>
        <p:nvSpPr>
          <p:cNvPr id="8" name="Rectangle 7">
            <a:extLst>
              <a:ext uri="{FF2B5EF4-FFF2-40B4-BE49-F238E27FC236}">
                <a16:creationId xmlns:a16="http://schemas.microsoft.com/office/drawing/2014/main" id="{1A41CDCF-0CAD-403F-892B-463280DD3707}"/>
              </a:ext>
            </a:extLst>
          </p:cNvPr>
          <p:cNvSpPr/>
          <p:nvPr/>
        </p:nvSpPr>
        <p:spPr>
          <a:xfrm>
            <a:off x="5299045" y="4678203"/>
            <a:ext cx="271229" cy="430887"/>
          </a:xfrm>
          <a:prstGeom prst="rect">
            <a:avLst/>
          </a:prstGeom>
        </p:spPr>
        <p:txBody>
          <a:bodyPr wrap="none" anchor="ctr">
            <a:spAutoFit/>
          </a:bodyPr>
          <a:lstStyle/>
          <a:p>
            <a:pPr algn="ctr" defTabSz="228554"/>
            <a:r>
              <a:rPr lang="en-US" sz="2200">
                <a:solidFill>
                  <a:srgbClr val="5231F7"/>
                </a:solidFill>
                <a:latin typeface="Designball-Charts-01" pitchFamily="2" charset="0"/>
                <a:ea typeface="Open Sans" panose="020B0606030504020204" pitchFamily="34" charset="0"/>
                <a:cs typeface="Open Sans" panose="020B0606030504020204" pitchFamily="34" charset="0"/>
              </a:rPr>
              <a:t>f</a:t>
            </a:r>
          </a:p>
        </p:txBody>
      </p:sp>
      <p:sp>
        <p:nvSpPr>
          <p:cNvPr id="9" name="Rectangle 8">
            <a:extLst>
              <a:ext uri="{FF2B5EF4-FFF2-40B4-BE49-F238E27FC236}">
                <a16:creationId xmlns:a16="http://schemas.microsoft.com/office/drawing/2014/main" id="{EB653F76-DB2A-4E67-ACF7-3030D79F3E2C}"/>
              </a:ext>
            </a:extLst>
          </p:cNvPr>
          <p:cNvSpPr/>
          <p:nvPr/>
        </p:nvSpPr>
        <p:spPr>
          <a:xfrm>
            <a:off x="3899940" y="3762062"/>
            <a:ext cx="314510" cy="430887"/>
          </a:xfrm>
          <a:prstGeom prst="rect">
            <a:avLst/>
          </a:prstGeom>
        </p:spPr>
        <p:txBody>
          <a:bodyPr wrap="none" anchor="ctr">
            <a:spAutoFit/>
          </a:bodyPr>
          <a:lstStyle/>
          <a:p>
            <a:pPr algn="ctr" defTabSz="228554"/>
            <a:r>
              <a:rPr lang="en-US" sz="2200">
                <a:solidFill>
                  <a:srgbClr val="5231F7"/>
                </a:solidFill>
                <a:latin typeface="Designball-Charts-01" pitchFamily="2" charset="0"/>
                <a:ea typeface="Open Sans" panose="020B0606030504020204" pitchFamily="34" charset="0"/>
                <a:cs typeface="Open Sans" panose="020B0606030504020204" pitchFamily="34" charset="0"/>
              </a:rPr>
              <a:t>S</a:t>
            </a:r>
          </a:p>
        </p:txBody>
      </p:sp>
      <p:sp>
        <p:nvSpPr>
          <p:cNvPr id="13" name="Rectangle 12">
            <a:extLst>
              <a:ext uri="{FF2B5EF4-FFF2-40B4-BE49-F238E27FC236}">
                <a16:creationId xmlns:a16="http://schemas.microsoft.com/office/drawing/2014/main" id="{FBB04695-39A9-4A5A-AE72-60CA43EAAB5B}"/>
              </a:ext>
            </a:extLst>
          </p:cNvPr>
          <p:cNvSpPr/>
          <p:nvPr/>
        </p:nvSpPr>
        <p:spPr>
          <a:xfrm>
            <a:off x="8650035" y="3208101"/>
            <a:ext cx="407484" cy="600036"/>
          </a:xfrm>
          <a:prstGeom prst="rect">
            <a:avLst/>
          </a:prstGeom>
        </p:spPr>
        <p:txBody>
          <a:bodyPr wrap="none">
            <a:spAutoFit/>
          </a:bodyPr>
          <a:lstStyle/>
          <a:p>
            <a:pPr algn="ctr" defTabSz="228554"/>
            <a:r>
              <a:rPr lang="en-US" sz="3299">
                <a:solidFill>
                  <a:srgbClr val="5231F7"/>
                </a:solidFill>
                <a:latin typeface="Designball-Buildings-01" pitchFamily="2" charset="0"/>
                <a:ea typeface="Open Sans" panose="020B0606030504020204" pitchFamily="34" charset="0"/>
                <a:cs typeface="Open Sans" panose="020B0606030504020204" pitchFamily="34" charset="0"/>
              </a:rPr>
              <a:t>b</a:t>
            </a:r>
          </a:p>
        </p:txBody>
      </p:sp>
      <p:grpSp>
        <p:nvGrpSpPr>
          <p:cNvPr id="15" name="Group 14">
            <a:extLst>
              <a:ext uri="{FF2B5EF4-FFF2-40B4-BE49-F238E27FC236}">
                <a16:creationId xmlns:a16="http://schemas.microsoft.com/office/drawing/2014/main" id="{E760FF51-8C05-4308-938A-D80E8AB715B5}"/>
              </a:ext>
            </a:extLst>
          </p:cNvPr>
          <p:cNvGrpSpPr/>
          <p:nvPr/>
        </p:nvGrpSpPr>
        <p:grpSpPr>
          <a:xfrm>
            <a:off x="4415027" y="4194765"/>
            <a:ext cx="313063" cy="313063"/>
            <a:chOff x="965201" y="4870451"/>
            <a:chExt cx="228600" cy="228600"/>
          </a:xfrm>
          <a:solidFill>
            <a:schemeClr val="accent2"/>
          </a:solidFill>
        </p:grpSpPr>
        <p:sp>
          <p:nvSpPr>
            <p:cNvPr id="16" name="Freeform 46">
              <a:extLst>
                <a:ext uri="{FF2B5EF4-FFF2-40B4-BE49-F238E27FC236}">
                  <a16:creationId xmlns:a16="http://schemas.microsoft.com/office/drawing/2014/main" id="{CCCBF9C0-0C6A-4E8E-A3CD-66C7658C92E1}"/>
                </a:ext>
              </a:extLst>
            </p:cNvPr>
            <p:cNvSpPr>
              <a:spLocks/>
            </p:cNvSpPr>
            <p:nvPr/>
          </p:nvSpPr>
          <p:spPr bwMode="auto">
            <a:xfrm>
              <a:off x="965201" y="4954588"/>
              <a:ext cx="228600" cy="60325"/>
            </a:xfrm>
            <a:custGeom>
              <a:avLst/>
              <a:gdLst>
                <a:gd name="T0" fmla="*/ 132 w 152"/>
                <a:gd name="T1" fmla="*/ 40 h 40"/>
                <a:gd name="T2" fmla="*/ 20 w 152"/>
                <a:gd name="T3" fmla="*/ 40 h 40"/>
                <a:gd name="T4" fmla="*/ 0 w 152"/>
                <a:gd name="T5" fmla="*/ 20 h 40"/>
                <a:gd name="T6" fmla="*/ 20 w 152"/>
                <a:gd name="T7" fmla="*/ 0 h 40"/>
                <a:gd name="T8" fmla="*/ 132 w 152"/>
                <a:gd name="T9" fmla="*/ 0 h 40"/>
                <a:gd name="T10" fmla="*/ 152 w 152"/>
                <a:gd name="T11" fmla="*/ 20 h 40"/>
                <a:gd name="T12" fmla="*/ 132 w 152"/>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152" h="40">
                  <a:moveTo>
                    <a:pt x="132" y="40"/>
                  </a:moveTo>
                  <a:cubicBezTo>
                    <a:pt x="20" y="40"/>
                    <a:pt x="20" y="40"/>
                    <a:pt x="20" y="40"/>
                  </a:cubicBezTo>
                  <a:cubicBezTo>
                    <a:pt x="9" y="40"/>
                    <a:pt x="0" y="31"/>
                    <a:pt x="0" y="20"/>
                  </a:cubicBezTo>
                  <a:cubicBezTo>
                    <a:pt x="0" y="9"/>
                    <a:pt x="9" y="0"/>
                    <a:pt x="20" y="0"/>
                  </a:cubicBezTo>
                  <a:cubicBezTo>
                    <a:pt x="132" y="0"/>
                    <a:pt x="132" y="0"/>
                    <a:pt x="132" y="0"/>
                  </a:cubicBezTo>
                  <a:cubicBezTo>
                    <a:pt x="143" y="0"/>
                    <a:pt x="152" y="9"/>
                    <a:pt x="152" y="20"/>
                  </a:cubicBezTo>
                  <a:cubicBezTo>
                    <a:pt x="152" y="31"/>
                    <a:pt x="143" y="40"/>
                    <a:pt x="13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17" name="Freeform 47">
              <a:extLst>
                <a:ext uri="{FF2B5EF4-FFF2-40B4-BE49-F238E27FC236}">
                  <a16:creationId xmlns:a16="http://schemas.microsoft.com/office/drawing/2014/main" id="{F391B9D5-8802-4AC9-8E36-99E69FA699C7}"/>
                </a:ext>
              </a:extLst>
            </p:cNvPr>
            <p:cNvSpPr>
              <a:spLocks/>
            </p:cNvSpPr>
            <p:nvPr/>
          </p:nvSpPr>
          <p:spPr bwMode="auto">
            <a:xfrm>
              <a:off x="1049338" y="4870451"/>
              <a:ext cx="60325" cy="228600"/>
            </a:xfrm>
            <a:custGeom>
              <a:avLst/>
              <a:gdLst>
                <a:gd name="T0" fmla="*/ 20 w 40"/>
                <a:gd name="T1" fmla="*/ 152 h 152"/>
                <a:gd name="T2" fmla="*/ 0 w 40"/>
                <a:gd name="T3" fmla="*/ 132 h 152"/>
                <a:gd name="T4" fmla="*/ 0 w 40"/>
                <a:gd name="T5" fmla="*/ 20 h 152"/>
                <a:gd name="T6" fmla="*/ 20 w 40"/>
                <a:gd name="T7" fmla="*/ 0 h 152"/>
                <a:gd name="T8" fmla="*/ 40 w 40"/>
                <a:gd name="T9" fmla="*/ 20 h 152"/>
                <a:gd name="T10" fmla="*/ 40 w 40"/>
                <a:gd name="T11" fmla="*/ 132 h 152"/>
                <a:gd name="T12" fmla="*/ 20 w 40"/>
                <a:gd name="T13" fmla="*/ 152 h 152"/>
              </a:gdLst>
              <a:ahLst/>
              <a:cxnLst>
                <a:cxn ang="0">
                  <a:pos x="T0" y="T1"/>
                </a:cxn>
                <a:cxn ang="0">
                  <a:pos x="T2" y="T3"/>
                </a:cxn>
                <a:cxn ang="0">
                  <a:pos x="T4" y="T5"/>
                </a:cxn>
                <a:cxn ang="0">
                  <a:pos x="T6" y="T7"/>
                </a:cxn>
                <a:cxn ang="0">
                  <a:pos x="T8" y="T9"/>
                </a:cxn>
                <a:cxn ang="0">
                  <a:pos x="T10" y="T11"/>
                </a:cxn>
                <a:cxn ang="0">
                  <a:pos x="T12" y="T13"/>
                </a:cxn>
              </a:cxnLst>
              <a:rect l="0" t="0" r="r" b="b"/>
              <a:pathLst>
                <a:path w="40" h="152">
                  <a:moveTo>
                    <a:pt x="20" y="152"/>
                  </a:moveTo>
                  <a:cubicBezTo>
                    <a:pt x="9" y="152"/>
                    <a:pt x="0" y="143"/>
                    <a:pt x="0" y="132"/>
                  </a:cubicBezTo>
                  <a:cubicBezTo>
                    <a:pt x="0" y="20"/>
                    <a:pt x="0" y="20"/>
                    <a:pt x="0" y="20"/>
                  </a:cubicBezTo>
                  <a:cubicBezTo>
                    <a:pt x="0" y="9"/>
                    <a:pt x="9" y="0"/>
                    <a:pt x="20" y="0"/>
                  </a:cubicBezTo>
                  <a:cubicBezTo>
                    <a:pt x="31" y="0"/>
                    <a:pt x="40" y="9"/>
                    <a:pt x="40" y="20"/>
                  </a:cubicBezTo>
                  <a:cubicBezTo>
                    <a:pt x="40" y="132"/>
                    <a:pt x="40" y="132"/>
                    <a:pt x="40" y="132"/>
                  </a:cubicBezTo>
                  <a:cubicBezTo>
                    <a:pt x="40" y="143"/>
                    <a:pt x="31" y="152"/>
                    <a:pt x="20"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sp>
        <p:nvSpPr>
          <p:cNvPr id="18" name="Oval 17">
            <a:extLst>
              <a:ext uri="{FF2B5EF4-FFF2-40B4-BE49-F238E27FC236}">
                <a16:creationId xmlns:a16="http://schemas.microsoft.com/office/drawing/2014/main" id="{15FEA5F4-CAB0-4440-ABA2-87E52F37D105}"/>
              </a:ext>
            </a:extLst>
          </p:cNvPr>
          <p:cNvSpPr/>
          <p:nvPr/>
        </p:nvSpPr>
        <p:spPr>
          <a:xfrm>
            <a:off x="4988812" y="1693680"/>
            <a:ext cx="252679" cy="252679"/>
          </a:xfrm>
          <a:prstGeom prst="ellipse">
            <a:avLst/>
          </a:prstGeom>
          <a:noFill/>
          <a:ln w="1016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endParaRPr lang="en-US" sz="900">
              <a:solidFill>
                <a:srgbClr val="FFFFFF"/>
              </a:solidFill>
              <a:latin typeface="Calibri"/>
            </a:endParaRPr>
          </a:p>
        </p:txBody>
      </p:sp>
      <p:grpSp>
        <p:nvGrpSpPr>
          <p:cNvPr id="19" name="Group 18">
            <a:extLst>
              <a:ext uri="{FF2B5EF4-FFF2-40B4-BE49-F238E27FC236}">
                <a16:creationId xmlns:a16="http://schemas.microsoft.com/office/drawing/2014/main" id="{6E987800-DB48-47C8-8C97-9253D4023310}"/>
              </a:ext>
            </a:extLst>
          </p:cNvPr>
          <p:cNvGrpSpPr/>
          <p:nvPr/>
        </p:nvGrpSpPr>
        <p:grpSpPr>
          <a:xfrm>
            <a:off x="3862391" y="2398765"/>
            <a:ext cx="180158" cy="174780"/>
            <a:chOff x="1752601" y="4673601"/>
            <a:chExt cx="106363" cy="103188"/>
          </a:xfrm>
          <a:solidFill>
            <a:schemeClr val="accent1"/>
          </a:solidFill>
        </p:grpSpPr>
        <p:sp>
          <p:nvSpPr>
            <p:cNvPr id="20" name="Freeform 48">
              <a:extLst>
                <a:ext uri="{FF2B5EF4-FFF2-40B4-BE49-F238E27FC236}">
                  <a16:creationId xmlns:a16="http://schemas.microsoft.com/office/drawing/2014/main" id="{946B9AC0-7CDA-4A03-A891-AA2AA3E2964D}"/>
                </a:ext>
              </a:extLst>
            </p:cNvPr>
            <p:cNvSpPr>
              <a:spLocks/>
            </p:cNvSpPr>
            <p:nvPr/>
          </p:nvSpPr>
          <p:spPr bwMode="auto">
            <a:xfrm>
              <a:off x="1752601" y="4673601"/>
              <a:ext cx="106363" cy="103188"/>
            </a:xfrm>
            <a:custGeom>
              <a:avLst/>
              <a:gdLst>
                <a:gd name="T0" fmla="*/ 59 w 70"/>
                <a:gd name="T1" fmla="*/ 69 h 69"/>
                <a:gd name="T2" fmla="*/ 52 w 70"/>
                <a:gd name="T3" fmla="*/ 66 h 69"/>
                <a:gd name="T4" fmla="*/ 4 w 70"/>
                <a:gd name="T5" fmla="*/ 18 h 69"/>
                <a:gd name="T6" fmla="*/ 4 w 70"/>
                <a:gd name="T7" fmla="*/ 4 h 69"/>
                <a:gd name="T8" fmla="*/ 18 w 70"/>
                <a:gd name="T9" fmla="*/ 4 h 69"/>
                <a:gd name="T10" fmla="*/ 66 w 70"/>
                <a:gd name="T11" fmla="*/ 52 h 69"/>
                <a:gd name="T12" fmla="*/ 66 w 70"/>
                <a:gd name="T13" fmla="*/ 66 h 69"/>
                <a:gd name="T14" fmla="*/ 59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59" y="69"/>
                  </a:moveTo>
                  <a:cubicBezTo>
                    <a:pt x="56" y="69"/>
                    <a:pt x="54" y="68"/>
                    <a:pt x="52" y="66"/>
                  </a:cubicBezTo>
                  <a:cubicBezTo>
                    <a:pt x="4" y="18"/>
                    <a:pt x="4" y="18"/>
                    <a:pt x="4" y="18"/>
                  </a:cubicBezTo>
                  <a:cubicBezTo>
                    <a:pt x="0" y="14"/>
                    <a:pt x="0" y="8"/>
                    <a:pt x="4" y="4"/>
                  </a:cubicBezTo>
                  <a:cubicBezTo>
                    <a:pt x="8" y="0"/>
                    <a:pt x="14" y="0"/>
                    <a:pt x="18" y="4"/>
                  </a:cubicBezTo>
                  <a:cubicBezTo>
                    <a:pt x="66" y="52"/>
                    <a:pt x="66" y="52"/>
                    <a:pt x="66" y="52"/>
                  </a:cubicBezTo>
                  <a:cubicBezTo>
                    <a:pt x="70" y="56"/>
                    <a:pt x="70" y="62"/>
                    <a:pt x="66" y="66"/>
                  </a:cubicBezTo>
                  <a:cubicBezTo>
                    <a:pt x="64" y="68"/>
                    <a:pt x="62" y="69"/>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21" name="Freeform 49">
              <a:extLst>
                <a:ext uri="{FF2B5EF4-FFF2-40B4-BE49-F238E27FC236}">
                  <a16:creationId xmlns:a16="http://schemas.microsoft.com/office/drawing/2014/main" id="{4A819BB3-9B66-4FB2-991C-40BF2457B254}"/>
                </a:ext>
              </a:extLst>
            </p:cNvPr>
            <p:cNvSpPr>
              <a:spLocks/>
            </p:cNvSpPr>
            <p:nvPr/>
          </p:nvSpPr>
          <p:spPr bwMode="auto">
            <a:xfrm>
              <a:off x="1752601" y="4673601"/>
              <a:ext cx="106363" cy="103188"/>
            </a:xfrm>
            <a:custGeom>
              <a:avLst/>
              <a:gdLst>
                <a:gd name="T0" fmla="*/ 11 w 70"/>
                <a:gd name="T1" fmla="*/ 69 h 69"/>
                <a:gd name="T2" fmla="*/ 4 w 70"/>
                <a:gd name="T3" fmla="*/ 66 h 69"/>
                <a:gd name="T4" fmla="*/ 4 w 70"/>
                <a:gd name="T5" fmla="*/ 52 h 69"/>
                <a:gd name="T6" fmla="*/ 52 w 70"/>
                <a:gd name="T7" fmla="*/ 4 h 69"/>
                <a:gd name="T8" fmla="*/ 66 w 70"/>
                <a:gd name="T9" fmla="*/ 4 h 69"/>
                <a:gd name="T10" fmla="*/ 66 w 70"/>
                <a:gd name="T11" fmla="*/ 18 h 69"/>
                <a:gd name="T12" fmla="*/ 18 w 70"/>
                <a:gd name="T13" fmla="*/ 66 h 69"/>
                <a:gd name="T14" fmla="*/ 11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11" y="69"/>
                  </a:moveTo>
                  <a:cubicBezTo>
                    <a:pt x="8" y="69"/>
                    <a:pt x="6" y="68"/>
                    <a:pt x="4" y="66"/>
                  </a:cubicBezTo>
                  <a:cubicBezTo>
                    <a:pt x="0" y="62"/>
                    <a:pt x="0" y="56"/>
                    <a:pt x="4" y="52"/>
                  </a:cubicBezTo>
                  <a:cubicBezTo>
                    <a:pt x="52" y="4"/>
                    <a:pt x="52" y="4"/>
                    <a:pt x="52" y="4"/>
                  </a:cubicBezTo>
                  <a:cubicBezTo>
                    <a:pt x="56" y="0"/>
                    <a:pt x="62" y="0"/>
                    <a:pt x="66" y="4"/>
                  </a:cubicBezTo>
                  <a:cubicBezTo>
                    <a:pt x="70" y="8"/>
                    <a:pt x="70" y="14"/>
                    <a:pt x="66" y="18"/>
                  </a:cubicBezTo>
                  <a:cubicBezTo>
                    <a:pt x="18" y="66"/>
                    <a:pt x="18" y="66"/>
                    <a:pt x="18" y="66"/>
                  </a:cubicBezTo>
                  <a:cubicBezTo>
                    <a:pt x="16" y="68"/>
                    <a:pt x="14" y="69"/>
                    <a:pt x="11"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grpSp>
        <p:nvGrpSpPr>
          <p:cNvPr id="25" name="Group 24">
            <a:extLst>
              <a:ext uri="{FF2B5EF4-FFF2-40B4-BE49-F238E27FC236}">
                <a16:creationId xmlns:a16="http://schemas.microsoft.com/office/drawing/2014/main" id="{BD35ADDD-9B7F-4B13-B89C-B50004A0D02D}"/>
              </a:ext>
            </a:extLst>
          </p:cNvPr>
          <p:cNvGrpSpPr/>
          <p:nvPr/>
        </p:nvGrpSpPr>
        <p:grpSpPr>
          <a:xfrm>
            <a:off x="6581272" y="4716931"/>
            <a:ext cx="176715" cy="176715"/>
            <a:chOff x="965201" y="4870451"/>
            <a:chExt cx="228600" cy="228600"/>
          </a:xfrm>
          <a:solidFill>
            <a:schemeClr val="accent2"/>
          </a:solidFill>
        </p:grpSpPr>
        <p:sp>
          <p:nvSpPr>
            <p:cNvPr id="26" name="Freeform 46">
              <a:extLst>
                <a:ext uri="{FF2B5EF4-FFF2-40B4-BE49-F238E27FC236}">
                  <a16:creationId xmlns:a16="http://schemas.microsoft.com/office/drawing/2014/main" id="{2C612CD4-2371-4687-8624-65B89D680A35}"/>
                </a:ext>
              </a:extLst>
            </p:cNvPr>
            <p:cNvSpPr>
              <a:spLocks/>
            </p:cNvSpPr>
            <p:nvPr/>
          </p:nvSpPr>
          <p:spPr bwMode="auto">
            <a:xfrm>
              <a:off x="965201" y="4954588"/>
              <a:ext cx="228600" cy="60325"/>
            </a:xfrm>
            <a:custGeom>
              <a:avLst/>
              <a:gdLst>
                <a:gd name="T0" fmla="*/ 132 w 152"/>
                <a:gd name="T1" fmla="*/ 40 h 40"/>
                <a:gd name="T2" fmla="*/ 20 w 152"/>
                <a:gd name="T3" fmla="*/ 40 h 40"/>
                <a:gd name="T4" fmla="*/ 0 w 152"/>
                <a:gd name="T5" fmla="*/ 20 h 40"/>
                <a:gd name="T6" fmla="*/ 20 w 152"/>
                <a:gd name="T7" fmla="*/ 0 h 40"/>
                <a:gd name="T8" fmla="*/ 132 w 152"/>
                <a:gd name="T9" fmla="*/ 0 h 40"/>
                <a:gd name="T10" fmla="*/ 152 w 152"/>
                <a:gd name="T11" fmla="*/ 20 h 40"/>
                <a:gd name="T12" fmla="*/ 132 w 152"/>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152" h="40">
                  <a:moveTo>
                    <a:pt x="132" y="40"/>
                  </a:moveTo>
                  <a:cubicBezTo>
                    <a:pt x="20" y="40"/>
                    <a:pt x="20" y="40"/>
                    <a:pt x="20" y="40"/>
                  </a:cubicBezTo>
                  <a:cubicBezTo>
                    <a:pt x="9" y="40"/>
                    <a:pt x="0" y="31"/>
                    <a:pt x="0" y="20"/>
                  </a:cubicBezTo>
                  <a:cubicBezTo>
                    <a:pt x="0" y="9"/>
                    <a:pt x="9" y="0"/>
                    <a:pt x="20" y="0"/>
                  </a:cubicBezTo>
                  <a:cubicBezTo>
                    <a:pt x="132" y="0"/>
                    <a:pt x="132" y="0"/>
                    <a:pt x="132" y="0"/>
                  </a:cubicBezTo>
                  <a:cubicBezTo>
                    <a:pt x="143" y="0"/>
                    <a:pt x="152" y="9"/>
                    <a:pt x="152" y="20"/>
                  </a:cubicBezTo>
                  <a:cubicBezTo>
                    <a:pt x="152" y="31"/>
                    <a:pt x="143" y="40"/>
                    <a:pt x="13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27" name="Freeform 47">
              <a:extLst>
                <a:ext uri="{FF2B5EF4-FFF2-40B4-BE49-F238E27FC236}">
                  <a16:creationId xmlns:a16="http://schemas.microsoft.com/office/drawing/2014/main" id="{77D1B647-7546-4E1B-A280-5D888D576BC1}"/>
                </a:ext>
              </a:extLst>
            </p:cNvPr>
            <p:cNvSpPr>
              <a:spLocks/>
            </p:cNvSpPr>
            <p:nvPr/>
          </p:nvSpPr>
          <p:spPr bwMode="auto">
            <a:xfrm>
              <a:off x="1049338" y="4870451"/>
              <a:ext cx="60325" cy="228600"/>
            </a:xfrm>
            <a:custGeom>
              <a:avLst/>
              <a:gdLst>
                <a:gd name="T0" fmla="*/ 20 w 40"/>
                <a:gd name="T1" fmla="*/ 152 h 152"/>
                <a:gd name="T2" fmla="*/ 0 w 40"/>
                <a:gd name="T3" fmla="*/ 132 h 152"/>
                <a:gd name="T4" fmla="*/ 0 w 40"/>
                <a:gd name="T5" fmla="*/ 20 h 152"/>
                <a:gd name="T6" fmla="*/ 20 w 40"/>
                <a:gd name="T7" fmla="*/ 0 h 152"/>
                <a:gd name="T8" fmla="*/ 40 w 40"/>
                <a:gd name="T9" fmla="*/ 20 h 152"/>
                <a:gd name="T10" fmla="*/ 40 w 40"/>
                <a:gd name="T11" fmla="*/ 132 h 152"/>
                <a:gd name="T12" fmla="*/ 20 w 40"/>
                <a:gd name="T13" fmla="*/ 152 h 152"/>
              </a:gdLst>
              <a:ahLst/>
              <a:cxnLst>
                <a:cxn ang="0">
                  <a:pos x="T0" y="T1"/>
                </a:cxn>
                <a:cxn ang="0">
                  <a:pos x="T2" y="T3"/>
                </a:cxn>
                <a:cxn ang="0">
                  <a:pos x="T4" y="T5"/>
                </a:cxn>
                <a:cxn ang="0">
                  <a:pos x="T6" y="T7"/>
                </a:cxn>
                <a:cxn ang="0">
                  <a:pos x="T8" y="T9"/>
                </a:cxn>
                <a:cxn ang="0">
                  <a:pos x="T10" y="T11"/>
                </a:cxn>
                <a:cxn ang="0">
                  <a:pos x="T12" y="T13"/>
                </a:cxn>
              </a:cxnLst>
              <a:rect l="0" t="0" r="r" b="b"/>
              <a:pathLst>
                <a:path w="40" h="152">
                  <a:moveTo>
                    <a:pt x="20" y="152"/>
                  </a:moveTo>
                  <a:cubicBezTo>
                    <a:pt x="9" y="152"/>
                    <a:pt x="0" y="143"/>
                    <a:pt x="0" y="132"/>
                  </a:cubicBezTo>
                  <a:cubicBezTo>
                    <a:pt x="0" y="20"/>
                    <a:pt x="0" y="20"/>
                    <a:pt x="0" y="20"/>
                  </a:cubicBezTo>
                  <a:cubicBezTo>
                    <a:pt x="0" y="9"/>
                    <a:pt x="9" y="0"/>
                    <a:pt x="20" y="0"/>
                  </a:cubicBezTo>
                  <a:cubicBezTo>
                    <a:pt x="31" y="0"/>
                    <a:pt x="40" y="9"/>
                    <a:pt x="40" y="20"/>
                  </a:cubicBezTo>
                  <a:cubicBezTo>
                    <a:pt x="40" y="132"/>
                    <a:pt x="40" y="132"/>
                    <a:pt x="40" y="132"/>
                  </a:cubicBezTo>
                  <a:cubicBezTo>
                    <a:pt x="40" y="143"/>
                    <a:pt x="31" y="152"/>
                    <a:pt x="20"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grpSp>
        <p:nvGrpSpPr>
          <p:cNvPr id="28" name="Group 27">
            <a:extLst>
              <a:ext uri="{FF2B5EF4-FFF2-40B4-BE49-F238E27FC236}">
                <a16:creationId xmlns:a16="http://schemas.microsoft.com/office/drawing/2014/main" id="{0034F3A0-94A5-4221-9F6F-A6D66503073F}"/>
              </a:ext>
            </a:extLst>
          </p:cNvPr>
          <p:cNvGrpSpPr/>
          <p:nvPr/>
        </p:nvGrpSpPr>
        <p:grpSpPr>
          <a:xfrm>
            <a:off x="8563520" y="2612174"/>
            <a:ext cx="180158" cy="174780"/>
            <a:chOff x="1752601" y="4673601"/>
            <a:chExt cx="106363" cy="103188"/>
          </a:xfrm>
          <a:solidFill>
            <a:schemeClr val="accent1"/>
          </a:solidFill>
        </p:grpSpPr>
        <p:sp>
          <p:nvSpPr>
            <p:cNvPr id="29" name="Freeform 48">
              <a:extLst>
                <a:ext uri="{FF2B5EF4-FFF2-40B4-BE49-F238E27FC236}">
                  <a16:creationId xmlns:a16="http://schemas.microsoft.com/office/drawing/2014/main" id="{F2BA044F-D0A7-43C3-82FF-72FC6FEBB061}"/>
                </a:ext>
              </a:extLst>
            </p:cNvPr>
            <p:cNvSpPr>
              <a:spLocks/>
            </p:cNvSpPr>
            <p:nvPr/>
          </p:nvSpPr>
          <p:spPr bwMode="auto">
            <a:xfrm>
              <a:off x="1752601" y="4673601"/>
              <a:ext cx="106363" cy="103188"/>
            </a:xfrm>
            <a:custGeom>
              <a:avLst/>
              <a:gdLst>
                <a:gd name="T0" fmla="*/ 59 w 70"/>
                <a:gd name="T1" fmla="*/ 69 h 69"/>
                <a:gd name="T2" fmla="*/ 52 w 70"/>
                <a:gd name="T3" fmla="*/ 66 h 69"/>
                <a:gd name="T4" fmla="*/ 4 w 70"/>
                <a:gd name="T5" fmla="*/ 18 h 69"/>
                <a:gd name="T6" fmla="*/ 4 w 70"/>
                <a:gd name="T7" fmla="*/ 4 h 69"/>
                <a:gd name="T8" fmla="*/ 18 w 70"/>
                <a:gd name="T9" fmla="*/ 4 h 69"/>
                <a:gd name="T10" fmla="*/ 66 w 70"/>
                <a:gd name="T11" fmla="*/ 52 h 69"/>
                <a:gd name="T12" fmla="*/ 66 w 70"/>
                <a:gd name="T13" fmla="*/ 66 h 69"/>
                <a:gd name="T14" fmla="*/ 59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59" y="69"/>
                  </a:moveTo>
                  <a:cubicBezTo>
                    <a:pt x="56" y="69"/>
                    <a:pt x="54" y="68"/>
                    <a:pt x="52" y="66"/>
                  </a:cubicBezTo>
                  <a:cubicBezTo>
                    <a:pt x="4" y="18"/>
                    <a:pt x="4" y="18"/>
                    <a:pt x="4" y="18"/>
                  </a:cubicBezTo>
                  <a:cubicBezTo>
                    <a:pt x="0" y="14"/>
                    <a:pt x="0" y="8"/>
                    <a:pt x="4" y="4"/>
                  </a:cubicBezTo>
                  <a:cubicBezTo>
                    <a:pt x="8" y="0"/>
                    <a:pt x="14" y="0"/>
                    <a:pt x="18" y="4"/>
                  </a:cubicBezTo>
                  <a:cubicBezTo>
                    <a:pt x="66" y="52"/>
                    <a:pt x="66" y="52"/>
                    <a:pt x="66" y="52"/>
                  </a:cubicBezTo>
                  <a:cubicBezTo>
                    <a:pt x="70" y="56"/>
                    <a:pt x="70" y="62"/>
                    <a:pt x="66" y="66"/>
                  </a:cubicBezTo>
                  <a:cubicBezTo>
                    <a:pt x="64" y="68"/>
                    <a:pt x="62" y="69"/>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30" name="Freeform 49">
              <a:extLst>
                <a:ext uri="{FF2B5EF4-FFF2-40B4-BE49-F238E27FC236}">
                  <a16:creationId xmlns:a16="http://schemas.microsoft.com/office/drawing/2014/main" id="{73CE71AF-291B-4A35-8404-AD711351D30E}"/>
                </a:ext>
              </a:extLst>
            </p:cNvPr>
            <p:cNvSpPr>
              <a:spLocks/>
            </p:cNvSpPr>
            <p:nvPr/>
          </p:nvSpPr>
          <p:spPr bwMode="auto">
            <a:xfrm>
              <a:off x="1752601" y="4673601"/>
              <a:ext cx="106363" cy="103188"/>
            </a:xfrm>
            <a:custGeom>
              <a:avLst/>
              <a:gdLst>
                <a:gd name="T0" fmla="*/ 11 w 70"/>
                <a:gd name="T1" fmla="*/ 69 h 69"/>
                <a:gd name="T2" fmla="*/ 4 w 70"/>
                <a:gd name="T3" fmla="*/ 66 h 69"/>
                <a:gd name="T4" fmla="*/ 4 w 70"/>
                <a:gd name="T5" fmla="*/ 52 h 69"/>
                <a:gd name="T6" fmla="*/ 52 w 70"/>
                <a:gd name="T7" fmla="*/ 4 h 69"/>
                <a:gd name="T8" fmla="*/ 66 w 70"/>
                <a:gd name="T9" fmla="*/ 4 h 69"/>
                <a:gd name="T10" fmla="*/ 66 w 70"/>
                <a:gd name="T11" fmla="*/ 18 h 69"/>
                <a:gd name="T12" fmla="*/ 18 w 70"/>
                <a:gd name="T13" fmla="*/ 66 h 69"/>
                <a:gd name="T14" fmla="*/ 11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11" y="69"/>
                  </a:moveTo>
                  <a:cubicBezTo>
                    <a:pt x="8" y="69"/>
                    <a:pt x="6" y="68"/>
                    <a:pt x="4" y="66"/>
                  </a:cubicBezTo>
                  <a:cubicBezTo>
                    <a:pt x="0" y="62"/>
                    <a:pt x="0" y="56"/>
                    <a:pt x="4" y="52"/>
                  </a:cubicBezTo>
                  <a:cubicBezTo>
                    <a:pt x="52" y="4"/>
                    <a:pt x="52" y="4"/>
                    <a:pt x="52" y="4"/>
                  </a:cubicBezTo>
                  <a:cubicBezTo>
                    <a:pt x="56" y="0"/>
                    <a:pt x="62" y="0"/>
                    <a:pt x="66" y="4"/>
                  </a:cubicBezTo>
                  <a:cubicBezTo>
                    <a:pt x="70" y="8"/>
                    <a:pt x="70" y="14"/>
                    <a:pt x="66" y="18"/>
                  </a:cubicBezTo>
                  <a:cubicBezTo>
                    <a:pt x="18" y="66"/>
                    <a:pt x="18" y="66"/>
                    <a:pt x="18" y="66"/>
                  </a:cubicBezTo>
                  <a:cubicBezTo>
                    <a:pt x="16" y="68"/>
                    <a:pt x="14" y="69"/>
                    <a:pt x="11"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grpSp>
        <p:nvGrpSpPr>
          <p:cNvPr id="31" name="Group 30">
            <a:extLst>
              <a:ext uri="{FF2B5EF4-FFF2-40B4-BE49-F238E27FC236}">
                <a16:creationId xmlns:a16="http://schemas.microsoft.com/office/drawing/2014/main" id="{A390E244-21BF-479F-89BC-354961D52C8B}"/>
              </a:ext>
            </a:extLst>
          </p:cNvPr>
          <p:cNvGrpSpPr/>
          <p:nvPr/>
        </p:nvGrpSpPr>
        <p:grpSpPr>
          <a:xfrm>
            <a:off x="6714787" y="1339783"/>
            <a:ext cx="313063" cy="313063"/>
            <a:chOff x="965201" y="4870451"/>
            <a:chExt cx="228600" cy="228600"/>
          </a:xfrm>
          <a:solidFill>
            <a:schemeClr val="accent3"/>
          </a:solidFill>
        </p:grpSpPr>
        <p:sp>
          <p:nvSpPr>
            <p:cNvPr id="32" name="Freeform 46">
              <a:extLst>
                <a:ext uri="{FF2B5EF4-FFF2-40B4-BE49-F238E27FC236}">
                  <a16:creationId xmlns:a16="http://schemas.microsoft.com/office/drawing/2014/main" id="{EA780043-7BEF-4183-8E7E-30942108D327}"/>
                </a:ext>
              </a:extLst>
            </p:cNvPr>
            <p:cNvSpPr>
              <a:spLocks/>
            </p:cNvSpPr>
            <p:nvPr/>
          </p:nvSpPr>
          <p:spPr bwMode="auto">
            <a:xfrm>
              <a:off x="965201" y="4954588"/>
              <a:ext cx="228600" cy="60325"/>
            </a:xfrm>
            <a:custGeom>
              <a:avLst/>
              <a:gdLst>
                <a:gd name="T0" fmla="*/ 132 w 152"/>
                <a:gd name="T1" fmla="*/ 40 h 40"/>
                <a:gd name="T2" fmla="*/ 20 w 152"/>
                <a:gd name="T3" fmla="*/ 40 h 40"/>
                <a:gd name="T4" fmla="*/ 0 w 152"/>
                <a:gd name="T5" fmla="*/ 20 h 40"/>
                <a:gd name="T6" fmla="*/ 20 w 152"/>
                <a:gd name="T7" fmla="*/ 0 h 40"/>
                <a:gd name="T8" fmla="*/ 132 w 152"/>
                <a:gd name="T9" fmla="*/ 0 h 40"/>
                <a:gd name="T10" fmla="*/ 152 w 152"/>
                <a:gd name="T11" fmla="*/ 20 h 40"/>
                <a:gd name="T12" fmla="*/ 132 w 152"/>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152" h="40">
                  <a:moveTo>
                    <a:pt x="132" y="40"/>
                  </a:moveTo>
                  <a:cubicBezTo>
                    <a:pt x="20" y="40"/>
                    <a:pt x="20" y="40"/>
                    <a:pt x="20" y="40"/>
                  </a:cubicBezTo>
                  <a:cubicBezTo>
                    <a:pt x="9" y="40"/>
                    <a:pt x="0" y="31"/>
                    <a:pt x="0" y="20"/>
                  </a:cubicBezTo>
                  <a:cubicBezTo>
                    <a:pt x="0" y="9"/>
                    <a:pt x="9" y="0"/>
                    <a:pt x="20" y="0"/>
                  </a:cubicBezTo>
                  <a:cubicBezTo>
                    <a:pt x="132" y="0"/>
                    <a:pt x="132" y="0"/>
                    <a:pt x="132" y="0"/>
                  </a:cubicBezTo>
                  <a:cubicBezTo>
                    <a:pt x="143" y="0"/>
                    <a:pt x="152" y="9"/>
                    <a:pt x="152" y="20"/>
                  </a:cubicBezTo>
                  <a:cubicBezTo>
                    <a:pt x="152" y="31"/>
                    <a:pt x="143" y="40"/>
                    <a:pt x="13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33" name="Freeform 47">
              <a:extLst>
                <a:ext uri="{FF2B5EF4-FFF2-40B4-BE49-F238E27FC236}">
                  <a16:creationId xmlns:a16="http://schemas.microsoft.com/office/drawing/2014/main" id="{A831642A-F8F4-4271-AC4C-1679D2DC8F6F}"/>
                </a:ext>
              </a:extLst>
            </p:cNvPr>
            <p:cNvSpPr>
              <a:spLocks/>
            </p:cNvSpPr>
            <p:nvPr/>
          </p:nvSpPr>
          <p:spPr bwMode="auto">
            <a:xfrm>
              <a:off x="1049338" y="4870451"/>
              <a:ext cx="60325" cy="228600"/>
            </a:xfrm>
            <a:custGeom>
              <a:avLst/>
              <a:gdLst>
                <a:gd name="T0" fmla="*/ 20 w 40"/>
                <a:gd name="T1" fmla="*/ 152 h 152"/>
                <a:gd name="T2" fmla="*/ 0 w 40"/>
                <a:gd name="T3" fmla="*/ 132 h 152"/>
                <a:gd name="T4" fmla="*/ 0 w 40"/>
                <a:gd name="T5" fmla="*/ 20 h 152"/>
                <a:gd name="T6" fmla="*/ 20 w 40"/>
                <a:gd name="T7" fmla="*/ 0 h 152"/>
                <a:gd name="T8" fmla="*/ 40 w 40"/>
                <a:gd name="T9" fmla="*/ 20 h 152"/>
                <a:gd name="T10" fmla="*/ 40 w 40"/>
                <a:gd name="T11" fmla="*/ 132 h 152"/>
                <a:gd name="T12" fmla="*/ 20 w 40"/>
                <a:gd name="T13" fmla="*/ 152 h 152"/>
              </a:gdLst>
              <a:ahLst/>
              <a:cxnLst>
                <a:cxn ang="0">
                  <a:pos x="T0" y="T1"/>
                </a:cxn>
                <a:cxn ang="0">
                  <a:pos x="T2" y="T3"/>
                </a:cxn>
                <a:cxn ang="0">
                  <a:pos x="T4" y="T5"/>
                </a:cxn>
                <a:cxn ang="0">
                  <a:pos x="T6" y="T7"/>
                </a:cxn>
                <a:cxn ang="0">
                  <a:pos x="T8" y="T9"/>
                </a:cxn>
                <a:cxn ang="0">
                  <a:pos x="T10" y="T11"/>
                </a:cxn>
                <a:cxn ang="0">
                  <a:pos x="T12" y="T13"/>
                </a:cxn>
              </a:cxnLst>
              <a:rect l="0" t="0" r="r" b="b"/>
              <a:pathLst>
                <a:path w="40" h="152">
                  <a:moveTo>
                    <a:pt x="20" y="152"/>
                  </a:moveTo>
                  <a:cubicBezTo>
                    <a:pt x="9" y="152"/>
                    <a:pt x="0" y="143"/>
                    <a:pt x="0" y="132"/>
                  </a:cubicBezTo>
                  <a:cubicBezTo>
                    <a:pt x="0" y="20"/>
                    <a:pt x="0" y="20"/>
                    <a:pt x="0" y="20"/>
                  </a:cubicBezTo>
                  <a:cubicBezTo>
                    <a:pt x="0" y="9"/>
                    <a:pt x="9" y="0"/>
                    <a:pt x="20" y="0"/>
                  </a:cubicBezTo>
                  <a:cubicBezTo>
                    <a:pt x="31" y="0"/>
                    <a:pt x="40" y="9"/>
                    <a:pt x="40" y="20"/>
                  </a:cubicBezTo>
                  <a:cubicBezTo>
                    <a:pt x="40" y="132"/>
                    <a:pt x="40" y="132"/>
                    <a:pt x="40" y="132"/>
                  </a:cubicBezTo>
                  <a:cubicBezTo>
                    <a:pt x="40" y="143"/>
                    <a:pt x="31" y="152"/>
                    <a:pt x="20"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grpSp>
        <p:nvGrpSpPr>
          <p:cNvPr id="34" name="Group 33">
            <a:extLst>
              <a:ext uri="{FF2B5EF4-FFF2-40B4-BE49-F238E27FC236}">
                <a16:creationId xmlns:a16="http://schemas.microsoft.com/office/drawing/2014/main" id="{7ADF23DD-E274-4989-96E7-43BB21BEA353}"/>
              </a:ext>
            </a:extLst>
          </p:cNvPr>
          <p:cNvGrpSpPr/>
          <p:nvPr/>
        </p:nvGrpSpPr>
        <p:grpSpPr>
          <a:xfrm>
            <a:off x="7762843" y="2239647"/>
            <a:ext cx="92449" cy="89690"/>
            <a:chOff x="1752601" y="4673601"/>
            <a:chExt cx="106363" cy="103188"/>
          </a:xfrm>
          <a:solidFill>
            <a:schemeClr val="accent1"/>
          </a:solidFill>
        </p:grpSpPr>
        <p:sp>
          <p:nvSpPr>
            <p:cNvPr id="35" name="Freeform 48">
              <a:extLst>
                <a:ext uri="{FF2B5EF4-FFF2-40B4-BE49-F238E27FC236}">
                  <a16:creationId xmlns:a16="http://schemas.microsoft.com/office/drawing/2014/main" id="{59946983-30EA-4242-BCFE-01471C201431}"/>
                </a:ext>
              </a:extLst>
            </p:cNvPr>
            <p:cNvSpPr>
              <a:spLocks/>
            </p:cNvSpPr>
            <p:nvPr/>
          </p:nvSpPr>
          <p:spPr bwMode="auto">
            <a:xfrm>
              <a:off x="1752601" y="4673601"/>
              <a:ext cx="106363" cy="103188"/>
            </a:xfrm>
            <a:custGeom>
              <a:avLst/>
              <a:gdLst>
                <a:gd name="T0" fmla="*/ 59 w 70"/>
                <a:gd name="T1" fmla="*/ 69 h 69"/>
                <a:gd name="T2" fmla="*/ 52 w 70"/>
                <a:gd name="T3" fmla="*/ 66 h 69"/>
                <a:gd name="T4" fmla="*/ 4 w 70"/>
                <a:gd name="T5" fmla="*/ 18 h 69"/>
                <a:gd name="T6" fmla="*/ 4 w 70"/>
                <a:gd name="T7" fmla="*/ 4 h 69"/>
                <a:gd name="T8" fmla="*/ 18 w 70"/>
                <a:gd name="T9" fmla="*/ 4 h 69"/>
                <a:gd name="T10" fmla="*/ 66 w 70"/>
                <a:gd name="T11" fmla="*/ 52 h 69"/>
                <a:gd name="T12" fmla="*/ 66 w 70"/>
                <a:gd name="T13" fmla="*/ 66 h 69"/>
                <a:gd name="T14" fmla="*/ 59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59" y="69"/>
                  </a:moveTo>
                  <a:cubicBezTo>
                    <a:pt x="56" y="69"/>
                    <a:pt x="54" y="68"/>
                    <a:pt x="52" y="66"/>
                  </a:cubicBezTo>
                  <a:cubicBezTo>
                    <a:pt x="4" y="18"/>
                    <a:pt x="4" y="18"/>
                    <a:pt x="4" y="18"/>
                  </a:cubicBezTo>
                  <a:cubicBezTo>
                    <a:pt x="0" y="14"/>
                    <a:pt x="0" y="8"/>
                    <a:pt x="4" y="4"/>
                  </a:cubicBezTo>
                  <a:cubicBezTo>
                    <a:pt x="8" y="0"/>
                    <a:pt x="14" y="0"/>
                    <a:pt x="18" y="4"/>
                  </a:cubicBezTo>
                  <a:cubicBezTo>
                    <a:pt x="66" y="52"/>
                    <a:pt x="66" y="52"/>
                    <a:pt x="66" y="52"/>
                  </a:cubicBezTo>
                  <a:cubicBezTo>
                    <a:pt x="70" y="56"/>
                    <a:pt x="70" y="62"/>
                    <a:pt x="66" y="66"/>
                  </a:cubicBezTo>
                  <a:cubicBezTo>
                    <a:pt x="64" y="68"/>
                    <a:pt x="62" y="69"/>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36" name="Freeform 49">
              <a:extLst>
                <a:ext uri="{FF2B5EF4-FFF2-40B4-BE49-F238E27FC236}">
                  <a16:creationId xmlns:a16="http://schemas.microsoft.com/office/drawing/2014/main" id="{3888338D-D20B-43E4-83CD-55403D5B17A3}"/>
                </a:ext>
              </a:extLst>
            </p:cNvPr>
            <p:cNvSpPr>
              <a:spLocks/>
            </p:cNvSpPr>
            <p:nvPr/>
          </p:nvSpPr>
          <p:spPr bwMode="auto">
            <a:xfrm>
              <a:off x="1752601" y="4673601"/>
              <a:ext cx="106363" cy="103188"/>
            </a:xfrm>
            <a:custGeom>
              <a:avLst/>
              <a:gdLst>
                <a:gd name="T0" fmla="*/ 11 w 70"/>
                <a:gd name="T1" fmla="*/ 69 h 69"/>
                <a:gd name="T2" fmla="*/ 4 w 70"/>
                <a:gd name="T3" fmla="*/ 66 h 69"/>
                <a:gd name="T4" fmla="*/ 4 w 70"/>
                <a:gd name="T5" fmla="*/ 52 h 69"/>
                <a:gd name="T6" fmla="*/ 52 w 70"/>
                <a:gd name="T7" fmla="*/ 4 h 69"/>
                <a:gd name="T8" fmla="*/ 66 w 70"/>
                <a:gd name="T9" fmla="*/ 4 h 69"/>
                <a:gd name="T10" fmla="*/ 66 w 70"/>
                <a:gd name="T11" fmla="*/ 18 h 69"/>
                <a:gd name="T12" fmla="*/ 18 w 70"/>
                <a:gd name="T13" fmla="*/ 66 h 69"/>
                <a:gd name="T14" fmla="*/ 11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11" y="69"/>
                  </a:moveTo>
                  <a:cubicBezTo>
                    <a:pt x="8" y="69"/>
                    <a:pt x="6" y="68"/>
                    <a:pt x="4" y="66"/>
                  </a:cubicBezTo>
                  <a:cubicBezTo>
                    <a:pt x="0" y="62"/>
                    <a:pt x="0" y="56"/>
                    <a:pt x="4" y="52"/>
                  </a:cubicBezTo>
                  <a:cubicBezTo>
                    <a:pt x="52" y="4"/>
                    <a:pt x="52" y="4"/>
                    <a:pt x="52" y="4"/>
                  </a:cubicBezTo>
                  <a:cubicBezTo>
                    <a:pt x="56" y="0"/>
                    <a:pt x="62" y="0"/>
                    <a:pt x="66" y="4"/>
                  </a:cubicBezTo>
                  <a:cubicBezTo>
                    <a:pt x="70" y="8"/>
                    <a:pt x="70" y="14"/>
                    <a:pt x="66" y="18"/>
                  </a:cubicBezTo>
                  <a:cubicBezTo>
                    <a:pt x="18" y="66"/>
                    <a:pt x="18" y="66"/>
                    <a:pt x="18" y="66"/>
                  </a:cubicBezTo>
                  <a:cubicBezTo>
                    <a:pt x="16" y="68"/>
                    <a:pt x="14" y="69"/>
                    <a:pt x="11"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sp>
        <p:nvSpPr>
          <p:cNvPr id="37" name="Rectangle 36">
            <a:extLst>
              <a:ext uri="{FF2B5EF4-FFF2-40B4-BE49-F238E27FC236}">
                <a16:creationId xmlns:a16="http://schemas.microsoft.com/office/drawing/2014/main" id="{2406BEAF-6452-4454-B7C4-C65B44A5A70F}"/>
              </a:ext>
            </a:extLst>
          </p:cNvPr>
          <p:cNvSpPr/>
          <p:nvPr/>
        </p:nvSpPr>
        <p:spPr>
          <a:xfrm>
            <a:off x="5616796" y="1585958"/>
            <a:ext cx="431529" cy="553870"/>
          </a:xfrm>
          <a:prstGeom prst="rect">
            <a:avLst/>
          </a:prstGeom>
        </p:spPr>
        <p:txBody>
          <a:bodyPr wrap="none" anchor="ctr">
            <a:spAutoFit/>
          </a:bodyPr>
          <a:lstStyle/>
          <a:p>
            <a:pPr algn="ctr" defTabSz="228554"/>
            <a:r>
              <a:rPr lang="en-US" sz="2999">
                <a:solidFill>
                  <a:srgbClr val="4C91FD"/>
                </a:solidFill>
                <a:latin typeface="Designball-Buildings-01" pitchFamily="2" charset="0"/>
                <a:ea typeface="Open Sans" panose="020B0606030504020204" pitchFamily="34" charset="0"/>
                <a:cs typeface="Open Sans" panose="020B0606030504020204" pitchFamily="34" charset="0"/>
              </a:rPr>
              <a:t>U</a:t>
            </a:r>
          </a:p>
        </p:txBody>
      </p:sp>
      <p:grpSp>
        <p:nvGrpSpPr>
          <p:cNvPr id="38" name="Group 37">
            <a:extLst>
              <a:ext uri="{FF2B5EF4-FFF2-40B4-BE49-F238E27FC236}">
                <a16:creationId xmlns:a16="http://schemas.microsoft.com/office/drawing/2014/main" id="{5D5EA80E-89E1-47DB-8200-F6BEEAE1C32D}"/>
              </a:ext>
            </a:extLst>
          </p:cNvPr>
          <p:cNvGrpSpPr/>
          <p:nvPr/>
        </p:nvGrpSpPr>
        <p:grpSpPr>
          <a:xfrm>
            <a:off x="7587525" y="4913036"/>
            <a:ext cx="89434" cy="89434"/>
            <a:chOff x="965201" y="4870451"/>
            <a:chExt cx="228600" cy="228600"/>
          </a:xfrm>
          <a:solidFill>
            <a:schemeClr val="accent3"/>
          </a:solidFill>
        </p:grpSpPr>
        <p:sp>
          <p:nvSpPr>
            <p:cNvPr id="39" name="Freeform 46">
              <a:extLst>
                <a:ext uri="{FF2B5EF4-FFF2-40B4-BE49-F238E27FC236}">
                  <a16:creationId xmlns:a16="http://schemas.microsoft.com/office/drawing/2014/main" id="{5CAF0E15-B7F1-40FE-82A5-E357CF93F770}"/>
                </a:ext>
              </a:extLst>
            </p:cNvPr>
            <p:cNvSpPr>
              <a:spLocks/>
            </p:cNvSpPr>
            <p:nvPr/>
          </p:nvSpPr>
          <p:spPr bwMode="auto">
            <a:xfrm>
              <a:off x="965201" y="4954588"/>
              <a:ext cx="228600" cy="60325"/>
            </a:xfrm>
            <a:custGeom>
              <a:avLst/>
              <a:gdLst>
                <a:gd name="T0" fmla="*/ 132 w 152"/>
                <a:gd name="T1" fmla="*/ 40 h 40"/>
                <a:gd name="T2" fmla="*/ 20 w 152"/>
                <a:gd name="T3" fmla="*/ 40 h 40"/>
                <a:gd name="T4" fmla="*/ 0 w 152"/>
                <a:gd name="T5" fmla="*/ 20 h 40"/>
                <a:gd name="T6" fmla="*/ 20 w 152"/>
                <a:gd name="T7" fmla="*/ 0 h 40"/>
                <a:gd name="T8" fmla="*/ 132 w 152"/>
                <a:gd name="T9" fmla="*/ 0 h 40"/>
                <a:gd name="T10" fmla="*/ 152 w 152"/>
                <a:gd name="T11" fmla="*/ 20 h 40"/>
                <a:gd name="T12" fmla="*/ 132 w 152"/>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152" h="40">
                  <a:moveTo>
                    <a:pt x="132" y="40"/>
                  </a:moveTo>
                  <a:cubicBezTo>
                    <a:pt x="20" y="40"/>
                    <a:pt x="20" y="40"/>
                    <a:pt x="20" y="40"/>
                  </a:cubicBezTo>
                  <a:cubicBezTo>
                    <a:pt x="9" y="40"/>
                    <a:pt x="0" y="31"/>
                    <a:pt x="0" y="20"/>
                  </a:cubicBezTo>
                  <a:cubicBezTo>
                    <a:pt x="0" y="9"/>
                    <a:pt x="9" y="0"/>
                    <a:pt x="20" y="0"/>
                  </a:cubicBezTo>
                  <a:cubicBezTo>
                    <a:pt x="132" y="0"/>
                    <a:pt x="132" y="0"/>
                    <a:pt x="132" y="0"/>
                  </a:cubicBezTo>
                  <a:cubicBezTo>
                    <a:pt x="143" y="0"/>
                    <a:pt x="152" y="9"/>
                    <a:pt x="152" y="20"/>
                  </a:cubicBezTo>
                  <a:cubicBezTo>
                    <a:pt x="152" y="31"/>
                    <a:pt x="143" y="40"/>
                    <a:pt x="13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40" name="Freeform 47">
              <a:extLst>
                <a:ext uri="{FF2B5EF4-FFF2-40B4-BE49-F238E27FC236}">
                  <a16:creationId xmlns:a16="http://schemas.microsoft.com/office/drawing/2014/main" id="{20C0E371-8D9D-4C91-A153-DE3500BB2B04}"/>
                </a:ext>
              </a:extLst>
            </p:cNvPr>
            <p:cNvSpPr>
              <a:spLocks/>
            </p:cNvSpPr>
            <p:nvPr/>
          </p:nvSpPr>
          <p:spPr bwMode="auto">
            <a:xfrm>
              <a:off x="1049338" y="4870451"/>
              <a:ext cx="60325" cy="228600"/>
            </a:xfrm>
            <a:custGeom>
              <a:avLst/>
              <a:gdLst>
                <a:gd name="T0" fmla="*/ 20 w 40"/>
                <a:gd name="T1" fmla="*/ 152 h 152"/>
                <a:gd name="T2" fmla="*/ 0 w 40"/>
                <a:gd name="T3" fmla="*/ 132 h 152"/>
                <a:gd name="T4" fmla="*/ 0 w 40"/>
                <a:gd name="T5" fmla="*/ 20 h 152"/>
                <a:gd name="T6" fmla="*/ 20 w 40"/>
                <a:gd name="T7" fmla="*/ 0 h 152"/>
                <a:gd name="T8" fmla="*/ 40 w 40"/>
                <a:gd name="T9" fmla="*/ 20 h 152"/>
                <a:gd name="T10" fmla="*/ 40 w 40"/>
                <a:gd name="T11" fmla="*/ 132 h 152"/>
                <a:gd name="T12" fmla="*/ 20 w 40"/>
                <a:gd name="T13" fmla="*/ 152 h 152"/>
              </a:gdLst>
              <a:ahLst/>
              <a:cxnLst>
                <a:cxn ang="0">
                  <a:pos x="T0" y="T1"/>
                </a:cxn>
                <a:cxn ang="0">
                  <a:pos x="T2" y="T3"/>
                </a:cxn>
                <a:cxn ang="0">
                  <a:pos x="T4" y="T5"/>
                </a:cxn>
                <a:cxn ang="0">
                  <a:pos x="T6" y="T7"/>
                </a:cxn>
                <a:cxn ang="0">
                  <a:pos x="T8" y="T9"/>
                </a:cxn>
                <a:cxn ang="0">
                  <a:pos x="T10" y="T11"/>
                </a:cxn>
                <a:cxn ang="0">
                  <a:pos x="T12" y="T13"/>
                </a:cxn>
              </a:cxnLst>
              <a:rect l="0" t="0" r="r" b="b"/>
              <a:pathLst>
                <a:path w="40" h="152">
                  <a:moveTo>
                    <a:pt x="20" y="152"/>
                  </a:moveTo>
                  <a:cubicBezTo>
                    <a:pt x="9" y="152"/>
                    <a:pt x="0" y="143"/>
                    <a:pt x="0" y="132"/>
                  </a:cubicBezTo>
                  <a:cubicBezTo>
                    <a:pt x="0" y="20"/>
                    <a:pt x="0" y="20"/>
                    <a:pt x="0" y="20"/>
                  </a:cubicBezTo>
                  <a:cubicBezTo>
                    <a:pt x="0" y="9"/>
                    <a:pt x="9" y="0"/>
                    <a:pt x="20" y="0"/>
                  </a:cubicBezTo>
                  <a:cubicBezTo>
                    <a:pt x="31" y="0"/>
                    <a:pt x="40" y="9"/>
                    <a:pt x="40" y="20"/>
                  </a:cubicBezTo>
                  <a:cubicBezTo>
                    <a:pt x="40" y="132"/>
                    <a:pt x="40" y="132"/>
                    <a:pt x="40" y="132"/>
                  </a:cubicBezTo>
                  <a:cubicBezTo>
                    <a:pt x="40" y="143"/>
                    <a:pt x="31" y="152"/>
                    <a:pt x="20"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sp>
        <p:nvSpPr>
          <p:cNvPr id="42" name="Rectangle 41">
            <a:extLst>
              <a:ext uri="{FF2B5EF4-FFF2-40B4-BE49-F238E27FC236}">
                <a16:creationId xmlns:a16="http://schemas.microsoft.com/office/drawing/2014/main" id="{A83C65F2-424F-4050-9892-54B3762DAD5C}"/>
              </a:ext>
            </a:extLst>
          </p:cNvPr>
          <p:cNvSpPr/>
          <p:nvPr/>
        </p:nvSpPr>
        <p:spPr>
          <a:xfrm>
            <a:off x="2079655" y="3680574"/>
            <a:ext cx="271229" cy="430887"/>
          </a:xfrm>
          <a:prstGeom prst="rect">
            <a:avLst/>
          </a:prstGeom>
        </p:spPr>
        <p:txBody>
          <a:bodyPr wrap="none" anchor="ctr">
            <a:spAutoFit/>
          </a:bodyPr>
          <a:lstStyle/>
          <a:p>
            <a:pPr algn="ctr" defTabSz="228554"/>
            <a:r>
              <a:rPr lang="en-US" sz="2200">
                <a:solidFill>
                  <a:srgbClr val="4C91FD"/>
                </a:solidFill>
                <a:latin typeface="Designball-Buildings-01" pitchFamily="2" charset="0"/>
                <a:ea typeface="Open Sans" panose="020B0606030504020204" pitchFamily="34" charset="0"/>
                <a:cs typeface="Open Sans" panose="020B0606030504020204" pitchFamily="34" charset="0"/>
              </a:rPr>
              <a:t>f</a:t>
            </a:r>
          </a:p>
        </p:txBody>
      </p:sp>
      <p:grpSp>
        <p:nvGrpSpPr>
          <p:cNvPr id="44" name="Group 43">
            <a:extLst>
              <a:ext uri="{FF2B5EF4-FFF2-40B4-BE49-F238E27FC236}">
                <a16:creationId xmlns:a16="http://schemas.microsoft.com/office/drawing/2014/main" id="{6E311C53-C352-41A1-A478-259194778DFA}"/>
              </a:ext>
            </a:extLst>
          </p:cNvPr>
          <p:cNvGrpSpPr/>
          <p:nvPr/>
        </p:nvGrpSpPr>
        <p:grpSpPr>
          <a:xfrm>
            <a:off x="5468664" y="5917109"/>
            <a:ext cx="180158" cy="174780"/>
            <a:chOff x="1752601" y="4673601"/>
            <a:chExt cx="106363" cy="103188"/>
          </a:xfrm>
          <a:solidFill>
            <a:schemeClr val="accent1"/>
          </a:solidFill>
        </p:grpSpPr>
        <p:sp>
          <p:nvSpPr>
            <p:cNvPr id="45" name="Freeform 48">
              <a:extLst>
                <a:ext uri="{FF2B5EF4-FFF2-40B4-BE49-F238E27FC236}">
                  <a16:creationId xmlns:a16="http://schemas.microsoft.com/office/drawing/2014/main" id="{9E524951-30F8-433D-8949-5A260F2BB931}"/>
                </a:ext>
              </a:extLst>
            </p:cNvPr>
            <p:cNvSpPr>
              <a:spLocks/>
            </p:cNvSpPr>
            <p:nvPr/>
          </p:nvSpPr>
          <p:spPr bwMode="auto">
            <a:xfrm>
              <a:off x="1752601" y="4673601"/>
              <a:ext cx="106363" cy="103188"/>
            </a:xfrm>
            <a:custGeom>
              <a:avLst/>
              <a:gdLst>
                <a:gd name="T0" fmla="*/ 59 w 70"/>
                <a:gd name="T1" fmla="*/ 69 h 69"/>
                <a:gd name="T2" fmla="*/ 52 w 70"/>
                <a:gd name="T3" fmla="*/ 66 h 69"/>
                <a:gd name="T4" fmla="*/ 4 w 70"/>
                <a:gd name="T5" fmla="*/ 18 h 69"/>
                <a:gd name="T6" fmla="*/ 4 w 70"/>
                <a:gd name="T7" fmla="*/ 4 h 69"/>
                <a:gd name="T8" fmla="*/ 18 w 70"/>
                <a:gd name="T9" fmla="*/ 4 h 69"/>
                <a:gd name="T10" fmla="*/ 66 w 70"/>
                <a:gd name="T11" fmla="*/ 52 h 69"/>
                <a:gd name="T12" fmla="*/ 66 w 70"/>
                <a:gd name="T13" fmla="*/ 66 h 69"/>
                <a:gd name="T14" fmla="*/ 59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59" y="69"/>
                  </a:moveTo>
                  <a:cubicBezTo>
                    <a:pt x="56" y="69"/>
                    <a:pt x="54" y="68"/>
                    <a:pt x="52" y="66"/>
                  </a:cubicBezTo>
                  <a:cubicBezTo>
                    <a:pt x="4" y="18"/>
                    <a:pt x="4" y="18"/>
                    <a:pt x="4" y="18"/>
                  </a:cubicBezTo>
                  <a:cubicBezTo>
                    <a:pt x="0" y="14"/>
                    <a:pt x="0" y="8"/>
                    <a:pt x="4" y="4"/>
                  </a:cubicBezTo>
                  <a:cubicBezTo>
                    <a:pt x="8" y="0"/>
                    <a:pt x="14" y="0"/>
                    <a:pt x="18" y="4"/>
                  </a:cubicBezTo>
                  <a:cubicBezTo>
                    <a:pt x="66" y="52"/>
                    <a:pt x="66" y="52"/>
                    <a:pt x="66" y="52"/>
                  </a:cubicBezTo>
                  <a:cubicBezTo>
                    <a:pt x="70" y="56"/>
                    <a:pt x="70" y="62"/>
                    <a:pt x="66" y="66"/>
                  </a:cubicBezTo>
                  <a:cubicBezTo>
                    <a:pt x="64" y="68"/>
                    <a:pt x="62" y="69"/>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46" name="Freeform 49">
              <a:extLst>
                <a:ext uri="{FF2B5EF4-FFF2-40B4-BE49-F238E27FC236}">
                  <a16:creationId xmlns:a16="http://schemas.microsoft.com/office/drawing/2014/main" id="{DCC030B9-ADF0-41FF-A743-937E34B4E903}"/>
                </a:ext>
              </a:extLst>
            </p:cNvPr>
            <p:cNvSpPr>
              <a:spLocks/>
            </p:cNvSpPr>
            <p:nvPr/>
          </p:nvSpPr>
          <p:spPr bwMode="auto">
            <a:xfrm>
              <a:off x="1752601" y="4673601"/>
              <a:ext cx="106363" cy="103188"/>
            </a:xfrm>
            <a:custGeom>
              <a:avLst/>
              <a:gdLst>
                <a:gd name="T0" fmla="*/ 11 w 70"/>
                <a:gd name="T1" fmla="*/ 69 h 69"/>
                <a:gd name="T2" fmla="*/ 4 w 70"/>
                <a:gd name="T3" fmla="*/ 66 h 69"/>
                <a:gd name="T4" fmla="*/ 4 w 70"/>
                <a:gd name="T5" fmla="*/ 52 h 69"/>
                <a:gd name="T6" fmla="*/ 52 w 70"/>
                <a:gd name="T7" fmla="*/ 4 h 69"/>
                <a:gd name="T8" fmla="*/ 66 w 70"/>
                <a:gd name="T9" fmla="*/ 4 h 69"/>
                <a:gd name="T10" fmla="*/ 66 w 70"/>
                <a:gd name="T11" fmla="*/ 18 h 69"/>
                <a:gd name="T12" fmla="*/ 18 w 70"/>
                <a:gd name="T13" fmla="*/ 66 h 69"/>
                <a:gd name="T14" fmla="*/ 11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11" y="69"/>
                  </a:moveTo>
                  <a:cubicBezTo>
                    <a:pt x="8" y="69"/>
                    <a:pt x="6" y="68"/>
                    <a:pt x="4" y="66"/>
                  </a:cubicBezTo>
                  <a:cubicBezTo>
                    <a:pt x="0" y="62"/>
                    <a:pt x="0" y="56"/>
                    <a:pt x="4" y="52"/>
                  </a:cubicBezTo>
                  <a:cubicBezTo>
                    <a:pt x="52" y="4"/>
                    <a:pt x="52" y="4"/>
                    <a:pt x="52" y="4"/>
                  </a:cubicBezTo>
                  <a:cubicBezTo>
                    <a:pt x="56" y="0"/>
                    <a:pt x="62" y="0"/>
                    <a:pt x="66" y="4"/>
                  </a:cubicBezTo>
                  <a:cubicBezTo>
                    <a:pt x="70" y="8"/>
                    <a:pt x="70" y="14"/>
                    <a:pt x="66" y="18"/>
                  </a:cubicBezTo>
                  <a:cubicBezTo>
                    <a:pt x="18" y="66"/>
                    <a:pt x="18" y="66"/>
                    <a:pt x="18" y="66"/>
                  </a:cubicBezTo>
                  <a:cubicBezTo>
                    <a:pt x="16" y="68"/>
                    <a:pt x="14" y="69"/>
                    <a:pt x="11"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sp>
        <p:nvSpPr>
          <p:cNvPr id="47" name="Rectangle 46">
            <a:extLst>
              <a:ext uri="{FF2B5EF4-FFF2-40B4-BE49-F238E27FC236}">
                <a16:creationId xmlns:a16="http://schemas.microsoft.com/office/drawing/2014/main" id="{5CE4BF81-FE0A-42F5-872D-F94D6207E501}"/>
              </a:ext>
            </a:extLst>
          </p:cNvPr>
          <p:cNvSpPr/>
          <p:nvPr/>
        </p:nvSpPr>
        <p:spPr>
          <a:xfrm>
            <a:off x="8655651" y="855130"/>
            <a:ext cx="319318" cy="507703"/>
          </a:xfrm>
          <a:prstGeom prst="rect">
            <a:avLst/>
          </a:prstGeom>
        </p:spPr>
        <p:txBody>
          <a:bodyPr wrap="none" anchor="ctr">
            <a:spAutoFit/>
          </a:bodyPr>
          <a:lstStyle/>
          <a:p>
            <a:pPr algn="ctr" defTabSz="228554"/>
            <a:r>
              <a:rPr lang="en-US" sz="2699">
                <a:solidFill>
                  <a:srgbClr val="5231F7"/>
                </a:solidFill>
                <a:latin typeface="Designball-Buildings-01" pitchFamily="2" charset="0"/>
                <a:ea typeface="Open Sans" panose="020B0606030504020204" pitchFamily="34" charset="0"/>
                <a:cs typeface="Open Sans" panose="020B0606030504020204" pitchFamily="34" charset="0"/>
              </a:rPr>
              <a:t>s</a:t>
            </a:r>
          </a:p>
        </p:txBody>
      </p:sp>
      <p:sp>
        <p:nvSpPr>
          <p:cNvPr id="48" name="Rectangle 47">
            <a:extLst>
              <a:ext uri="{FF2B5EF4-FFF2-40B4-BE49-F238E27FC236}">
                <a16:creationId xmlns:a16="http://schemas.microsoft.com/office/drawing/2014/main" id="{CBD5ECB8-4722-4179-A112-0552B4BBE626}"/>
              </a:ext>
            </a:extLst>
          </p:cNvPr>
          <p:cNvSpPr/>
          <p:nvPr/>
        </p:nvSpPr>
        <p:spPr>
          <a:xfrm>
            <a:off x="8192503" y="5108160"/>
            <a:ext cx="330540" cy="507703"/>
          </a:xfrm>
          <a:prstGeom prst="rect">
            <a:avLst/>
          </a:prstGeom>
        </p:spPr>
        <p:txBody>
          <a:bodyPr wrap="none" anchor="ctr">
            <a:spAutoFit/>
          </a:bodyPr>
          <a:lstStyle/>
          <a:p>
            <a:pPr algn="ctr" defTabSz="228554"/>
            <a:r>
              <a:rPr lang="en-US" sz="2699">
                <a:solidFill>
                  <a:srgbClr val="5231F7"/>
                </a:solidFill>
                <a:latin typeface="Designball-Charts-01" pitchFamily="2" charset="0"/>
                <a:ea typeface="Open Sans" panose="020B0606030504020204" pitchFamily="34" charset="0"/>
                <a:cs typeface="Open Sans" panose="020B0606030504020204" pitchFamily="34" charset="0"/>
              </a:rPr>
              <a:t>L</a:t>
            </a:r>
          </a:p>
        </p:txBody>
      </p:sp>
      <p:grpSp>
        <p:nvGrpSpPr>
          <p:cNvPr id="49" name="Group 48">
            <a:extLst>
              <a:ext uri="{FF2B5EF4-FFF2-40B4-BE49-F238E27FC236}">
                <a16:creationId xmlns:a16="http://schemas.microsoft.com/office/drawing/2014/main" id="{40340E64-959F-423D-86CA-16A8BD08061F}"/>
              </a:ext>
            </a:extLst>
          </p:cNvPr>
          <p:cNvGrpSpPr/>
          <p:nvPr/>
        </p:nvGrpSpPr>
        <p:grpSpPr>
          <a:xfrm>
            <a:off x="3075770" y="3561206"/>
            <a:ext cx="176715" cy="176715"/>
            <a:chOff x="965201" y="4870451"/>
            <a:chExt cx="228600" cy="228600"/>
          </a:xfrm>
          <a:solidFill>
            <a:schemeClr val="accent3"/>
          </a:solidFill>
        </p:grpSpPr>
        <p:sp>
          <p:nvSpPr>
            <p:cNvPr id="50" name="Freeform 46">
              <a:extLst>
                <a:ext uri="{FF2B5EF4-FFF2-40B4-BE49-F238E27FC236}">
                  <a16:creationId xmlns:a16="http://schemas.microsoft.com/office/drawing/2014/main" id="{C1C2806B-1DB7-4ABA-B2FA-18B6BE7CCD50}"/>
                </a:ext>
              </a:extLst>
            </p:cNvPr>
            <p:cNvSpPr>
              <a:spLocks/>
            </p:cNvSpPr>
            <p:nvPr/>
          </p:nvSpPr>
          <p:spPr bwMode="auto">
            <a:xfrm>
              <a:off x="965201" y="4954588"/>
              <a:ext cx="228600" cy="60325"/>
            </a:xfrm>
            <a:custGeom>
              <a:avLst/>
              <a:gdLst>
                <a:gd name="T0" fmla="*/ 132 w 152"/>
                <a:gd name="T1" fmla="*/ 40 h 40"/>
                <a:gd name="T2" fmla="*/ 20 w 152"/>
                <a:gd name="T3" fmla="*/ 40 h 40"/>
                <a:gd name="T4" fmla="*/ 0 w 152"/>
                <a:gd name="T5" fmla="*/ 20 h 40"/>
                <a:gd name="T6" fmla="*/ 20 w 152"/>
                <a:gd name="T7" fmla="*/ 0 h 40"/>
                <a:gd name="T8" fmla="*/ 132 w 152"/>
                <a:gd name="T9" fmla="*/ 0 h 40"/>
                <a:gd name="T10" fmla="*/ 152 w 152"/>
                <a:gd name="T11" fmla="*/ 20 h 40"/>
                <a:gd name="T12" fmla="*/ 132 w 152"/>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152" h="40">
                  <a:moveTo>
                    <a:pt x="132" y="40"/>
                  </a:moveTo>
                  <a:cubicBezTo>
                    <a:pt x="20" y="40"/>
                    <a:pt x="20" y="40"/>
                    <a:pt x="20" y="40"/>
                  </a:cubicBezTo>
                  <a:cubicBezTo>
                    <a:pt x="9" y="40"/>
                    <a:pt x="0" y="31"/>
                    <a:pt x="0" y="20"/>
                  </a:cubicBezTo>
                  <a:cubicBezTo>
                    <a:pt x="0" y="9"/>
                    <a:pt x="9" y="0"/>
                    <a:pt x="20" y="0"/>
                  </a:cubicBezTo>
                  <a:cubicBezTo>
                    <a:pt x="132" y="0"/>
                    <a:pt x="132" y="0"/>
                    <a:pt x="132" y="0"/>
                  </a:cubicBezTo>
                  <a:cubicBezTo>
                    <a:pt x="143" y="0"/>
                    <a:pt x="152" y="9"/>
                    <a:pt x="152" y="20"/>
                  </a:cubicBezTo>
                  <a:cubicBezTo>
                    <a:pt x="152" y="31"/>
                    <a:pt x="143" y="40"/>
                    <a:pt x="13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51" name="Freeform 47">
              <a:extLst>
                <a:ext uri="{FF2B5EF4-FFF2-40B4-BE49-F238E27FC236}">
                  <a16:creationId xmlns:a16="http://schemas.microsoft.com/office/drawing/2014/main" id="{D7D40BD6-C6E3-4B34-95B9-292657330992}"/>
                </a:ext>
              </a:extLst>
            </p:cNvPr>
            <p:cNvSpPr>
              <a:spLocks/>
            </p:cNvSpPr>
            <p:nvPr/>
          </p:nvSpPr>
          <p:spPr bwMode="auto">
            <a:xfrm>
              <a:off x="1049338" y="4870451"/>
              <a:ext cx="60325" cy="228600"/>
            </a:xfrm>
            <a:custGeom>
              <a:avLst/>
              <a:gdLst>
                <a:gd name="T0" fmla="*/ 20 w 40"/>
                <a:gd name="T1" fmla="*/ 152 h 152"/>
                <a:gd name="T2" fmla="*/ 0 w 40"/>
                <a:gd name="T3" fmla="*/ 132 h 152"/>
                <a:gd name="T4" fmla="*/ 0 w 40"/>
                <a:gd name="T5" fmla="*/ 20 h 152"/>
                <a:gd name="T6" fmla="*/ 20 w 40"/>
                <a:gd name="T7" fmla="*/ 0 h 152"/>
                <a:gd name="T8" fmla="*/ 40 w 40"/>
                <a:gd name="T9" fmla="*/ 20 h 152"/>
                <a:gd name="T10" fmla="*/ 40 w 40"/>
                <a:gd name="T11" fmla="*/ 132 h 152"/>
                <a:gd name="T12" fmla="*/ 20 w 40"/>
                <a:gd name="T13" fmla="*/ 152 h 152"/>
              </a:gdLst>
              <a:ahLst/>
              <a:cxnLst>
                <a:cxn ang="0">
                  <a:pos x="T0" y="T1"/>
                </a:cxn>
                <a:cxn ang="0">
                  <a:pos x="T2" y="T3"/>
                </a:cxn>
                <a:cxn ang="0">
                  <a:pos x="T4" y="T5"/>
                </a:cxn>
                <a:cxn ang="0">
                  <a:pos x="T6" y="T7"/>
                </a:cxn>
                <a:cxn ang="0">
                  <a:pos x="T8" y="T9"/>
                </a:cxn>
                <a:cxn ang="0">
                  <a:pos x="T10" y="T11"/>
                </a:cxn>
                <a:cxn ang="0">
                  <a:pos x="T12" y="T13"/>
                </a:cxn>
              </a:cxnLst>
              <a:rect l="0" t="0" r="r" b="b"/>
              <a:pathLst>
                <a:path w="40" h="152">
                  <a:moveTo>
                    <a:pt x="20" y="152"/>
                  </a:moveTo>
                  <a:cubicBezTo>
                    <a:pt x="9" y="152"/>
                    <a:pt x="0" y="143"/>
                    <a:pt x="0" y="132"/>
                  </a:cubicBezTo>
                  <a:cubicBezTo>
                    <a:pt x="0" y="20"/>
                    <a:pt x="0" y="20"/>
                    <a:pt x="0" y="20"/>
                  </a:cubicBezTo>
                  <a:cubicBezTo>
                    <a:pt x="0" y="9"/>
                    <a:pt x="9" y="0"/>
                    <a:pt x="20" y="0"/>
                  </a:cubicBezTo>
                  <a:cubicBezTo>
                    <a:pt x="31" y="0"/>
                    <a:pt x="40" y="9"/>
                    <a:pt x="40" y="20"/>
                  </a:cubicBezTo>
                  <a:cubicBezTo>
                    <a:pt x="40" y="132"/>
                    <a:pt x="40" y="132"/>
                    <a:pt x="40" y="132"/>
                  </a:cubicBezTo>
                  <a:cubicBezTo>
                    <a:pt x="40" y="143"/>
                    <a:pt x="31" y="152"/>
                    <a:pt x="20"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grpSp>
        <p:nvGrpSpPr>
          <p:cNvPr id="54" name="Group 53">
            <a:extLst>
              <a:ext uri="{FF2B5EF4-FFF2-40B4-BE49-F238E27FC236}">
                <a16:creationId xmlns:a16="http://schemas.microsoft.com/office/drawing/2014/main" id="{2CFA1C39-6344-43FE-8025-4A9EDEF04621}"/>
              </a:ext>
            </a:extLst>
          </p:cNvPr>
          <p:cNvGrpSpPr/>
          <p:nvPr/>
        </p:nvGrpSpPr>
        <p:grpSpPr>
          <a:xfrm>
            <a:off x="8092723" y="3955077"/>
            <a:ext cx="92449" cy="89690"/>
            <a:chOff x="1752601" y="4673601"/>
            <a:chExt cx="106363" cy="103188"/>
          </a:xfrm>
          <a:solidFill>
            <a:schemeClr val="accent1"/>
          </a:solidFill>
        </p:grpSpPr>
        <p:sp>
          <p:nvSpPr>
            <p:cNvPr id="55" name="Freeform 48">
              <a:extLst>
                <a:ext uri="{FF2B5EF4-FFF2-40B4-BE49-F238E27FC236}">
                  <a16:creationId xmlns:a16="http://schemas.microsoft.com/office/drawing/2014/main" id="{6790B81A-D9A3-489E-960D-CE4A5D90F8FF}"/>
                </a:ext>
              </a:extLst>
            </p:cNvPr>
            <p:cNvSpPr>
              <a:spLocks/>
            </p:cNvSpPr>
            <p:nvPr/>
          </p:nvSpPr>
          <p:spPr bwMode="auto">
            <a:xfrm>
              <a:off x="1752601" y="4673601"/>
              <a:ext cx="106363" cy="103188"/>
            </a:xfrm>
            <a:custGeom>
              <a:avLst/>
              <a:gdLst>
                <a:gd name="T0" fmla="*/ 59 w 70"/>
                <a:gd name="T1" fmla="*/ 69 h 69"/>
                <a:gd name="T2" fmla="*/ 52 w 70"/>
                <a:gd name="T3" fmla="*/ 66 h 69"/>
                <a:gd name="T4" fmla="*/ 4 w 70"/>
                <a:gd name="T5" fmla="*/ 18 h 69"/>
                <a:gd name="T6" fmla="*/ 4 w 70"/>
                <a:gd name="T7" fmla="*/ 4 h 69"/>
                <a:gd name="T8" fmla="*/ 18 w 70"/>
                <a:gd name="T9" fmla="*/ 4 h 69"/>
                <a:gd name="T10" fmla="*/ 66 w 70"/>
                <a:gd name="T11" fmla="*/ 52 h 69"/>
                <a:gd name="T12" fmla="*/ 66 w 70"/>
                <a:gd name="T13" fmla="*/ 66 h 69"/>
                <a:gd name="T14" fmla="*/ 59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59" y="69"/>
                  </a:moveTo>
                  <a:cubicBezTo>
                    <a:pt x="56" y="69"/>
                    <a:pt x="54" y="68"/>
                    <a:pt x="52" y="66"/>
                  </a:cubicBezTo>
                  <a:cubicBezTo>
                    <a:pt x="4" y="18"/>
                    <a:pt x="4" y="18"/>
                    <a:pt x="4" y="18"/>
                  </a:cubicBezTo>
                  <a:cubicBezTo>
                    <a:pt x="0" y="14"/>
                    <a:pt x="0" y="8"/>
                    <a:pt x="4" y="4"/>
                  </a:cubicBezTo>
                  <a:cubicBezTo>
                    <a:pt x="8" y="0"/>
                    <a:pt x="14" y="0"/>
                    <a:pt x="18" y="4"/>
                  </a:cubicBezTo>
                  <a:cubicBezTo>
                    <a:pt x="66" y="52"/>
                    <a:pt x="66" y="52"/>
                    <a:pt x="66" y="52"/>
                  </a:cubicBezTo>
                  <a:cubicBezTo>
                    <a:pt x="70" y="56"/>
                    <a:pt x="70" y="62"/>
                    <a:pt x="66" y="66"/>
                  </a:cubicBezTo>
                  <a:cubicBezTo>
                    <a:pt x="64" y="68"/>
                    <a:pt x="62" y="69"/>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56" name="Freeform 49">
              <a:extLst>
                <a:ext uri="{FF2B5EF4-FFF2-40B4-BE49-F238E27FC236}">
                  <a16:creationId xmlns:a16="http://schemas.microsoft.com/office/drawing/2014/main" id="{583F6E45-3830-4A9A-874B-3E15049C7528}"/>
                </a:ext>
              </a:extLst>
            </p:cNvPr>
            <p:cNvSpPr>
              <a:spLocks/>
            </p:cNvSpPr>
            <p:nvPr/>
          </p:nvSpPr>
          <p:spPr bwMode="auto">
            <a:xfrm>
              <a:off x="1752601" y="4673601"/>
              <a:ext cx="106363" cy="103188"/>
            </a:xfrm>
            <a:custGeom>
              <a:avLst/>
              <a:gdLst>
                <a:gd name="T0" fmla="*/ 11 w 70"/>
                <a:gd name="T1" fmla="*/ 69 h 69"/>
                <a:gd name="T2" fmla="*/ 4 w 70"/>
                <a:gd name="T3" fmla="*/ 66 h 69"/>
                <a:gd name="T4" fmla="*/ 4 w 70"/>
                <a:gd name="T5" fmla="*/ 52 h 69"/>
                <a:gd name="T6" fmla="*/ 52 w 70"/>
                <a:gd name="T7" fmla="*/ 4 h 69"/>
                <a:gd name="T8" fmla="*/ 66 w 70"/>
                <a:gd name="T9" fmla="*/ 4 h 69"/>
                <a:gd name="T10" fmla="*/ 66 w 70"/>
                <a:gd name="T11" fmla="*/ 18 h 69"/>
                <a:gd name="T12" fmla="*/ 18 w 70"/>
                <a:gd name="T13" fmla="*/ 66 h 69"/>
                <a:gd name="T14" fmla="*/ 11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11" y="69"/>
                  </a:moveTo>
                  <a:cubicBezTo>
                    <a:pt x="8" y="69"/>
                    <a:pt x="6" y="68"/>
                    <a:pt x="4" y="66"/>
                  </a:cubicBezTo>
                  <a:cubicBezTo>
                    <a:pt x="0" y="62"/>
                    <a:pt x="0" y="56"/>
                    <a:pt x="4" y="52"/>
                  </a:cubicBezTo>
                  <a:cubicBezTo>
                    <a:pt x="52" y="4"/>
                    <a:pt x="52" y="4"/>
                    <a:pt x="52" y="4"/>
                  </a:cubicBezTo>
                  <a:cubicBezTo>
                    <a:pt x="56" y="0"/>
                    <a:pt x="62" y="0"/>
                    <a:pt x="66" y="4"/>
                  </a:cubicBezTo>
                  <a:cubicBezTo>
                    <a:pt x="70" y="8"/>
                    <a:pt x="70" y="14"/>
                    <a:pt x="66" y="18"/>
                  </a:cubicBezTo>
                  <a:cubicBezTo>
                    <a:pt x="18" y="66"/>
                    <a:pt x="18" y="66"/>
                    <a:pt x="18" y="66"/>
                  </a:cubicBezTo>
                  <a:cubicBezTo>
                    <a:pt x="16" y="68"/>
                    <a:pt x="14" y="69"/>
                    <a:pt x="11"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grpSp>
        <p:nvGrpSpPr>
          <p:cNvPr id="57" name="Group 56">
            <a:extLst>
              <a:ext uri="{FF2B5EF4-FFF2-40B4-BE49-F238E27FC236}">
                <a16:creationId xmlns:a16="http://schemas.microsoft.com/office/drawing/2014/main" id="{49E27324-A20B-4166-8121-CD6CE754F2F1}"/>
              </a:ext>
            </a:extLst>
          </p:cNvPr>
          <p:cNvGrpSpPr/>
          <p:nvPr/>
        </p:nvGrpSpPr>
        <p:grpSpPr>
          <a:xfrm>
            <a:off x="8148571" y="1618891"/>
            <a:ext cx="92449" cy="89690"/>
            <a:chOff x="1752601" y="4673601"/>
            <a:chExt cx="106363" cy="103188"/>
          </a:xfrm>
          <a:solidFill>
            <a:schemeClr val="accent1"/>
          </a:solidFill>
        </p:grpSpPr>
        <p:sp>
          <p:nvSpPr>
            <p:cNvPr id="58" name="Freeform 48">
              <a:extLst>
                <a:ext uri="{FF2B5EF4-FFF2-40B4-BE49-F238E27FC236}">
                  <a16:creationId xmlns:a16="http://schemas.microsoft.com/office/drawing/2014/main" id="{CF7335A2-97BF-458A-8C5A-3D92F76184DD}"/>
                </a:ext>
              </a:extLst>
            </p:cNvPr>
            <p:cNvSpPr>
              <a:spLocks/>
            </p:cNvSpPr>
            <p:nvPr/>
          </p:nvSpPr>
          <p:spPr bwMode="auto">
            <a:xfrm>
              <a:off x="1752601" y="4673601"/>
              <a:ext cx="106363" cy="103188"/>
            </a:xfrm>
            <a:custGeom>
              <a:avLst/>
              <a:gdLst>
                <a:gd name="T0" fmla="*/ 59 w 70"/>
                <a:gd name="T1" fmla="*/ 69 h 69"/>
                <a:gd name="T2" fmla="*/ 52 w 70"/>
                <a:gd name="T3" fmla="*/ 66 h 69"/>
                <a:gd name="T4" fmla="*/ 4 w 70"/>
                <a:gd name="T5" fmla="*/ 18 h 69"/>
                <a:gd name="T6" fmla="*/ 4 w 70"/>
                <a:gd name="T7" fmla="*/ 4 h 69"/>
                <a:gd name="T8" fmla="*/ 18 w 70"/>
                <a:gd name="T9" fmla="*/ 4 h 69"/>
                <a:gd name="T10" fmla="*/ 66 w 70"/>
                <a:gd name="T11" fmla="*/ 52 h 69"/>
                <a:gd name="T12" fmla="*/ 66 w 70"/>
                <a:gd name="T13" fmla="*/ 66 h 69"/>
                <a:gd name="T14" fmla="*/ 59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59" y="69"/>
                  </a:moveTo>
                  <a:cubicBezTo>
                    <a:pt x="56" y="69"/>
                    <a:pt x="54" y="68"/>
                    <a:pt x="52" y="66"/>
                  </a:cubicBezTo>
                  <a:cubicBezTo>
                    <a:pt x="4" y="18"/>
                    <a:pt x="4" y="18"/>
                    <a:pt x="4" y="18"/>
                  </a:cubicBezTo>
                  <a:cubicBezTo>
                    <a:pt x="0" y="14"/>
                    <a:pt x="0" y="8"/>
                    <a:pt x="4" y="4"/>
                  </a:cubicBezTo>
                  <a:cubicBezTo>
                    <a:pt x="8" y="0"/>
                    <a:pt x="14" y="0"/>
                    <a:pt x="18" y="4"/>
                  </a:cubicBezTo>
                  <a:cubicBezTo>
                    <a:pt x="66" y="52"/>
                    <a:pt x="66" y="52"/>
                    <a:pt x="66" y="52"/>
                  </a:cubicBezTo>
                  <a:cubicBezTo>
                    <a:pt x="70" y="56"/>
                    <a:pt x="70" y="62"/>
                    <a:pt x="66" y="66"/>
                  </a:cubicBezTo>
                  <a:cubicBezTo>
                    <a:pt x="64" y="68"/>
                    <a:pt x="62" y="69"/>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59" name="Freeform 49">
              <a:extLst>
                <a:ext uri="{FF2B5EF4-FFF2-40B4-BE49-F238E27FC236}">
                  <a16:creationId xmlns:a16="http://schemas.microsoft.com/office/drawing/2014/main" id="{CFB0FAC4-8D21-4A95-8860-A561152DEEAD}"/>
                </a:ext>
              </a:extLst>
            </p:cNvPr>
            <p:cNvSpPr>
              <a:spLocks/>
            </p:cNvSpPr>
            <p:nvPr/>
          </p:nvSpPr>
          <p:spPr bwMode="auto">
            <a:xfrm>
              <a:off x="1752601" y="4673601"/>
              <a:ext cx="106363" cy="103188"/>
            </a:xfrm>
            <a:custGeom>
              <a:avLst/>
              <a:gdLst>
                <a:gd name="T0" fmla="*/ 11 w 70"/>
                <a:gd name="T1" fmla="*/ 69 h 69"/>
                <a:gd name="T2" fmla="*/ 4 w 70"/>
                <a:gd name="T3" fmla="*/ 66 h 69"/>
                <a:gd name="T4" fmla="*/ 4 w 70"/>
                <a:gd name="T5" fmla="*/ 52 h 69"/>
                <a:gd name="T6" fmla="*/ 52 w 70"/>
                <a:gd name="T7" fmla="*/ 4 h 69"/>
                <a:gd name="T8" fmla="*/ 66 w 70"/>
                <a:gd name="T9" fmla="*/ 4 h 69"/>
                <a:gd name="T10" fmla="*/ 66 w 70"/>
                <a:gd name="T11" fmla="*/ 18 h 69"/>
                <a:gd name="T12" fmla="*/ 18 w 70"/>
                <a:gd name="T13" fmla="*/ 66 h 69"/>
                <a:gd name="T14" fmla="*/ 11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11" y="69"/>
                  </a:moveTo>
                  <a:cubicBezTo>
                    <a:pt x="8" y="69"/>
                    <a:pt x="6" y="68"/>
                    <a:pt x="4" y="66"/>
                  </a:cubicBezTo>
                  <a:cubicBezTo>
                    <a:pt x="0" y="62"/>
                    <a:pt x="0" y="56"/>
                    <a:pt x="4" y="52"/>
                  </a:cubicBezTo>
                  <a:cubicBezTo>
                    <a:pt x="52" y="4"/>
                    <a:pt x="52" y="4"/>
                    <a:pt x="52" y="4"/>
                  </a:cubicBezTo>
                  <a:cubicBezTo>
                    <a:pt x="56" y="0"/>
                    <a:pt x="62" y="0"/>
                    <a:pt x="66" y="4"/>
                  </a:cubicBezTo>
                  <a:cubicBezTo>
                    <a:pt x="70" y="8"/>
                    <a:pt x="70" y="14"/>
                    <a:pt x="66" y="18"/>
                  </a:cubicBezTo>
                  <a:cubicBezTo>
                    <a:pt x="18" y="66"/>
                    <a:pt x="18" y="66"/>
                    <a:pt x="18" y="66"/>
                  </a:cubicBezTo>
                  <a:cubicBezTo>
                    <a:pt x="16" y="68"/>
                    <a:pt x="14" y="69"/>
                    <a:pt x="11"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grpSp>
        <p:nvGrpSpPr>
          <p:cNvPr id="61" name="Group 60">
            <a:extLst>
              <a:ext uri="{FF2B5EF4-FFF2-40B4-BE49-F238E27FC236}">
                <a16:creationId xmlns:a16="http://schemas.microsoft.com/office/drawing/2014/main" id="{33490317-335A-4DB2-AE81-D016E8DACFF9}"/>
              </a:ext>
            </a:extLst>
          </p:cNvPr>
          <p:cNvGrpSpPr/>
          <p:nvPr/>
        </p:nvGrpSpPr>
        <p:grpSpPr>
          <a:xfrm>
            <a:off x="3304895" y="4611990"/>
            <a:ext cx="99752" cy="99752"/>
            <a:chOff x="965201" y="4870451"/>
            <a:chExt cx="228600" cy="228600"/>
          </a:xfrm>
          <a:solidFill>
            <a:schemeClr val="accent2"/>
          </a:solidFill>
        </p:grpSpPr>
        <p:sp>
          <p:nvSpPr>
            <p:cNvPr id="62" name="Freeform 46">
              <a:extLst>
                <a:ext uri="{FF2B5EF4-FFF2-40B4-BE49-F238E27FC236}">
                  <a16:creationId xmlns:a16="http://schemas.microsoft.com/office/drawing/2014/main" id="{16C362B6-F8F5-4169-8347-094614A8173A}"/>
                </a:ext>
              </a:extLst>
            </p:cNvPr>
            <p:cNvSpPr>
              <a:spLocks/>
            </p:cNvSpPr>
            <p:nvPr/>
          </p:nvSpPr>
          <p:spPr bwMode="auto">
            <a:xfrm>
              <a:off x="965201" y="4954588"/>
              <a:ext cx="228600" cy="60325"/>
            </a:xfrm>
            <a:custGeom>
              <a:avLst/>
              <a:gdLst>
                <a:gd name="T0" fmla="*/ 132 w 152"/>
                <a:gd name="T1" fmla="*/ 40 h 40"/>
                <a:gd name="T2" fmla="*/ 20 w 152"/>
                <a:gd name="T3" fmla="*/ 40 h 40"/>
                <a:gd name="T4" fmla="*/ 0 w 152"/>
                <a:gd name="T5" fmla="*/ 20 h 40"/>
                <a:gd name="T6" fmla="*/ 20 w 152"/>
                <a:gd name="T7" fmla="*/ 0 h 40"/>
                <a:gd name="T8" fmla="*/ 132 w 152"/>
                <a:gd name="T9" fmla="*/ 0 h 40"/>
                <a:gd name="T10" fmla="*/ 152 w 152"/>
                <a:gd name="T11" fmla="*/ 20 h 40"/>
                <a:gd name="T12" fmla="*/ 132 w 152"/>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152" h="40">
                  <a:moveTo>
                    <a:pt x="132" y="40"/>
                  </a:moveTo>
                  <a:cubicBezTo>
                    <a:pt x="20" y="40"/>
                    <a:pt x="20" y="40"/>
                    <a:pt x="20" y="40"/>
                  </a:cubicBezTo>
                  <a:cubicBezTo>
                    <a:pt x="9" y="40"/>
                    <a:pt x="0" y="31"/>
                    <a:pt x="0" y="20"/>
                  </a:cubicBezTo>
                  <a:cubicBezTo>
                    <a:pt x="0" y="9"/>
                    <a:pt x="9" y="0"/>
                    <a:pt x="20" y="0"/>
                  </a:cubicBezTo>
                  <a:cubicBezTo>
                    <a:pt x="132" y="0"/>
                    <a:pt x="132" y="0"/>
                    <a:pt x="132" y="0"/>
                  </a:cubicBezTo>
                  <a:cubicBezTo>
                    <a:pt x="143" y="0"/>
                    <a:pt x="152" y="9"/>
                    <a:pt x="152" y="20"/>
                  </a:cubicBezTo>
                  <a:cubicBezTo>
                    <a:pt x="152" y="31"/>
                    <a:pt x="143" y="40"/>
                    <a:pt x="13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63" name="Freeform 47">
              <a:extLst>
                <a:ext uri="{FF2B5EF4-FFF2-40B4-BE49-F238E27FC236}">
                  <a16:creationId xmlns:a16="http://schemas.microsoft.com/office/drawing/2014/main" id="{9E6B39D2-B23C-41B2-93AE-E602C4780B92}"/>
                </a:ext>
              </a:extLst>
            </p:cNvPr>
            <p:cNvSpPr>
              <a:spLocks/>
            </p:cNvSpPr>
            <p:nvPr/>
          </p:nvSpPr>
          <p:spPr bwMode="auto">
            <a:xfrm>
              <a:off x="1049338" y="4870451"/>
              <a:ext cx="60325" cy="228600"/>
            </a:xfrm>
            <a:custGeom>
              <a:avLst/>
              <a:gdLst>
                <a:gd name="T0" fmla="*/ 20 w 40"/>
                <a:gd name="T1" fmla="*/ 152 h 152"/>
                <a:gd name="T2" fmla="*/ 0 w 40"/>
                <a:gd name="T3" fmla="*/ 132 h 152"/>
                <a:gd name="T4" fmla="*/ 0 w 40"/>
                <a:gd name="T5" fmla="*/ 20 h 152"/>
                <a:gd name="T6" fmla="*/ 20 w 40"/>
                <a:gd name="T7" fmla="*/ 0 h 152"/>
                <a:gd name="T8" fmla="*/ 40 w 40"/>
                <a:gd name="T9" fmla="*/ 20 h 152"/>
                <a:gd name="T10" fmla="*/ 40 w 40"/>
                <a:gd name="T11" fmla="*/ 132 h 152"/>
                <a:gd name="T12" fmla="*/ 20 w 40"/>
                <a:gd name="T13" fmla="*/ 152 h 152"/>
              </a:gdLst>
              <a:ahLst/>
              <a:cxnLst>
                <a:cxn ang="0">
                  <a:pos x="T0" y="T1"/>
                </a:cxn>
                <a:cxn ang="0">
                  <a:pos x="T2" y="T3"/>
                </a:cxn>
                <a:cxn ang="0">
                  <a:pos x="T4" y="T5"/>
                </a:cxn>
                <a:cxn ang="0">
                  <a:pos x="T6" y="T7"/>
                </a:cxn>
                <a:cxn ang="0">
                  <a:pos x="T8" y="T9"/>
                </a:cxn>
                <a:cxn ang="0">
                  <a:pos x="T10" y="T11"/>
                </a:cxn>
                <a:cxn ang="0">
                  <a:pos x="T12" y="T13"/>
                </a:cxn>
              </a:cxnLst>
              <a:rect l="0" t="0" r="r" b="b"/>
              <a:pathLst>
                <a:path w="40" h="152">
                  <a:moveTo>
                    <a:pt x="20" y="152"/>
                  </a:moveTo>
                  <a:cubicBezTo>
                    <a:pt x="9" y="152"/>
                    <a:pt x="0" y="143"/>
                    <a:pt x="0" y="132"/>
                  </a:cubicBezTo>
                  <a:cubicBezTo>
                    <a:pt x="0" y="20"/>
                    <a:pt x="0" y="20"/>
                    <a:pt x="0" y="20"/>
                  </a:cubicBezTo>
                  <a:cubicBezTo>
                    <a:pt x="0" y="9"/>
                    <a:pt x="9" y="0"/>
                    <a:pt x="20" y="0"/>
                  </a:cubicBezTo>
                  <a:cubicBezTo>
                    <a:pt x="31" y="0"/>
                    <a:pt x="40" y="9"/>
                    <a:pt x="40" y="20"/>
                  </a:cubicBezTo>
                  <a:cubicBezTo>
                    <a:pt x="40" y="132"/>
                    <a:pt x="40" y="132"/>
                    <a:pt x="40" y="132"/>
                  </a:cubicBezTo>
                  <a:cubicBezTo>
                    <a:pt x="40" y="143"/>
                    <a:pt x="31" y="152"/>
                    <a:pt x="20"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grpSp>
        <p:nvGrpSpPr>
          <p:cNvPr id="70" name="Group 69">
            <a:extLst>
              <a:ext uri="{FF2B5EF4-FFF2-40B4-BE49-F238E27FC236}">
                <a16:creationId xmlns:a16="http://schemas.microsoft.com/office/drawing/2014/main" id="{78602195-3E57-4D5B-B996-6E158CE63C7D}"/>
              </a:ext>
            </a:extLst>
          </p:cNvPr>
          <p:cNvGrpSpPr/>
          <p:nvPr/>
        </p:nvGrpSpPr>
        <p:grpSpPr>
          <a:xfrm>
            <a:off x="4636110" y="606943"/>
            <a:ext cx="160651" cy="160651"/>
            <a:chOff x="965201" y="4870451"/>
            <a:chExt cx="228600" cy="228600"/>
          </a:xfrm>
          <a:solidFill>
            <a:schemeClr val="accent2"/>
          </a:solidFill>
        </p:grpSpPr>
        <p:sp>
          <p:nvSpPr>
            <p:cNvPr id="71" name="Freeform 46">
              <a:extLst>
                <a:ext uri="{FF2B5EF4-FFF2-40B4-BE49-F238E27FC236}">
                  <a16:creationId xmlns:a16="http://schemas.microsoft.com/office/drawing/2014/main" id="{DE247F31-7F93-4B4B-8258-54B03912BBE9}"/>
                </a:ext>
              </a:extLst>
            </p:cNvPr>
            <p:cNvSpPr>
              <a:spLocks/>
            </p:cNvSpPr>
            <p:nvPr/>
          </p:nvSpPr>
          <p:spPr bwMode="auto">
            <a:xfrm>
              <a:off x="965201" y="4954588"/>
              <a:ext cx="228600" cy="60325"/>
            </a:xfrm>
            <a:custGeom>
              <a:avLst/>
              <a:gdLst>
                <a:gd name="T0" fmla="*/ 132 w 152"/>
                <a:gd name="T1" fmla="*/ 40 h 40"/>
                <a:gd name="T2" fmla="*/ 20 w 152"/>
                <a:gd name="T3" fmla="*/ 40 h 40"/>
                <a:gd name="T4" fmla="*/ 0 w 152"/>
                <a:gd name="T5" fmla="*/ 20 h 40"/>
                <a:gd name="T6" fmla="*/ 20 w 152"/>
                <a:gd name="T7" fmla="*/ 0 h 40"/>
                <a:gd name="T8" fmla="*/ 132 w 152"/>
                <a:gd name="T9" fmla="*/ 0 h 40"/>
                <a:gd name="T10" fmla="*/ 152 w 152"/>
                <a:gd name="T11" fmla="*/ 20 h 40"/>
                <a:gd name="T12" fmla="*/ 132 w 152"/>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152" h="40">
                  <a:moveTo>
                    <a:pt x="132" y="40"/>
                  </a:moveTo>
                  <a:cubicBezTo>
                    <a:pt x="20" y="40"/>
                    <a:pt x="20" y="40"/>
                    <a:pt x="20" y="40"/>
                  </a:cubicBezTo>
                  <a:cubicBezTo>
                    <a:pt x="9" y="40"/>
                    <a:pt x="0" y="31"/>
                    <a:pt x="0" y="20"/>
                  </a:cubicBezTo>
                  <a:cubicBezTo>
                    <a:pt x="0" y="9"/>
                    <a:pt x="9" y="0"/>
                    <a:pt x="20" y="0"/>
                  </a:cubicBezTo>
                  <a:cubicBezTo>
                    <a:pt x="132" y="0"/>
                    <a:pt x="132" y="0"/>
                    <a:pt x="132" y="0"/>
                  </a:cubicBezTo>
                  <a:cubicBezTo>
                    <a:pt x="143" y="0"/>
                    <a:pt x="152" y="9"/>
                    <a:pt x="152" y="20"/>
                  </a:cubicBezTo>
                  <a:cubicBezTo>
                    <a:pt x="152" y="31"/>
                    <a:pt x="143" y="40"/>
                    <a:pt x="13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72" name="Freeform 47">
              <a:extLst>
                <a:ext uri="{FF2B5EF4-FFF2-40B4-BE49-F238E27FC236}">
                  <a16:creationId xmlns:a16="http://schemas.microsoft.com/office/drawing/2014/main" id="{F40BA36C-5C2B-4BD8-9D25-149C967FCCFC}"/>
                </a:ext>
              </a:extLst>
            </p:cNvPr>
            <p:cNvSpPr>
              <a:spLocks/>
            </p:cNvSpPr>
            <p:nvPr/>
          </p:nvSpPr>
          <p:spPr bwMode="auto">
            <a:xfrm>
              <a:off x="1049338" y="4870451"/>
              <a:ext cx="60325" cy="228600"/>
            </a:xfrm>
            <a:custGeom>
              <a:avLst/>
              <a:gdLst>
                <a:gd name="T0" fmla="*/ 20 w 40"/>
                <a:gd name="T1" fmla="*/ 152 h 152"/>
                <a:gd name="T2" fmla="*/ 0 w 40"/>
                <a:gd name="T3" fmla="*/ 132 h 152"/>
                <a:gd name="T4" fmla="*/ 0 w 40"/>
                <a:gd name="T5" fmla="*/ 20 h 152"/>
                <a:gd name="T6" fmla="*/ 20 w 40"/>
                <a:gd name="T7" fmla="*/ 0 h 152"/>
                <a:gd name="T8" fmla="*/ 40 w 40"/>
                <a:gd name="T9" fmla="*/ 20 h 152"/>
                <a:gd name="T10" fmla="*/ 40 w 40"/>
                <a:gd name="T11" fmla="*/ 132 h 152"/>
                <a:gd name="T12" fmla="*/ 20 w 40"/>
                <a:gd name="T13" fmla="*/ 152 h 152"/>
              </a:gdLst>
              <a:ahLst/>
              <a:cxnLst>
                <a:cxn ang="0">
                  <a:pos x="T0" y="T1"/>
                </a:cxn>
                <a:cxn ang="0">
                  <a:pos x="T2" y="T3"/>
                </a:cxn>
                <a:cxn ang="0">
                  <a:pos x="T4" y="T5"/>
                </a:cxn>
                <a:cxn ang="0">
                  <a:pos x="T6" y="T7"/>
                </a:cxn>
                <a:cxn ang="0">
                  <a:pos x="T8" y="T9"/>
                </a:cxn>
                <a:cxn ang="0">
                  <a:pos x="T10" y="T11"/>
                </a:cxn>
                <a:cxn ang="0">
                  <a:pos x="T12" y="T13"/>
                </a:cxn>
              </a:cxnLst>
              <a:rect l="0" t="0" r="r" b="b"/>
              <a:pathLst>
                <a:path w="40" h="152">
                  <a:moveTo>
                    <a:pt x="20" y="152"/>
                  </a:moveTo>
                  <a:cubicBezTo>
                    <a:pt x="9" y="152"/>
                    <a:pt x="0" y="143"/>
                    <a:pt x="0" y="132"/>
                  </a:cubicBezTo>
                  <a:cubicBezTo>
                    <a:pt x="0" y="20"/>
                    <a:pt x="0" y="20"/>
                    <a:pt x="0" y="20"/>
                  </a:cubicBezTo>
                  <a:cubicBezTo>
                    <a:pt x="0" y="9"/>
                    <a:pt x="9" y="0"/>
                    <a:pt x="20" y="0"/>
                  </a:cubicBezTo>
                  <a:cubicBezTo>
                    <a:pt x="31" y="0"/>
                    <a:pt x="40" y="9"/>
                    <a:pt x="40" y="20"/>
                  </a:cubicBezTo>
                  <a:cubicBezTo>
                    <a:pt x="40" y="132"/>
                    <a:pt x="40" y="132"/>
                    <a:pt x="40" y="132"/>
                  </a:cubicBezTo>
                  <a:cubicBezTo>
                    <a:pt x="40" y="143"/>
                    <a:pt x="31" y="152"/>
                    <a:pt x="20"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spTree>
    <p:extLst>
      <p:ext uri="{BB962C8B-B14F-4D97-AF65-F5344CB8AC3E}">
        <p14:creationId xmlns:p14="http://schemas.microsoft.com/office/powerpoint/2010/main" val="2650387596"/>
      </p:ext>
    </p:extLst>
  </p:cSld>
  <p:clrMapOvr>
    <a:overrideClrMapping bg1="lt1" tx1="dk1" bg2="lt2" tx2="dk2" accent1="accent1" accent2="accent2" accent3="accent3" accent4="accent4" accent5="accent5" accent6="accent6" hlink="hlink" folHlink="folHlink"/>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ppt_x"/>
                                              </p:val>
                                            </p:tav>
                                            <p:tav tm="100000">
                                              <p:val>
                                                <p:strVal val="#ppt_x"/>
                                              </p:val>
                                            </p:tav>
                                          </p:tavLst>
                                        </p:anim>
                                        <p:anim calcmode="lin" valueType="num">
                                          <p:cBhvr additive="base">
                                            <p:cTn id="12" dur="10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14:presetBounceEnd="80000">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14:bounceEnd="80000">
                                          <p:cBhvr additive="base">
                                            <p:cTn id="15" dur="2250" fill="hold"/>
                                            <p:tgtEl>
                                              <p:spTgt spid="15"/>
                                            </p:tgtEl>
                                            <p:attrNameLst>
                                              <p:attrName>ppt_x</p:attrName>
                                            </p:attrNameLst>
                                          </p:cBhvr>
                                          <p:tavLst>
                                            <p:tav tm="0">
                                              <p:val>
                                                <p:strVal val="#ppt_x"/>
                                              </p:val>
                                            </p:tav>
                                            <p:tav tm="100000">
                                              <p:val>
                                                <p:strVal val="#ppt_x"/>
                                              </p:val>
                                            </p:tav>
                                          </p:tavLst>
                                        </p:anim>
                                        <p:anim calcmode="lin" valueType="num" p14:bounceEnd="80000">
                                          <p:cBhvr additive="base">
                                            <p:cTn id="16" dur="2250" fill="hold"/>
                                            <p:tgtEl>
                                              <p:spTgt spid="15"/>
                                            </p:tgtEl>
                                            <p:attrNameLst>
                                              <p:attrName>ppt_y</p:attrName>
                                            </p:attrNameLst>
                                          </p:cBhvr>
                                          <p:tavLst>
                                            <p:tav tm="0">
                                              <p:val>
                                                <p:strVal val="1+#ppt_h/2"/>
                                              </p:val>
                                            </p:tav>
                                            <p:tav tm="100000">
                                              <p:val>
                                                <p:strVal val="#ppt_y"/>
                                              </p:val>
                                            </p:tav>
                                          </p:tavLst>
                                        </p:anim>
                                      </p:childTnLst>
                                    </p:cTn>
                                  </p:par>
                                  <p:par>
                                    <p:cTn id="17" presetID="2" presetClass="entr" presetSubtype="1" fill="hold" grpId="0" nodeType="withEffect" p14:presetBounceEnd="80000">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14:bounceEnd="80000">
                                          <p:cBhvr additive="base">
                                            <p:cTn id="19" dur="2250" fill="hold"/>
                                            <p:tgtEl>
                                              <p:spTgt spid="18"/>
                                            </p:tgtEl>
                                            <p:attrNameLst>
                                              <p:attrName>ppt_x</p:attrName>
                                            </p:attrNameLst>
                                          </p:cBhvr>
                                          <p:tavLst>
                                            <p:tav tm="0">
                                              <p:val>
                                                <p:strVal val="#ppt_x"/>
                                              </p:val>
                                            </p:tav>
                                            <p:tav tm="100000">
                                              <p:val>
                                                <p:strVal val="#ppt_x"/>
                                              </p:val>
                                            </p:tav>
                                          </p:tavLst>
                                        </p:anim>
                                        <p:anim calcmode="lin" valueType="num" p14:bounceEnd="80000">
                                          <p:cBhvr additive="base">
                                            <p:cTn id="20" dur="2250" fill="hold"/>
                                            <p:tgtEl>
                                              <p:spTgt spid="18"/>
                                            </p:tgtEl>
                                            <p:attrNameLst>
                                              <p:attrName>ppt_y</p:attrName>
                                            </p:attrNameLst>
                                          </p:cBhvr>
                                          <p:tavLst>
                                            <p:tav tm="0">
                                              <p:val>
                                                <p:strVal val="0-#ppt_h/2"/>
                                              </p:val>
                                            </p:tav>
                                            <p:tav tm="100000">
                                              <p:val>
                                                <p:strVal val="#ppt_y"/>
                                              </p:val>
                                            </p:tav>
                                          </p:tavLst>
                                        </p:anim>
                                      </p:childTnLst>
                                    </p:cTn>
                                  </p:par>
                                  <p:par>
                                    <p:cTn id="21" presetID="2" presetClass="entr" presetSubtype="8" fill="hold" nodeType="withEffect" p14:presetBounceEnd="80000">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14:bounceEnd="80000">
                                          <p:cBhvr additive="base">
                                            <p:cTn id="23" dur="2250" fill="hold"/>
                                            <p:tgtEl>
                                              <p:spTgt spid="19"/>
                                            </p:tgtEl>
                                            <p:attrNameLst>
                                              <p:attrName>ppt_x</p:attrName>
                                            </p:attrNameLst>
                                          </p:cBhvr>
                                          <p:tavLst>
                                            <p:tav tm="0">
                                              <p:val>
                                                <p:strVal val="0-#ppt_w/2"/>
                                              </p:val>
                                            </p:tav>
                                            <p:tav tm="100000">
                                              <p:val>
                                                <p:strVal val="#ppt_x"/>
                                              </p:val>
                                            </p:tav>
                                          </p:tavLst>
                                        </p:anim>
                                        <p:anim calcmode="lin" valueType="num" p14:bounceEnd="80000">
                                          <p:cBhvr additive="base">
                                            <p:cTn id="24" dur="2250" fill="hold"/>
                                            <p:tgtEl>
                                              <p:spTgt spid="19"/>
                                            </p:tgtEl>
                                            <p:attrNameLst>
                                              <p:attrName>ppt_y</p:attrName>
                                            </p:attrNameLst>
                                          </p:cBhvr>
                                          <p:tavLst>
                                            <p:tav tm="0">
                                              <p:val>
                                                <p:strVal val="#ppt_y"/>
                                              </p:val>
                                            </p:tav>
                                            <p:tav tm="100000">
                                              <p:val>
                                                <p:strVal val="#ppt_y"/>
                                              </p:val>
                                            </p:tav>
                                          </p:tavLst>
                                        </p:anim>
                                      </p:childTnLst>
                                    </p:cTn>
                                  </p:par>
                                  <p:par>
                                    <p:cTn id="25" presetID="2" presetClass="entr" presetSubtype="4" fill="hold" nodeType="withEffect" p14:presetBounceEnd="80000">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14:bounceEnd="80000">
                                          <p:cBhvr additive="base">
                                            <p:cTn id="27" dur="2250" fill="hold"/>
                                            <p:tgtEl>
                                              <p:spTgt spid="25"/>
                                            </p:tgtEl>
                                            <p:attrNameLst>
                                              <p:attrName>ppt_x</p:attrName>
                                            </p:attrNameLst>
                                          </p:cBhvr>
                                          <p:tavLst>
                                            <p:tav tm="0">
                                              <p:val>
                                                <p:strVal val="#ppt_x"/>
                                              </p:val>
                                            </p:tav>
                                            <p:tav tm="100000">
                                              <p:val>
                                                <p:strVal val="#ppt_x"/>
                                              </p:val>
                                            </p:tav>
                                          </p:tavLst>
                                        </p:anim>
                                        <p:anim calcmode="lin" valueType="num" p14:bounceEnd="80000">
                                          <p:cBhvr additive="base">
                                            <p:cTn id="28" dur="2250" fill="hold"/>
                                            <p:tgtEl>
                                              <p:spTgt spid="25"/>
                                            </p:tgtEl>
                                            <p:attrNameLst>
                                              <p:attrName>ppt_y</p:attrName>
                                            </p:attrNameLst>
                                          </p:cBhvr>
                                          <p:tavLst>
                                            <p:tav tm="0">
                                              <p:val>
                                                <p:strVal val="1+#ppt_h/2"/>
                                              </p:val>
                                            </p:tav>
                                            <p:tav tm="100000">
                                              <p:val>
                                                <p:strVal val="#ppt_y"/>
                                              </p:val>
                                            </p:tav>
                                          </p:tavLst>
                                        </p:anim>
                                      </p:childTnLst>
                                    </p:cTn>
                                  </p:par>
                                  <p:par>
                                    <p:cTn id="29" presetID="2" presetClass="entr" presetSubtype="2" fill="hold" nodeType="withEffect" p14:presetBounceEnd="80000">
                                      <p:stCondLst>
                                        <p:cond delay="0"/>
                                      </p:stCondLst>
                                      <p:childTnLst>
                                        <p:set>
                                          <p:cBhvr>
                                            <p:cTn id="30" dur="1" fill="hold">
                                              <p:stCondLst>
                                                <p:cond delay="0"/>
                                              </p:stCondLst>
                                            </p:cTn>
                                            <p:tgtEl>
                                              <p:spTgt spid="28"/>
                                            </p:tgtEl>
                                            <p:attrNameLst>
                                              <p:attrName>style.visibility</p:attrName>
                                            </p:attrNameLst>
                                          </p:cBhvr>
                                          <p:to>
                                            <p:strVal val="visible"/>
                                          </p:to>
                                        </p:set>
                                        <p:anim calcmode="lin" valueType="num" p14:bounceEnd="80000">
                                          <p:cBhvr additive="base">
                                            <p:cTn id="31" dur="2250" fill="hold"/>
                                            <p:tgtEl>
                                              <p:spTgt spid="28"/>
                                            </p:tgtEl>
                                            <p:attrNameLst>
                                              <p:attrName>ppt_x</p:attrName>
                                            </p:attrNameLst>
                                          </p:cBhvr>
                                          <p:tavLst>
                                            <p:tav tm="0">
                                              <p:val>
                                                <p:strVal val="1+#ppt_w/2"/>
                                              </p:val>
                                            </p:tav>
                                            <p:tav tm="100000">
                                              <p:val>
                                                <p:strVal val="#ppt_x"/>
                                              </p:val>
                                            </p:tav>
                                          </p:tavLst>
                                        </p:anim>
                                        <p:anim calcmode="lin" valueType="num" p14:bounceEnd="80000">
                                          <p:cBhvr additive="base">
                                            <p:cTn id="32" dur="2250" fill="hold"/>
                                            <p:tgtEl>
                                              <p:spTgt spid="28"/>
                                            </p:tgtEl>
                                            <p:attrNameLst>
                                              <p:attrName>ppt_y</p:attrName>
                                            </p:attrNameLst>
                                          </p:cBhvr>
                                          <p:tavLst>
                                            <p:tav tm="0">
                                              <p:val>
                                                <p:strVal val="#ppt_y"/>
                                              </p:val>
                                            </p:tav>
                                            <p:tav tm="100000">
                                              <p:val>
                                                <p:strVal val="#ppt_y"/>
                                              </p:val>
                                            </p:tav>
                                          </p:tavLst>
                                        </p:anim>
                                      </p:childTnLst>
                                    </p:cTn>
                                  </p:par>
                                  <p:par>
                                    <p:cTn id="33" presetID="2" presetClass="entr" presetSubtype="4" fill="hold" nodeType="withEffect" p14:presetBounceEnd="80000">
                                      <p:stCondLst>
                                        <p:cond delay="0"/>
                                      </p:stCondLst>
                                      <p:childTnLst>
                                        <p:set>
                                          <p:cBhvr>
                                            <p:cTn id="34" dur="1" fill="hold">
                                              <p:stCondLst>
                                                <p:cond delay="0"/>
                                              </p:stCondLst>
                                            </p:cTn>
                                            <p:tgtEl>
                                              <p:spTgt spid="31"/>
                                            </p:tgtEl>
                                            <p:attrNameLst>
                                              <p:attrName>style.visibility</p:attrName>
                                            </p:attrNameLst>
                                          </p:cBhvr>
                                          <p:to>
                                            <p:strVal val="visible"/>
                                          </p:to>
                                        </p:set>
                                        <p:anim calcmode="lin" valueType="num" p14:bounceEnd="80000">
                                          <p:cBhvr additive="base">
                                            <p:cTn id="35" dur="2250" fill="hold"/>
                                            <p:tgtEl>
                                              <p:spTgt spid="31"/>
                                            </p:tgtEl>
                                            <p:attrNameLst>
                                              <p:attrName>ppt_x</p:attrName>
                                            </p:attrNameLst>
                                          </p:cBhvr>
                                          <p:tavLst>
                                            <p:tav tm="0">
                                              <p:val>
                                                <p:strVal val="#ppt_x"/>
                                              </p:val>
                                            </p:tav>
                                            <p:tav tm="100000">
                                              <p:val>
                                                <p:strVal val="#ppt_x"/>
                                              </p:val>
                                            </p:tav>
                                          </p:tavLst>
                                        </p:anim>
                                        <p:anim calcmode="lin" valueType="num" p14:bounceEnd="80000">
                                          <p:cBhvr additive="base">
                                            <p:cTn id="36" dur="2250" fill="hold"/>
                                            <p:tgtEl>
                                              <p:spTgt spid="31"/>
                                            </p:tgtEl>
                                            <p:attrNameLst>
                                              <p:attrName>ppt_y</p:attrName>
                                            </p:attrNameLst>
                                          </p:cBhvr>
                                          <p:tavLst>
                                            <p:tav tm="0">
                                              <p:val>
                                                <p:strVal val="1+#ppt_h/2"/>
                                              </p:val>
                                            </p:tav>
                                            <p:tav tm="100000">
                                              <p:val>
                                                <p:strVal val="#ppt_y"/>
                                              </p:val>
                                            </p:tav>
                                          </p:tavLst>
                                        </p:anim>
                                      </p:childTnLst>
                                    </p:cTn>
                                  </p:par>
                                  <p:par>
                                    <p:cTn id="37" presetID="2" presetClass="entr" presetSubtype="1" fill="hold" nodeType="withEffect" p14:presetBounceEnd="80000">
                                      <p:stCondLst>
                                        <p:cond delay="0"/>
                                      </p:stCondLst>
                                      <p:childTnLst>
                                        <p:set>
                                          <p:cBhvr>
                                            <p:cTn id="38" dur="1" fill="hold">
                                              <p:stCondLst>
                                                <p:cond delay="0"/>
                                              </p:stCondLst>
                                            </p:cTn>
                                            <p:tgtEl>
                                              <p:spTgt spid="34"/>
                                            </p:tgtEl>
                                            <p:attrNameLst>
                                              <p:attrName>style.visibility</p:attrName>
                                            </p:attrNameLst>
                                          </p:cBhvr>
                                          <p:to>
                                            <p:strVal val="visible"/>
                                          </p:to>
                                        </p:set>
                                        <p:anim calcmode="lin" valueType="num" p14:bounceEnd="80000">
                                          <p:cBhvr additive="base">
                                            <p:cTn id="39" dur="2250" fill="hold"/>
                                            <p:tgtEl>
                                              <p:spTgt spid="34"/>
                                            </p:tgtEl>
                                            <p:attrNameLst>
                                              <p:attrName>ppt_x</p:attrName>
                                            </p:attrNameLst>
                                          </p:cBhvr>
                                          <p:tavLst>
                                            <p:tav tm="0">
                                              <p:val>
                                                <p:strVal val="#ppt_x"/>
                                              </p:val>
                                            </p:tav>
                                            <p:tav tm="100000">
                                              <p:val>
                                                <p:strVal val="#ppt_x"/>
                                              </p:val>
                                            </p:tav>
                                          </p:tavLst>
                                        </p:anim>
                                        <p:anim calcmode="lin" valueType="num" p14:bounceEnd="80000">
                                          <p:cBhvr additive="base">
                                            <p:cTn id="40" dur="2250" fill="hold"/>
                                            <p:tgtEl>
                                              <p:spTgt spid="34"/>
                                            </p:tgtEl>
                                            <p:attrNameLst>
                                              <p:attrName>ppt_y</p:attrName>
                                            </p:attrNameLst>
                                          </p:cBhvr>
                                          <p:tavLst>
                                            <p:tav tm="0">
                                              <p:val>
                                                <p:strVal val="0-#ppt_h/2"/>
                                              </p:val>
                                            </p:tav>
                                            <p:tav tm="100000">
                                              <p:val>
                                                <p:strVal val="#ppt_y"/>
                                              </p:val>
                                            </p:tav>
                                          </p:tavLst>
                                        </p:anim>
                                      </p:childTnLst>
                                    </p:cTn>
                                  </p:par>
                                  <p:par>
                                    <p:cTn id="41" presetID="2" presetClass="entr" presetSubtype="4" fill="hold" nodeType="withEffect" p14:presetBounceEnd="80000">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14:bounceEnd="80000">
                                          <p:cBhvr additive="base">
                                            <p:cTn id="43" dur="2250" fill="hold"/>
                                            <p:tgtEl>
                                              <p:spTgt spid="38"/>
                                            </p:tgtEl>
                                            <p:attrNameLst>
                                              <p:attrName>ppt_x</p:attrName>
                                            </p:attrNameLst>
                                          </p:cBhvr>
                                          <p:tavLst>
                                            <p:tav tm="0">
                                              <p:val>
                                                <p:strVal val="#ppt_x"/>
                                              </p:val>
                                            </p:tav>
                                            <p:tav tm="100000">
                                              <p:val>
                                                <p:strVal val="#ppt_x"/>
                                              </p:val>
                                            </p:tav>
                                          </p:tavLst>
                                        </p:anim>
                                        <p:anim calcmode="lin" valueType="num" p14:bounceEnd="80000">
                                          <p:cBhvr additive="base">
                                            <p:cTn id="44" dur="2250" fill="hold"/>
                                            <p:tgtEl>
                                              <p:spTgt spid="38"/>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14:presetBounceEnd="80000">
                                      <p:stCondLst>
                                        <p:cond delay="0"/>
                                      </p:stCondLst>
                                      <p:childTnLst>
                                        <p:set>
                                          <p:cBhvr>
                                            <p:cTn id="46" dur="1" fill="hold">
                                              <p:stCondLst>
                                                <p:cond delay="0"/>
                                              </p:stCondLst>
                                            </p:cTn>
                                            <p:tgtEl>
                                              <p:spTgt spid="44"/>
                                            </p:tgtEl>
                                            <p:attrNameLst>
                                              <p:attrName>style.visibility</p:attrName>
                                            </p:attrNameLst>
                                          </p:cBhvr>
                                          <p:to>
                                            <p:strVal val="visible"/>
                                          </p:to>
                                        </p:set>
                                        <p:anim calcmode="lin" valueType="num" p14:bounceEnd="80000">
                                          <p:cBhvr additive="base">
                                            <p:cTn id="47" dur="2250" fill="hold"/>
                                            <p:tgtEl>
                                              <p:spTgt spid="44"/>
                                            </p:tgtEl>
                                            <p:attrNameLst>
                                              <p:attrName>ppt_x</p:attrName>
                                            </p:attrNameLst>
                                          </p:cBhvr>
                                          <p:tavLst>
                                            <p:tav tm="0">
                                              <p:val>
                                                <p:strVal val="#ppt_x"/>
                                              </p:val>
                                            </p:tav>
                                            <p:tav tm="100000">
                                              <p:val>
                                                <p:strVal val="#ppt_x"/>
                                              </p:val>
                                            </p:tav>
                                          </p:tavLst>
                                        </p:anim>
                                        <p:anim calcmode="lin" valueType="num" p14:bounceEnd="80000">
                                          <p:cBhvr additive="base">
                                            <p:cTn id="48" dur="2250" fill="hold"/>
                                            <p:tgtEl>
                                              <p:spTgt spid="44"/>
                                            </p:tgtEl>
                                            <p:attrNameLst>
                                              <p:attrName>ppt_y</p:attrName>
                                            </p:attrNameLst>
                                          </p:cBhvr>
                                          <p:tavLst>
                                            <p:tav tm="0">
                                              <p:val>
                                                <p:strVal val="1+#ppt_h/2"/>
                                              </p:val>
                                            </p:tav>
                                            <p:tav tm="100000">
                                              <p:val>
                                                <p:strVal val="#ppt_y"/>
                                              </p:val>
                                            </p:tav>
                                          </p:tavLst>
                                        </p:anim>
                                      </p:childTnLst>
                                    </p:cTn>
                                  </p:par>
                                  <p:par>
                                    <p:cTn id="49" presetID="49" presetClass="entr" presetSubtype="0" decel="100000"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p:cTn id="51" dur="700" fill="hold"/>
                                            <p:tgtEl>
                                              <p:spTgt spid="9"/>
                                            </p:tgtEl>
                                            <p:attrNameLst>
                                              <p:attrName>ppt_w</p:attrName>
                                            </p:attrNameLst>
                                          </p:cBhvr>
                                          <p:tavLst>
                                            <p:tav tm="0">
                                              <p:val>
                                                <p:fltVal val="0"/>
                                              </p:val>
                                            </p:tav>
                                            <p:tav tm="100000">
                                              <p:val>
                                                <p:strVal val="#ppt_w"/>
                                              </p:val>
                                            </p:tav>
                                          </p:tavLst>
                                        </p:anim>
                                        <p:anim calcmode="lin" valueType="num">
                                          <p:cBhvr>
                                            <p:cTn id="52" dur="700" fill="hold"/>
                                            <p:tgtEl>
                                              <p:spTgt spid="9"/>
                                            </p:tgtEl>
                                            <p:attrNameLst>
                                              <p:attrName>ppt_h</p:attrName>
                                            </p:attrNameLst>
                                          </p:cBhvr>
                                          <p:tavLst>
                                            <p:tav tm="0">
                                              <p:val>
                                                <p:fltVal val="0"/>
                                              </p:val>
                                            </p:tav>
                                            <p:tav tm="100000">
                                              <p:val>
                                                <p:strVal val="#ppt_h"/>
                                              </p:val>
                                            </p:tav>
                                          </p:tavLst>
                                        </p:anim>
                                        <p:anim calcmode="lin" valueType="num">
                                          <p:cBhvr>
                                            <p:cTn id="53" dur="700" fill="hold"/>
                                            <p:tgtEl>
                                              <p:spTgt spid="9"/>
                                            </p:tgtEl>
                                            <p:attrNameLst>
                                              <p:attrName>style.rotation</p:attrName>
                                            </p:attrNameLst>
                                          </p:cBhvr>
                                          <p:tavLst>
                                            <p:tav tm="0">
                                              <p:val>
                                                <p:fltVal val="360"/>
                                              </p:val>
                                            </p:tav>
                                            <p:tav tm="100000">
                                              <p:val>
                                                <p:fltVal val="0"/>
                                              </p:val>
                                            </p:tav>
                                          </p:tavLst>
                                        </p:anim>
                                        <p:animEffect transition="in" filter="fade">
                                          <p:cBhvr>
                                            <p:cTn id="54" dur="700"/>
                                            <p:tgtEl>
                                              <p:spTgt spid="9"/>
                                            </p:tgtEl>
                                          </p:cBhvr>
                                        </p:animEffect>
                                      </p:childTnLst>
                                    </p:cTn>
                                  </p:par>
                                  <p:par>
                                    <p:cTn id="55" presetID="49" presetClass="entr" presetSubtype="0" decel="100000" fill="hold" grpId="0" nodeType="withEffect">
                                      <p:stCondLst>
                                        <p:cond delay="100"/>
                                      </p:stCondLst>
                                      <p:childTnLst>
                                        <p:set>
                                          <p:cBhvr>
                                            <p:cTn id="56" dur="1" fill="hold">
                                              <p:stCondLst>
                                                <p:cond delay="0"/>
                                              </p:stCondLst>
                                            </p:cTn>
                                            <p:tgtEl>
                                              <p:spTgt spid="8"/>
                                            </p:tgtEl>
                                            <p:attrNameLst>
                                              <p:attrName>style.visibility</p:attrName>
                                            </p:attrNameLst>
                                          </p:cBhvr>
                                          <p:to>
                                            <p:strVal val="visible"/>
                                          </p:to>
                                        </p:set>
                                        <p:anim calcmode="lin" valueType="num">
                                          <p:cBhvr>
                                            <p:cTn id="57" dur="500" fill="hold"/>
                                            <p:tgtEl>
                                              <p:spTgt spid="8"/>
                                            </p:tgtEl>
                                            <p:attrNameLst>
                                              <p:attrName>ppt_w</p:attrName>
                                            </p:attrNameLst>
                                          </p:cBhvr>
                                          <p:tavLst>
                                            <p:tav tm="0">
                                              <p:val>
                                                <p:fltVal val="0"/>
                                              </p:val>
                                            </p:tav>
                                            <p:tav tm="100000">
                                              <p:val>
                                                <p:strVal val="#ppt_w"/>
                                              </p:val>
                                            </p:tav>
                                          </p:tavLst>
                                        </p:anim>
                                        <p:anim calcmode="lin" valueType="num">
                                          <p:cBhvr>
                                            <p:cTn id="58" dur="500" fill="hold"/>
                                            <p:tgtEl>
                                              <p:spTgt spid="8"/>
                                            </p:tgtEl>
                                            <p:attrNameLst>
                                              <p:attrName>ppt_h</p:attrName>
                                            </p:attrNameLst>
                                          </p:cBhvr>
                                          <p:tavLst>
                                            <p:tav tm="0">
                                              <p:val>
                                                <p:fltVal val="0"/>
                                              </p:val>
                                            </p:tav>
                                            <p:tav tm="100000">
                                              <p:val>
                                                <p:strVal val="#ppt_h"/>
                                              </p:val>
                                            </p:tav>
                                          </p:tavLst>
                                        </p:anim>
                                        <p:anim calcmode="lin" valueType="num">
                                          <p:cBhvr>
                                            <p:cTn id="59" dur="500" fill="hold"/>
                                            <p:tgtEl>
                                              <p:spTgt spid="8"/>
                                            </p:tgtEl>
                                            <p:attrNameLst>
                                              <p:attrName>style.rotation</p:attrName>
                                            </p:attrNameLst>
                                          </p:cBhvr>
                                          <p:tavLst>
                                            <p:tav tm="0">
                                              <p:val>
                                                <p:fltVal val="360"/>
                                              </p:val>
                                            </p:tav>
                                            <p:tav tm="100000">
                                              <p:val>
                                                <p:fltVal val="0"/>
                                              </p:val>
                                            </p:tav>
                                          </p:tavLst>
                                        </p:anim>
                                        <p:animEffect transition="in" filter="fade">
                                          <p:cBhvr>
                                            <p:cTn id="60" dur="500"/>
                                            <p:tgtEl>
                                              <p:spTgt spid="8"/>
                                            </p:tgtEl>
                                          </p:cBhvr>
                                        </p:animEffect>
                                      </p:childTnLst>
                                    </p:cTn>
                                  </p:par>
                                  <p:par>
                                    <p:cTn id="61" presetID="49" presetClass="entr" presetSubtype="0" decel="100000" fill="hold" grpId="0" nodeType="withEffect">
                                      <p:stCondLst>
                                        <p:cond delay="300"/>
                                      </p:stCondLst>
                                      <p:childTnLst>
                                        <p:set>
                                          <p:cBhvr>
                                            <p:cTn id="62" dur="1" fill="hold">
                                              <p:stCondLst>
                                                <p:cond delay="0"/>
                                              </p:stCondLst>
                                            </p:cTn>
                                            <p:tgtEl>
                                              <p:spTgt spid="42"/>
                                            </p:tgtEl>
                                            <p:attrNameLst>
                                              <p:attrName>style.visibility</p:attrName>
                                            </p:attrNameLst>
                                          </p:cBhvr>
                                          <p:to>
                                            <p:strVal val="visible"/>
                                          </p:to>
                                        </p:set>
                                        <p:anim calcmode="lin" valueType="num">
                                          <p:cBhvr>
                                            <p:cTn id="63" dur="500" fill="hold"/>
                                            <p:tgtEl>
                                              <p:spTgt spid="42"/>
                                            </p:tgtEl>
                                            <p:attrNameLst>
                                              <p:attrName>ppt_w</p:attrName>
                                            </p:attrNameLst>
                                          </p:cBhvr>
                                          <p:tavLst>
                                            <p:tav tm="0">
                                              <p:val>
                                                <p:fltVal val="0"/>
                                              </p:val>
                                            </p:tav>
                                            <p:tav tm="100000">
                                              <p:val>
                                                <p:strVal val="#ppt_w"/>
                                              </p:val>
                                            </p:tav>
                                          </p:tavLst>
                                        </p:anim>
                                        <p:anim calcmode="lin" valueType="num">
                                          <p:cBhvr>
                                            <p:cTn id="64" dur="500" fill="hold"/>
                                            <p:tgtEl>
                                              <p:spTgt spid="42"/>
                                            </p:tgtEl>
                                            <p:attrNameLst>
                                              <p:attrName>ppt_h</p:attrName>
                                            </p:attrNameLst>
                                          </p:cBhvr>
                                          <p:tavLst>
                                            <p:tav tm="0">
                                              <p:val>
                                                <p:fltVal val="0"/>
                                              </p:val>
                                            </p:tav>
                                            <p:tav tm="100000">
                                              <p:val>
                                                <p:strVal val="#ppt_h"/>
                                              </p:val>
                                            </p:tav>
                                          </p:tavLst>
                                        </p:anim>
                                        <p:anim calcmode="lin" valueType="num">
                                          <p:cBhvr>
                                            <p:cTn id="65" dur="500" fill="hold"/>
                                            <p:tgtEl>
                                              <p:spTgt spid="42"/>
                                            </p:tgtEl>
                                            <p:attrNameLst>
                                              <p:attrName>style.rotation</p:attrName>
                                            </p:attrNameLst>
                                          </p:cBhvr>
                                          <p:tavLst>
                                            <p:tav tm="0">
                                              <p:val>
                                                <p:fltVal val="360"/>
                                              </p:val>
                                            </p:tav>
                                            <p:tav tm="100000">
                                              <p:val>
                                                <p:fltVal val="0"/>
                                              </p:val>
                                            </p:tav>
                                          </p:tavLst>
                                        </p:anim>
                                        <p:animEffect transition="in" filter="fade">
                                          <p:cBhvr>
                                            <p:cTn id="66" dur="500"/>
                                            <p:tgtEl>
                                              <p:spTgt spid="42"/>
                                            </p:tgtEl>
                                          </p:cBhvr>
                                        </p:animEffect>
                                      </p:childTnLst>
                                    </p:cTn>
                                  </p:par>
                                  <p:par>
                                    <p:cTn id="67" presetID="49" presetClass="entr" presetSubtype="0" decel="100000" fill="hold" grpId="0" nodeType="withEffect">
                                      <p:stCondLst>
                                        <p:cond delay="500"/>
                                      </p:stCondLst>
                                      <p:childTnLst>
                                        <p:set>
                                          <p:cBhvr>
                                            <p:cTn id="68" dur="1" fill="hold">
                                              <p:stCondLst>
                                                <p:cond delay="0"/>
                                              </p:stCondLst>
                                            </p:cTn>
                                            <p:tgtEl>
                                              <p:spTgt spid="7"/>
                                            </p:tgtEl>
                                            <p:attrNameLst>
                                              <p:attrName>style.visibility</p:attrName>
                                            </p:attrNameLst>
                                          </p:cBhvr>
                                          <p:to>
                                            <p:strVal val="visible"/>
                                          </p:to>
                                        </p:set>
                                        <p:anim calcmode="lin" valueType="num">
                                          <p:cBhvr>
                                            <p:cTn id="69" dur="500" fill="hold"/>
                                            <p:tgtEl>
                                              <p:spTgt spid="7"/>
                                            </p:tgtEl>
                                            <p:attrNameLst>
                                              <p:attrName>ppt_w</p:attrName>
                                            </p:attrNameLst>
                                          </p:cBhvr>
                                          <p:tavLst>
                                            <p:tav tm="0">
                                              <p:val>
                                                <p:fltVal val="0"/>
                                              </p:val>
                                            </p:tav>
                                            <p:tav tm="100000">
                                              <p:val>
                                                <p:strVal val="#ppt_w"/>
                                              </p:val>
                                            </p:tav>
                                          </p:tavLst>
                                        </p:anim>
                                        <p:anim calcmode="lin" valueType="num">
                                          <p:cBhvr>
                                            <p:cTn id="70" dur="500" fill="hold"/>
                                            <p:tgtEl>
                                              <p:spTgt spid="7"/>
                                            </p:tgtEl>
                                            <p:attrNameLst>
                                              <p:attrName>ppt_h</p:attrName>
                                            </p:attrNameLst>
                                          </p:cBhvr>
                                          <p:tavLst>
                                            <p:tav tm="0">
                                              <p:val>
                                                <p:fltVal val="0"/>
                                              </p:val>
                                            </p:tav>
                                            <p:tav tm="100000">
                                              <p:val>
                                                <p:strVal val="#ppt_h"/>
                                              </p:val>
                                            </p:tav>
                                          </p:tavLst>
                                        </p:anim>
                                        <p:anim calcmode="lin" valueType="num">
                                          <p:cBhvr>
                                            <p:cTn id="71" dur="500" fill="hold"/>
                                            <p:tgtEl>
                                              <p:spTgt spid="7"/>
                                            </p:tgtEl>
                                            <p:attrNameLst>
                                              <p:attrName>style.rotation</p:attrName>
                                            </p:attrNameLst>
                                          </p:cBhvr>
                                          <p:tavLst>
                                            <p:tav tm="0">
                                              <p:val>
                                                <p:fltVal val="360"/>
                                              </p:val>
                                            </p:tav>
                                            <p:tav tm="100000">
                                              <p:val>
                                                <p:fltVal val="0"/>
                                              </p:val>
                                            </p:tav>
                                          </p:tavLst>
                                        </p:anim>
                                        <p:animEffect transition="in" filter="fade">
                                          <p:cBhvr>
                                            <p:cTn id="72" dur="500"/>
                                            <p:tgtEl>
                                              <p:spTgt spid="7"/>
                                            </p:tgtEl>
                                          </p:cBhvr>
                                        </p:animEffect>
                                      </p:childTnLst>
                                    </p:cTn>
                                  </p:par>
                                  <p:par>
                                    <p:cTn id="73" presetID="49" presetClass="entr" presetSubtype="0" decel="100000" fill="hold" grpId="0" nodeType="withEffect">
                                      <p:stCondLst>
                                        <p:cond delay="0"/>
                                      </p:stCondLst>
                                      <p:childTnLst>
                                        <p:set>
                                          <p:cBhvr>
                                            <p:cTn id="74" dur="1" fill="hold">
                                              <p:stCondLst>
                                                <p:cond delay="0"/>
                                              </p:stCondLst>
                                            </p:cTn>
                                            <p:tgtEl>
                                              <p:spTgt spid="37"/>
                                            </p:tgtEl>
                                            <p:attrNameLst>
                                              <p:attrName>style.visibility</p:attrName>
                                            </p:attrNameLst>
                                          </p:cBhvr>
                                          <p:to>
                                            <p:strVal val="visible"/>
                                          </p:to>
                                        </p:set>
                                        <p:anim calcmode="lin" valueType="num">
                                          <p:cBhvr>
                                            <p:cTn id="75" dur="500" fill="hold"/>
                                            <p:tgtEl>
                                              <p:spTgt spid="37"/>
                                            </p:tgtEl>
                                            <p:attrNameLst>
                                              <p:attrName>ppt_w</p:attrName>
                                            </p:attrNameLst>
                                          </p:cBhvr>
                                          <p:tavLst>
                                            <p:tav tm="0">
                                              <p:val>
                                                <p:fltVal val="0"/>
                                              </p:val>
                                            </p:tav>
                                            <p:tav tm="100000">
                                              <p:val>
                                                <p:strVal val="#ppt_w"/>
                                              </p:val>
                                            </p:tav>
                                          </p:tavLst>
                                        </p:anim>
                                        <p:anim calcmode="lin" valueType="num">
                                          <p:cBhvr>
                                            <p:cTn id="76" dur="500" fill="hold"/>
                                            <p:tgtEl>
                                              <p:spTgt spid="37"/>
                                            </p:tgtEl>
                                            <p:attrNameLst>
                                              <p:attrName>ppt_h</p:attrName>
                                            </p:attrNameLst>
                                          </p:cBhvr>
                                          <p:tavLst>
                                            <p:tav tm="0">
                                              <p:val>
                                                <p:fltVal val="0"/>
                                              </p:val>
                                            </p:tav>
                                            <p:tav tm="100000">
                                              <p:val>
                                                <p:strVal val="#ppt_h"/>
                                              </p:val>
                                            </p:tav>
                                          </p:tavLst>
                                        </p:anim>
                                        <p:anim calcmode="lin" valueType="num">
                                          <p:cBhvr>
                                            <p:cTn id="77" dur="500" fill="hold"/>
                                            <p:tgtEl>
                                              <p:spTgt spid="37"/>
                                            </p:tgtEl>
                                            <p:attrNameLst>
                                              <p:attrName>style.rotation</p:attrName>
                                            </p:attrNameLst>
                                          </p:cBhvr>
                                          <p:tavLst>
                                            <p:tav tm="0">
                                              <p:val>
                                                <p:fltVal val="360"/>
                                              </p:val>
                                            </p:tav>
                                            <p:tav tm="100000">
                                              <p:val>
                                                <p:fltVal val="0"/>
                                              </p:val>
                                            </p:tav>
                                          </p:tavLst>
                                        </p:anim>
                                        <p:animEffect transition="in" filter="fade">
                                          <p:cBhvr>
                                            <p:cTn id="78" dur="500"/>
                                            <p:tgtEl>
                                              <p:spTgt spid="37"/>
                                            </p:tgtEl>
                                          </p:cBhvr>
                                        </p:animEffect>
                                      </p:childTnLst>
                                    </p:cTn>
                                  </p:par>
                                  <p:par>
                                    <p:cTn id="79" presetID="49" presetClass="entr" presetSubtype="0" decel="100000" fill="hold" grpId="0" nodeType="withEffect">
                                      <p:stCondLst>
                                        <p:cond delay="0"/>
                                      </p:stCondLst>
                                      <p:childTnLst>
                                        <p:set>
                                          <p:cBhvr>
                                            <p:cTn id="80" dur="1" fill="hold">
                                              <p:stCondLst>
                                                <p:cond delay="0"/>
                                              </p:stCondLst>
                                            </p:cTn>
                                            <p:tgtEl>
                                              <p:spTgt spid="13"/>
                                            </p:tgtEl>
                                            <p:attrNameLst>
                                              <p:attrName>style.visibility</p:attrName>
                                            </p:attrNameLst>
                                          </p:cBhvr>
                                          <p:to>
                                            <p:strVal val="visible"/>
                                          </p:to>
                                        </p:set>
                                        <p:anim calcmode="lin" valueType="num">
                                          <p:cBhvr>
                                            <p:cTn id="81" dur="500" fill="hold"/>
                                            <p:tgtEl>
                                              <p:spTgt spid="13"/>
                                            </p:tgtEl>
                                            <p:attrNameLst>
                                              <p:attrName>ppt_w</p:attrName>
                                            </p:attrNameLst>
                                          </p:cBhvr>
                                          <p:tavLst>
                                            <p:tav tm="0">
                                              <p:val>
                                                <p:fltVal val="0"/>
                                              </p:val>
                                            </p:tav>
                                            <p:tav tm="100000">
                                              <p:val>
                                                <p:strVal val="#ppt_w"/>
                                              </p:val>
                                            </p:tav>
                                          </p:tavLst>
                                        </p:anim>
                                        <p:anim calcmode="lin" valueType="num">
                                          <p:cBhvr>
                                            <p:cTn id="82" dur="500" fill="hold"/>
                                            <p:tgtEl>
                                              <p:spTgt spid="13"/>
                                            </p:tgtEl>
                                            <p:attrNameLst>
                                              <p:attrName>ppt_h</p:attrName>
                                            </p:attrNameLst>
                                          </p:cBhvr>
                                          <p:tavLst>
                                            <p:tav tm="0">
                                              <p:val>
                                                <p:fltVal val="0"/>
                                              </p:val>
                                            </p:tav>
                                            <p:tav tm="100000">
                                              <p:val>
                                                <p:strVal val="#ppt_h"/>
                                              </p:val>
                                            </p:tav>
                                          </p:tavLst>
                                        </p:anim>
                                        <p:anim calcmode="lin" valueType="num">
                                          <p:cBhvr>
                                            <p:cTn id="83" dur="500" fill="hold"/>
                                            <p:tgtEl>
                                              <p:spTgt spid="13"/>
                                            </p:tgtEl>
                                            <p:attrNameLst>
                                              <p:attrName>style.rotation</p:attrName>
                                            </p:attrNameLst>
                                          </p:cBhvr>
                                          <p:tavLst>
                                            <p:tav tm="0">
                                              <p:val>
                                                <p:fltVal val="360"/>
                                              </p:val>
                                            </p:tav>
                                            <p:tav tm="100000">
                                              <p:val>
                                                <p:fltVal val="0"/>
                                              </p:val>
                                            </p:tav>
                                          </p:tavLst>
                                        </p:anim>
                                        <p:animEffect transition="in" filter="fade">
                                          <p:cBhvr>
                                            <p:cTn id="84" dur="500"/>
                                            <p:tgtEl>
                                              <p:spTgt spid="13"/>
                                            </p:tgtEl>
                                          </p:cBhvr>
                                        </p:animEffect>
                                      </p:childTnLst>
                                    </p:cTn>
                                  </p:par>
                                  <p:par>
                                    <p:cTn id="85" presetID="49" presetClass="entr" presetSubtype="0" decel="100000" fill="hold" grpId="0" nodeType="withEffect">
                                      <p:stCondLst>
                                        <p:cond delay="500"/>
                                      </p:stCondLst>
                                      <p:childTnLst>
                                        <p:set>
                                          <p:cBhvr>
                                            <p:cTn id="86" dur="1" fill="hold">
                                              <p:stCondLst>
                                                <p:cond delay="0"/>
                                              </p:stCondLst>
                                            </p:cTn>
                                            <p:tgtEl>
                                              <p:spTgt spid="6"/>
                                            </p:tgtEl>
                                            <p:attrNameLst>
                                              <p:attrName>style.visibility</p:attrName>
                                            </p:attrNameLst>
                                          </p:cBhvr>
                                          <p:to>
                                            <p:strVal val="visible"/>
                                          </p:to>
                                        </p:set>
                                        <p:anim calcmode="lin" valueType="num">
                                          <p:cBhvr>
                                            <p:cTn id="87" dur="500" fill="hold"/>
                                            <p:tgtEl>
                                              <p:spTgt spid="6"/>
                                            </p:tgtEl>
                                            <p:attrNameLst>
                                              <p:attrName>ppt_w</p:attrName>
                                            </p:attrNameLst>
                                          </p:cBhvr>
                                          <p:tavLst>
                                            <p:tav tm="0">
                                              <p:val>
                                                <p:fltVal val="0"/>
                                              </p:val>
                                            </p:tav>
                                            <p:tav tm="100000">
                                              <p:val>
                                                <p:strVal val="#ppt_w"/>
                                              </p:val>
                                            </p:tav>
                                          </p:tavLst>
                                        </p:anim>
                                        <p:anim calcmode="lin" valueType="num">
                                          <p:cBhvr>
                                            <p:cTn id="88" dur="500" fill="hold"/>
                                            <p:tgtEl>
                                              <p:spTgt spid="6"/>
                                            </p:tgtEl>
                                            <p:attrNameLst>
                                              <p:attrName>ppt_h</p:attrName>
                                            </p:attrNameLst>
                                          </p:cBhvr>
                                          <p:tavLst>
                                            <p:tav tm="0">
                                              <p:val>
                                                <p:fltVal val="0"/>
                                              </p:val>
                                            </p:tav>
                                            <p:tav tm="100000">
                                              <p:val>
                                                <p:strVal val="#ppt_h"/>
                                              </p:val>
                                            </p:tav>
                                          </p:tavLst>
                                        </p:anim>
                                        <p:anim calcmode="lin" valueType="num">
                                          <p:cBhvr>
                                            <p:cTn id="89" dur="500" fill="hold"/>
                                            <p:tgtEl>
                                              <p:spTgt spid="6"/>
                                            </p:tgtEl>
                                            <p:attrNameLst>
                                              <p:attrName>style.rotation</p:attrName>
                                            </p:attrNameLst>
                                          </p:cBhvr>
                                          <p:tavLst>
                                            <p:tav tm="0">
                                              <p:val>
                                                <p:fltVal val="360"/>
                                              </p:val>
                                            </p:tav>
                                            <p:tav tm="100000">
                                              <p:val>
                                                <p:fltVal val="0"/>
                                              </p:val>
                                            </p:tav>
                                          </p:tavLst>
                                        </p:anim>
                                        <p:animEffect transition="in" filter="fade">
                                          <p:cBhvr>
                                            <p:cTn id="90" dur="500"/>
                                            <p:tgtEl>
                                              <p:spTgt spid="6"/>
                                            </p:tgtEl>
                                          </p:cBhvr>
                                        </p:animEffect>
                                      </p:childTnLst>
                                    </p:cTn>
                                  </p:par>
                                  <p:par>
                                    <p:cTn id="91" presetID="49" presetClass="entr" presetSubtype="0" decel="100000" fill="hold" grpId="0" nodeType="withEffect">
                                      <p:stCondLst>
                                        <p:cond delay="900"/>
                                      </p:stCondLst>
                                      <p:childTnLst>
                                        <p:set>
                                          <p:cBhvr>
                                            <p:cTn id="92" dur="1" fill="hold">
                                              <p:stCondLst>
                                                <p:cond delay="0"/>
                                              </p:stCondLst>
                                            </p:cTn>
                                            <p:tgtEl>
                                              <p:spTgt spid="47"/>
                                            </p:tgtEl>
                                            <p:attrNameLst>
                                              <p:attrName>style.visibility</p:attrName>
                                            </p:attrNameLst>
                                          </p:cBhvr>
                                          <p:to>
                                            <p:strVal val="visible"/>
                                          </p:to>
                                        </p:set>
                                        <p:anim calcmode="lin" valueType="num">
                                          <p:cBhvr>
                                            <p:cTn id="93" dur="500" fill="hold"/>
                                            <p:tgtEl>
                                              <p:spTgt spid="47"/>
                                            </p:tgtEl>
                                            <p:attrNameLst>
                                              <p:attrName>ppt_w</p:attrName>
                                            </p:attrNameLst>
                                          </p:cBhvr>
                                          <p:tavLst>
                                            <p:tav tm="0">
                                              <p:val>
                                                <p:fltVal val="0"/>
                                              </p:val>
                                            </p:tav>
                                            <p:tav tm="100000">
                                              <p:val>
                                                <p:strVal val="#ppt_w"/>
                                              </p:val>
                                            </p:tav>
                                          </p:tavLst>
                                        </p:anim>
                                        <p:anim calcmode="lin" valueType="num">
                                          <p:cBhvr>
                                            <p:cTn id="94" dur="500" fill="hold"/>
                                            <p:tgtEl>
                                              <p:spTgt spid="47"/>
                                            </p:tgtEl>
                                            <p:attrNameLst>
                                              <p:attrName>ppt_h</p:attrName>
                                            </p:attrNameLst>
                                          </p:cBhvr>
                                          <p:tavLst>
                                            <p:tav tm="0">
                                              <p:val>
                                                <p:fltVal val="0"/>
                                              </p:val>
                                            </p:tav>
                                            <p:tav tm="100000">
                                              <p:val>
                                                <p:strVal val="#ppt_h"/>
                                              </p:val>
                                            </p:tav>
                                          </p:tavLst>
                                        </p:anim>
                                        <p:anim calcmode="lin" valueType="num">
                                          <p:cBhvr>
                                            <p:cTn id="95" dur="500" fill="hold"/>
                                            <p:tgtEl>
                                              <p:spTgt spid="47"/>
                                            </p:tgtEl>
                                            <p:attrNameLst>
                                              <p:attrName>style.rotation</p:attrName>
                                            </p:attrNameLst>
                                          </p:cBhvr>
                                          <p:tavLst>
                                            <p:tav tm="0">
                                              <p:val>
                                                <p:fltVal val="360"/>
                                              </p:val>
                                            </p:tav>
                                            <p:tav tm="100000">
                                              <p:val>
                                                <p:fltVal val="0"/>
                                              </p:val>
                                            </p:tav>
                                          </p:tavLst>
                                        </p:anim>
                                        <p:animEffect transition="in" filter="fade">
                                          <p:cBhvr>
                                            <p:cTn id="96" dur="500"/>
                                            <p:tgtEl>
                                              <p:spTgt spid="47"/>
                                            </p:tgtEl>
                                          </p:cBhvr>
                                        </p:animEffect>
                                      </p:childTnLst>
                                    </p:cTn>
                                  </p:par>
                                  <p:par>
                                    <p:cTn id="97" presetID="49" presetClass="entr" presetSubtype="0" decel="100000" fill="hold" grpId="0" nodeType="withEffect">
                                      <p:stCondLst>
                                        <p:cond delay="900"/>
                                      </p:stCondLst>
                                      <p:childTnLst>
                                        <p:set>
                                          <p:cBhvr>
                                            <p:cTn id="98" dur="1" fill="hold">
                                              <p:stCondLst>
                                                <p:cond delay="0"/>
                                              </p:stCondLst>
                                            </p:cTn>
                                            <p:tgtEl>
                                              <p:spTgt spid="48"/>
                                            </p:tgtEl>
                                            <p:attrNameLst>
                                              <p:attrName>style.visibility</p:attrName>
                                            </p:attrNameLst>
                                          </p:cBhvr>
                                          <p:to>
                                            <p:strVal val="visible"/>
                                          </p:to>
                                        </p:set>
                                        <p:anim calcmode="lin" valueType="num">
                                          <p:cBhvr>
                                            <p:cTn id="99" dur="500" fill="hold"/>
                                            <p:tgtEl>
                                              <p:spTgt spid="48"/>
                                            </p:tgtEl>
                                            <p:attrNameLst>
                                              <p:attrName>ppt_w</p:attrName>
                                            </p:attrNameLst>
                                          </p:cBhvr>
                                          <p:tavLst>
                                            <p:tav tm="0">
                                              <p:val>
                                                <p:fltVal val="0"/>
                                              </p:val>
                                            </p:tav>
                                            <p:tav tm="100000">
                                              <p:val>
                                                <p:strVal val="#ppt_w"/>
                                              </p:val>
                                            </p:tav>
                                          </p:tavLst>
                                        </p:anim>
                                        <p:anim calcmode="lin" valueType="num">
                                          <p:cBhvr>
                                            <p:cTn id="100" dur="500" fill="hold"/>
                                            <p:tgtEl>
                                              <p:spTgt spid="48"/>
                                            </p:tgtEl>
                                            <p:attrNameLst>
                                              <p:attrName>ppt_h</p:attrName>
                                            </p:attrNameLst>
                                          </p:cBhvr>
                                          <p:tavLst>
                                            <p:tav tm="0">
                                              <p:val>
                                                <p:fltVal val="0"/>
                                              </p:val>
                                            </p:tav>
                                            <p:tav tm="100000">
                                              <p:val>
                                                <p:strVal val="#ppt_h"/>
                                              </p:val>
                                            </p:tav>
                                          </p:tavLst>
                                        </p:anim>
                                        <p:anim calcmode="lin" valueType="num">
                                          <p:cBhvr>
                                            <p:cTn id="101" dur="500" fill="hold"/>
                                            <p:tgtEl>
                                              <p:spTgt spid="48"/>
                                            </p:tgtEl>
                                            <p:attrNameLst>
                                              <p:attrName>style.rotation</p:attrName>
                                            </p:attrNameLst>
                                          </p:cBhvr>
                                          <p:tavLst>
                                            <p:tav tm="0">
                                              <p:val>
                                                <p:fltVal val="360"/>
                                              </p:val>
                                            </p:tav>
                                            <p:tav tm="100000">
                                              <p:val>
                                                <p:fltVal val="0"/>
                                              </p:val>
                                            </p:tav>
                                          </p:tavLst>
                                        </p:anim>
                                        <p:animEffect transition="in" filter="fade">
                                          <p:cBhvr>
                                            <p:cTn id="102" dur="500"/>
                                            <p:tgtEl>
                                              <p:spTgt spid="48"/>
                                            </p:tgtEl>
                                          </p:cBhvr>
                                        </p:animEffect>
                                      </p:childTnLst>
                                    </p:cTn>
                                  </p:par>
                                  <p:par>
                                    <p:cTn id="103" presetID="2" presetClass="entr" presetSubtype="1" fill="hold" nodeType="withEffect" p14:presetBounceEnd="80000">
                                      <p:stCondLst>
                                        <p:cond delay="0"/>
                                      </p:stCondLst>
                                      <p:childTnLst>
                                        <p:set>
                                          <p:cBhvr>
                                            <p:cTn id="104" dur="1" fill="hold">
                                              <p:stCondLst>
                                                <p:cond delay="0"/>
                                              </p:stCondLst>
                                            </p:cTn>
                                            <p:tgtEl>
                                              <p:spTgt spid="49"/>
                                            </p:tgtEl>
                                            <p:attrNameLst>
                                              <p:attrName>style.visibility</p:attrName>
                                            </p:attrNameLst>
                                          </p:cBhvr>
                                          <p:to>
                                            <p:strVal val="visible"/>
                                          </p:to>
                                        </p:set>
                                        <p:anim calcmode="lin" valueType="num" p14:bounceEnd="80000">
                                          <p:cBhvr additive="base">
                                            <p:cTn id="105" dur="2250" fill="hold"/>
                                            <p:tgtEl>
                                              <p:spTgt spid="49"/>
                                            </p:tgtEl>
                                            <p:attrNameLst>
                                              <p:attrName>ppt_x</p:attrName>
                                            </p:attrNameLst>
                                          </p:cBhvr>
                                          <p:tavLst>
                                            <p:tav tm="0">
                                              <p:val>
                                                <p:strVal val="#ppt_x"/>
                                              </p:val>
                                            </p:tav>
                                            <p:tav tm="100000">
                                              <p:val>
                                                <p:strVal val="#ppt_x"/>
                                              </p:val>
                                            </p:tav>
                                          </p:tavLst>
                                        </p:anim>
                                        <p:anim calcmode="lin" valueType="num" p14:bounceEnd="80000">
                                          <p:cBhvr additive="base">
                                            <p:cTn id="106" dur="2250" fill="hold"/>
                                            <p:tgtEl>
                                              <p:spTgt spid="49"/>
                                            </p:tgtEl>
                                            <p:attrNameLst>
                                              <p:attrName>ppt_y</p:attrName>
                                            </p:attrNameLst>
                                          </p:cBhvr>
                                          <p:tavLst>
                                            <p:tav tm="0">
                                              <p:val>
                                                <p:strVal val="0-#ppt_h/2"/>
                                              </p:val>
                                            </p:tav>
                                            <p:tav tm="100000">
                                              <p:val>
                                                <p:strVal val="#ppt_y"/>
                                              </p:val>
                                            </p:tav>
                                          </p:tavLst>
                                        </p:anim>
                                      </p:childTnLst>
                                    </p:cTn>
                                  </p:par>
                                  <p:par>
                                    <p:cTn id="107" presetID="2" presetClass="entr" presetSubtype="1" fill="hold" nodeType="withEffect" p14:presetBounceEnd="80000">
                                      <p:stCondLst>
                                        <p:cond delay="0"/>
                                      </p:stCondLst>
                                      <p:childTnLst>
                                        <p:set>
                                          <p:cBhvr>
                                            <p:cTn id="108" dur="1" fill="hold">
                                              <p:stCondLst>
                                                <p:cond delay="0"/>
                                              </p:stCondLst>
                                            </p:cTn>
                                            <p:tgtEl>
                                              <p:spTgt spid="54"/>
                                            </p:tgtEl>
                                            <p:attrNameLst>
                                              <p:attrName>style.visibility</p:attrName>
                                            </p:attrNameLst>
                                          </p:cBhvr>
                                          <p:to>
                                            <p:strVal val="visible"/>
                                          </p:to>
                                        </p:set>
                                        <p:anim calcmode="lin" valueType="num" p14:bounceEnd="80000">
                                          <p:cBhvr additive="base">
                                            <p:cTn id="109" dur="2250" fill="hold"/>
                                            <p:tgtEl>
                                              <p:spTgt spid="54"/>
                                            </p:tgtEl>
                                            <p:attrNameLst>
                                              <p:attrName>ppt_x</p:attrName>
                                            </p:attrNameLst>
                                          </p:cBhvr>
                                          <p:tavLst>
                                            <p:tav tm="0">
                                              <p:val>
                                                <p:strVal val="#ppt_x"/>
                                              </p:val>
                                            </p:tav>
                                            <p:tav tm="100000">
                                              <p:val>
                                                <p:strVal val="#ppt_x"/>
                                              </p:val>
                                            </p:tav>
                                          </p:tavLst>
                                        </p:anim>
                                        <p:anim calcmode="lin" valueType="num" p14:bounceEnd="80000">
                                          <p:cBhvr additive="base">
                                            <p:cTn id="110" dur="2250" fill="hold"/>
                                            <p:tgtEl>
                                              <p:spTgt spid="54"/>
                                            </p:tgtEl>
                                            <p:attrNameLst>
                                              <p:attrName>ppt_y</p:attrName>
                                            </p:attrNameLst>
                                          </p:cBhvr>
                                          <p:tavLst>
                                            <p:tav tm="0">
                                              <p:val>
                                                <p:strVal val="0-#ppt_h/2"/>
                                              </p:val>
                                            </p:tav>
                                            <p:tav tm="100000">
                                              <p:val>
                                                <p:strVal val="#ppt_y"/>
                                              </p:val>
                                            </p:tav>
                                          </p:tavLst>
                                        </p:anim>
                                      </p:childTnLst>
                                    </p:cTn>
                                  </p:par>
                                  <p:par>
                                    <p:cTn id="111" presetID="2" presetClass="entr" presetSubtype="1" fill="hold" nodeType="withEffect" p14:presetBounceEnd="80000">
                                      <p:stCondLst>
                                        <p:cond delay="0"/>
                                      </p:stCondLst>
                                      <p:childTnLst>
                                        <p:set>
                                          <p:cBhvr>
                                            <p:cTn id="112" dur="1" fill="hold">
                                              <p:stCondLst>
                                                <p:cond delay="0"/>
                                              </p:stCondLst>
                                            </p:cTn>
                                            <p:tgtEl>
                                              <p:spTgt spid="57"/>
                                            </p:tgtEl>
                                            <p:attrNameLst>
                                              <p:attrName>style.visibility</p:attrName>
                                            </p:attrNameLst>
                                          </p:cBhvr>
                                          <p:to>
                                            <p:strVal val="visible"/>
                                          </p:to>
                                        </p:set>
                                        <p:anim calcmode="lin" valueType="num" p14:bounceEnd="80000">
                                          <p:cBhvr additive="base">
                                            <p:cTn id="113" dur="2250" fill="hold"/>
                                            <p:tgtEl>
                                              <p:spTgt spid="57"/>
                                            </p:tgtEl>
                                            <p:attrNameLst>
                                              <p:attrName>ppt_x</p:attrName>
                                            </p:attrNameLst>
                                          </p:cBhvr>
                                          <p:tavLst>
                                            <p:tav tm="0">
                                              <p:val>
                                                <p:strVal val="#ppt_x"/>
                                              </p:val>
                                            </p:tav>
                                            <p:tav tm="100000">
                                              <p:val>
                                                <p:strVal val="#ppt_x"/>
                                              </p:val>
                                            </p:tav>
                                          </p:tavLst>
                                        </p:anim>
                                        <p:anim calcmode="lin" valueType="num" p14:bounceEnd="80000">
                                          <p:cBhvr additive="base">
                                            <p:cTn id="114" dur="2250" fill="hold"/>
                                            <p:tgtEl>
                                              <p:spTgt spid="57"/>
                                            </p:tgtEl>
                                            <p:attrNameLst>
                                              <p:attrName>ppt_y</p:attrName>
                                            </p:attrNameLst>
                                          </p:cBhvr>
                                          <p:tavLst>
                                            <p:tav tm="0">
                                              <p:val>
                                                <p:strVal val="0-#ppt_h/2"/>
                                              </p:val>
                                            </p:tav>
                                            <p:tav tm="100000">
                                              <p:val>
                                                <p:strVal val="#ppt_y"/>
                                              </p:val>
                                            </p:tav>
                                          </p:tavLst>
                                        </p:anim>
                                      </p:childTnLst>
                                    </p:cTn>
                                  </p:par>
                                  <p:par>
                                    <p:cTn id="115" presetID="2" presetClass="entr" presetSubtype="1" fill="hold" nodeType="withEffect" p14:presetBounceEnd="80000">
                                      <p:stCondLst>
                                        <p:cond delay="0"/>
                                      </p:stCondLst>
                                      <p:childTnLst>
                                        <p:set>
                                          <p:cBhvr>
                                            <p:cTn id="116" dur="1" fill="hold">
                                              <p:stCondLst>
                                                <p:cond delay="0"/>
                                              </p:stCondLst>
                                            </p:cTn>
                                            <p:tgtEl>
                                              <p:spTgt spid="61"/>
                                            </p:tgtEl>
                                            <p:attrNameLst>
                                              <p:attrName>style.visibility</p:attrName>
                                            </p:attrNameLst>
                                          </p:cBhvr>
                                          <p:to>
                                            <p:strVal val="visible"/>
                                          </p:to>
                                        </p:set>
                                        <p:anim calcmode="lin" valueType="num" p14:bounceEnd="80000">
                                          <p:cBhvr additive="base">
                                            <p:cTn id="117" dur="2250" fill="hold"/>
                                            <p:tgtEl>
                                              <p:spTgt spid="61"/>
                                            </p:tgtEl>
                                            <p:attrNameLst>
                                              <p:attrName>ppt_x</p:attrName>
                                            </p:attrNameLst>
                                          </p:cBhvr>
                                          <p:tavLst>
                                            <p:tav tm="0">
                                              <p:val>
                                                <p:strVal val="#ppt_x"/>
                                              </p:val>
                                            </p:tav>
                                            <p:tav tm="100000">
                                              <p:val>
                                                <p:strVal val="#ppt_x"/>
                                              </p:val>
                                            </p:tav>
                                          </p:tavLst>
                                        </p:anim>
                                        <p:anim calcmode="lin" valueType="num" p14:bounceEnd="80000">
                                          <p:cBhvr additive="base">
                                            <p:cTn id="118" dur="2250" fill="hold"/>
                                            <p:tgtEl>
                                              <p:spTgt spid="61"/>
                                            </p:tgtEl>
                                            <p:attrNameLst>
                                              <p:attrName>ppt_y</p:attrName>
                                            </p:attrNameLst>
                                          </p:cBhvr>
                                          <p:tavLst>
                                            <p:tav tm="0">
                                              <p:val>
                                                <p:strVal val="0-#ppt_h/2"/>
                                              </p:val>
                                            </p:tav>
                                            <p:tav tm="100000">
                                              <p:val>
                                                <p:strVal val="#ppt_y"/>
                                              </p:val>
                                            </p:tav>
                                          </p:tavLst>
                                        </p:anim>
                                      </p:childTnLst>
                                    </p:cTn>
                                  </p:par>
                                  <p:par>
                                    <p:cTn id="119" presetID="2" presetClass="entr" presetSubtype="4" fill="hold" nodeType="withEffect" p14:presetBounceEnd="80000">
                                      <p:stCondLst>
                                        <p:cond delay="0"/>
                                      </p:stCondLst>
                                      <p:childTnLst>
                                        <p:set>
                                          <p:cBhvr>
                                            <p:cTn id="120" dur="1" fill="hold">
                                              <p:stCondLst>
                                                <p:cond delay="0"/>
                                              </p:stCondLst>
                                            </p:cTn>
                                            <p:tgtEl>
                                              <p:spTgt spid="70"/>
                                            </p:tgtEl>
                                            <p:attrNameLst>
                                              <p:attrName>style.visibility</p:attrName>
                                            </p:attrNameLst>
                                          </p:cBhvr>
                                          <p:to>
                                            <p:strVal val="visible"/>
                                          </p:to>
                                        </p:set>
                                        <p:anim calcmode="lin" valueType="num" p14:bounceEnd="80000">
                                          <p:cBhvr additive="base">
                                            <p:cTn id="121" dur="2250" fill="hold"/>
                                            <p:tgtEl>
                                              <p:spTgt spid="70"/>
                                            </p:tgtEl>
                                            <p:attrNameLst>
                                              <p:attrName>ppt_x</p:attrName>
                                            </p:attrNameLst>
                                          </p:cBhvr>
                                          <p:tavLst>
                                            <p:tav tm="0">
                                              <p:val>
                                                <p:strVal val="#ppt_x"/>
                                              </p:val>
                                            </p:tav>
                                            <p:tav tm="100000">
                                              <p:val>
                                                <p:strVal val="#ppt_x"/>
                                              </p:val>
                                            </p:tav>
                                          </p:tavLst>
                                        </p:anim>
                                        <p:anim calcmode="lin" valueType="num" p14:bounceEnd="80000">
                                          <p:cBhvr additive="base">
                                            <p:cTn id="122" dur="225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8" grpId="0"/>
          <p:bldP spid="9" grpId="0"/>
          <p:bldP spid="13" grpId="0"/>
          <p:bldP spid="18" grpId="0" animBg="1"/>
          <p:bldP spid="37" grpId="0"/>
          <p:bldP spid="42" grpId="0"/>
          <p:bldP spid="47" grpId="0"/>
          <p:bldP spid="4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ppt_x"/>
                                              </p:val>
                                            </p:tav>
                                            <p:tav tm="100000">
                                              <p:val>
                                                <p:strVal val="#ppt_x"/>
                                              </p:val>
                                            </p:tav>
                                          </p:tavLst>
                                        </p:anim>
                                        <p:anim calcmode="lin" valueType="num">
                                          <p:cBhvr additive="base">
                                            <p:cTn id="12" dur="10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2250" fill="hold"/>
                                            <p:tgtEl>
                                              <p:spTgt spid="15"/>
                                            </p:tgtEl>
                                            <p:attrNameLst>
                                              <p:attrName>ppt_x</p:attrName>
                                            </p:attrNameLst>
                                          </p:cBhvr>
                                          <p:tavLst>
                                            <p:tav tm="0">
                                              <p:val>
                                                <p:strVal val="#ppt_x"/>
                                              </p:val>
                                            </p:tav>
                                            <p:tav tm="100000">
                                              <p:val>
                                                <p:strVal val="#ppt_x"/>
                                              </p:val>
                                            </p:tav>
                                          </p:tavLst>
                                        </p:anim>
                                        <p:anim calcmode="lin" valueType="num">
                                          <p:cBhvr additive="base">
                                            <p:cTn id="16" dur="2250" fill="hold"/>
                                            <p:tgtEl>
                                              <p:spTgt spid="15"/>
                                            </p:tgtEl>
                                            <p:attrNameLst>
                                              <p:attrName>ppt_y</p:attrName>
                                            </p:attrNameLst>
                                          </p:cBhvr>
                                          <p:tavLst>
                                            <p:tav tm="0">
                                              <p:val>
                                                <p:strVal val="1+#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2250" fill="hold"/>
                                            <p:tgtEl>
                                              <p:spTgt spid="18"/>
                                            </p:tgtEl>
                                            <p:attrNameLst>
                                              <p:attrName>ppt_x</p:attrName>
                                            </p:attrNameLst>
                                          </p:cBhvr>
                                          <p:tavLst>
                                            <p:tav tm="0">
                                              <p:val>
                                                <p:strVal val="#ppt_x"/>
                                              </p:val>
                                            </p:tav>
                                            <p:tav tm="100000">
                                              <p:val>
                                                <p:strVal val="#ppt_x"/>
                                              </p:val>
                                            </p:tav>
                                          </p:tavLst>
                                        </p:anim>
                                        <p:anim calcmode="lin" valueType="num">
                                          <p:cBhvr additive="base">
                                            <p:cTn id="20" dur="2250" fill="hold"/>
                                            <p:tgtEl>
                                              <p:spTgt spid="18"/>
                                            </p:tgtEl>
                                            <p:attrNameLst>
                                              <p:attrName>ppt_y</p:attrName>
                                            </p:attrNameLst>
                                          </p:cBhvr>
                                          <p:tavLst>
                                            <p:tav tm="0">
                                              <p:val>
                                                <p:strVal val="0-#ppt_h/2"/>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2250" fill="hold"/>
                                            <p:tgtEl>
                                              <p:spTgt spid="19"/>
                                            </p:tgtEl>
                                            <p:attrNameLst>
                                              <p:attrName>ppt_x</p:attrName>
                                            </p:attrNameLst>
                                          </p:cBhvr>
                                          <p:tavLst>
                                            <p:tav tm="0">
                                              <p:val>
                                                <p:strVal val="0-#ppt_w/2"/>
                                              </p:val>
                                            </p:tav>
                                            <p:tav tm="100000">
                                              <p:val>
                                                <p:strVal val="#ppt_x"/>
                                              </p:val>
                                            </p:tav>
                                          </p:tavLst>
                                        </p:anim>
                                        <p:anim calcmode="lin" valueType="num">
                                          <p:cBhvr additive="base">
                                            <p:cTn id="24" dur="2250" fill="hold"/>
                                            <p:tgtEl>
                                              <p:spTgt spid="19"/>
                                            </p:tgtEl>
                                            <p:attrNameLst>
                                              <p:attrName>ppt_y</p:attrName>
                                            </p:attrNameLst>
                                          </p:cBhvr>
                                          <p:tavLst>
                                            <p:tav tm="0">
                                              <p:val>
                                                <p:strVal val="#ppt_y"/>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2250" fill="hold"/>
                                            <p:tgtEl>
                                              <p:spTgt spid="25"/>
                                            </p:tgtEl>
                                            <p:attrNameLst>
                                              <p:attrName>ppt_x</p:attrName>
                                            </p:attrNameLst>
                                          </p:cBhvr>
                                          <p:tavLst>
                                            <p:tav tm="0">
                                              <p:val>
                                                <p:strVal val="#ppt_x"/>
                                              </p:val>
                                            </p:tav>
                                            <p:tav tm="100000">
                                              <p:val>
                                                <p:strVal val="#ppt_x"/>
                                              </p:val>
                                            </p:tav>
                                          </p:tavLst>
                                        </p:anim>
                                        <p:anim calcmode="lin" valueType="num">
                                          <p:cBhvr additive="base">
                                            <p:cTn id="28" dur="2250" fill="hold"/>
                                            <p:tgtEl>
                                              <p:spTgt spid="25"/>
                                            </p:tgtEl>
                                            <p:attrNameLst>
                                              <p:attrName>ppt_y</p:attrName>
                                            </p:attrNameLst>
                                          </p:cBhvr>
                                          <p:tavLst>
                                            <p:tav tm="0">
                                              <p:val>
                                                <p:strVal val="1+#ppt_h/2"/>
                                              </p:val>
                                            </p:tav>
                                            <p:tav tm="100000">
                                              <p:val>
                                                <p:strVal val="#ppt_y"/>
                                              </p:val>
                                            </p:tav>
                                          </p:tavLst>
                                        </p:anim>
                                      </p:childTnLst>
                                    </p:cTn>
                                  </p:par>
                                  <p:par>
                                    <p:cTn id="29" presetID="2" presetClass="entr" presetSubtype="2" fill="hold" nodeType="withEffect">
                                      <p:stCondLst>
                                        <p:cond delay="0"/>
                                      </p:stCondLst>
                                      <p:childTnLst>
                                        <p:set>
                                          <p:cBhvr>
                                            <p:cTn id="30" dur="1" fill="hold">
                                              <p:stCondLst>
                                                <p:cond delay="0"/>
                                              </p:stCondLst>
                                            </p:cTn>
                                            <p:tgtEl>
                                              <p:spTgt spid="28"/>
                                            </p:tgtEl>
                                            <p:attrNameLst>
                                              <p:attrName>style.visibility</p:attrName>
                                            </p:attrNameLst>
                                          </p:cBhvr>
                                          <p:to>
                                            <p:strVal val="visible"/>
                                          </p:to>
                                        </p:set>
                                        <p:anim calcmode="lin" valueType="num">
                                          <p:cBhvr additive="base">
                                            <p:cTn id="31" dur="2250" fill="hold"/>
                                            <p:tgtEl>
                                              <p:spTgt spid="28"/>
                                            </p:tgtEl>
                                            <p:attrNameLst>
                                              <p:attrName>ppt_x</p:attrName>
                                            </p:attrNameLst>
                                          </p:cBhvr>
                                          <p:tavLst>
                                            <p:tav tm="0">
                                              <p:val>
                                                <p:strVal val="1+#ppt_w/2"/>
                                              </p:val>
                                            </p:tav>
                                            <p:tav tm="100000">
                                              <p:val>
                                                <p:strVal val="#ppt_x"/>
                                              </p:val>
                                            </p:tav>
                                          </p:tavLst>
                                        </p:anim>
                                        <p:anim calcmode="lin" valueType="num">
                                          <p:cBhvr additive="base">
                                            <p:cTn id="32" dur="2250" fill="hold"/>
                                            <p:tgtEl>
                                              <p:spTgt spid="28"/>
                                            </p:tgtEl>
                                            <p:attrNameLst>
                                              <p:attrName>ppt_y</p:attrName>
                                            </p:attrNameLst>
                                          </p:cBhvr>
                                          <p:tavLst>
                                            <p:tav tm="0">
                                              <p:val>
                                                <p:strVal val="#ppt_y"/>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anim calcmode="lin" valueType="num">
                                          <p:cBhvr additive="base">
                                            <p:cTn id="35" dur="2250" fill="hold"/>
                                            <p:tgtEl>
                                              <p:spTgt spid="31"/>
                                            </p:tgtEl>
                                            <p:attrNameLst>
                                              <p:attrName>ppt_x</p:attrName>
                                            </p:attrNameLst>
                                          </p:cBhvr>
                                          <p:tavLst>
                                            <p:tav tm="0">
                                              <p:val>
                                                <p:strVal val="#ppt_x"/>
                                              </p:val>
                                            </p:tav>
                                            <p:tav tm="100000">
                                              <p:val>
                                                <p:strVal val="#ppt_x"/>
                                              </p:val>
                                            </p:tav>
                                          </p:tavLst>
                                        </p:anim>
                                        <p:anim calcmode="lin" valueType="num">
                                          <p:cBhvr additive="base">
                                            <p:cTn id="36" dur="2250" fill="hold"/>
                                            <p:tgtEl>
                                              <p:spTgt spid="31"/>
                                            </p:tgtEl>
                                            <p:attrNameLst>
                                              <p:attrName>ppt_y</p:attrName>
                                            </p:attrNameLst>
                                          </p:cBhvr>
                                          <p:tavLst>
                                            <p:tav tm="0">
                                              <p:val>
                                                <p:strVal val="1+#ppt_h/2"/>
                                              </p:val>
                                            </p:tav>
                                            <p:tav tm="100000">
                                              <p:val>
                                                <p:strVal val="#ppt_y"/>
                                              </p:val>
                                            </p:tav>
                                          </p:tavLst>
                                        </p:anim>
                                      </p:childTnLst>
                                    </p:cTn>
                                  </p:par>
                                  <p:par>
                                    <p:cTn id="37" presetID="2" presetClass="entr" presetSubtype="1" fill="hold" nodeType="withEffect">
                                      <p:stCondLst>
                                        <p:cond delay="0"/>
                                      </p:stCondLst>
                                      <p:childTnLst>
                                        <p:set>
                                          <p:cBhvr>
                                            <p:cTn id="38" dur="1" fill="hold">
                                              <p:stCondLst>
                                                <p:cond delay="0"/>
                                              </p:stCondLst>
                                            </p:cTn>
                                            <p:tgtEl>
                                              <p:spTgt spid="34"/>
                                            </p:tgtEl>
                                            <p:attrNameLst>
                                              <p:attrName>style.visibility</p:attrName>
                                            </p:attrNameLst>
                                          </p:cBhvr>
                                          <p:to>
                                            <p:strVal val="visible"/>
                                          </p:to>
                                        </p:set>
                                        <p:anim calcmode="lin" valueType="num">
                                          <p:cBhvr additive="base">
                                            <p:cTn id="39" dur="2250" fill="hold"/>
                                            <p:tgtEl>
                                              <p:spTgt spid="34"/>
                                            </p:tgtEl>
                                            <p:attrNameLst>
                                              <p:attrName>ppt_x</p:attrName>
                                            </p:attrNameLst>
                                          </p:cBhvr>
                                          <p:tavLst>
                                            <p:tav tm="0">
                                              <p:val>
                                                <p:strVal val="#ppt_x"/>
                                              </p:val>
                                            </p:tav>
                                            <p:tav tm="100000">
                                              <p:val>
                                                <p:strVal val="#ppt_x"/>
                                              </p:val>
                                            </p:tav>
                                          </p:tavLst>
                                        </p:anim>
                                        <p:anim calcmode="lin" valueType="num">
                                          <p:cBhvr additive="base">
                                            <p:cTn id="40" dur="2250" fill="hold"/>
                                            <p:tgtEl>
                                              <p:spTgt spid="34"/>
                                            </p:tgtEl>
                                            <p:attrNameLst>
                                              <p:attrName>ppt_y</p:attrName>
                                            </p:attrNameLst>
                                          </p:cBhvr>
                                          <p:tavLst>
                                            <p:tav tm="0">
                                              <p:val>
                                                <p:strVal val="0-#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additive="base">
                                            <p:cTn id="43" dur="2250" fill="hold"/>
                                            <p:tgtEl>
                                              <p:spTgt spid="38"/>
                                            </p:tgtEl>
                                            <p:attrNameLst>
                                              <p:attrName>ppt_x</p:attrName>
                                            </p:attrNameLst>
                                          </p:cBhvr>
                                          <p:tavLst>
                                            <p:tav tm="0">
                                              <p:val>
                                                <p:strVal val="#ppt_x"/>
                                              </p:val>
                                            </p:tav>
                                            <p:tav tm="100000">
                                              <p:val>
                                                <p:strVal val="#ppt_x"/>
                                              </p:val>
                                            </p:tav>
                                          </p:tavLst>
                                        </p:anim>
                                        <p:anim calcmode="lin" valueType="num">
                                          <p:cBhvr additive="base">
                                            <p:cTn id="44" dur="2250" fill="hold"/>
                                            <p:tgtEl>
                                              <p:spTgt spid="38"/>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44"/>
                                            </p:tgtEl>
                                            <p:attrNameLst>
                                              <p:attrName>style.visibility</p:attrName>
                                            </p:attrNameLst>
                                          </p:cBhvr>
                                          <p:to>
                                            <p:strVal val="visible"/>
                                          </p:to>
                                        </p:set>
                                        <p:anim calcmode="lin" valueType="num">
                                          <p:cBhvr additive="base">
                                            <p:cTn id="47" dur="2250" fill="hold"/>
                                            <p:tgtEl>
                                              <p:spTgt spid="44"/>
                                            </p:tgtEl>
                                            <p:attrNameLst>
                                              <p:attrName>ppt_x</p:attrName>
                                            </p:attrNameLst>
                                          </p:cBhvr>
                                          <p:tavLst>
                                            <p:tav tm="0">
                                              <p:val>
                                                <p:strVal val="#ppt_x"/>
                                              </p:val>
                                            </p:tav>
                                            <p:tav tm="100000">
                                              <p:val>
                                                <p:strVal val="#ppt_x"/>
                                              </p:val>
                                            </p:tav>
                                          </p:tavLst>
                                        </p:anim>
                                        <p:anim calcmode="lin" valueType="num">
                                          <p:cBhvr additive="base">
                                            <p:cTn id="48" dur="2250" fill="hold"/>
                                            <p:tgtEl>
                                              <p:spTgt spid="44"/>
                                            </p:tgtEl>
                                            <p:attrNameLst>
                                              <p:attrName>ppt_y</p:attrName>
                                            </p:attrNameLst>
                                          </p:cBhvr>
                                          <p:tavLst>
                                            <p:tav tm="0">
                                              <p:val>
                                                <p:strVal val="1+#ppt_h/2"/>
                                              </p:val>
                                            </p:tav>
                                            <p:tav tm="100000">
                                              <p:val>
                                                <p:strVal val="#ppt_y"/>
                                              </p:val>
                                            </p:tav>
                                          </p:tavLst>
                                        </p:anim>
                                      </p:childTnLst>
                                    </p:cTn>
                                  </p:par>
                                  <p:par>
                                    <p:cTn id="49" presetID="49" presetClass="entr" presetSubtype="0" decel="100000"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p:cTn id="51" dur="700" fill="hold"/>
                                            <p:tgtEl>
                                              <p:spTgt spid="9"/>
                                            </p:tgtEl>
                                            <p:attrNameLst>
                                              <p:attrName>ppt_w</p:attrName>
                                            </p:attrNameLst>
                                          </p:cBhvr>
                                          <p:tavLst>
                                            <p:tav tm="0">
                                              <p:val>
                                                <p:fltVal val="0"/>
                                              </p:val>
                                            </p:tav>
                                            <p:tav tm="100000">
                                              <p:val>
                                                <p:strVal val="#ppt_w"/>
                                              </p:val>
                                            </p:tav>
                                          </p:tavLst>
                                        </p:anim>
                                        <p:anim calcmode="lin" valueType="num">
                                          <p:cBhvr>
                                            <p:cTn id="52" dur="700" fill="hold"/>
                                            <p:tgtEl>
                                              <p:spTgt spid="9"/>
                                            </p:tgtEl>
                                            <p:attrNameLst>
                                              <p:attrName>ppt_h</p:attrName>
                                            </p:attrNameLst>
                                          </p:cBhvr>
                                          <p:tavLst>
                                            <p:tav tm="0">
                                              <p:val>
                                                <p:fltVal val="0"/>
                                              </p:val>
                                            </p:tav>
                                            <p:tav tm="100000">
                                              <p:val>
                                                <p:strVal val="#ppt_h"/>
                                              </p:val>
                                            </p:tav>
                                          </p:tavLst>
                                        </p:anim>
                                        <p:anim calcmode="lin" valueType="num">
                                          <p:cBhvr>
                                            <p:cTn id="53" dur="700" fill="hold"/>
                                            <p:tgtEl>
                                              <p:spTgt spid="9"/>
                                            </p:tgtEl>
                                            <p:attrNameLst>
                                              <p:attrName>style.rotation</p:attrName>
                                            </p:attrNameLst>
                                          </p:cBhvr>
                                          <p:tavLst>
                                            <p:tav tm="0">
                                              <p:val>
                                                <p:fltVal val="360"/>
                                              </p:val>
                                            </p:tav>
                                            <p:tav tm="100000">
                                              <p:val>
                                                <p:fltVal val="0"/>
                                              </p:val>
                                            </p:tav>
                                          </p:tavLst>
                                        </p:anim>
                                        <p:animEffect transition="in" filter="fade">
                                          <p:cBhvr>
                                            <p:cTn id="54" dur="700"/>
                                            <p:tgtEl>
                                              <p:spTgt spid="9"/>
                                            </p:tgtEl>
                                          </p:cBhvr>
                                        </p:animEffect>
                                      </p:childTnLst>
                                    </p:cTn>
                                  </p:par>
                                  <p:par>
                                    <p:cTn id="55" presetID="49" presetClass="entr" presetSubtype="0" decel="100000" fill="hold" grpId="0" nodeType="withEffect">
                                      <p:stCondLst>
                                        <p:cond delay="100"/>
                                      </p:stCondLst>
                                      <p:childTnLst>
                                        <p:set>
                                          <p:cBhvr>
                                            <p:cTn id="56" dur="1" fill="hold">
                                              <p:stCondLst>
                                                <p:cond delay="0"/>
                                              </p:stCondLst>
                                            </p:cTn>
                                            <p:tgtEl>
                                              <p:spTgt spid="8"/>
                                            </p:tgtEl>
                                            <p:attrNameLst>
                                              <p:attrName>style.visibility</p:attrName>
                                            </p:attrNameLst>
                                          </p:cBhvr>
                                          <p:to>
                                            <p:strVal val="visible"/>
                                          </p:to>
                                        </p:set>
                                        <p:anim calcmode="lin" valueType="num">
                                          <p:cBhvr>
                                            <p:cTn id="57" dur="500" fill="hold"/>
                                            <p:tgtEl>
                                              <p:spTgt spid="8"/>
                                            </p:tgtEl>
                                            <p:attrNameLst>
                                              <p:attrName>ppt_w</p:attrName>
                                            </p:attrNameLst>
                                          </p:cBhvr>
                                          <p:tavLst>
                                            <p:tav tm="0">
                                              <p:val>
                                                <p:fltVal val="0"/>
                                              </p:val>
                                            </p:tav>
                                            <p:tav tm="100000">
                                              <p:val>
                                                <p:strVal val="#ppt_w"/>
                                              </p:val>
                                            </p:tav>
                                          </p:tavLst>
                                        </p:anim>
                                        <p:anim calcmode="lin" valueType="num">
                                          <p:cBhvr>
                                            <p:cTn id="58" dur="500" fill="hold"/>
                                            <p:tgtEl>
                                              <p:spTgt spid="8"/>
                                            </p:tgtEl>
                                            <p:attrNameLst>
                                              <p:attrName>ppt_h</p:attrName>
                                            </p:attrNameLst>
                                          </p:cBhvr>
                                          <p:tavLst>
                                            <p:tav tm="0">
                                              <p:val>
                                                <p:fltVal val="0"/>
                                              </p:val>
                                            </p:tav>
                                            <p:tav tm="100000">
                                              <p:val>
                                                <p:strVal val="#ppt_h"/>
                                              </p:val>
                                            </p:tav>
                                          </p:tavLst>
                                        </p:anim>
                                        <p:anim calcmode="lin" valueType="num">
                                          <p:cBhvr>
                                            <p:cTn id="59" dur="500" fill="hold"/>
                                            <p:tgtEl>
                                              <p:spTgt spid="8"/>
                                            </p:tgtEl>
                                            <p:attrNameLst>
                                              <p:attrName>style.rotation</p:attrName>
                                            </p:attrNameLst>
                                          </p:cBhvr>
                                          <p:tavLst>
                                            <p:tav tm="0">
                                              <p:val>
                                                <p:fltVal val="360"/>
                                              </p:val>
                                            </p:tav>
                                            <p:tav tm="100000">
                                              <p:val>
                                                <p:fltVal val="0"/>
                                              </p:val>
                                            </p:tav>
                                          </p:tavLst>
                                        </p:anim>
                                        <p:animEffect transition="in" filter="fade">
                                          <p:cBhvr>
                                            <p:cTn id="60" dur="500"/>
                                            <p:tgtEl>
                                              <p:spTgt spid="8"/>
                                            </p:tgtEl>
                                          </p:cBhvr>
                                        </p:animEffect>
                                      </p:childTnLst>
                                    </p:cTn>
                                  </p:par>
                                  <p:par>
                                    <p:cTn id="61" presetID="49" presetClass="entr" presetSubtype="0" decel="100000" fill="hold" grpId="0" nodeType="withEffect">
                                      <p:stCondLst>
                                        <p:cond delay="300"/>
                                      </p:stCondLst>
                                      <p:childTnLst>
                                        <p:set>
                                          <p:cBhvr>
                                            <p:cTn id="62" dur="1" fill="hold">
                                              <p:stCondLst>
                                                <p:cond delay="0"/>
                                              </p:stCondLst>
                                            </p:cTn>
                                            <p:tgtEl>
                                              <p:spTgt spid="42"/>
                                            </p:tgtEl>
                                            <p:attrNameLst>
                                              <p:attrName>style.visibility</p:attrName>
                                            </p:attrNameLst>
                                          </p:cBhvr>
                                          <p:to>
                                            <p:strVal val="visible"/>
                                          </p:to>
                                        </p:set>
                                        <p:anim calcmode="lin" valueType="num">
                                          <p:cBhvr>
                                            <p:cTn id="63" dur="500" fill="hold"/>
                                            <p:tgtEl>
                                              <p:spTgt spid="42"/>
                                            </p:tgtEl>
                                            <p:attrNameLst>
                                              <p:attrName>ppt_w</p:attrName>
                                            </p:attrNameLst>
                                          </p:cBhvr>
                                          <p:tavLst>
                                            <p:tav tm="0">
                                              <p:val>
                                                <p:fltVal val="0"/>
                                              </p:val>
                                            </p:tav>
                                            <p:tav tm="100000">
                                              <p:val>
                                                <p:strVal val="#ppt_w"/>
                                              </p:val>
                                            </p:tav>
                                          </p:tavLst>
                                        </p:anim>
                                        <p:anim calcmode="lin" valueType="num">
                                          <p:cBhvr>
                                            <p:cTn id="64" dur="500" fill="hold"/>
                                            <p:tgtEl>
                                              <p:spTgt spid="42"/>
                                            </p:tgtEl>
                                            <p:attrNameLst>
                                              <p:attrName>ppt_h</p:attrName>
                                            </p:attrNameLst>
                                          </p:cBhvr>
                                          <p:tavLst>
                                            <p:tav tm="0">
                                              <p:val>
                                                <p:fltVal val="0"/>
                                              </p:val>
                                            </p:tav>
                                            <p:tav tm="100000">
                                              <p:val>
                                                <p:strVal val="#ppt_h"/>
                                              </p:val>
                                            </p:tav>
                                          </p:tavLst>
                                        </p:anim>
                                        <p:anim calcmode="lin" valueType="num">
                                          <p:cBhvr>
                                            <p:cTn id="65" dur="500" fill="hold"/>
                                            <p:tgtEl>
                                              <p:spTgt spid="42"/>
                                            </p:tgtEl>
                                            <p:attrNameLst>
                                              <p:attrName>style.rotation</p:attrName>
                                            </p:attrNameLst>
                                          </p:cBhvr>
                                          <p:tavLst>
                                            <p:tav tm="0">
                                              <p:val>
                                                <p:fltVal val="360"/>
                                              </p:val>
                                            </p:tav>
                                            <p:tav tm="100000">
                                              <p:val>
                                                <p:fltVal val="0"/>
                                              </p:val>
                                            </p:tav>
                                          </p:tavLst>
                                        </p:anim>
                                        <p:animEffect transition="in" filter="fade">
                                          <p:cBhvr>
                                            <p:cTn id="66" dur="500"/>
                                            <p:tgtEl>
                                              <p:spTgt spid="42"/>
                                            </p:tgtEl>
                                          </p:cBhvr>
                                        </p:animEffect>
                                      </p:childTnLst>
                                    </p:cTn>
                                  </p:par>
                                  <p:par>
                                    <p:cTn id="67" presetID="49" presetClass="entr" presetSubtype="0" decel="100000" fill="hold" grpId="0" nodeType="withEffect">
                                      <p:stCondLst>
                                        <p:cond delay="500"/>
                                      </p:stCondLst>
                                      <p:childTnLst>
                                        <p:set>
                                          <p:cBhvr>
                                            <p:cTn id="68" dur="1" fill="hold">
                                              <p:stCondLst>
                                                <p:cond delay="0"/>
                                              </p:stCondLst>
                                            </p:cTn>
                                            <p:tgtEl>
                                              <p:spTgt spid="7"/>
                                            </p:tgtEl>
                                            <p:attrNameLst>
                                              <p:attrName>style.visibility</p:attrName>
                                            </p:attrNameLst>
                                          </p:cBhvr>
                                          <p:to>
                                            <p:strVal val="visible"/>
                                          </p:to>
                                        </p:set>
                                        <p:anim calcmode="lin" valueType="num">
                                          <p:cBhvr>
                                            <p:cTn id="69" dur="500" fill="hold"/>
                                            <p:tgtEl>
                                              <p:spTgt spid="7"/>
                                            </p:tgtEl>
                                            <p:attrNameLst>
                                              <p:attrName>ppt_w</p:attrName>
                                            </p:attrNameLst>
                                          </p:cBhvr>
                                          <p:tavLst>
                                            <p:tav tm="0">
                                              <p:val>
                                                <p:fltVal val="0"/>
                                              </p:val>
                                            </p:tav>
                                            <p:tav tm="100000">
                                              <p:val>
                                                <p:strVal val="#ppt_w"/>
                                              </p:val>
                                            </p:tav>
                                          </p:tavLst>
                                        </p:anim>
                                        <p:anim calcmode="lin" valueType="num">
                                          <p:cBhvr>
                                            <p:cTn id="70" dur="500" fill="hold"/>
                                            <p:tgtEl>
                                              <p:spTgt spid="7"/>
                                            </p:tgtEl>
                                            <p:attrNameLst>
                                              <p:attrName>ppt_h</p:attrName>
                                            </p:attrNameLst>
                                          </p:cBhvr>
                                          <p:tavLst>
                                            <p:tav tm="0">
                                              <p:val>
                                                <p:fltVal val="0"/>
                                              </p:val>
                                            </p:tav>
                                            <p:tav tm="100000">
                                              <p:val>
                                                <p:strVal val="#ppt_h"/>
                                              </p:val>
                                            </p:tav>
                                          </p:tavLst>
                                        </p:anim>
                                        <p:anim calcmode="lin" valueType="num">
                                          <p:cBhvr>
                                            <p:cTn id="71" dur="500" fill="hold"/>
                                            <p:tgtEl>
                                              <p:spTgt spid="7"/>
                                            </p:tgtEl>
                                            <p:attrNameLst>
                                              <p:attrName>style.rotation</p:attrName>
                                            </p:attrNameLst>
                                          </p:cBhvr>
                                          <p:tavLst>
                                            <p:tav tm="0">
                                              <p:val>
                                                <p:fltVal val="360"/>
                                              </p:val>
                                            </p:tav>
                                            <p:tav tm="100000">
                                              <p:val>
                                                <p:fltVal val="0"/>
                                              </p:val>
                                            </p:tav>
                                          </p:tavLst>
                                        </p:anim>
                                        <p:animEffect transition="in" filter="fade">
                                          <p:cBhvr>
                                            <p:cTn id="72" dur="500"/>
                                            <p:tgtEl>
                                              <p:spTgt spid="7"/>
                                            </p:tgtEl>
                                          </p:cBhvr>
                                        </p:animEffect>
                                      </p:childTnLst>
                                    </p:cTn>
                                  </p:par>
                                  <p:par>
                                    <p:cTn id="73" presetID="49" presetClass="entr" presetSubtype="0" decel="100000" fill="hold" grpId="0" nodeType="withEffect">
                                      <p:stCondLst>
                                        <p:cond delay="0"/>
                                      </p:stCondLst>
                                      <p:childTnLst>
                                        <p:set>
                                          <p:cBhvr>
                                            <p:cTn id="74" dur="1" fill="hold">
                                              <p:stCondLst>
                                                <p:cond delay="0"/>
                                              </p:stCondLst>
                                            </p:cTn>
                                            <p:tgtEl>
                                              <p:spTgt spid="37"/>
                                            </p:tgtEl>
                                            <p:attrNameLst>
                                              <p:attrName>style.visibility</p:attrName>
                                            </p:attrNameLst>
                                          </p:cBhvr>
                                          <p:to>
                                            <p:strVal val="visible"/>
                                          </p:to>
                                        </p:set>
                                        <p:anim calcmode="lin" valueType="num">
                                          <p:cBhvr>
                                            <p:cTn id="75" dur="500" fill="hold"/>
                                            <p:tgtEl>
                                              <p:spTgt spid="37"/>
                                            </p:tgtEl>
                                            <p:attrNameLst>
                                              <p:attrName>ppt_w</p:attrName>
                                            </p:attrNameLst>
                                          </p:cBhvr>
                                          <p:tavLst>
                                            <p:tav tm="0">
                                              <p:val>
                                                <p:fltVal val="0"/>
                                              </p:val>
                                            </p:tav>
                                            <p:tav tm="100000">
                                              <p:val>
                                                <p:strVal val="#ppt_w"/>
                                              </p:val>
                                            </p:tav>
                                          </p:tavLst>
                                        </p:anim>
                                        <p:anim calcmode="lin" valueType="num">
                                          <p:cBhvr>
                                            <p:cTn id="76" dur="500" fill="hold"/>
                                            <p:tgtEl>
                                              <p:spTgt spid="37"/>
                                            </p:tgtEl>
                                            <p:attrNameLst>
                                              <p:attrName>ppt_h</p:attrName>
                                            </p:attrNameLst>
                                          </p:cBhvr>
                                          <p:tavLst>
                                            <p:tav tm="0">
                                              <p:val>
                                                <p:fltVal val="0"/>
                                              </p:val>
                                            </p:tav>
                                            <p:tav tm="100000">
                                              <p:val>
                                                <p:strVal val="#ppt_h"/>
                                              </p:val>
                                            </p:tav>
                                          </p:tavLst>
                                        </p:anim>
                                        <p:anim calcmode="lin" valueType="num">
                                          <p:cBhvr>
                                            <p:cTn id="77" dur="500" fill="hold"/>
                                            <p:tgtEl>
                                              <p:spTgt spid="37"/>
                                            </p:tgtEl>
                                            <p:attrNameLst>
                                              <p:attrName>style.rotation</p:attrName>
                                            </p:attrNameLst>
                                          </p:cBhvr>
                                          <p:tavLst>
                                            <p:tav tm="0">
                                              <p:val>
                                                <p:fltVal val="360"/>
                                              </p:val>
                                            </p:tav>
                                            <p:tav tm="100000">
                                              <p:val>
                                                <p:fltVal val="0"/>
                                              </p:val>
                                            </p:tav>
                                          </p:tavLst>
                                        </p:anim>
                                        <p:animEffect transition="in" filter="fade">
                                          <p:cBhvr>
                                            <p:cTn id="78" dur="500"/>
                                            <p:tgtEl>
                                              <p:spTgt spid="37"/>
                                            </p:tgtEl>
                                          </p:cBhvr>
                                        </p:animEffect>
                                      </p:childTnLst>
                                    </p:cTn>
                                  </p:par>
                                  <p:par>
                                    <p:cTn id="79" presetID="49" presetClass="entr" presetSubtype="0" decel="100000" fill="hold" grpId="0" nodeType="withEffect">
                                      <p:stCondLst>
                                        <p:cond delay="0"/>
                                      </p:stCondLst>
                                      <p:childTnLst>
                                        <p:set>
                                          <p:cBhvr>
                                            <p:cTn id="80" dur="1" fill="hold">
                                              <p:stCondLst>
                                                <p:cond delay="0"/>
                                              </p:stCondLst>
                                            </p:cTn>
                                            <p:tgtEl>
                                              <p:spTgt spid="13"/>
                                            </p:tgtEl>
                                            <p:attrNameLst>
                                              <p:attrName>style.visibility</p:attrName>
                                            </p:attrNameLst>
                                          </p:cBhvr>
                                          <p:to>
                                            <p:strVal val="visible"/>
                                          </p:to>
                                        </p:set>
                                        <p:anim calcmode="lin" valueType="num">
                                          <p:cBhvr>
                                            <p:cTn id="81" dur="500" fill="hold"/>
                                            <p:tgtEl>
                                              <p:spTgt spid="13"/>
                                            </p:tgtEl>
                                            <p:attrNameLst>
                                              <p:attrName>ppt_w</p:attrName>
                                            </p:attrNameLst>
                                          </p:cBhvr>
                                          <p:tavLst>
                                            <p:tav tm="0">
                                              <p:val>
                                                <p:fltVal val="0"/>
                                              </p:val>
                                            </p:tav>
                                            <p:tav tm="100000">
                                              <p:val>
                                                <p:strVal val="#ppt_w"/>
                                              </p:val>
                                            </p:tav>
                                          </p:tavLst>
                                        </p:anim>
                                        <p:anim calcmode="lin" valueType="num">
                                          <p:cBhvr>
                                            <p:cTn id="82" dur="500" fill="hold"/>
                                            <p:tgtEl>
                                              <p:spTgt spid="13"/>
                                            </p:tgtEl>
                                            <p:attrNameLst>
                                              <p:attrName>ppt_h</p:attrName>
                                            </p:attrNameLst>
                                          </p:cBhvr>
                                          <p:tavLst>
                                            <p:tav tm="0">
                                              <p:val>
                                                <p:fltVal val="0"/>
                                              </p:val>
                                            </p:tav>
                                            <p:tav tm="100000">
                                              <p:val>
                                                <p:strVal val="#ppt_h"/>
                                              </p:val>
                                            </p:tav>
                                          </p:tavLst>
                                        </p:anim>
                                        <p:anim calcmode="lin" valueType="num">
                                          <p:cBhvr>
                                            <p:cTn id="83" dur="500" fill="hold"/>
                                            <p:tgtEl>
                                              <p:spTgt spid="13"/>
                                            </p:tgtEl>
                                            <p:attrNameLst>
                                              <p:attrName>style.rotation</p:attrName>
                                            </p:attrNameLst>
                                          </p:cBhvr>
                                          <p:tavLst>
                                            <p:tav tm="0">
                                              <p:val>
                                                <p:fltVal val="360"/>
                                              </p:val>
                                            </p:tav>
                                            <p:tav tm="100000">
                                              <p:val>
                                                <p:fltVal val="0"/>
                                              </p:val>
                                            </p:tav>
                                          </p:tavLst>
                                        </p:anim>
                                        <p:animEffect transition="in" filter="fade">
                                          <p:cBhvr>
                                            <p:cTn id="84" dur="500"/>
                                            <p:tgtEl>
                                              <p:spTgt spid="13"/>
                                            </p:tgtEl>
                                          </p:cBhvr>
                                        </p:animEffect>
                                      </p:childTnLst>
                                    </p:cTn>
                                  </p:par>
                                  <p:par>
                                    <p:cTn id="85" presetID="49" presetClass="entr" presetSubtype="0" decel="100000" fill="hold" grpId="0" nodeType="withEffect">
                                      <p:stCondLst>
                                        <p:cond delay="500"/>
                                      </p:stCondLst>
                                      <p:childTnLst>
                                        <p:set>
                                          <p:cBhvr>
                                            <p:cTn id="86" dur="1" fill="hold">
                                              <p:stCondLst>
                                                <p:cond delay="0"/>
                                              </p:stCondLst>
                                            </p:cTn>
                                            <p:tgtEl>
                                              <p:spTgt spid="6"/>
                                            </p:tgtEl>
                                            <p:attrNameLst>
                                              <p:attrName>style.visibility</p:attrName>
                                            </p:attrNameLst>
                                          </p:cBhvr>
                                          <p:to>
                                            <p:strVal val="visible"/>
                                          </p:to>
                                        </p:set>
                                        <p:anim calcmode="lin" valueType="num">
                                          <p:cBhvr>
                                            <p:cTn id="87" dur="500" fill="hold"/>
                                            <p:tgtEl>
                                              <p:spTgt spid="6"/>
                                            </p:tgtEl>
                                            <p:attrNameLst>
                                              <p:attrName>ppt_w</p:attrName>
                                            </p:attrNameLst>
                                          </p:cBhvr>
                                          <p:tavLst>
                                            <p:tav tm="0">
                                              <p:val>
                                                <p:fltVal val="0"/>
                                              </p:val>
                                            </p:tav>
                                            <p:tav tm="100000">
                                              <p:val>
                                                <p:strVal val="#ppt_w"/>
                                              </p:val>
                                            </p:tav>
                                          </p:tavLst>
                                        </p:anim>
                                        <p:anim calcmode="lin" valueType="num">
                                          <p:cBhvr>
                                            <p:cTn id="88" dur="500" fill="hold"/>
                                            <p:tgtEl>
                                              <p:spTgt spid="6"/>
                                            </p:tgtEl>
                                            <p:attrNameLst>
                                              <p:attrName>ppt_h</p:attrName>
                                            </p:attrNameLst>
                                          </p:cBhvr>
                                          <p:tavLst>
                                            <p:tav tm="0">
                                              <p:val>
                                                <p:fltVal val="0"/>
                                              </p:val>
                                            </p:tav>
                                            <p:tav tm="100000">
                                              <p:val>
                                                <p:strVal val="#ppt_h"/>
                                              </p:val>
                                            </p:tav>
                                          </p:tavLst>
                                        </p:anim>
                                        <p:anim calcmode="lin" valueType="num">
                                          <p:cBhvr>
                                            <p:cTn id="89" dur="500" fill="hold"/>
                                            <p:tgtEl>
                                              <p:spTgt spid="6"/>
                                            </p:tgtEl>
                                            <p:attrNameLst>
                                              <p:attrName>style.rotation</p:attrName>
                                            </p:attrNameLst>
                                          </p:cBhvr>
                                          <p:tavLst>
                                            <p:tav tm="0">
                                              <p:val>
                                                <p:fltVal val="360"/>
                                              </p:val>
                                            </p:tav>
                                            <p:tav tm="100000">
                                              <p:val>
                                                <p:fltVal val="0"/>
                                              </p:val>
                                            </p:tav>
                                          </p:tavLst>
                                        </p:anim>
                                        <p:animEffect transition="in" filter="fade">
                                          <p:cBhvr>
                                            <p:cTn id="90" dur="500"/>
                                            <p:tgtEl>
                                              <p:spTgt spid="6"/>
                                            </p:tgtEl>
                                          </p:cBhvr>
                                        </p:animEffect>
                                      </p:childTnLst>
                                    </p:cTn>
                                  </p:par>
                                  <p:par>
                                    <p:cTn id="91" presetID="49" presetClass="entr" presetSubtype="0" decel="100000" fill="hold" grpId="0" nodeType="withEffect">
                                      <p:stCondLst>
                                        <p:cond delay="900"/>
                                      </p:stCondLst>
                                      <p:childTnLst>
                                        <p:set>
                                          <p:cBhvr>
                                            <p:cTn id="92" dur="1" fill="hold">
                                              <p:stCondLst>
                                                <p:cond delay="0"/>
                                              </p:stCondLst>
                                            </p:cTn>
                                            <p:tgtEl>
                                              <p:spTgt spid="47"/>
                                            </p:tgtEl>
                                            <p:attrNameLst>
                                              <p:attrName>style.visibility</p:attrName>
                                            </p:attrNameLst>
                                          </p:cBhvr>
                                          <p:to>
                                            <p:strVal val="visible"/>
                                          </p:to>
                                        </p:set>
                                        <p:anim calcmode="lin" valueType="num">
                                          <p:cBhvr>
                                            <p:cTn id="93" dur="500" fill="hold"/>
                                            <p:tgtEl>
                                              <p:spTgt spid="47"/>
                                            </p:tgtEl>
                                            <p:attrNameLst>
                                              <p:attrName>ppt_w</p:attrName>
                                            </p:attrNameLst>
                                          </p:cBhvr>
                                          <p:tavLst>
                                            <p:tav tm="0">
                                              <p:val>
                                                <p:fltVal val="0"/>
                                              </p:val>
                                            </p:tav>
                                            <p:tav tm="100000">
                                              <p:val>
                                                <p:strVal val="#ppt_w"/>
                                              </p:val>
                                            </p:tav>
                                          </p:tavLst>
                                        </p:anim>
                                        <p:anim calcmode="lin" valueType="num">
                                          <p:cBhvr>
                                            <p:cTn id="94" dur="500" fill="hold"/>
                                            <p:tgtEl>
                                              <p:spTgt spid="47"/>
                                            </p:tgtEl>
                                            <p:attrNameLst>
                                              <p:attrName>ppt_h</p:attrName>
                                            </p:attrNameLst>
                                          </p:cBhvr>
                                          <p:tavLst>
                                            <p:tav tm="0">
                                              <p:val>
                                                <p:fltVal val="0"/>
                                              </p:val>
                                            </p:tav>
                                            <p:tav tm="100000">
                                              <p:val>
                                                <p:strVal val="#ppt_h"/>
                                              </p:val>
                                            </p:tav>
                                          </p:tavLst>
                                        </p:anim>
                                        <p:anim calcmode="lin" valueType="num">
                                          <p:cBhvr>
                                            <p:cTn id="95" dur="500" fill="hold"/>
                                            <p:tgtEl>
                                              <p:spTgt spid="47"/>
                                            </p:tgtEl>
                                            <p:attrNameLst>
                                              <p:attrName>style.rotation</p:attrName>
                                            </p:attrNameLst>
                                          </p:cBhvr>
                                          <p:tavLst>
                                            <p:tav tm="0">
                                              <p:val>
                                                <p:fltVal val="360"/>
                                              </p:val>
                                            </p:tav>
                                            <p:tav tm="100000">
                                              <p:val>
                                                <p:fltVal val="0"/>
                                              </p:val>
                                            </p:tav>
                                          </p:tavLst>
                                        </p:anim>
                                        <p:animEffect transition="in" filter="fade">
                                          <p:cBhvr>
                                            <p:cTn id="96" dur="500"/>
                                            <p:tgtEl>
                                              <p:spTgt spid="47"/>
                                            </p:tgtEl>
                                          </p:cBhvr>
                                        </p:animEffect>
                                      </p:childTnLst>
                                    </p:cTn>
                                  </p:par>
                                  <p:par>
                                    <p:cTn id="97" presetID="49" presetClass="entr" presetSubtype="0" decel="100000" fill="hold" grpId="0" nodeType="withEffect">
                                      <p:stCondLst>
                                        <p:cond delay="900"/>
                                      </p:stCondLst>
                                      <p:childTnLst>
                                        <p:set>
                                          <p:cBhvr>
                                            <p:cTn id="98" dur="1" fill="hold">
                                              <p:stCondLst>
                                                <p:cond delay="0"/>
                                              </p:stCondLst>
                                            </p:cTn>
                                            <p:tgtEl>
                                              <p:spTgt spid="48"/>
                                            </p:tgtEl>
                                            <p:attrNameLst>
                                              <p:attrName>style.visibility</p:attrName>
                                            </p:attrNameLst>
                                          </p:cBhvr>
                                          <p:to>
                                            <p:strVal val="visible"/>
                                          </p:to>
                                        </p:set>
                                        <p:anim calcmode="lin" valueType="num">
                                          <p:cBhvr>
                                            <p:cTn id="99" dur="500" fill="hold"/>
                                            <p:tgtEl>
                                              <p:spTgt spid="48"/>
                                            </p:tgtEl>
                                            <p:attrNameLst>
                                              <p:attrName>ppt_w</p:attrName>
                                            </p:attrNameLst>
                                          </p:cBhvr>
                                          <p:tavLst>
                                            <p:tav tm="0">
                                              <p:val>
                                                <p:fltVal val="0"/>
                                              </p:val>
                                            </p:tav>
                                            <p:tav tm="100000">
                                              <p:val>
                                                <p:strVal val="#ppt_w"/>
                                              </p:val>
                                            </p:tav>
                                          </p:tavLst>
                                        </p:anim>
                                        <p:anim calcmode="lin" valueType="num">
                                          <p:cBhvr>
                                            <p:cTn id="100" dur="500" fill="hold"/>
                                            <p:tgtEl>
                                              <p:spTgt spid="48"/>
                                            </p:tgtEl>
                                            <p:attrNameLst>
                                              <p:attrName>ppt_h</p:attrName>
                                            </p:attrNameLst>
                                          </p:cBhvr>
                                          <p:tavLst>
                                            <p:tav tm="0">
                                              <p:val>
                                                <p:fltVal val="0"/>
                                              </p:val>
                                            </p:tav>
                                            <p:tav tm="100000">
                                              <p:val>
                                                <p:strVal val="#ppt_h"/>
                                              </p:val>
                                            </p:tav>
                                          </p:tavLst>
                                        </p:anim>
                                        <p:anim calcmode="lin" valueType="num">
                                          <p:cBhvr>
                                            <p:cTn id="101" dur="500" fill="hold"/>
                                            <p:tgtEl>
                                              <p:spTgt spid="48"/>
                                            </p:tgtEl>
                                            <p:attrNameLst>
                                              <p:attrName>style.rotation</p:attrName>
                                            </p:attrNameLst>
                                          </p:cBhvr>
                                          <p:tavLst>
                                            <p:tav tm="0">
                                              <p:val>
                                                <p:fltVal val="360"/>
                                              </p:val>
                                            </p:tav>
                                            <p:tav tm="100000">
                                              <p:val>
                                                <p:fltVal val="0"/>
                                              </p:val>
                                            </p:tav>
                                          </p:tavLst>
                                        </p:anim>
                                        <p:animEffect transition="in" filter="fade">
                                          <p:cBhvr>
                                            <p:cTn id="102" dur="500"/>
                                            <p:tgtEl>
                                              <p:spTgt spid="48"/>
                                            </p:tgtEl>
                                          </p:cBhvr>
                                        </p:animEffect>
                                      </p:childTnLst>
                                    </p:cTn>
                                  </p:par>
                                  <p:par>
                                    <p:cTn id="103" presetID="2" presetClass="entr" presetSubtype="1" fill="hold" nodeType="withEffect">
                                      <p:stCondLst>
                                        <p:cond delay="0"/>
                                      </p:stCondLst>
                                      <p:childTnLst>
                                        <p:set>
                                          <p:cBhvr>
                                            <p:cTn id="104" dur="1" fill="hold">
                                              <p:stCondLst>
                                                <p:cond delay="0"/>
                                              </p:stCondLst>
                                            </p:cTn>
                                            <p:tgtEl>
                                              <p:spTgt spid="49"/>
                                            </p:tgtEl>
                                            <p:attrNameLst>
                                              <p:attrName>style.visibility</p:attrName>
                                            </p:attrNameLst>
                                          </p:cBhvr>
                                          <p:to>
                                            <p:strVal val="visible"/>
                                          </p:to>
                                        </p:set>
                                        <p:anim calcmode="lin" valueType="num">
                                          <p:cBhvr additive="base">
                                            <p:cTn id="105" dur="2250" fill="hold"/>
                                            <p:tgtEl>
                                              <p:spTgt spid="49"/>
                                            </p:tgtEl>
                                            <p:attrNameLst>
                                              <p:attrName>ppt_x</p:attrName>
                                            </p:attrNameLst>
                                          </p:cBhvr>
                                          <p:tavLst>
                                            <p:tav tm="0">
                                              <p:val>
                                                <p:strVal val="#ppt_x"/>
                                              </p:val>
                                            </p:tav>
                                            <p:tav tm="100000">
                                              <p:val>
                                                <p:strVal val="#ppt_x"/>
                                              </p:val>
                                            </p:tav>
                                          </p:tavLst>
                                        </p:anim>
                                        <p:anim calcmode="lin" valueType="num">
                                          <p:cBhvr additive="base">
                                            <p:cTn id="106" dur="2250" fill="hold"/>
                                            <p:tgtEl>
                                              <p:spTgt spid="49"/>
                                            </p:tgtEl>
                                            <p:attrNameLst>
                                              <p:attrName>ppt_y</p:attrName>
                                            </p:attrNameLst>
                                          </p:cBhvr>
                                          <p:tavLst>
                                            <p:tav tm="0">
                                              <p:val>
                                                <p:strVal val="0-#ppt_h/2"/>
                                              </p:val>
                                            </p:tav>
                                            <p:tav tm="100000">
                                              <p:val>
                                                <p:strVal val="#ppt_y"/>
                                              </p:val>
                                            </p:tav>
                                          </p:tavLst>
                                        </p:anim>
                                      </p:childTnLst>
                                    </p:cTn>
                                  </p:par>
                                  <p:par>
                                    <p:cTn id="107" presetID="2" presetClass="entr" presetSubtype="1" fill="hold" nodeType="withEffect">
                                      <p:stCondLst>
                                        <p:cond delay="0"/>
                                      </p:stCondLst>
                                      <p:childTnLst>
                                        <p:set>
                                          <p:cBhvr>
                                            <p:cTn id="108" dur="1" fill="hold">
                                              <p:stCondLst>
                                                <p:cond delay="0"/>
                                              </p:stCondLst>
                                            </p:cTn>
                                            <p:tgtEl>
                                              <p:spTgt spid="54"/>
                                            </p:tgtEl>
                                            <p:attrNameLst>
                                              <p:attrName>style.visibility</p:attrName>
                                            </p:attrNameLst>
                                          </p:cBhvr>
                                          <p:to>
                                            <p:strVal val="visible"/>
                                          </p:to>
                                        </p:set>
                                        <p:anim calcmode="lin" valueType="num">
                                          <p:cBhvr additive="base">
                                            <p:cTn id="109" dur="2250" fill="hold"/>
                                            <p:tgtEl>
                                              <p:spTgt spid="54"/>
                                            </p:tgtEl>
                                            <p:attrNameLst>
                                              <p:attrName>ppt_x</p:attrName>
                                            </p:attrNameLst>
                                          </p:cBhvr>
                                          <p:tavLst>
                                            <p:tav tm="0">
                                              <p:val>
                                                <p:strVal val="#ppt_x"/>
                                              </p:val>
                                            </p:tav>
                                            <p:tav tm="100000">
                                              <p:val>
                                                <p:strVal val="#ppt_x"/>
                                              </p:val>
                                            </p:tav>
                                          </p:tavLst>
                                        </p:anim>
                                        <p:anim calcmode="lin" valueType="num">
                                          <p:cBhvr additive="base">
                                            <p:cTn id="110" dur="2250" fill="hold"/>
                                            <p:tgtEl>
                                              <p:spTgt spid="54"/>
                                            </p:tgtEl>
                                            <p:attrNameLst>
                                              <p:attrName>ppt_y</p:attrName>
                                            </p:attrNameLst>
                                          </p:cBhvr>
                                          <p:tavLst>
                                            <p:tav tm="0">
                                              <p:val>
                                                <p:strVal val="0-#ppt_h/2"/>
                                              </p:val>
                                            </p:tav>
                                            <p:tav tm="100000">
                                              <p:val>
                                                <p:strVal val="#ppt_y"/>
                                              </p:val>
                                            </p:tav>
                                          </p:tavLst>
                                        </p:anim>
                                      </p:childTnLst>
                                    </p:cTn>
                                  </p:par>
                                  <p:par>
                                    <p:cTn id="111" presetID="2" presetClass="entr" presetSubtype="1" fill="hold" nodeType="withEffect">
                                      <p:stCondLst>
                                        <p:cond delay="0"/>
                                      </p:stCondLst>
                                      <p:childTnLst>
                                        <p:set>
                                          <p:cBhvr>
                                            <p:cTn id="112" dur="1" fill="hold">
                                              <p:stCondLst>
                                                <p:cond delay="0"/>
                                              </p:stCondLst>
                                            </p:cTn>
                                            <p:tgtEl>
                                              <p:spTgt spid="57"/>
                                            </p:tgtEl>
                                            <p:attrNameLst>
                                              <p:attrName>style.visibility</p:attrName>
                                            </p:attrNameLst>
                                          </p:cBhvr>
                                          <p:to>
                                            <p:strVal val="visible"/>
                                          </p:to>
                                        </p:set>
                                        <p:anim calcmode="lin" valueType="num">
                                          <p:cBhvr additive="base">
                                            <p:cTn id="113" dur="2250" fill="hold"/>
                                            <p:tgtEl>
                                              <p:spTgt spid="57"/>
                                            </p:tgtEl>
                                            <p:attrNameLst>
                                              <p:attrName>ppt_x</p:attrName>
                                            </p:attrNameLst>
                                          </p:cBhvr>
                                          <p:tavLst>
                                            <p:tav tm="0">
                                              <p:val>
                                                <p:strVal val="#ppt_x"/>
                                              </p:val>
                                            </p:tav>
                                            <p:tav tm="100000">
                                              <p:val>
                                                <p:strVal val="#ppt_x"/>
                                              </p:val>
                                            </p:tav>
                                          </p:tavLst>
                                        </p:anim>
                                        <p:anim calcmode="lin" valueType="num">
                                          <p:cBhvr additive="base">
                                            <p:cTn id="114" dur="2250" fill="hold"/>
                                            <p:tgtEl>
                                              <p:spTgt spid="57"/>
                                            </p:tgtEl>
                                            <p:attrNameLst>
                                              <p:attrName>ppt_y</p:attrName>
                                            </p:attrNameLst>
                                          </p:cBhvr>
                                          <p:tavLst>
                                            <p:tav tm="0">
                                              <p:val>
                                                <p:strVal val="0-#ppt_h/2"/>
                                              </p:val>
                                            </p:tav>
                                            <p:tav tm="100000">
                                              <p:val>
                                                <p:strVal val="#ppt_y"/>
                                              </p:val>
                                            </p:tav>
                                          </p:tavLst>
                                        </p:anim>
                                      </p:childTnLst>
                                    </p:cTn>
                                  </p:par>
                                  <p:par>
                                    <p:cTn id="115" presetID="2" presetClass="entr" presetSubtype="1" fill="hold" nodeType="withEffect">
                                      <p:stCondLst>
                                        <p:cond delay="0"/>
                                      </p:stCondLst>
                                      <p:childTnLst>
                                        <p:set>
                                          <p:cBhvr>
                                            <p:cTn id="116" dur="1" fill="hold">
                                              <p:stCondLst>
                                                <p:cond delay="0"/>
                                              </p:stCondLst>
                                            </p:cTn>
                                            <p:tgtEl>
                                              <p:spTgt spid="61"/>
                                            </p:tgtEl>
                                            <p:attrNameLst>
                                              <p:attrName>style.visibility</p:attrName>
                                            </p:attrNameLst>
                                          </p:cBhvr>
                                          <p:to>
                                            <p:strVal val="visible"/>
                                          </p:to>
                                        </p:set>
                                        <p:anim calcmode="lin" valueType="num">
                                          <p:cBhvr additive="base">
                                            <p:cTn id="117" dur="2250" fill="hold"/>
                                            <p:tgtEl>
                                              <p:spTgt spid="61"/>
                                            </p:tgtEl>
                                            <p:attrNameLst>
                                              <p:attrName>ppt_x</p:attrName>
                                            </p:attrNameLst>
                                          </p:cBhvr>
                                          <p:tavLst>
                                            <p:tav tm="0">
                                              <p:val>
                                                <p:strVal val="#ppt_x"/>
                                              </p:val>
                                            </p:tav>
                                            <p:tav tm="100000">
                                              <p:val>
                                                <p:strVal val="#ppt_x"/>
                                              </p:val>
                                            </p:tav>
                                          </p:tavLst>
                                        </p:anim>
                                        <p:anim calcmode="lin" valueType="num">
                                          <p:cBhvr additive="base">
                                            <p:cTn id="118" dur="2250" fill="hold"/>
                                            <p:tgtEl>
                                              <p:spTgt spid="61"/>
                                            </p:tgtEl>
                                            <p:attrNameLst>
                                              <p:attrName>ppt_y</p:attrName>
                                            </p:attrNameLst>
                                          </p:cBhvr>
                                          <p:tavLst>
                                            <p:tav tm="0">
                                              <p:val>
                                                <p:strVal val="0-#ppt_h/2"/>
                                              </p:val>
                                            </p:tav>
                                            <p:tav tm="100000">
                                              <p:val>
                                                <p:strVal val="#ppt_y"/>
                                              </p:val>
                                            </p:tav>
                                          </p:tavLst>
                                        </p:anim>
                                      </p:childTnLst>
                                    </p:cTn>
                                  </p:par>
                                  <p:par>
                                    <p:cTn id="119" presetID="2" presetClass="entr" presetSubtype="4" fill="hold" nodeType="withEffect">
                                      <p:stCondLst>
                                        <p:cond delay="0"/>
                                      </p:stCondLst>
                                      <p:childTnLst>
                                        <p:set>
                                          <p:cBhvr>
                                            <p:cTn id="120" dur="1" fill="hold">
                                              <p:stCondLst>
                                                <p:cond delay="0"/>
                                              </p:stCondLst>
                                            </p:cTn>
                                            <p:tgtEl>
                                              <p:spTgt spid="70"/>
                                            </p:tgtEl>
                                            <p:attrNameLst>
                                              <p:attrName>style.visibility</p:attrName>
                                            </p:attrNameLst>
                                          </p:cBhvr>
                                          <p:to>
                                            <p:strVal val="visible"/>
                                          </p:to>
                                        </p:set>
                                        <p:anim calcmode="lin" valueType="num">
                                          <p:cBhvr additive="base">
                                            <p:cTn id="121" dur="2250" fill="hold"/>
                                            <p:tgtEl>
                                              <p:spTgt spid="70"/>
                                            </p:tgtEl>
                                            <p:attrNameLst>
                                              <p:attrName>ppt_x</p:attrName>
                                            </p:attrNameLst>
                                          </p:cBhvr>
                                          <p:tavLst>
                                            <p:tav tm="0">
                                              <p:val>
                                                <p:strVal val="#ppt_x"/>
                                              </p:val>
                                            </p:tav>
                                            <p:tav tm="100000">
                                              <p:val>
                                                <p:strVal val="#ppt_x"/>
                                              </p:val>
                                            </p:tav>
                                          </p:tavLst>
                                        </p:anim>
                                        <p:anim calcmode="lin" valueType="num">
                                          <p:cBhvr additive="base">
                                            <p:cTn id="122" dur="225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8" grpId="0"/>
          <p:bldP spid="9" grpId="0"/>
          <p:bldP spid="13" grpId="0"/>
          <p:bldP spid="18" grpId="0" animBg="1"/>
          <p:bldP spid="37" grpId="0"/>
          <p:bldP spid="42" grpId="0"/>
          <p:bldP spid="47" grpId="0"/>
          <p:bldP spid="48" grpId="0"/>
        </p:bldLst>
      </p:timing>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C8FCF1-CA59-4102-8506-3E4065ACA1A1}"/>
              </a:ext>
            </a:extLst>
          </p:cNvPr>
          <p:cNvSpPr/>
          <p:nvPr/>
        </p:nvSpPr>
        <p:spPr>
          <a:xfrm>
            <a:off x="7436737" y="3728217"/>
            <a:ext cx="367409" cy="507703"/>
          </a:xfrm>
          <a:prstGeom prst="rect">
            <a:avLst/>
          </a:prstGeom>
        </p:spPr>
        <p:txBody>
          <a:bodyPr wrap="none">
            <a:spAutoFit/>
          </a:bodyPr>
          <a:lstStyle/>
          <a:p>
            <a:pPr algn="ctr" defTabSz="228554"/>
            <a:r>
              <a:rPr lang="en-US" sz="2699">
                <a:solidFill>
                  <a:srgbClr val="4C91FD"/>
                </a:solidFill>
                <a:latin typeface="Designball-Buildings-01" pitchFamily="2" charset="0"/>
                <a:ea typeface="Open Sans" panose="020B0606030504020204" pitchFamily="34" charset="0"/>
                <a:cs typeface="Open Sans" panose="020B0606030504020204" pitchFamily="34" charset="0"/>
              </a:rPr>
              <a:t>o</a:t>
            </a:r>
          </a:p>
        </p:txBody>
      </p:sp>
      <p:sp>
        <p:nvSpPr>
          <p:cNvPr id="7" name="Rectangle 6">
            <a:extLst>
              <a:ext uri="{FF2B5EF4-FFF2-40B4-BE49-F238E27FC236}">
                <a16:creationId xmlns:a16="http://schemas.microsoft.com/office/drawing/2014/main" id="{78C53C96-68A0-418E-9D5B-596674919D61}"/>
              </a:ext>
            </a:extLst>
          </p:cNvPr>
          <p:cNvSpPr/>
          <p:nvPr/>
        </p:nvSpPr>
        <p:spPr>
          <a:xfrm>
            <a:off x="2694706" y="2484120"/>
            <a:ext cx="330540" cy="430887"/>
          </a:xfrm>
          <a:prstGeom prst="rect">
            <a:avLst/>
          </a:prstGeom>
        </p:spPr>
        <p:txBody>
          <a:bodyPr wrap="none" anchor="ctr">
            <a:spAutoFit/>
          </a:bodyPr>
          <a:lstStyle/>
          <a:p>
            <a:pPr algn="ctr" defTabSz="228554"/>
            <a:r>
              <a:rPr lang="en-US" sz="2200">
                <a:solidFill>
                  <a:srgbClr val="5231F7"/>
                </a:solidFill>
                <a:latin typeface="Designball-Charts-01" pitchFamily="2" charset="0"/>
                <a:ea typeface="Open Sans" panose="020B0606030504020204" pitchFamily="34" charset="0"/>
                <a:cs typeface="Open Sans" panose="020B0606030504020204" pitchFamily="34" charset="0"/>
              </a:rPr>
              <a:t>P</a:t>
            </a:r>
          </a:p>
        </p:txBody>
      </p:sp>
      <p:sp>
        <p:nvSpPr>
          <p:cNvPr id="8" name="Rectangle 7">
            <a:extLst>
              <a:ext uri="{FF2B5EF4-FFF2-40B4-BE49-F238E27FC236}">
                <a16:creationId xmlns:a16="http://schemas.microsoft.com/office/drawing/2014/main" id="{1A41CDCF-0CAD-403F-892B-463280DD3707}"/>
              </a:ext>
            </a:extLst>
          </p:cNvPr>
          <p:cNvSpPr/>
          <p:nvPr/>
        </p:nvSpPr>
        <p:spPr>
          <a:xfrm>
            <a:off x="5299045" y="4678203"/>
            <a:ext cx="271229" cy="430887"/>
          </a:xfrm>
          <a:prstGeom prst="rect">
            <a:avLst/>
          </a:prstGeom>
        </p:spPr>
        <p:txBody>
          <a:bodyPr wrap="none" anchor="ctr">
            <a:spAutoFit/>
          </a:bodyPr>
          <a:lstStyle/>
          <a:p>
            <a:pPr algn="ctr" defTabSz="228554"/>
            <a:r>
              <a:rPr lang="en-US" sz="2200">
                <a:solidFill>
                  <a:srgbClr val="5231F7"/>
                </a:solidFill>
                <a:latin typeface="Designball-Charts-01" pitchFamily="2" charset="0"/>
                <a:ea typeface="Open Sans" panose="020B0606030504020204" pitchFamily="34" charset="0"/>
                <a:cs typeface="Open Sans" panose="020B0606030504020204" pitchFamily="34" charset="0"/>
              </a:rPr>
              <a:t>f</a:t>
            </a:r>
          </a:p>
        </p:txBody>
      </p:sp>
      <p:sp>
        <p:nvSpPr>
          <p:cNvPr id="9" name="Rectangle 8">
            <a:extLst>
              <a:ext uri="{FF2B5EF4-FFF2-40B4-BE49-F238E27FC236}">
                <a16:creationId xmlns:a16="http://schemas.microsoft.com/office/drawing/2014/main" id="{EB653F76-DB2A-4E67-ACF7-3030D79F3E2C}"/>
              </a:ext>
            </a:extLst>
          </p:cNvPr>
          <p:cNvSpPr/>
          <p:nvPr/>
        </p:nvSpPr>
        <p:spPr>
          <a:xfrm>
            <a:off x="3899940" y="3762062"/>
            <a:ext cx="314510" cy="430887"/>
          </a:xfrm>
          <a:prstGeom prst="rect">
            <a:avLst/>
          </a:prstGeom>
        </p:spPr>
        <p:txBody>
          <a:bodyPr wrap="none" anchor="ctr">
            <a:spAutoFit/>
          </a:bodyPr>
          <a:lstStyle/>
          <a:p>
            <a:pPr algn="ctr" defTabSz="228554"/>
            <a:r>
              <a:rPr lang="en-US" sz="2200">
                <a:solidFill>
                  <a:srgbClr val="5231F7"/>
                </a:solidFill>
                <a:latin typeface="Designball-Charts-01" pitchFamily="2" charset="0"/>
                <a:ea typeface="Open Sans" panose="020B0606030504020204" pitchFamily="34" charset="0"/>
                <a:cs typeface="Open Sans" panose="020B0606030504020204" pitchFamily="34" charset="0"/>
              </a:rPr>
              <a:t>S</a:t>
            </a:r>
          </a:p>
        </p:txBody>
      </p:sp>
      <p:sp>
        <p:nvSpPr>
          <p:cNvPr id="13" name="Rectangle 12">
            <a:extLst>
              <a:ext uri="{FF2B5EF4-FFF2-40B4-BE49-F238E27FC236}">
                <a16:creationId xmlns:a16="http://schemas.microsoft.com/office/drawing/2014/main" id="{FBB04695-39A9-4A5A-AE72-60CA43EAAB5B}"/>
              </a:ext>
            </a:extLst>
          </p:cNvPr>
          <p:cNvSpPr/>
          <p:nvPr/>
        </p:nvSpPr>
        <p:spPr>
          <a:xfrm>
            <a:off x="8650035" y="3208101"/>
            <a:ext cx="407484" cy="600036"/>
          </a:xfrm>
          <a:prstGeom prst="rect">
            <a:avLst/>
          </a:prstGeom>
        </p:spPr>
        <p:txBody>
          <a:bodyPr wrap="none">
            <a:spAutoFit/>
          </a:bodyPr>
          <a:lstStyle/>
          <a:p>
            <a:pPr algn="ctr" defTabSz="228554"/>
            <a:r>
              <a:rPr lang="en-US" sz="3299">
                <a:solidFill>
                  <a:srgbClr val="5231F7"/>
                </a:solidFill>
                <a:latin typeface="Designball-Buildings-01" pitchFamily="2" charset="0"/>
                <a:ea typeface="Open Sans" panose="020B0606030504020204" pitchFamily="34" charset="0"/>
                <a:cs typeface="Open Sans" panose="020B0606030504020204" pitchFamily="34" charset="0"/>
              </a:rPr>
              <a:t>b</a:t>
            </a:r>
          </a:p>
        </p:txBody>
      </p:sp>
      <p:grpSp>
        <p:nvGrpSpPr>
          <p:cNvPr id="15" name="Group 14">
            <a:extLst>
              <a:ext uri="{FF2B5EF4-FFF2-40B4-BE49-F238E27FC236}">
                <a16:creationId xmlns:a16="http://schemas.microsoft.com/office/drawing/2014/main" id="{E760FF51-8C05-4308-938A-D80E8AB715B5}"/>
              </a:ext>
            </a:extLst>
          </p:cNvPr>
          <p:cNvGrpSpPr/>
          <p:nvPr/>
        </p:nvGrpSpPr>
        <p:grpSpPr>
          <a:xfrm>
            <a:off x="4415027" y="4194765"/>
            <a:ext cx="313063" cy="313063"/>
            <a:chOff x="965201" y="4870451"/>
            <a:chExt cx="228600" cy="228600"/>
          </a:xfrm>
          <a:solidFill>
            <a:schemeClr val="accent2"/>
          </a:solidFill>
        </p:grpSpPr>
        <p:sp>
          <p:nvSpPr>
            <p:cNvPr id="16" name="Freeform 46">
              <a:extLst>
                <a:ext uri="{FF2B5EF4-FFF2-40B4-BE49-F238E27FC236}">
                  <a16:creationId xmlns:a16="http://schemas.microsoft.com/office/drawing/2014/main" id="{CCCBF9C0-0C6A-4E8E-A3CD-66C7658C92E1}"/>
                </a:ext>
              </a:extLst>
            </p:cNvPr>
            <p:cNvSpPr>
              <a:spLocks/>
            </p:cNvSpPr>
            <p:nvPr/>
          </p:nvSpPr>
          <p:spPr bwMode="auto">
            <a:xfrm>
              <a:off x="965201" y="4954588"/>
              <a:ext cx="228600" cy="60325"/>
            </a:xfrm>
            <a:custGeom>
              <a:avLst/>
              <a:gdLst>
                <a:gd name="T0" fmla="*/ 132 w 152"/>
                <a:gd name="T1" fmla="*/ 40 h 40"/>
                <a:gd name="T2" fmla="*/ 20 w 152"/>
                <a:gd name="T3" fmla="*/ 40 h 40"/>
                <a:gd name="T4" fmla="*/ 0 w 152"/>
                <a:gd name="T5" fmla="*/ 20 h 40"/>
                <a:gd name="T6" fmla="*/ 20 w 152"/>
                <a:gd name="T7" fmla="*/ 0 h 40"/>
                <a:gd name="T8" fmla="*/ 132 w 152"/>
                <a:gd name="T9" fmla="*/ 0 h 40"/>
                <a:gd name="T10" fmla="*/ 152 w 152"/>
                <a:gd name="T11" fmla="*/ 20 h 40"/>
                <a:gd name="T12" fmla="*/ 132 w 152"/>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152" h="40">
                  <a:moveTo>
                    <a:pt x="132" y="40"/>
                  </a:moveTo>
                  <a:cubicBezTo>
                    <a:pt x="20" y="40"/>
                    <a:pt x="20" y="40"/>
                    <a:pt x="20" y="40"/>
                  </a:cubicBezTo>
                  <a:cubicBezTo>
                    <a:pt x="9" y="40"/>
                    <a:pt x="0" y="31"/>
                    <a:pt x="0" y="20"/>
                  </a:cubicBezTo>
                  <a:cubicBezTo>
                    <a:pt x="0" y="9"/>
                    <a:pt x="9" y="0"/>
                    <a:pt x="20" y="0"/>
                  </a:cubicBezTo>
                  <a:cubicBezTo>
                    <a:pt x="132" y="0"/>
                    <a:pt x="132" y="0"/>
                    <a:pt x="132" y="0"/>
                  </a:cubicBezTo>
                  <a:cubicBezTo>
                    <a:pt x="143" y="0"/>
                    <a:pt x="152" y="9"/>
                    <a:pt x="152" y="20"/>
                  </a:cubicBezTo>
                  <a:cubicBezTo>
                    <a:pt x="152" y="31"/>
                    <a:pt x="143" y="40"/>
                    <a:pt x="13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17" name="Freeform 47">
              <a:extLst>
                <a:ext uri="{FF2B5EF4-FFF2-40B4-BE49-F238E27FC236}">
                  <a16:creationId xmlns:a16="http://schemas.microsoft.com/office/drawing/2014/main" id="{F391B9D5-8802-4AC9-8E36-99E69FA699C7}"/>
                </a:ext>
              </a:extLst>
            </p:cNvPr>
            <p:cNvSpPr>
              <a:spLocks/>
            </p:cNvSpPr>
            <p:nvPr/>
          </p:nvSpPr>
          <p:spPr bwMode="auto">
            <a:xfrm>
              <a:off x="1049338" y="4870451"/>
              <a:ext cx="60325" cy="228600"/>
            </a:xfrm>
            <a:custGeom>
              <a:avLst/>
              <a:gdLst>
                <a:gd name="T0" fmla="*/ 20 w 40"/>
                <a:gd name="T1" fmla="*/ 152 h 152"/>
                <a:gd name="T2" fmla="*/ 0 w 40"/>
                <a:gd name="T3" fmla="*/ 132 h 152"/>
                <a:gd name="T4" fmla="*/ 0 w 40"/>
                <a:gd name="T5" fmla="*/ 20 h 152"/>
                <a:gd name="T6" fmla="*/ 20 w 40"/>
                <a:gd name="T7" fmla="*/ 0 h 152"/>
                <a:gd name="T8" fmla="*/ 40 w 40"/>
                <a:gd name="T9" fmla="*/ 20 h 152"/>
                <a:gd name="T10" fmla="*/ 40 w 40"/>
                <a:gd name="T11" fmla="*/ 132 h 152"/>
                <a:gd name="T12" fmla="*/ 20 w 40"/>
                <a:gd name="T13" fmla="*/ 152 h 152"/>
              </a:gdLst>
              <a:ahLst/>
              <a:cxnLst>
                <a:cxn ang="0">
                  <a:pos x="T0" y="T1"/>
                </a:cxn>
                <a:cxn ang="0">
                  <a:pos x="T2" y="T3"/>
                </a:cxn>
                <a:cxn ang="0">
                  <a:pos x="T4" y="T5"/>
                </a:cxn>
                <a:cxn ang="0">
                  <a:pos x="T6" y="T7"/>
                </a:cxn>
                <a:cxn ang="0">
                  <a:pos x="T8" y="T9"/>
                </a:cxn>
                <a:cxn ang="0">
                  <a:pos x="T10" y="T11"/>
                </a:cxn>
                <a:cxn ang="0">
                  <a:pos x="T12" y="T13"/>
                </a:cxn>
              </a:cxnLst>
              <a:rect l="0" t="0" r="r" b="b"/>
              <a:pathLst>
                <a:path w="40" h="152">
                  <a:moveTo>
                    <a:pt x="20" y="152"/>
                  </a:moveTo>
                  <a:cubicBezTo>
                    <a:pt x="9" y="152"/>
                    <a:pt x="0" y="143"/>
                    <a:pt x="0" y="132"/>
                  </a:cubicBezTo>
                  <a:cubicBezTo>
                    <a:pt x="0" y="20"/>
                    <a:pt x="0" y="20"/>
                    <a:pt x="0" y="20"/>
                  </a:cubicBezTo>
                  <a:cubicBezTo>
                    <a:pt x="0" y="9"/>
                    <a:pt x="9" y="0"/>
                    <a:pt x="20" y="0"/>
                  </a:cubicBezTo>
                  <a:cubicBezTo>
                    <a:pt x="31" y="0"/>
                    <a:pt x="40" y="9"/>
                    <a:pt x="40" y="20"/>
                  </a:cubicBezTo>
                  <a:cubicBezTo>
                    <a:pt x="40" y="132"/>
                    <a:pt x="40" y="132"/>
                    <a:pt x="40" y="132"/>
                  </a:cubicBezTo>
                  <a:cubicBezTo>
                    <a:pt x="40" y="143"/>
                    <a:pt x="31" y="152"/>
                    <a:pt x="20"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sp>
        <p:nvSpPr>
          <p:cNvPr id="18" name="Oval 17">
            <a:extLst>
              <a:ext uri="{FF2B5EF4-FFF2-40B4-BE49-F238E27FC236}">
                <a16:creationId xmlns:a16="http://schemas.microsoft.com/office/drawing/2014/main" id="{15FEA5F4-CAB0-4440-ABA2-87E52F37D105}"/>
              </a:ext>
            </a:extLst>
          </p:cNvPr>
          <p:cNvSpPr/>
          <p:nvPr/>
        </p:nvSpPr>
        <p:spPr>
          <a:xfrm>
            <a:off x="4988812" y="1693680"/>
            <a:ext cx="252679" cy="252679"/>
          </a:xfrm>
          <a:prstGeom prst="ellipse">
            <a:avLst/>
          </a:prstGeom>
          <a:noFill/>
          <a:ln w="1016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endParaRPr lang="en-US" sz="900">
              <a:solidFill>
                <a:srgbClr val="FFFFFF"/>
              </a:solidFill>
              <a:latin typeface="Calibri"/>
            </a:endParaRPr>
          </a:p>
        </p:txBody>
      </p:sp>
      <p:grpSp>
        <p:nvGrpSpPr>
          <p:cNvPr id="19" name="Group 18">
            <a:extLst>
              <a:ext uri="{FF2B5EF4-FFF2-40B4-BE49-F238E27FC236}">
                <a16:creationId xmlns:a16="http://schemas.microsoft.com/office/drawing/2014/main" id="{6E987800-DB48-47C8-8C97-9253D4023310}"/>
              </a:ext>
            </a:extLst>
          </p:cNvPr>
          <p:cNvGrpSpPr/>
          <p:nvPr/>
        </p:nvGrpSpPr>
        <p:grpSpPr>
          <a:xfrm>
            <a:off x="3862391" y="2398765"/>
            <a:ext cx="180158" cy="174780"/>
            <a:chOff x="1752601" y="4673601"/>
            <a:chExt cx="106363" cy="103188"/>
          </a:xfrm>
          <a:solidFill>
            <a:schemeClr val="accent1"/>
          </a:solidFill>
        </p:grpSpPr>
        <p:sp>
          <p:nvSpPr>
            <p:cNvPr id="20" name="Freeform 48">
              <a:extLst>
                <a:ext uri="{FF2B5EF4-FFF2-40B4-BE49-F238E27FC236}">
                  <a16:creationId xmlns:a16="http://schemas.microsoft.com/office/drawing/2014/main" id="{946B9AC0-7CDA-4A03-A891-AA2AA3E2964D}"/>
                </a:ext>
              </a:extLst>
            </p:cNvPr>
            <p:cNvSpPr>
              <a:spLocks/>
            </p:cNvSpPr>
            <p:nvPr/>
          </p:nvSpPr>
          <p:spPr bwMode="auto">
            <a:xfrm>
              <a:off x="1752601" y="4673601"/>
              <a:ext cx="106363" cy="103188"/>
            </a:xfrm>
            <a:custGeom>
              <a:avLst/>
              <a:gdLst>
                <a:gd name="T0" fmla="*/ 59 w 70"/>
                <a:gd name="T1" fmla="*/ 69 h 69"/>
                <a:gd name="T2" fmla="*/ 52 w 70"/>
                <a:gd name="T3" fmla="*/ 66 h 69"/>
                <a:gd name="T4" fmla="*/ 4 w 70"/>
                <a:gd name="T5" fmla="*/ 18 h 69"/>
                <a:gd name="T6" fmla="*/ 4 w 70"/>
                <a:gd name="T7" fmla="*/ 4 h 69"/>
                <a:gd name="T8" fmla="*/ 18 w 70"/>
                <a:gd name="T9" fmla="*/ 4 h 69"/>
                <a:gd name="T10" fmla="*/ 66 w 70"/>
                <a:gd name="T11" fmla="*/ 52 h 69"/>
                <a:gd name="T12" fmla="*/ 66 w 70"/>
                <a:gd name="T13" fmla="*/ 66 h 69"/>
                <a:gd name="T14" fmla="*/ 59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59" y="69"/>
                  </a:moveTo>
                  <a:cubicBezTo>
                    <a:pt x="56" y="69"/>
                    <a:pt x="54" y="68"/>
                    <a:pt x="52" y="66"/>
                  </a:cubicBezTo>
                  <a:cubicBezTo>
                    <a:pt x="4" y="18"/>
                    <a:pt x="4" y="18"/>
                    <a:pt x="4" y="18"/>
                  </a:cubicBezTo>
                  <a:cubicBezTo>
                    <a:pt x="0" y="14"/>
                    <a:pt x="0" y="8"/>
                    <a:pt x="4" y="4"/>
                  </a:cubicBezTo>
                  <a:cubicBezTo>
                    <a:pt x="8" y="0"/>
                    <a:pt x="14" y="0"/>
                    <a:pt x="18" y="4"/>
                  </a:cubicBezTo>
                  <a:cubicBezTo>
                    <a:pt x="66" y="52"/>
                    <a:pt x="66" y="52"/>
                    <a:pt x="66" y="52"/>
                  </a:cubicBezTo>
                  <a:cubicBezTo>
                    <a:pt x="70" y="56"/>
                    <a:pt x="70" y="62"/>
                    <a:pt x="66" y="66"/>
                  </a:cubicBezTo>
                  <a:cubicBezTo>
                    <a:pt x="64" y="68"/>
                    <a:pt x="62" y="69"/>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21" name="Freeform 49">
              <a:extLst>
                <a:ext uri="{FF2B5EF4-FFF2-40B4-BE49-F238E27FC236}">
                  <a16:creationId xmlns:a16="http://schemas.microsoft.com/office/drawing/2014/main" id="{4A819BB3-9B66-4FB2-991C-40BF2457B254}"/>
                </a:ext>
              </a:extLst>
            </p:cNvPr>
            <p:cNvSpPr>
              <a:spLocks/>
            </p:cNvSpPr>
            <p:nvPr/>
          </p:nvSpPr>
          <p:spPr bwMode="auto">
            <a:xfrm>
              <a:off x="1752601" y="4673601"/>
              <a:ext cx="106363" cy="103188"/>
            </a:xfrm>
            <a:custGeom>
              <a:avLst/>
              <a:gdLst>
                <a:gd name="T0" fmla="*/ 11 w 70"/>
                <a:gd name="T1" fmla="*/ 69 h 69"/>
                <a:gd name="T2" fmla="*/ 4 w 70"/>
                <a:gd name="T3" fmla="*/ 66 h 69"/>
                <a:gd name="T4" fmla="*/ 4 w 70"/>
                <a:gd name="T5" fmla="*/ 52 h 69"/>
                <a:gd name="T6" fmla="*/ 52 w 70"/>
                <a:gd name="T7" fmla="*/ 4 h 69"/>
                <a:gd name="T8" fmla="*/ 66 w 70"/>
                <a:gd name="T9" fmla="*/ 4 h 69"/>
                <a:gd name="T10" fmla="*/ 66 w 70"/>
                <a:gd name="T11" fmla="*/ 18 h 69"/>
                <a:gd name="T12" fmla="*/ 18 w 70"/>
                <a:gd name="T13" fmla="*/ 66 h 69"/>
                <a:gd name="T14" fmla="*/ 11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11" y="69"/>
                  </a:moveTo>
                  <a:cubicBezTo>
                    <a:pt x="8" y="69"/>
                    <a:pt x="6" y="68"/>
                    <a:pt x="4" y="66"/>
                  </a:cubicBezTo>
                  <a:cubicBezTo>
                    <a:pt x="0" y="62"/>
                    <a:pt x="0" y="56"/>
                    <a:pt x="4" y="52"/>
                  </a:cubicBezTo>
                  <a:cubicBezTo>
                    <a:pt x="52" y="4"/>
                    <a:pt x="52" y="4"/>
                    <a:pt x="52" y="4"/>
                  </a:cubicBezTo>
                  <a:cubicBezTo>
                    <a:pt x="56" y="0"/>
                    <a:pt x="62" y="0"/>
                    <a:pt x="66" y="4"/>
                  </a:cubicBezTo>
                  <a:cubicBezTo>
                    <a:pt x="70" y="8"/>
                    <a:pt x="70" y="14"/>
                    <a:pt x="66" y="18"/>
                  </a:cubicBezTo>
                  <a:cubicBezTo>
                    <a:pt x="18" y="66"/>
                    <a:pt x="18" y="66"/>
                    <a:pt x="18" y="66"/>
                  </a:cubicBezTo>
                  <a:cubicBezTo>
                    <a:pt x="16" y="68"/>
                    <a:pt x="14" y="69"/>
                    <a:pt x="11"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grpSp>
        <p:nvGrpSpPr>
          <p:cNvPr id="25" name="Group 24">
            <a:extLst>
              <a:ext uri="{FF2B5EF4-FFF2-40B4-BE49-F238E27FC236}">
                <a16:creationId xmlns:a16="http://schemas.microsoft.com/office/drawing/2014/main" id="{BD35ADDD-9B7F-4B13-B89C-B50004A0D02D}"/>
              </a:ext>
            </a:extLst>
          </p:cNvPr>
          <p:cNvGrpSpPr/>
          <p:nvPr/>
        </p:nvGrpSpPr>
        <p:grpSpPr>
          <a:xfrm>
            <a:off x="6581272" y="4716931"/>
            <a:ext cx="176715" cy="176715"/>
            <a:chOff x="965201" y="4870451"/>
            <a:chExt cx="228600" cy="228600"/>
          </a:xfrm>
          <a:solidFill>
            <a:schemeClr val="accent2"/>
          </a:solidFill>
        </p:grpSpPr>
        <p:sp>
          <p:nvSpPr>
            <p:cNvPr id="26" name="Freeform 46">
              <a:extLst>
                <a:ext uri="{FF2B5EF4-FFF2-40B4-BE49-F238E27FC236}">
                  <a16:creationId xmlns:a16="http://schemas.microsoft.com/office/drawing/2014/main" id="{2C612CD4-2371-4687-8624-65B89D680A35}"/>
                </a:ext>
              </a:extLst>
            </p:cNvPr>
            <p:cNvSpPr>
              <a:spLocks/>
            </p:cNvSpPr>
            <p:nvPr/>
          </p:nvSpPr>
          <p:spPr bwMode="auto">
            <a:xfrm>
              <a:off x="965201" y="4954588"/>
              <a:ext cx="228600" cy="60325"/>
            </a:xfrm>
            <a:custGeom>
              <a:avLst/>
              <a:gdLst>
                <a:gd name="T0" fmla="*/ 132 w 152"/>
                <a:gd name="T1" fmla="*/ 40 h 40"/>
                <a:gd name="T2" fmla="*/ 20 w 152"/>
                <a:gd name="T3" fmla="*/ 40 h 40"/>
                <a:gd name="T4" fmla="*/ 0 w 152"/>
                <a:gd name="T5" fmla="*/ 20 h 40"/>
                <a:gd name="T6" fmla="*/ 20 w 152"/>
                <a:gd name="T7" fmla="*/ 0 h 40"/>
                <a:gd name="T8" fmla="*/ 132 w 152"/>
                <a:gd name="T9" fmla="*/ 0 h 40"/>
                <a:gd name="T10" fmla="*/ 152 w 152"/>
                <a:gd name="T11" fmla="*/ 20 h 40"/>
                <a:gd name="T12" fmla="*/ 132 w 152"/>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152" h="40">
                  <a:moveTo>
                    <a:pt x="132" y="40"/>
                  </a:moveTo>
                  <a:cubicBezTo>
                    <a:pt x="20" y="40"/>
                    <a:pt x="20" y="40"/>
                    <a:pt x="20" y="40"/>
                  </a:cubicBezTo>
                  <a:cubicBezTo>
                    <a:pt x="9" y="40"/>
                    <a:pt x="0" y="31"/>
                    <a:pt x="0" y="20"/>
                  </a:cubicBezTo>
                  <a:cubicBezTo>
                    <a:pt x="0" y="9"/>
                    <a:pt x="9" y="0"/>
                    <a:pt x="20" y="0"/>
                  </a:cubicBezTo>
                  <a:cubicBezTo>
                    <a:pt x="132" y="0"/>
                    <a:pt x="132" y="0"/>
                    <a:pt x="132" y="0"/>
                  </a:cubicBezTo>
                  <a:cubicBezTo>
                    <a:pt x="143" y="0"/>
                    <a:pt x="152" y="9"/>
                    <a:pt x="152" y="20"/>
                  </a:cubicBezTo>
                  <a:cubicBezTo>
                    <a:pt x="152" y="31"/>
                    <a:pt x="143" y="40"/>
                    <a:pt x="13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27" name="Freeform 47">
              <a:extLst>
                <a:ext uri="{FF2B5EF4-FFF2-40B4-BE49-F238E27FC236}">
                  <a16:creationId xmlns:a16="http://schemas.microsoft.com/office/drawing/2014/main" id="{77D1B647-7546-4E1B-A280-5D888D576BC1}"/>
                </a:ext>
              </a:extLst>
            </p:cNvPr>
            <p:cNvSpPr>
              <a:spLocks/>
            </p:cNvSpPr>
            <p:nvPr/>
          </p:nvSpPr>
          <p:spPr bwMode="auto">
            <a:xfrm>
              <a:off x="1049338" y="4870451"/>
              <a:ext cx="60325" cy="228600"/>
            </a:xfrm>
            <a:custGeom>
              <a:avLst/>
              <a:gdLst>
                <a:gd name="T0" fmla="*/ 20 w 40"/>
                <a:gd name="T1" fmla="*/ 152 h 152"/>
                <a:gd name="T2" fmla="*/ 0 w 40"/>
                <a:gd name="T3" fmla="*/ 132 h 152"/>
                <a:gd name="T4" fmla="*/ 0 w 40"/>
                <a:gd name="T5" fmla="*/ 20 h 152"/>
                <a:gd name="T6" fmla="*/ 20 w 40"/>
                <a:gd name="T7" fmla="*/ 0 h 152"/>
                <a:gd name="T8" fmla="*/ 40 w 40"/>
                <a:gd name="T9" fmla="*/ 20 h 152"/>
                <a:gd name="T10" fmla="*/ 40 w 40"/>
                <a:gd name="T11" fmla="*/ 132 h 152"/>
                <a:gd name="T12" fmla="*/ 20 w 40"/>
                <a:gd name="T13" fmla="*/ 152 h 152"/>
              </a:gdLst>
              <a:ahLst/>
              <a:cxnLst>
                <a:cxn ang="0">
                  <a:pos x="T0" y="T1"/>
                </a:cxn>
                <a:cxn ang="0">
                  <a:pos x="T2" y="T3"/>
                </a:cxn>
                <a:cxn ang="0">
                  <a:pos x="T4" y="T5"/>
                </a:cxn>
                <a:cxn ang="0">
                  <a:pos x="T6" y="T7"/>
                </a:cxn>
                <a:cxn ang="0">
                  <a:pos x="T8" y="T9"/>
                </a:cxn>
                <a:cxn ang="0">
                  <a:pos x="T10" y="T11"/>
                </a:cxn>
                <a:cxn ang="0">
                  <a:pos x="T12" y="T13"/>
                </a:cxn>
              </a:cxnLst>
              <a:rect l="0" t="0" r="r" b="b"/>
              <a:pathLst>
                <a:path w="40" h="152">
                  <a:moveTo>
                    <a:pt x="20" y="152"/>
                  </a:moveTo>
                  <a:cubicBezTo>
                    <a:pt x="9" y="152"/>
                    <a:pt x="0" y="143"/>
                    <a:pt x="0" y="132"/>
                  </a:cubicBezTo>
                  <a:cubicBezTo>
                    <a:pt x="0" y="20"/>
                    <a:pt x="0" y="20"/>
                    <a:pt x="0" y="20"/>
                  </a:cubicBezTo>
                  <a:cubicBezTo>
                    <a:pt x="0" y="9"/>
                    <a:pt x="9" y="0"/>
                    <a:pt x="20" y="0"/>
                  </a:cubicBezTo>
                  <a:cubicBezTo>
                    <a:pt x="31" y="0"/>
                    <a:pt x="40" y="9"/>
                    <a:pt x="40" y="20"/>
                  </a:cubicBezTo>
                  <a:cubicBezTo>
                    <a:pt x="40" y="132"/>
                    <a:pt x="40" y="132"/>
                    <a:pt x="40" y="132"/>
                  </a:cubicBezTo>
                  <a:cubicBezTo>
                    <a:pt x="40" y="143"/>
                    <a:pt x="31" y="152"/>
                    <a:pt x="20"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grpSp>
        <p:nvGrpSpPr>
          <p:cNvPr id="28" name="Group 27">
            <a:extLst>
              <a:ext uri="{FF2B5EF4-FFF2-40B4-BE49-F238E27FC236}">
                <a16:creationId xmlns:a16="http://schemas.microsoft.com/office/drawing/2014/main" id="{0034F3A0-94A5-4221-9F6F-A6D66503073F}"/>
              </a:ext>
            </a:extLst>
          </p:cNvPr>
          <p:cNvGrpSpPr/>
          <p:nvPr/>
        </p:nvGrpSpPr>
        <p:grpSpPr>
          <a:xfrm>
            <a:off x="8563520" y="2612174"/>
            <a:ext cx="180158" cy="174780"/>
            <a:chOff x="1752601" y="4673601"/>
            <a:chExt cx="106363" cy="103188"/>
          </a:xfrm>
          <a:solidFill>
            <a:schemeClr val="accent1"/>
          </a:solidFill>
        </p:grpSpPr>
        <p:sp>
          <p:nvSpPr>
            <p:cNvPr id="29" name="Freeform 48">
              <a:extLst>
                <a:ext uri="{FF2B5EF4-FFF2-40B4-BE49-F238E27FC236}">
                  <a16:creationId xmlns:a16="http://schemas.microsoft.com/office/drawing/2014/main" id="{F2BA044F-D0A7-43C3-82FF-72FC6FEBB061}"/>
                </a:ext>
              </a:extLst>
            </p:cNvPr>
            <p:cNvSpPr>
              <a:spLocks/>
            </p:cNvSpPr>
            <p:nvPr/>
          </p:nvSpPr>
          <p:spPr bwMode="auto">
            <a:xfrm>
              <a:off x="1752601" y="4673601"/>
              <a:ext cx="106363" cy="103188"/>
            </a:xfrm>
            <a:custGeom>
              <a:avLst/>
              <a:gdLst>
                <a:gd name="T0" fmla="*/ 59 w 70"/>
                <a:gd name="T1" fmla="*/ 69 h 69"/>
                <a:gd name="T2" fmla="*/ 52 w 70"/>
                <a:gd name="T3" fmla="*/ 66 h 69"/>
                <a:gd name="T4" fmla="*/ 4 w 70"/>
                <a:gd name="T5" fmla="*/ 18 h 69"/>
                <a:gd name="T6" fmla="*/ 4 w 70"/>
                <a:gd name="T7" fmla="*/ 4 h 69"/>
                <a:gd name="T8" fmla="*/ 18 w 70"/>
                <a:gd name="T9" fmla="*/ 4 h 69"/>
                <a:gd name="T10" fmla="*/ 66 w 70"/>
                <a:gd name="T11" fmla="*/ 52 h 69"/>
                <a:gd name="T12" fmla="*/ 66 w 70"/>
                <a:gd name="T13" fmla="*/ 66 h 69"/>
                <a:gd name="T14" fmla="*/ 59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59" y="69"/>
                  </a:moveTo>
                  <a:cubicBezTo>
                    <a:pt x="56" y="69"/>
                    <a:pt x="54" y="68"/>
                    <a:pt x="52" y="66"/>
                  </a:cubicBezTo>
                  <a:cubicBezTo>
                    <a:pt x="4" y="18"/>
                    <a:pt x="4" y="18"/>
                    <a:pt x="4" y="18"/>
                  </a:cubicBezTo>
                  <a:cubicBezTo>
                    <a:pt x="0" y="14"/>
                    <a:pt x="0" y="8"/>
                    <a:pt x="4" y="4"/>
                  </a:cubicBezTo>
                  <a:cubicBezTo>
                    <a:pt x="8" y="0"/>
                    <a:pt x="14" y="0"/>
                    <a:pt x="18" y="4"/>
                  </a:cubicBezTo>
                  <a:cubicBezTo>
                    <a:pt x="66" y="52"/>
                    <a:pt x="66" y="52"/>
                    <a:pt x="66" y="52"/>
                  </a:cubicBezTo>
                  <a:cubicBezTo>
                    <a:pt x="70" y="56"/>
                    <a:pt x="70" y="62"/>
                    <a:pt x="66" y="66"/>
                  </a:cubicBezTo>
                  <a:cubicBezTo>
                    <a:pt x="64" y="68"/>
                    <a:pt x="62" y="69"/>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30" name="Freeform 49">
              <a:extLst>
                <a:ext uri="{FF2B5EF4-FFF2-40B4-BE49-F238E27FC236}">
                  <a16:creationId xmlns:a16="http://schemas.microsoft.com/office/drawing/2014/main" id="{73CE71AF-291B-4A35-8404-AD711351D30E}"/>
                </a:ext>
              </a:extLst>
            </p:cNvPr>
            <p:cNvSpPr>
              <a:spLocks/>
            </p:cNvSpPr>
            <p:nvPr/>
          </p:nvSpPr>
          <p:spPr bwMode="auto">
            <a:xfrm>
              <a:off x="1752601" y="4673601"/>
              <a:ext cx="106363" cy="103188"/>
            </a:xfrm>
            <a:custGeom>
              <a:avLst/>
              <a:gdLst>
                <a:gd name="T0" fmla="*/ 11 w 70"/>
                <a:gd name="T1" fmla="*/ 69 h 69"/>
                <a:gd name="T2" fmla="*/ 4 w 70"/>
                <a:gd name="T3" fmla="*/ 66 h 69"/>
                <a:gd name="T4" fmla="*/ 4 w 70"/>
                <a:gd name="T5" fmla="*/ 52 h 69"/>
                <a:gd name="T6" fmla="*/ 52 w 70"/>
                <a:gd name="T7" fmla="*/ 4 h 69"/>
                <a:gd name="T8" fmla="*/ 66 w 70"/>
                <a:gd name="T9" fmla="*/ 4 h 69"/>
                <a:gd name="T10" fmla="*/ 66 w 70"/>
                <a:gd name="T11" fmla="*/ 18 h 69"/>
                <a:gd name="T12" fmla="*/ 18 w 70"/>
                <a:gd name="T13" fmla="*/ 66 h 69"/>
                <a:gd name="T14" fmla="*/ 11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11" y="69"/>
                  </a:moveTo>
                  <a:cubicBezTo>
                    <a:pt x="8" y="69"/>
                    <a:pt x="6" y="68"/>
                    <a:pt x="4" y="66"/>
                  </a:cubicBezTo>
                  <a:cubicBezTo>
                    <a:pt x="0" y="62"/>
                    <a:pt x="0" y="56"/>
                    <a:pt x="4" y="52"/>
                  </a:cubicBezTo>
                  <a:cubicBezTo>
                    <a:pt x="52" y="4"/>
                    <a:pt x="52" y="4"/>
                    <a:pt x="52" y="4"/>
                  </a:cubicBezTo>
                  <a:cubicBezTo>
                    <a:pt x="56" y="0"/>
                    <a:pt x="62" y="0"/>
                    <a:pt x="66" y="4"/>
                  </a:cubicBezTo>
                  <a:cubicBezTo>
                    <a:pt x="70" y="8"/>
                    <a:pt x="70" y="14"/>
                    <a:pt x="66" y="18"/>
                  </a:cubicBezTo>
                  <a:cubicBezTo>
                    <a:pt x="18" y="66"/>
                    <a:pt x="18" y="66"/>
                    <a:pt x="18" y="66"/>
                  </a:cubicBezTo>
                  <a:cubicBezTo>
                    <a:pt x="16" y="68"/>
                    <a:pt x="14" y="69"/>
                    <a:pt x="11"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grpSp>
        <p:nvGrpSpPr>
          <p:cNvPr id="31" name="Group 30">
            <a:extLst>
              <a:ext uri="{FF2B5EF4-FFF2-40B4-BE49-F238E27FC236}">
                <a16:creationId xmlns:a16="http://schemas.microsoft.com/office/drawing/2014/main" id="{A390E244-21BF-479F-89BC-354961D52C8B}"/>
              </a:ext>
            </a:extLst>
          </p:cNvPr>
          <p:cNvGrpSpPr/>
          <p:nvPr/>
        </p:nvGrpSpPr>
        <p:grpSpPr>
          <a:xfrm>
            <a:off x="6714787" y="1339783"/>
            <a:ext cx="313063" cy="313063"/>
            <a:chOff x="965201" y="4870451"/>
            <a:chExt cx="228600" cy="228600"/>
          </a:xfrm>
          <a:solidFill>
            <a:schemeClr val="accent3"/>
          </a:solidFill>
        </p:grpSpPr>
        <p:sp>
          <p:nvSpPr>
            <p:cNvPr id="32" name="Freeform 46">
              <a:extLst>
                <a:ext uri="{FF2B5EF4-FFF2-40B4-BE49-F238E27FC236}">
                  <a16:creationId xmlns:a16="http://schemas.microsoft.com/office/drawing/2014/main" id="{EA780043-7BEF-4183-8E7E-30942108D327}"/>
                </a:ext>
              </a:extLst>
            </p:cNvPr>
            <p:cNvSpPr>
              <a:spLocks/>
            </p:cNvSpPr>
            <p:nvPr/>
          </p:nvSpPr>
          <p:spPr bwMode="auto">
            <a:xfrm>
              <a:off x="965201" y="4954588"/>
              <a:ext cx="228600" cy="60325"/>
            </a:xfrm>
            <a:custGeom>
              <a:avLst/>
              <a:gdLst>
                <a:gd name="T0" fmla="*/ 132 w 152"/>
                <a:gd name="T1" fmla="*/ 40 h 40"/>
                <a:gd name="T2" fmla="*/ 20 w 152"/>
                <a:gd name="T3" fmla="*/ 40 h 40"/>
                <a:gd name="T4" fmla="*/ 0 w 152"/>
                <a:gd name="T5" fmla="*/ 20 h 40"/>
                <a:gd name="T6" fmla="*/ 20 w 152"/>
                <a:gd name="T7" fmla="*/ 0 h 40"/>
                <a:gd name="T8" fmla="*/ 132 w 152"/>
                <a:gd name="T9" fmla="*/ 0 h 40"/>
                <a:gd name="T10" fmla="*/ 152 w 152"/>
                <a:gd name="T11" fmla="*/ 20 h 40"/>
                <a:gd name="T12" fmla="*/ 132 w 152"/>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152" h="40">
                  <a:moveTo>
                    <a:pt x="132" y="40"/>
                  </a:moveTo>
                  <a:cubicBezTo>
                    <a:pt x="20" y="40"/>
                    <a:pt x="20" y="40"/>
                    <a:pt x="20" y="40"/>
                  </a:cubicBezTo>
                  <a:cubicBezTo>
                    <a:pt x="9" y="40"/>
                    <a:pt x="0" y="31"/>
                    <a:pt x="0" y="20"/>
                  </a:cubicBezTo>
                  <a:cubicBezTo>
                    <a:pt x="0" y="9"/>
                    <a:pt x="9" y="0"/>
                    <a:pt x="20" y="0"/>
                  </a:cubicBezTo>
                  <a:cubicBezTo>
                    <a:pt x="132" y="0"/>
                    <a:pt x="132" y="0"/>
                    <a:pt x="132" y="0"/>
                  </a:cubicBezTo>
                  <a:cubicBezTo>
                    <a:pt x="143" y="0"/>
                    <a:pt x="152" y="9"/>
                    <a:pt x="152" y="20"/>
                  </a:cubicBezTo>
                  <a:cubicBezTo>
                    <a:pt x="152" y="31"/>
                    <a:pt x="143" y="40"/>
                    <a:pt x="13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33" name="Freeform 47">
              <a:extLst>
                <a:ext uri="{FF2B5EF4-FFF2-40B4-BE49-F238E27FC236}">
                  <a16:creationId xmlns:a16="http://schemas.microsoft.com/office/drawing/2014/main" id="{A831642A-F8F4-4271-AC4C-1679D2DC8F6F}"/>
                </a:ext>
              </a:extLst>
            </p:cNvPr>
            <p:cNvSpPr>
              <a:spLocks/>
            </p:cNvSpPr>
            <p:nvPr/>
          </p:nvSpPr>
          <p:spPr bwMode="auto">
            <a:xfrm>
              <a:off x="1049338" y="4870451"/>
              <a:ext cx="60325" cy="228600"/>
            </a:xfrm>
            <a:custGeom>
              <a:avLst/>
              <a:gdLst>
                <a:gd name="T0" fmla="*/ 20 w 40"/>
                <a:gd name="T1" fmla="*/ 152 h 152"/>
                <a:gd name="T2" fmla="*/ 0 w 40"/>
                <a:gd name="T3" fmla="*/ 132 h 152"/>
                <a:gd name="T4" fmla="*/ 0 w 40"/>
                <a:gd name="T5" fmla="*/ 20 h 152"/>
                <a:gd name="T6" fmla="*/ 20 w 40"/>
                <a:gd name="T7" fmla="*/ 0 h 152"/>
                <a:gd name="T8" fmla="*/ 40 w 40"/>
                <a:gd name="T9" fmla="*/ 20 h 152"/>
                <a:gd name="T10" fmla="*/ 40 w 40"/>
                <a:gd name="T11" fmla="*/ 132 h 152"/>
                <a:gd name="T12" fmla="*/ 20 w 40"/>
                <a:gd name="T13" fmla="*/ 152 h 152"/>
              </a:gdLst>
              <a:ahLst/>
              <a:cxnLst>
                <a:cxn ang="0">
                  <a:pos x="T0" y="T1"/>
                </a:cxn>
                <a:cxn ang="0">
                  <a:pos x="T2" y="T3"/>
                </a:cxn>
                <a:cxn ang="0">
                  <a:pos x="T4" y="T5"/>
                </a:cxn>
                <a:cxn ang="0">
                  <a:pos x="T6" y="T7"/>
                </a:cxn>
                <a:cxn ang="0">
                  <a:pos x="T8" y="T9"/>
                </a:cxn>
                <a:cxn ang="0">
                  <a:pos x="T10" y="T11"/>
                </a:cxn>
                <a:cxn ang="0">
                  <a:pos x="T12" y="T13"/>
                </a:cxn>
              </a:cxnLst>
              <a:rect l="0" t="0" r="r" b="b"/>
              <a:pathLst>
                <a:path w="40" h="152">
                  <a:moveTo>
                    <a:pt x="20" y="152"/>
                  </a:moveTo>
                  <a:cubicBezTo>
                    <a:pt x="9" y="152"/>
                    <a:pt x="0" y="143"/>
                    <a:pt x="0" y="132"/>
                  </a:cubicBezTo>
                  <a:cubicBezTo>
                    <a:pt x="0" y="20"/>
                    <a:pt x="0" y="20"/>
                    <a:pt x="0" y="20"/>
                  </a:cubicBezTo>
                  <a:cubicBezTo>
                    <a:pt x="0" y="9"/>
                    <a:pt x="9" y="0"/>
                    <a:pt x="20" y="0"/>
                  </a:cubicBezTo>
                  <a:cubicBezTo>
                    <a:pt x="31" y="0"/>
                    <a:pt x="40" y="9"/>
                    <a:pt x="40" y="20"/>
                  </a:cubicBezTo>
                  <a:cubicBezTo>
                    <a:pt x="40" y="132"/>
                    <a:pt x="40" y="132"/>
                    <a:pt x="40" y="132"/>
                  </a:cubicBezTo>
                  <a:cubicBezTo>
                    <a:pt x="40" y="143"/>
                    <a:pt x="31" y="152"/>
                    <a:pt x="20"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grpSp>
        <p:nvGrpSpPr>
          <p:cNvPr id="34" name="Group 33">
            <a:extLst>
              <a:ext uri="{FF2B5EF4-FFF2-40B4-BE49-F238E27FC236}">
                <a16:creationId xmlns:a16="http://schemas.microsoft.com/office/drawing/2014/main" id="{7ADF23DD-E274-4989-96E7-43BB21BEA353}"/>
              </a:ext>
            </a:extLst>
          </p:cNvPr>
          <p:cNvGrpSpPr/>
          <p:nvPr/>
        </p:nvGrpSpPr>
        <p:grpSpPr>
          <a:xfrm>
            <a:off x="7762843" y="2239647"/>
            <a:ext cx="92449" cy="89690"/>
            <a:chOff x="1752601" y="4673601"/>
            <a:chExt cx="106363" cy="103188"/>
          </a:xfrm>
          <a:solidFill>
            <a:schemeClr val="accent1"/>
          </a:solidFill>
        </p:grpSpPr>
        <p:sp>
          <p:nvSpPr>
            <p:cNvPr id="35" name="Freeform 48">
              <a:extLst>
                <a:ext uri="{FF2B5EF4-FFF2-40B4-BE49-F238E27FC236}">
                  <a16:creationId xmlns:a16="http://schemas.microsoft.com/office/drawing/2014/main" id="{59946983-30EA-4242-BCFE-01471C201431}"/>
                </a:ext>
              </a:extLst>
            </p:cNvPr>
            <p:cNvSpPr>
              <a:spLocks/>
            </p:cNvSpPr>
            <p:nvPr/>
          </p:nvSpPr>
          <p:spPr bwMode="auto">
            <a:xfrm>
              <a:off x="1752601" y="4673601"/>
              <a:ext cx="106363" cy="103188"/>
            </a:xfrm>
            <a:custGeom>
              <a:avLst/>
              <a:gdLst>
                <a:gd name="T0" fmla="*/ 59 w 70"/>
                <a:gd name="T1" fmla="*/ 69 h 69"/>
                <a:gd name="T2" fmla="*/ 52 w 70"/>
                <a:gd name="T3" fmla="*/ 66 h 69"/>
                <a:gd name="T4" fmla="*/ 4 w 70"/>
                <a:gd name="T5" fmla="*/ 18 h 69"/>
                <a:gd name="T6" fmla="*/ 4 w 70"/>
                <a:gd name="T7" fmla="*/ 4 h 69"/>
                <a:gd name="T8" fmla="*/ 18 w 70"/>
                <a:gd name="T9" fmla="*/ 4 h 69"/>
                <a:gd name="T10" fmla="*/ 66 w 70"/>
                <a:gd name="T11" fmla="*/ 52 h 69"/>
                <a:gd name="T12" fmla="*/ 66 w 70"/>
                <a:gd name="T13" fmla="*/ 66 h 69"/>
                <a:gd name="T14" fmla="*/ 59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59" y="69"/>
                  </a:moveTo>
                  <a:cubicBezTo>
                    <a:pt x="56" y="69"/>
                    <a:pt x="54" y="68"/>
                    <a:pt x="52" y="66"/>
                  </a:cubicBezTo>
                  <a:cubicBezTo>
                    <a:pt x="4" y="18"/>
                    <a:pt x="4" y="18"/>
                    <a:pt x="4" y="18"/>
                  </a:cubicBezTo>
                  <a:cubicBezTo>
                    <a:pt x="0" y="14"/>
                    <a:pt x="0" y="8"/>
                    <a:pt x="4" y="4"/>
                  </a:cubicBezTo>
                  <a:cubicBezTo>
                    <a:pt x="8" y="0"/>
                    <a:pt x="14" y="0"/>
                    <a:pt x="18" y="4"/>
                  </a:cubicBezTo>
                  <a:cubicBezTo>
                    <a:pt x="66" y="52"/>
                    <a:pt x="66" y="52"/>
                    <a:pt x="66" y="52"/>
                  </a:cubicBezTo>
                  <a:cubicBezTo>
                    <a:pt x="70" y="56"/>
                    <a:pt x="70" y="62"/>
                    <a:pt x="66" y="66"/>
                  </a:cubicBezTo>
                  <a:cubicBezTo>
                    <a:pt x="64" y="68"/>
                    <a:pt x="62" y="69"/>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36" name="Freeform 49">
              <a:extLst>
                <a:ext uri="{FF2B5EF4-FFF2-40B4-BE49-F238E27FC236}">
                  <a16:creationId xmlns:a16="http://schemas.microsoft.com/office/drawing/2014/main" id="{3888338D-D20B-43E4-83CD-55403D5B17A3}"/>
                </a:ext>
              </a:extLst>
            </p:cNvPr>
            <p:cNvSpPr>
              <a:spLocks/>
            </p:cNvSpPr>
            <p:nvPr/>
          </p:nvSpPr>
          <p:spPr bwMode="auto">
            <a:xfrm>
              <a:off x="1752601" y="4673601"/>
              <a:ext cx="106363" cy="103188"/>
            </a:xfrm>
            <a:custGeom>
              <a:avLst/>
              <a:gdLst>
                <a:gd name="T0" fmla="*/ 11 w 70"/>
                <a:gd name="T1" fmla="*/ 69 h 69"/>
                <a:gd name="T2" fmla="*/ 4 w 70"/>
                <a:gd name="T3" fmla="*/ 66 h 69"/>
                <a:gd name="T4" fmla="*/ 4 w 70"/>
                <a:gd name="T5" fmla="*/ 52 h 69"/>
                <a:gd name="T6" fmla="*/ 52 w 70"/>
                <a:gd name="T7" fmla="*/ 4 h 69"/>
                <a:gd name="T8" fmla="*/ 66 w 70"/>
                <a:gd name="T9" fmla="*/ 4 h 69"/>
                <a:gd name="T10" fmla="*/ 66 w 70"/>
                <a:gd name="T11" fmla="*/ 18 h 69"/>
                <a:gd name="T12" fmla="*/ 18 w 70"/>
                <a:gd name="T13" fmla="*/ 66 h 69"/>
                <a:gd name="T14" fmla="*/ 11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11" y="69"/>
                  </a:moveTo>
                  <a:cubicBezTo>
                    <a:pt x="8" y="69"/>
                    <a:pt x="6" y="68"/>
                    <a:pt x="4" y="66"/>
                  </a:cubicBezTo>
                  <a:cubicBezTo>
                    <a:pt x="0" y="62"/>
                    <a:pt x="0" y="56"/>
                    <a:pt x="4" y="52"/>
                  </a:cubicBezTo>
                  <a:cubicBezTo>
                    <a:pt x="52" y="4"/>
                    <a:pt x="52" y="4"/>
                    <a:pt x="52" y="4"/>
                  </a:cubicBezTo>
                  <a:cubicBezTo>
                    <a:pt x="56" y="0"/>
                    <a:pt x="62" y="0"/>
                    <a:pt x="66" y="4"/>
                  </a:cubicBezTo>
                  <a:cubicBezTo>
                    <a:pt x="70" y="8"/>
                    <a:pt x="70" y="14"/>
                    <a:pt x="66" y="18"/>
                  </a:cubicBezTo>
                  <a:cubicBezTo>
                    <a:pt x="18" y="66"/>
                    <a:pt x="18" y="66"/>
                    <a:pt x="18" y="66"/>
                  </a:cubicBezTo>
                  <a:cubicBezTo>
                    <a:pt x="16" y="68"/>
                    <a:pt x="14" y="69"/>
                    <a:pt x="11"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sp>
        <p:nvSpPr>
          <p:cNvPr id="37" name="Rectangle 36">
            <a:extLst>
              <a:ext uri="{FF2B5EF4-FFF2-40B4-BE49-F238E27FC236}">
                <a16:creationId xmlns:a16="http://schemas.microsoft.com/office/drawing/2014/main" id="{2406BEAF-6452-4454-B7C4-C65B44A5A70F}"/>
              </a:ext>
            </a:extLst>
          </p:cNvPr>
          <p:cNvSpPr/>
          <p:nvPr/>
        </p:nvSpPr>
        <p:spPr>
          <a:xfrm>
            <a:off x="5616796" y="1585958"/>
            <a:ext cx="431529" cy="553870"/>
          </a:xfrm>
          <a:prstGeom prst="rect">
            <a:avLst/>
          </a:prstGeom>
        </p:spPr>
        <p:txBody>
          <a:bodyPr wrap="none" anchor="ctr">
            <a:spAutoFit/>
          </a:bodyPr>
          <a:lstStyle/>
          <a:p>
            <a:pPr algn="ctr" defTabSz="228554"/>
            <a:r>
              <a:rPr lang="en-US" sz="2999">
                <a:solidFill>
                  <a:srgbClr val="4C91FD"/>
                </a:solidFill>
                <a:latin typeface="Designball-Buildings-01" pitchFamily="2" charset="0"/>
                <a:ea typeface="Open Sans" panose="020B0606030504020204" pitchFamily="34" charset="0"/>
                <a:cs typeface="Open Sans" panose="020B0606030504020204" pitchFamily="34" charset="0"/>
              </a:rPr>
              <a:t>U</a:t>
            </a:r>
          </a:p>
        </p:txBody>
      </p:sp>
      <p:grpSp>
        <p:nvGrpSpPr>
          <p:cNvPr id="38" name="Group 37">
            <a:extLst>
              <a:ext uri="{FF2B5EF4-FFF2-40B4-BE49-F238E27FC236}">
                <a16:creationId xmlns:a16="http://schemas.microsoft.com/office/drawing/2014/main" id="{5D5EA80E-89E1-47DB-8200-F6BEEAE1C32D}"/>
              </a:ext>
            </a:extLst>
          </p:cNvPr>
          <p:cNvGrpSpPr/>
          <p:nvPr/>
        </p:nvGrpSpPr>
        <p:grpSpPr>
          <a:xfrm>
            <a:off x="7587525" y="4913036"/>
            <a:ext cx="89434" cy="89434"/>
            <a:chOff x="965201" y="4870451"/>
            <a:chExt cx="228600" cy="228600"/>
          </a:xfrm>
          <a:solidFill>
            <a:schemeClr val="accent3"/>
          </a:solidFill>
        </p:grpSpPr>
        <p:sp>
          <p:nvSpPr>
            <p:cNvPr id="39" name="Freeform 46">
              <a:extLst>
                <a:ext uri="{FF2B5EF4-FFF2-40B4-BE49-F238E27FC236}">
                  <a16:creationId xmlns:a16="http://schemas.microsoft.com/office/drawing/2014/main" id="{5CAF0E15-B7F1-40FE-82A5-E357CF93F770}"/>
                </a:ext>
              </a:extLst>
            </p:cNvPr>
            <p:cNvSpPr>
              <a:spLocks/>
            </p:cNvSpPr>
            <p:nvPr/>
          </p:nvSpPr>
          <p:spPr bwMode="auto">
            <a:xfrm>
              <a:off x="965201" y="4954588"/>
              <a:ext cx="228600" cy="60325"/>
            </a:xfrm>
            <a:custGeom>
              <a:avLst/>
              <a:gdLst>
                <a:gd name="T0" fmla="*/ 132 w 152"/>
                <a:gd name="T1" fmla="*/ 40 h 40"/>
                <a:gd name="T2" fmla="*/ 20 w 152"/>
                <a:gd name="T3" fmla="*/ 40 h 40"/>
                <a:gd name="T4" fmla="*/ 0 w 152"/>
                <a:gd name="T5" fmla="*/ 20 h 40"/>
                <a:gd name="T6" fmla="*/ 20 w 152"/>
                <a:gd name="T7" fmla="*/ 0 h 40"/>
                <a:gd name="T8" fmla="*/ 132 w 152"/>
                <a:gd name="T9" fmla="*/ 0 h 40"/>
                <a:gd name="T10" fmla="*/ 152 w 152"/>
                <a:gd name="T11" fmla="*/ 20 h 40"/>
                <a:gd name="T12" fmla="*/ 132 w 152"/>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152" h="40">
                  <a:moveTo>
                    <a:pt x="132" y="40"/>
                  </a:moveTo>
                  <a:cubicBezTo>
                    <a:pt x="20" y="40"/>
                    <a:pt x="20" y="40"/>
                    <a:pt x="20" y="40"/>
                  </a:cubicBezTo>
                  <a:cubicBezTo>
                    <a:pt x="9" y="40"/>
                    <a:pt x="0" y="31"/>
                    <a:pt x="0" y="20"/>
                  </a:cubicBezTo>
                  <a:cubicBezTo>
                    <a:pt x="0" y="9"/>
                    <a:pt x="9" y="0"/>
                    <a:pt x="20" y="0"/>
                  </a:cubicBezTo>
                  <a:cubicBezTo>
                    <a:pt x="132" y="0"/>
                    <a:pt x="132" y="0"/>
                    <a:pt x="132" y="0"/>
                  </a:cubicBezTo>
                  <a:cubicBezTo>
                    <a:pt x="143" y="0"/>
                    <a:pt x="152" y="9"/>
                    <a:pt x="152" y="20"/>
                  </a:cubicBezTo>
                  <a:cubicBezTo>
                    <a:pt x="152" y="31"/>
                    <a:pt x="143" y="40"/>
                    <a:pt x="13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40" name="Freeform 47">
              <a:extLst>
                <a:ext uri="{FF2B5EF4-FFF2-40B4-BE49-F238E27FC236}">
                  <a16:creationId xmlns:a16="http://schemas.microsoft.com/office/drawing/2014/main" id="{20C0E371-8D9D-4C91-A153-DE3500BB2B04}"/>
                </a:ext>
              </a:extLst>
            </p:cNvPr>
            <p:cNvSpPr>
              <a:spLocks/>
            </p:cNvSpPr>
            <p:nvPr/>
          </p:nvSpPr>
          <p:spPr bwMode="auto">
            <a:xfrm>
              <a:off x="1049338" y="4870451"/>
              <a:ext cx="60325" cy="228600"/>
            </a:xfrm>
            <a:custGeom>
              <a:avLst/>
              <a:gdLst>
                <a:gd name="T0" fmla="*/ 20 w 40"/>
                <a:gd name="T1" fmla="*/ 152 h 152"/>
                <a:gd name="T2" fmla="*/ 0 w 40"/>
                <a:gd name="T3" fmla="*/ 132 h 152"/>
                <a:gd name="T4" fmla="*/ 0 w 40"/>
                <a:gd name="T5" fmla="*/ 20 h 152"/>
                <a:gd name="T6" fmla="*/ 20 w 40"/>
                <a:gd name="T7" fmla="*/ 0 h 152"/>
                <a:gd name="T8" fmla="*/ 40 w 40"/>
                <a:gd name="T9" fmla="*/ 20 h 152"/>
                <a:gd name="T10" fmla="*/ 40 w 40"/>
                <a:gd name="T11" fmla="*/ 132 h 152"/>
                <a:gd name="T12" fmla="*/ 20 w 40"/>
                <a:gd name="T13" fmla="*/ 152 h 152"/>
              </a:gdLst>
              <a:ahLst/>
              <a:cxnLst>
                <a:cxn ang="0">
                  <a:pos x="T0" y="T1"/>
                </a:cxn>
                <a:cxn ang="0">
                  <a:pos x="T2" y="T3"/>
                </a:cxn>
                <a:cxn ang="0">
                  <a:pos x="T4" y="T5"/>
                </a:cxn>
                <a:cxn ang="0">
                  <a:pos x="T6" y="T7"/>
                </a:cxn>
                <a:cxn ang="0">
                  <a:pos x="T8" y="T9"/>
                </a:cxn>
                <a:cxn ang="0">
                  <a:pos x="T10" y="T11"/>
                </a:cxn>
                <a:cxn ang="0">
                  <a:pos x="T12" y="T13"/>
                </a:cxn>
              </a:cxnLst>
              <a:rect l="0" t="0" r="r" b="b"/>
              <a:pathLst>
                <a:path w="40" h="152">
                  <a:moveTo>
                    <a:pt x="20" y="152"/>
                  </a:moveTo>
                  <a:cubicBezTo>
                    <a:pt x="9" y="152"/>
                    <a:pt x="0" y="143"/>
                    <a:pt x="0" y="132"/>
                  </a:cubicBezTo>
                  <a:cubicBezTo>
                    <a:pt x="0" y="20"/>
                    <a:pt x="0" y="20"/>
                    <a:pt x="0" y="20"/>
                  </a:cubicBezTo>
                  <a:cubicBezTo>
                    <a:pt x="0" y="9"/>
                    <a:pt x="9" y="0"/>
                    <a:pt x="20" y="0"/>
                  </a:cubicBezTo>
                  <a:cubicBezTo>
                    <a:pt x="31" y="0"/>
                    <a:pt x="40" y="9"/>
                    <a:pt x="40" y="20"/>
                  </a:cubicBezTo>
                  <a:cubicBezTo>
                    <a:pt x="40" y="132"/>
                    <a:pt x="40" y="132"/>
                    <a:pt x="40" y="132"/>
                  </a:cubicBezTo>
                  <a:cubicBezTo>
                    <a:pt x="40" y="143"/>
                    <a:pt x="31" y="152"/>
                    <a:pt x="20"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sp>
        <p:nvSpPr>
          <p:cNvPr id="42" name="Rectangle 41">
            <a:extLst>
              <a:ext uri="{FF2B5EF4-FFF2-40B4-BE49-F238E27FC236}">
                <a16:creationId xmlns:a16="http://schemas.microsoft.com/office/drawing/2014/main" id="{A83C65F2-424F-4050-9892-54B3762DAD5C}"/>
              </a:ext>
            </a:extLst>
          </p:cNvPr>
          <p:cNvSpPr/>
          <p:nvPr/>
        </p:nvSpPr>
        <p:spPr>
          <a:xfrm>
            <a:off x="2079655" y="3680574"/>
            <a:ext cx="271229" cy="430887"/>
          </a:xfrm>
          <a:prstGeom prst="rect">
            <a:avLst/>
          </a:prstGeom>
        </p:spPr>
        <p:txBody>
          <a:bodyPr wrap="none" anchor="ctr">
            <a:spAutoFit/>
          </a:bodyPr>
          <a:lstStyle/>
          <a:p>
            <a:pPr algn="ctr" defTabSz="228554"/>
            <a:r>
              <a:rPr lang="en-US" sz="2200">
                <a:solidFill>
                  <a:srgbClr val="4C91FD"/>
                </a:solidFill>
                <a:latin typeface="Designball-Buildings-01" pitchFamily="2" charset="0"/>
                <a:ea typeface="Open Sans" panose="020B0606030504020204" pitchFamily="34" charset="0"/>
                <a:cs typeface="Open Sans" panose="020B0606030504020204" pitchFamily="34" charset="0"/>
              </a:rPr>
              <a:t>f</a:t>
            </a:r>
          </a:p>
        </p:txBody>
      </p:sp>
      <p:grpSp>
        <p:nvGrpSpPr>
          <p:cNvPr id="44" name="Group 43">
            <a:extLst>
              <a:ext uri="{FF2B5EF4-FFF2-40B4-BE49-F238E27FC236}">
                <a16:creationId xmlns:a16="http://schemas.microsoft.com/office/drawing/2014/main" id="{6E311C53-C352-41A1-A478-259194778DFA}"/>
              </a:ext>
            </a:extLst>
          </p:cNvPr>
          <p:cNvGrpSpPr/>
          <p:nvPr/>
        </p:nvGrpSpPr>
        <p:grpSpPr>
          <a:xfrm>
            <a:off x="5468664" y="5917109"/>
            <a:ext cx="180158" cy="174780"/>
            <a:chOff x="1752601" y="4673601"/>
            <a:chExt cx="106363" cy="103188"/>
          </a:xfrm>
          <a:solidFill>
            <a:schemeClr val="accent1"/>
          </a:solidFill>
        </p:grpSpPr>
        <p:sp>
          <p:nvSpPr>
            <p:cNvPr id="45" name="Freeform 48">
              <a:extLst>
                <a:ext uri="{FF2B5EF4-FFF2-40B4-BE49-F238E27FC236}">
                  <a16:creationId xmlns:a16="http://schemas.microsoft.com/office/drawing/2014/main" id="{9E524951-30F8-433D-8949-5A260F2BB931}"/>
                </a:ext>
              </a:extLst>
            </p:cNvPr>
            <p:cNvSpPr>
              <a:spLocks/>
            </p:cNvSpPr>
            <p:nvPr/>
          </p:nvSpPr>
          <p:spPr bwMode="auto">
            <a:xfrm>
              <a:off x="1752601" y="4673601"/>
              <a:ext cx="106363" cy="103188"/>
            </a:xfrm>
            <a:custGeom>
              <a:avLst/>
              <a:gdLst>
                <a:gd name="T0" fmla="*/ 59 w 70"/>
                <a:gd name="T1" fmla="*/ 69 h 69"/>
                <a:gd name="T2" fmla="*/ 52 w 70"/>
                <a:gd name="T3" fmla="*/ 66 h 69"/>
                <a:gd name="T4" fmla="*/ 4 w 70"/>
                <a:gd name="T5" fmla="*/ 18 h 69"/>
                <a:gd name="T6" fmla="*/ 4 w 70"/>
                <a:gd name="T7" fmla="*/ 4 h 69"/>
                <a:gd name="T8" fmla="*/ 18 w 70"/>
                <a:gd name="T9" fmla="*/ 4 h 69"/>
                <a:gd name="T10" fmla="*/ 66 w 70"/>
                <a:gd name="T11" fmla="*/ 52 h 69"/>
                <a:gd name="T12" fmla="*/ 66 w 70"/>
                <a:gd name="T13" fmla="*/ 66 h 69"/>
                <a:gd name="T14" fmla="*/ 59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59" y="69"/>
                  </a:moveTo>
                  <a:cubicBezTo>
                    <a:pt x="56" y="69"/>
                    <a:pt x="54" y="68"/>
                    <a:pt x="52" y="66"/>
                  </a:cubicBezTo>
                  <a:cubicBezTo>
                    <a:pt x="4" y="18"/>
                    <a:pt x="4" y="18"/>
                    <a:pt x="4" y="18"/>
                  </a:cubicBezTo>
                  <a:cubicBezTo>
                    <a:pt x="0" y="14"/>
                    <a:pt x="0" y="8"/>
                    <a:pt x="4" y="4"/>
                  </a:cubicBezTo>
                  <a:cubicBezTo>
                    <a:pt x="8" y="0"/>
                    <a:pt x="14" y="0"/>
                    <a:pt x="18" y="4"/>
                  </a:cubicBezTo>
                  <a:cubicBezTo>
                    <a:pt x="66" y="52"/>
                    <a:pt x="66" y="52"/>
                    <a:pt x="66" y="52"/>
                  </a:cubicBezTo>
                  <a:cubicBezTo>
                    <a:pt x="70" y="56"/>
                    <a:pt x="70" y="62"/>
                    <a:pt x="66" y="66"/>
                  </a:cubicBezTo>
                  <a:cubicBezTo>
                    <a:pt x="64" y="68"/>
                    <a:pt x="62" y="69"/>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46" name="Freeform 49">
              <a:extLst>
                <a:ext uri="{FF2B5EF4-FFF2-40B4-BE49-F238E27FC236}">
                  <a16:creationId xmlns:a16="http://schemas.microsoft.com/office/drawing/2014/main" id="{DCC030B9-ADF0-41FF-A743-937E34B4E903}"/>
                </a:ext>
              </a:extLst>
            </p:cNvPr>
            <p:cNvSpPr>
              <a:spLocks/>
            </p:cNvSpPr>
            <p:nvPr/>
          </p:nvSpPr>
          <p:spPr bwMode="auto">
            <a:xfrm>
              <a:off x="1752601" y="4673601"/>
              <a:ext cx="106363" cy="103188"/>
            </a:xfrm>
            <a:custGeom>
              <a:avLst/>
              <a:gdLst>
                <a:gd name="T0" fmla="*/ 11 w 70"/>
                <a:gd name="T1" fmla="*/ 69 h 69"/>
                <a:gd name="T2" fmla="*/ 4 w 70"/>
                <a:gd name="T3" fmla="*/ 66 h 69"/>
                <a:gd name="T4" fmla="*/ 4 w 70"/>
                <a:gd name="T5" fmla="*/ 52 h 69"/>
                <a:gd name="T6" fmla="*/ 52 w 70"/>
                <a:gd name="T7" fmla="*/ 4 h 69"/>
                <a:gd name="T8" fmla="*/ 66 w 70"/>
                <a:gd name="T9" fmla="*/ 4 h 69"/>
                <a:gd name="T10" fmla="*/ 66 w 70"/>
                <a:gd name="T11" fmla="*/ 18 h 69"/>
                <a:gd name="T12" fmla="*/ 18 w 70"/>
                <a:gd name="T13" fmla="*/ 66 h 69"/>
                <a:gd name="T14" fmla="*/ 11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11" y="69"/>
                  </a:moveTo>
                  <a:cubicBezTo>
                    <a:pt x="8" y="69"/>
                    <a:pt x="6" y="68"/>
                    <a:pt x="4" y="66"/>
                  </a:cubicBezTo>
                  <a:cubicBezTo>
                    <a:pt x="0" y="62"/>
                    <a:pt x="0" y="56"/>
                    <a:pt x="4" y="52"/>
                  </a:cubicBezTo>
                  <a:cubicBezTo>
                    <a:pt x="52" y="4"/>
                    <a:pt x="52" y="4"/>
                    <a:pt x="52" y="4"/>
                  </a:cubicBezTo>
                  <a:cubicBezTo>
                    <a:pt x="56" y="0"/>
                    <a:pt x="62" y="0"/>
                    <a:pt x="66" y="4"/>
                  </a:cubicBezTo>
                  <a:cubicBezTo>
                    <a:pt x="70" y="8"/>
                    <a:pt x="70" y="14"/>
                    <a:pt x="66" y="18"/>
                  </a:cubicBezTo>
                  <a:cubicBezTo>
                    <a:pt x="18" y="66"/>
                    <a:pt x="18" y="66"/>
                    <a:pt x="18" y="66"/>
                  </a:cubicBezTo>
                  <a:cubicBezTo>
                    <a:pt x="16" y="68"/>
                    <a:pt x="14" y="69"/>
                    <a:pt x="11"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sp>
        <p:nvSpPr>
          <p:cNvPr id="47" name="Rectangle 46">
            <a:extLst>
              <a:ext uri="{FF2B5EF4-FFF2-40B4-BE49-F238E27FC236}">
                <a16:creationId xmlns:a16="http://schemas.microsoft.com/office/drawing/2014/main" id="{5CE4BF81-FE0A-42F5-872D-F94D6207E501}"/>
              </a:ext>
            </a:extLst>
          </p:cNvPr>
          <p:cNvSpPr/>
          <p:nvPr/>
        </p:nvSpPr>
        <p:spPr>
          <a:xfrm>
            <a:off x="8655651" y="855130"/>
            <a:ext cx="319318" cy="507703"/>
          </a:xfrm>
          <a:prstGeom prst="rect">
            <a:avLst/>
          </a:prstGeom>
        </p:spPr>
        <p:txBody>
          <a:bodyPr wrap="none" anchor="ctr">
            <a:spAutoFit/>
          </a:bodyPr>
          <a:lstStyle/>
          <a:p>
            <a:pPr algn="ctr" defTabSz="228554"/>
            <a:r>
              <a:rPr lang="en-US" sz="2699">
                <a:solidFill>
                  <a:srgbClr val="5231F7"/>
                </a:solidFill>
                <a:latin typeface="Designball-Buildings-01" pitchFamily="2" charset="0"/>
                <a:ea typeface="Open Sans" panose="020B0606030504020204" pitchFamily="34" charset="0"/>
                <a:cs typeface="Open Sans" panose="020B0606030504020204" pitchFamily="34" charset="0"/>
              </a:rPr>
              <a:t>s</a:t>
            </a:r>
          </a:p>
        </p:txBody>
      </p:sp>
      <p:sp>
        <p:nvSpPr>
          <p:cNvPr id="48" name="Rectangle 47">
            <a:extLst>
              <a:ext uri="{FF2B5EF4-FFF2-40B4-BE49-F238E27FC236}">
                <a16:creationId xmlns:a16="http://schemas.microsoft.com/office/drawing/2014/main" id="{CBD5ECB8-4722-4179-A112-0552B4BBE626}"/>
              </a:ext>
            </a:extLst>
          </p:cNvPr>
          <p:cNvSpPr/>
          <p:nvPr/>
        </p:nvSpPr>
        <p:spPr>
          <a:xfrm>
            <a:off x="8192503" y="5108160"/>
            <a:ext cx="330540" cy="507703"/>
          </a:xfrm>
          <a:prstGeom prst="rect">
            <a:avLst/>
          </a:prstGeom>
        </p:spPr>
        <p:txBody>
          <a:bodyPr wrap="none" anchor="ctr">
            <a:spAutoFit/>
          </a:bodyPr>
          <a:lstStyle/>
          <a:p>
            <a:pPr algn="ctr" defTabSz="228554"/>
            <a:r>
              <a:rPr lang="en-US" sz="2699">
                <a:solidFill>
                  <a:srgbClr val="5231F7"/>
                </a:solidFill>
                <a:latin typeface="Designball-Charts-01" pitchFamily="2" charset="0"/>
                <a:ea typeface="Open Sans" panose="020B0606030504020204" pitchFamily="34" charset="0"/>
                <a:cs typeface="Open Sans" panose="020B0606030504020204" pitchFamily="34" charset="0"/>
              </a:rPr>
              <a:t>L</a:t>
            </a:r>
          </a:p>
        </p:txBody>
      </p:sp>
      <p:grpSp>
        <p:nvGrpSpPr>
          <p:cNvPr id="49" name="Group 48">
            <a:extLst>
              <a:ext uri="{FF2B5EF4-FFF2-40B4-BE49-F238E27FC236}">
                <a16:creationId xmlns:a16="http://schemas.microsoft.com/office/drawing/2014/main" id="{40340E64-959F-423D-86CA-16A8BD08061F}"/>
              </a:ext>
            </a:extLst>
          </p:cNvPr>
          <p:cNvGrpSpPr/>
          <p:nvPr/>
        </p:nvGrpSpPr>
        <p:grpSpPr>
          <a:xfrm>
            <a:off x="3075770" y="3561206"/>
            <a:ext cx="176715" cy="176715"/>
            <a:chOff x="965201" y="4870451"/>
            <a:chExt cx="228600" cy="228600"/>
          </a:xfrm>
          <a:solidFill>
            <a:schemeClr val="accent3"/>
          </a:solidFill>
        </p:grpSpPr>
        <p:sp>
          <p:nvSpPr>
            <p:cNvPr id="50" name="Freeform 46">
              <a:extLst>
                <a:ext uri="{FF2B5EF4-FFF2-40B4-BE49-F238E27FC236}">
                  <a16:creationId xmlns:a16="http://schemas.microsoft.com/office/drawing/2014/main" id="{C1C2806B-1DB7-4ABA-B2FA-18B6BE7CCD50}"/>
                </a:ext>
              </a:extLst>
            </p:cNvPr>
            <p:cNvSpPr>
              <a:spLocks/>
            </p:cNvSpPr>
            <p:nvPr/>
          </p:nvSpPr>
          <p:spPr bwMode="auto">
            <a:xfrm>
              <a:off x="965201" y="4954588"/>
              <a:ext cx="228600" cy="60325"/>
            </a:xfrm>
            <a:custGeom>
              <a:avLst/>
              <a:gdLst>
                <a:gd name="T0" fmla="*/ 132 w 152"/>
                <a:gd name="T1" fmla="*/ 40 h 40"/>
                <a:gd name="T2" fmla="*/ 20 w 152"/>
                <a:gd name="T3" fmla="*/ 40 h 40"/>
                <a:gd name="T4" fmla="*/ 0 w 152"/>
                <a:gd name="T5" fmla="*/ 20 h 40"/>
                <a:gd name="T6" fmla="*/ 20 w 152"/>
                <a:gd name="T7" fmla="*/ 0 h 40"/>
                <a:gd name="T8" fmla="*/ 132 w 152"/>
                <a:gd name="T9" fmla="*/ 0 h 40"/>
                <a:gd name="T10" fmla="*/ 152 w 152"/>
                <a:gd name="T11" fmla="*/ 20 h 40"/>
                <a:gd name="T12" fmla="*/ 132 w 152"/>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152" h="40">
                  <a:moveTo>
                    <a:pt x="132" y="40"/>
                  </a:moveTo>
                  <a:cubicBezTo>
                    <a:pt x="20" y="40"/>
                    <a:pt x="20" y="40"/>
                    <a:pt x="20" y="40"/>
                  </a:cubicBezTo>
                  <a:cubicBezTo>
                    <a:pt x="9" y="40"/>
                    <a:pt x="0" y="31"/>
                    <a:pt x="0" y="20"/>
                  </a:cubicBezTo>
                  <a:cubicBezTo>
                    <a:pt x="0" y="9"/>
                    <a:pt x="9" y="0"/>
                    <a:pt x="20" y="0"/>
                  </a:cubicBezTo>
                  <a:cubicBezTo>
                    <a:pt x="132" y="0"/>
                    <a:pt x="132" y="0"/>
                    <a:pt x="132" y="0"/>
                  </a:cubicBezTo>
                  <a:cubicBezTo>
                    <a:pt x="143" y="0"/>
                    <a:pt x="152" y="9"/>
                    <a:pt x="152" y="20"/>
                  </a:cubicBezTo>
                  <a:cubicBezTo>
                    <a:pt x="152" y="31"/>
                    <a:pt x="143" y="40"/>
                    <a:pt x="13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51" name="Freeform 47">
              <a:extLst>
                <a:ext uri="{FF2B5EF4-FFF2-40B4-BE49-F238E27FC236}">
                  <a16:creationId xmlns:a16="http://schemas.microsoft.com/office/drawing/2014/main" id="{D7D40BD6-C6E3-4B34-95B9-292657330992}"/>
                </a:ext>
              </a:extLst>
            </p:cNvPr>
            <p:cNvSpPr>
              <a:spLocks/>
            </p:cNvSpPr>
            <p:nvPr/>
          </p:nvSpPr>
          <p:spPr bwMode="auto">
            <a:xfrm>
              <a:off x="1049338" y="4870451"/>
              <a:ext cx="60325" cy="228600"/>
            </a:xfrm>
            <a:custGeom>
              <a:avLst/>
              <a:gdLst>
                <a:gd name="T0" fmla="*/ 20 w 40"/>
                <a:gd name="T1" fmla="*/ 152 h 152"/>
                <a:gd name="T2" fmla="*/ 0 w 40"/>
                <a:gd name="T3" fmla="*/ 132 h 152"/>
                <a:gd name="T4" fmla="*/ 0 w 40"/>
                <a:gd name="T5" fmla="*/ 20 h 152"/>
                <a:gd name="T6" fmla="*/ 20 w 40"/>
                <a:gd name="T7" fmla="*/ 0 h 152"/>
                <a:gd name="T8" fmla="*/ 40 w 40"/>
                <a:gd name="T9" fmla="*/ 20 h 152"/>
                <a:gd name="T10" fmla="*/ 40 w 40"/>
                <a:gd name="T11" fmla="*/ 132 h 152"/>
                <a:gd name="T12" fmla="*/ 20 w 40"/>
                <a:gd name="T13" fmla="*/ 152 h 152"/>
              </a:gdLst>
              <a:ahLst/>
              <a:cxnLst>
                <a:cxn ang="0">
                  <a:pos x="T0" y="T1"/>
                </a:cxn>
                <a:cxn ang="0">
                  <a:pos x="T2" y="T3"/>
                </a:cxn>
                <a:cxn ang="0">
                  <a:pos x="T4" y="T5"/>
                </a:cxn>
                <a:cxn ang="0">
                  <a:pos x="T6" y="T7"/>
                </a:cxn>
                <a:cxn ang="0">
                  <a:pos x="T8" y="T9"/>
                </a:cxn>
                <a:cxn ang="0">
                  <a:pos x="T10" y="T11"/>
                </a:cxn>
                <a:cxn ang="0">
                  <a:pos x="T12" y="T13"/>
                </a:cxn>
              </a:cxnLst>
              <a:rect l="0" t="0" r="r" b="b"/>
              <a:pathLst>
                <a:path w="40" h="152">
                  <a:moveTo>
                    <a:pt x="20" y="152"/>
                  </a:moveTo>
                  <a:cubicBezTo>
                    <a:pt x="9" y="152"/>
                    <a:pt x="0" y="143"/>
                    <a:pt x="0" y="132"/>
                  </a:cubicBezTo>
                  <a:cubicBezTo>
                    <a:pt x="0" y="20"/>
                    <a:pt x="0" y="20"/>
                    <a:pt x="0" y="20"/>
                  </a:cubicBezTo>
                  <a:cubicBezTo>
                    <a:pt x="0" y="9"/>
                    <a:pt x="9" y="0"/>
                    <a:pt x="20" y="0"/>
                  </a:cubicBezTo>
                  <a:cubicBezTo>
                    <a:pt x="31" y="0"/>
                    <a:pt x="40" y="9"/>
                    <a:pt x="40" y="20"/>
                  </a:cubicBezTo>
                  <a:cubicBezTo>
                    <a:pt x="40" y="132"/>
                    <a:pt x="40" y="132"/>
                    <a:pt x="40" y="132"/>
                  </a:cubicBezTo>
                  <a:cubicBezTo>
                    <a:pt x="40" y="143"/>
                    <a:pt x="31" y="152"/>
                    <a:pt x="20"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grpSp>
        <p:nvGrpSpPr>
          <p:cNvPr id="54" name="Group 53">
            <a:extLst>
              <a:ext uri="{FF2B5EF4-FFF2-40B4-BE49-F238E27FC236}">
                <a16:creationId xmlns:a16="http://schemas.microsoft.com/office/drawing/2014/main" id="{2CFA1C39-6344-43FE-8025-4A9EDEF04621}"/>
              </a:ext>
            </a:extLst>
          </p:cNvPr>
          <p:cNvGrpSpPr/>
          <p:nvPr/>
        </p:nvGrpSpPr>
        <p:grpSpPr>
          <a:xfrm>
            <a:off x="8092723" y="3955077"/>
            <a:ext cx="92449" cy="89690"/>
            <a:chOff x="1752601" y="4673601"/>
            <a:chExt cx="106363" cy="103188"/>
          </a:xfrm>
          <a:solidFill>
            <a:schemeClr val="accent1"/>
          </a:solidFill>
        </p:grpSpPr>
        <p:sp>
          <p:nvSpPr>
            <p:cNvPr id="55" name="Freeform 48">
              <a:extLst>
                <a:ext uri="{FF2B5EF4-FFF2-40B4-BE49-F238E27FC236}">
                  <a16:creationId xmlns:a16="http://schemas.microsoft.com/office/drawing/2014/main" id="{6790B81A-D9A3-489E-960D-CE4A5D90F8FF}"/>
                </a:ext>
              </a:extLst>
            </p:cNvPr>
            <p:cNvSpPr>
              <a:spLocks/>
            </p:cNvSpPr>
            <p:nvPr/>
          </p:nvSpPr>
          <p:spPr bwMode="auto">
            <a:xfrm>
              <a:off x="1752601" y="4673601"/>
              <a:ext cx="106363" cy="103188"/>
            </a:xfrm>
            <a:custGeom>
              <a:avLst/>
              <a:gdLst>
                <a:gd name="T0" fmla="*/ 59 w 70"/>
                <a:gd name="T1" fmla="*/ 69 h 69"/>
                <a:gd name="T2" fmla="*/ 52 w 70"/>
                <a:gd name="T3" fmla="*/ 66 h 69"/>
                <a:gd name="T4" fmla="*/ 4 w 70"/>
                <a:gd name="T5" fmla="*/ 18 h 69"/>
                <a:gd name="T6" fmla="*/ 4 w 70"/>
                <a:gd name="T7" fmla="*/ 4 h 69"/>
                <a:gd name="T8" fmla="*/ 18 w 70"/>
                <a:gd name="T9" fmla="*/ 4 h 69"/>
                <a:gd name="T10" fmla="*/ 66 w 70"/>
                <a:gd name="T11" fmla="*/ 52 h 69"/>
                <a:gd name="T12" fmla="*/ 66 w 70"/>
                <a:gd name="T13" fmla="*/ 66 h 69"/>
                <a:gd name="T14" fmla="*/ 59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59" y="69"/>
                  </a:moveTo>
                  <a:cubicBezTo>
                    <a:pt x="56" y="69"/>
                    <a:pt x="54" y="68"/>
                    <a:pt x="52" y="66"/>
                  </a:cubicBezTo>
                  <a:cubicBezTo>
                    <a:pt x="4" y="18"/>
                    <a:pt x="4" y="18"/>
                    <a:pt x="4" y="18"/>
                  </a:cubicBezTo>
                  <a:cubicBezTo>
                    <a:pt x="0" y="14"/>
                    <a:pt x="0" y="8"/>
                    <a:pt x="4" y="4"/>
                  </a:cubicBezTo>
                  <a:cubicBezTo>
                    <a:pt x="8" y="0"/>
                    <a:pt x="14" y="0"/>
                    <a:pt x="18" y="4"/>
                  </a:cubicBezTo>
                  <a:cubicBezTo>
                    <a:pt x="66" y="52"/>
                    <a:pt x="66" y="52"/>
                    <a:pt x="66" y="52"/>
                  </a:cubicBezTo>
                  <a:cubicBezTo>
                    <a:pt x="70" y="56"/>
                    <a:pt x="70" y="62"/>
                    <a:pt x="66" y="66"/>
                  </a:cubicBezTo>
                  <a:cubicBezTo>
                    <a:pt x="64" y="68"/>
                    <a:pt x="62" y="69"/>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56" name="Freeform 49">
              <a:extLst>
                <a:ext uri="{FF2B5EF4-FFF2-40B4-BE49-F238E27FC236}">
                  <a16:creationId xmlns:a16="http://schemas.microsoft.com/office/drawing/2014/main" id="{583F6E45-3830-4A9A-874B-3E15049C7528}"/>
                </a:ext>
              </a:extLst>
            </p:cNvPr>
            <p:cNvSpPr>
              <a:spLocks/>
            </p:cNvSpPr>
            <p:nvPr/>
          </p:nvSpPr>
          <p:spPr bwMode="auto">
            <a:xfrm>
              <a:off x="1752601" y="4673601"/>
              <a:ext cx="106363" cy="103188"/>
            </a:xfrm>
            <a:custGeom>
              <a:avLst/>
              <a:gdLst>
                <a:gd name="T0" fmla="*/ 11 w 70"/>
                <a:gd name="T1" fmla="*/ 69 h 69"/>
                <a:gd name="T2" fmla="*/ 4 w 70"/>
                <a:gd name="T3" fmla="*/ 66 h 69"/>
                <a:gd name="T4" fmla="*/ 4 w 70"/>
                <a:gd name="T5" fmla="*/ 52 h 69"/>
                <a:gd name="T6" fmla="*/ 52 w 70"/>
                <a:gd name="T7" fmla="*/ 4 h 69"/>
                <a:gd name="T8" fmla="*/ 66 w 70"/>
                <a:gd name="T9" fmla="*/ 4 h 69"/>
                <a:gd name="T10" fmla="*/ 66 w 70"/>
                <a:gd name="T11" fmla="*/ 18 h 69"/>
                <a:gd name="T12" fmla="*/ 18 w 70"/>
                <a:gd name="T13" fmla="*/ 66 h 69"/>
                <a:gd name="T14" fmla="*/ 11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11" y="69"/>
                  </a:moveTo>
                  <a:cubicBezTo>
                    <a:pt x="8" y="69"/>
                    <a:pt x="6" y="68"/>
                    <a:pt x="4" y="66"/>
                  </a:cubicBezTo>
                  <a:cubicBezTo>
                    <a:pt x="0" y="62"/>
                    <a:pt x="0" y="56"/>
                    <a:pt x="4" y="52"/>
                  </a:cubicBezTo>
                  <a:cubicBezTo>
                    <a:pt x="52" y="4"/>
                    <a:pt x="52" y="4"/>
                    <a:pt x="52" y="4"/>
                  </a:cubicBezTo>
                  <a:cubicBezTo>
                    <a:pt x="56" y="0"/>
                    <a:pt x="62" y="0"/>
                    <a:pt x="66" y="4"/>
                  </a:cubicBezTo>
                  <a:cubicBezTo>
                    <a:pt x="70" y="8"/>
                    <a:pt x="70" y="14"/>
                    <a:pt x="66" y="18"/>
                  </a:cubicBezTo>
                  <a:cubicBezTo>
                    <a:pt x="18" y="66"/>
                    <a:pt x="18" y="66"/>
                    <a:pt x="18" y="66"/>
                  </a:cubicBezTo>
                  <a:cubicBezTo>
                    <a:pt x="16" y="68"/>
                    <a:pt x="14" y="69"/>
                    <a:pt x="11"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grpSp>
        <p:nvGrpSpPr>
          <p:cNvPr id="57" name="Group 56">
            <a:extLst>
              <a:ext uri="{FF2B5EF4-FFF2-40B4-BE49-F238E27FC236}">
                <a16:creationId xmlns:a16="http://schemas.microsoft.com/office/drawing/2014/main" id="{49E27324-A20B-4166-8121-CD6CE754F2F1}"/>
              </a:ext>
            </a:extLst>
          </p:cNvPr>
          <p:cNvGrpSpPr/>
          <p:nvPr/>
        </p:nvGrpSpPr>
        <p:grpSpPr>
          <a:xfrm>
            <a:off x="8148571" y="1618891"/>
            <a:ext cx="92449" cy="89690"/>
            <a:chOff x="1752601" y="4673601"/>
            <a:chExt cx="106363" cy="103188"/>
          </a:xfrm>
          <a:solidFill>
            <a:schemeClr val="accent1"/>
          </a:solidFill>
        </p:grpSpPr>
        <p:sp>
          <p:nvSpPr>
            <p:cNvPr id="58" name="Freeform 48">
              <a:extLst>
                <a:ext uri="{FF2B5EF4-FFF2-40B4-BE49-F238E27FC236}">
                  <a16:creationId xmlns:a16="http://schemas.microsoft.com/office/drawing/2014/main" id="{CF7335A2-97BF-458A-8C5A-3D92F76184DD}"/>
                </a:ext>
              </a:extLst>
            </p:cNvPr>
            <p:cNvSpPr>
              <a:spLocks/>
            </p:cNvSpPr>
            <p:nvPr/>
          </p:nvSpPr>
          <p:spPr bwMode="auto">
            <a:xfrm>
              <a:off x="1752601" y="4673601"/>
              <a:ext cx="106363" cy="103188"/>
            </a:xfrm>
            <a:custGeom>
              <a:avLst/>
              <a:gdLst>
                <a:gd name="T0" fmla="*/ 59 w 70"/>
                <a:gd name="T1" fmla="*/ 69 h 69"/>
                <a:gd name="T2" fmla="*/ 52 w 70"/>
                <a:gd name="T3" fmla="*/ 66 h 69"/>
                <a:gd name="T4" fmla="*/ 4 w 70"/>
                <a:gd name="T5" fmla="*/ 18 h 69"/>
                <a:gd name="T6" fmla="*/ 4 w 70"/>
                <a:gd name="T7" fmla="*/ 4 h 69"/>
                <a:gd name="T8" fmla="*/ 18 w 70"/>
                <a:gd name="T9" fmla="*/ 4 h 69"/>
                <a:gd name="T10" fmla="*/ 66 w 70"/>
                <a:gd name="T11" fmla="*/ 52 h 69"/>
                <a:gd name="T12" fmla="*/ 66 w 70"/>
                <a:gd name="T13" fmla="*/ 66 h 69"/>
                <a:gd name="T14" fmla="*/ 59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59" y="69"/>
                  </a:moveTo>
                  <a:cubicBezTo>
                    <a:pt x="56" y="69"/>
                    <a:pt x="54" y="68"/>
                    <a:pt x="52" y="66"/>
                  </a:cubicBezTo>
                  <a:cubicBezTo>
                    <a:pt x="4" y="18"/>
                    <a:pt x="4" y="18"/>
                    <a:pt x="4" y="18"/>
                  </a:cubicBezTo>
                  <a:cubicBezTo>
                    <a:pt x="0" y="14"/>
                    <a:pt x="0" y="8"/>
                    <a:pt x="4" y="4"/>
                  </a:cubicBezTo>
                  <a:cubicBezTo>
                    <a:pt x="8" y="0"/>
                    <a:pt x="14" y="0"/>
                    <a:pt x="18" y="4"/>
                  </a:cubicBezTo>
                  <a:cubicBezTo>
                    <a:pt x="66" y="52"/>
                    <a:pt x="66" y="52"/>
                    <a:pt x="66" y="52"/>
                  </a:cubicBezTo>
                  <a:cubicBezTo>
                    <a:pt x="70" y="56"/>
                    <a:pt x="70" y="62"/>
                    <a:pt x="66" y="66"/>
                  </a:cubicBezTo>
                  <a:cubicBezTo>
                    <a:pt x="64" y="68"/>
                    <a:pt x="62" y="69"/>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59" name="Freeform 49">
              <a:extLst>
                <a:ext uri="{FF2B5EF4-FFF2-40B4-BE49-F238E27FC236}">
                  <a16:creationId xmlns:a16="http://schemas.microsoft.com/office/drawing/2014/main" id="{CFB0FAC4-8D21-4A95-8860-A561152DEEAD}"/>
                </a:ext>
              </a:extLst>
            </p:cNvPr>
            <p:cNvSpPr>
              <a:spLocks/>
            </p:cNvSpPr>
            <p:nvPr/>
          </p:nvSpPr>
          <p:spPr bwMode="auto">
            <a:xfrm>
              <a:off x="1752601" y="4673601"/>
              <a:ext cx="106363" cy="103188"/>
            </a:xfrm>
            <a:custGeom>
              <a:avLst/>
              <a:gdLst>
                <a:gd name="T0" fmla="*/ 11 w 70"/>
                <a:gd name="T1" fmla="*/ 69 h 69"/>
                <a:gd name="T2" fmla="*/ 4 w 70"/>
                <a:gd name="T3" fmla="*/ 66 h 69"/>
                <a:gd name="T4" fmla="*/ 4 w 70"/>
                <a:gd name="T5" fmla="*/ 52 h 69"/>
                <a:gd name="T6" fmla="*/ 52 w 70"/>
                <a:gd name="T7" fmla="*/ 4 h 69"/>
                <a:gd name="T8" fmla="*/ 66 w 70"/>
                <a:gd name="T9" fmla="*/ 4 h 69"/>
                <a:gd name="T10" fmla="*/ 66 w 70"/>
                <a:gd name="T11" fmla="*/ 18 h 69"/>
                <a:gd name="T12" fmla="*/ 18 w 70"/>
                <a:gd name="T13" fmla="*/ 66 h 69"/>
                <a:gd name="T14" fmla="*/ 11 w 70"/>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9">
                  <a:moveTo>
                    <a:pt x="11" y="69"/>
                  </a:moveTo>
                  <a:cubicBezTo>
                    <a:pt x="8" y="69"/>
                    <a:pt x="6" y="68"/>
                    <a:pt x="4" y="66"/>
                  </a:cubicBezTo>
                  <a:cubicBezTo>
                    <a:pt x="0" y="62"/>
                    <a:pt x="0" y="56"/>
                    <a:pt x="4" y="52"/>
                  </a:cubicBezTo>
                  <a:cubicBezTo>
                    <a:pt x="52" y="4"/>
                    <a:pt x="52" y="4"/>
                    <a:pt x="52" y="4"/>
                  </a:cubicBezTo>
                  <a:cubicBezTo>
                    <a:pt x="56" y="0"/>
                    <a:pt x="62" y="0"/>
                    <a:pt x="66" y="4"/>
                  </a:cubicBezTo>
                  <a:cubicBezTo>
                    <a:pt x="70" y="8"/>
                    <a:pt x="70" y="14"/>
                    <a:pt x="66" y="18"/>
                  </a:cubicBezTo>
                  <a:cubicBezTo>
                    <a:pt x="18" y="66"/>
                    <a:pt x="18" y="66"/>
                    <a:pt x="18" y="66"/>
                  </a:cubicBezTo>
                  <a:cubicBezTo>
                    <a:pt x="16" y="68"/>
                    <a:pt x="14" y="69"/>
                    <a:pt x="11"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grpSp>
        <p:nvGrpSpPr>
          <p:cNvPr id="61" name="Group 60">
            <a:extLst>
              <a:ext uri="{FF2B5EF4-FFF2-40B4-BE49-F238E27FC236}">
                <a16:creationId xmlns:a16="http://schemas.microsoft.com/office/drawing/2014/main" id="{33490317-335A-4DB2-AE81-D016E8DACFF9}"/>
              </a:ext>
            </a:extLst>
          </p:cNvPr>
          <p:cNvGrpSpPr/>
          <p:nvPr/>
        </p:nvGrpSpPr>
        <p:grpSpPr>
          <a:xfrm>
            <a:off x="3304895" y="4611990"/>
            <a:ext cx="99752" cy="99752"/>
            <a:chOff x="965201" y="4870451"/>
            <a:chExt cx="228600" cy="228600"/>
          </a:xfrm>
          <a:solidFill>
            <a:schemeClr val="accent2"/>
          </a:solidFill>
        </p:grpSpPr>
        <p:sp>
          <p:nvSpPr>
            <p:cNvPr id="62" name="Freeform 46">
              <a:extLst>
                <a:ext uri="{FF2B5EF4-FFF2-40B4-BE49-F238E27FC236}">
                  <a16:creationId xmlns:a16="http://schemas.microsoft.com/office/drawing/2014/main" id="{16C362B6-F8F5-4169-8347-094614A8173A}"/>
                </a:ext>
              </a:extLst>
            </p:cNvPr>
            <p:cNvSpPr>
              <a:spLocks/>
            </p:cNvSpPr>
            <p:nvPr/>
          </p:nvSpPr>
          <p:spPr bwMode="auto">
            <a:xfrm>
              <a:off x="965201" y="4954588"/>
              <a:ext cx="228600" cy="60325"/>
            </a:xfrm>
            <a:custGeom>
              <a:avLst/>
              <a:gdLst>
                <a:gd name="T0" fmla="*/ 132 w 152"/>
                <a:gd name="T1" fmla="*/ 40 h 40"/>
                <a:gd name="T2" fmla="*/ 20 w 152"/>
                <a:gd name="T3" fmla="*/ 40 h 40"/>
                <a:gd name="T4" fmla="*/ 0 w 152"/>
                <a:gd name="T5" fmla="*/ 20 h 40"/>
                <a:gd name="T6" fmla="*/ 20 w 152"/>
                <a:gd name="T7" fmla="*/ 0 h 40"/>
                <a:gd name="T8" fmla="*/ 132 w 152"/>
                <a:gd name="T9" fmla="*/ 0 h 40"/>
                <a:gd name="T10" fmla="*/ 152 w 152"/>
                <a:gd name="T11" fmla="*/ 20 h 40"/>
                <a:gd name="T12" fmla="*/ 132 w 152"/>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152" h="40">
                  <a:moveTo>
                    <a:pt x="132" y="40"/>
                  </a:moveTo>
                  <a:cubicBezTo>
                    <a:pt x="20" y="40"/>
                    <a:pt x="20" y="40"/>
                    <a:pt x="20" y="40"/>
                  </a:cubicBezTo>
                  <a:cubicBezTo>
                    <a:pt x="9" y="40"/>
                    <a:pt x="0" y="31"/>
                    <a:pt x="0" y="20"/>
                  </a:cubicBezTo>
                  <a:cubicBezTo>
                    <a:pt x="0" y="9"/>
                    <a:pt x="9" y="0"/>
                    <a:pt x="20" y="0"/>
                  </a:cubicBezTo>
                  <a:cubicBezTo>
                    <a:pt x="132" y="0"/>
                    <a:pt x="132" y="0"/>
                    <a:pt x="132" y="0"/>
                  </a:cubicBezTo>
                  <a:cubicBezTo>
                    <a:pt x="143" y="0"/>
                    <a:pt x="152" y="9"/>
                    <a:pt x="152" y="20"/>
                  </a:cubicBezTo>
                  <a:cubicBezTo>
                    <a:pt x="152" y="31"/>
                    <a:pt x="143" y="40"/>
                    <a:pt x="13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63" name="Freeform 47">
              <a:extLst>
                <a:ext uri="{FF2B5EF4-FFF2-40B4-BE49-F238E27FC236}">
                  <a16:creationId xmlns:a16="http://schemas.microsoft.com/office/drawing/2014/main" id="{9E6B39D2-B23C-41B2-93AE-E602C4780B92}"/>
                </a:ext>
              </a:extLst>
            </p:cNvPr>
            <p:cNvSpPr>
              <a:spLocks/>
            </p:cNvSpPr>
            <p:nvPr/>
          </p:nvSpPr>
          <p:spPr bwMode="auto">
            <a:xfrm>
              <a:off x="1049338" y="4870451"/>
              <a:ext cx="60325" cy="228600"/>
            </a:xfrm>
            <a:custGeom>
              <a:avLst/>
              <a:gdLst>
                <a:gd name="T0" fmla="*/ 20 w 40"/>
                <a:gd name="T1" fmla="*/ 152 h 152"/>
                <a:gd name="T2" fmla="*/ 0 w 40"/>
                <a:gd name="T3" fmla="*/ 132 h 152"/>
                <a:gd name="T4" fmla="*/ 0 w 40"/>
                <a:gd name="T5" fmla="*/ 20 h 152"/>
                <a:gd name="T6" fmla="*/ 20 w 40"/>
                <a:gd name="T7" fmla="*/ 0 h 152"/>
                <a:gd name="T8" fmla="*/ 40 w 40"/>
                <a:gd name="T9" fmla="*/ 20 h 152"/>
                <a:gd name="T10" fmla="*/ 40 w 40"/>
                <a:gd name="T11" fmla="*/ 132 h 152"/>
                <a:gd name="T12" fmla="*/ 20 w 40"/>
                <a:gd name="T13" fmla="*/ 152 h 152"/>
              </a:gdLst>
              <a:ahLst/>
              <a:cxnLst>
                <a:cxn ang="0">
                  <a:pos x="T0" y="T1"/>
                </a:cxn>
                <a:cxn ang="0">
                  <a:pos x="T2" y="T3"/>
                </a:cxn>
                <a:cxn ang="0">
                  <a:pos x="T4" y="T5"/>
                </a:cxn>
                <a:cxn ang="0">
                  <a:pos x="T6" y="T7"/>
                </a:cxn>
                <a:cxn ang="0">
                  <a:pos x="T8" y="T9"/>
                </a:cxn>
                <a:cxn ang="0">
                  <a:pos x="T10" y="T11"/>
                </a:cxn>
                <a:cxn ang="0">
                  <a:pos x="T12" y="T13"/>
                </a:cxn>
              </a:cxnLst>
              <a:rect l="0" t="0" r="r" b="b"/>
              <a:pathLst>
                <a:path w="40" h="152">
                  <a:moveTo>
                    <a:pt x="20" y="152"/>
                  </a:moveTo>
                  <a:cubicBezTo>
                    <a:pt x="9" y="152"/>
                    <a:pt x="0" y="143"/>
                    <a:pt x="0" y="132"/>
                  </a:cubicBezTo>
                  <a:cubicBezTo>
                    <a:pt x="0" y="20"/>
                    <a:pt x="0" y="20"/>
                    <a:pt x="0" y="20"/>
                  </a:cubicBezTo>
                  <a:cubicBezTo>
                    <a:pt x="0" y="9"/>
                    <a:pt x="9" y="0"/>
                    <a:pt x="20" y="0"/>
                  </a:cubicBezTo>
                  <a:cubicBezTo>
                    <a:pt x="31" y="0"/>
                    <a:pt x="40" y="9"/>
                    <a:pt x="40" y="20"/>
                  </a:cubicBezTo>
                  <a:cubicBezTo>
                    <a:pt x="40" y="132"/>
                    <a:pt x="40" y="132"/>
                    <a:pt x="40" y="132"/>
                  </a:cubicBezTo>
                  <a:cubicBezTo>
                    <a:pt x="40" y="143"/>
                    <a:pt x="31" y="152"/>
                    <a:pt x="20"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grpSp>
        <p:nvGrpSpPr>
          <p:cNvPr id="70" name="Group 69">
            <a:extLst>
              <a:ext uri="{FF2B5EF4-FFF2-40B4-BE49-F238E27FC236}">
                <a16:creationId xmlns:a16="http://schemas.microsoft.com/office/drawing/2014/main" id="{78602195-3E57-4D5B-B996-6E158CE63C7D}"/>
              </a:ext>
            </a:extLst>
          </p:cNvPr>
          <p:cNvGrpSpPr/>
          <p:nvPr/>
        </p:nvGrpSpPr>
        <p:grpSpPr>
          <a:xfrm>
            <a:off x="4636110" y="606943"/>
            <a:ext cx="160651" cy="160651"/>
            <a:chOff x="965201" y="4870451"/>
            <a:chExt cx="228600" cy="228600"/>
          </a:xfrm>
          <a:solidFill>
            <a:schemeClr val="accent2"/>
          </a:solidFill>
        </p:grpSpPr>
        <p:sp>
          <p:nvSpPr>
            <p:cNvPr id="71" name="Freeform 46">
              <a:extLst>
                <a:ext uri="{FF2B5EF4-FFF2-40B4-BE49-F238E27FC236}">
                  <a16:creationId xmlns:a16="http://schemas.microsoft.com/office/drawing/2014/main" id="{DE247F31-7F93-4B4B-8258-54B03912BBE9}"/>
                </a:ext>
              </a:extLst>
            </p:cNvPr>
            <p:cNvSpPr>
              <a:spLocks/>
            </p:cNvSpPr>
            <p:nvPr/>
          </p:nvSpPr>
          <p:spPr bwMode="auto">
            <a:xfrm>
              <a:off x="965201" y="4954588"/>
              <a:ext cx="228600" cy="60325"/>
            </a:xfrm>
            <a:custGeom>
              <a:avLst/>
              <a:gdLst>
                <a:gd name="T0" fmla="*/ 132 w 152"/>
                <a:gd name="T1" fmla="*/ 40 h 40"/>
                <a:gd name="T2" fmla="*/ 20 w 152"/>
                <a:gd name="T3" fmla="*/ 40 h 40"/>
                <a:gd name="T4" fmla="*/ 0 w 152"/>
                <a:gd name="T5" fmla="*/ 20 h 40"/>
                <a:gd name="T6" fmla="*/ 20 w 152"/>
                <a:gd name="T7" fmla="*/ 0 h 40"/>
                <a:gd name="T8" fmla="*/ 132 w 152"/>
                <a:gd name="T9" fmla="*/ 0 h 40"/>
                <a:gd name="T10" fmla="*/ 152 w 152"/>
                <a:gd name="T11" fmla="*/ 20 h 40"/>
                <a:gd name="T12" fmla="*/ 132 w 152"/>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152" h="40">
                  <a:moveTo>
                    <a:pt x="132" y="40"/>
                  </a:moveTo>
                  <a:cubicBezTo>
                    <a:pt x="20" y="40"/>
                    <a:pt x="20" y="40"/>
                    <a:pt x="20" y="40"/>
                  </a:cubicBezTo>
                  <a:cubicBezTo>
                    <a:pt x="9" y="40"/>
                    <a:pt x="0" y="31"/>
                    <a:pt x="0" y="20"/>
                  </a:cubicBezTo>
                  <a:cubicBezTo>
                    <a:pt x="0" y="9"/>
                    <a:pt x="9" y="0"/>
                    <a:pt x="20" y="0"/>
                  </a:cubicBezTo>
                  <a:cubicBezTo>
                    <a:pt x="132" y="0"/>
                    <a:pt x="132" y="0"/>
                    <a:pt x="132" y="0"/>
                  </a:cubicBezTo>
                  <a:cubicBezTo>
                    <a:pt x="143" y="0"/>
                    <a:pt x="152" y="9"/>
                    <a:pt x="152" y="20"/>
                  </a:cubicBezTo>
                  <a:cubicBezTo>
                    <a:pt x="152" y="31"/>
                    <a:pt x="143" y="40"/>
                    <a:pt x="13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sp>
          <p:nvSpPr>
            <p:cNvPr id="72" name="Freeform 47">
              <a:extLst>
                <a:ext uri="{FF2B5EF4-FFF2-40B4-BE49-F238E27FC236}">
                  <a16:creationId xmlns:a16="http://schemas.microsoft.com/office/drawing/2014/main" id="{F40BA36C-5C2B-4BD8-9D25-149C967FCCFC}"/>
                </a:ext>
              </a:extLst>
            </p:cNvPr>
            <p:cNvSpPr>
              <a:spLocks/>
            </p:cNvSpPr>
            <p:nvPr/>
          </p:nvSpPr>
          <p:spPr bwMode="auto">
            <a:xfrm>
              <a:off x="1049338" y="4870451"/>
              <a:ext cx="60325" cy="228600"/>
            </a:xfrm>
            <a:custGeom>
              <a:avLst/>
              <a:gdLst>
                <a:gd name="T0" fmla="*/ 20 w 40"/>
                <a:gd name="T1" fmla="*/ 152 h 152"/>
                <a:gd name="T2" fmla="*/ 0 w 40"/>
                <a:gd name="T3" fmla="*/ 132 h 152"/>
                <a:gd name="T4" fmla="*/ 0 w 40"/>
                <a:gd name="T5" fmla="*/ 20 h 152"/>
                <a:gd name="T6" fmla="*/ 20 w 40"/>
                <a:gd name="T7" fmla="*/ 0 h 152"/>
                <a:gd name="T8" fmla="*/ 40 w 40"/>
                <a:gd name="T9" fmla="*/ 20 h 152"/>
                <a:gd name="T10" fmla="*/ 40 w 40"/>
                <a:gd name="T11" fmla="*/ 132 h 152"/>
                <a:gd name="T12" fmla="*/ 20 w 40"/>
                <a:gd name="T13" fmla="*/ 152 h 152"/>
              </a:gdLst>
              <a:ahLst/>
              <a:cxnLst>
                <a:cxn ang="0">
                  <a:pos x="T0" y="T1"/>
                </a:cxn>
                <a:cxn ang="0">
                  <a:pos x="T2" y="T3"/>
                </a:cxn>
                <a:cxn ang="0">
                  <a:pos x="T4" y="T5"/>
                </a:cxn>
                <a:cxn ang="0">
                  <a:pos x="T6" y="T7"/>
                </a:cxn>
                <a:cxn ang="0">
                  <a:pos x="T8" y="T9"/>
                </a:cxn>
                <a:cxn ang="0">
                  <a:pos x="T10" y="T11"/>
                </a:cxn>
                <a:cxn ang="0">
                  <a:pos x="T12" y="T13"/>
                </a:cxn>
              </a:cxnLst>
              <a:rect l="0" t="0" r="r" b="b"/>
              <a:pathLst>
                <a:path w="40" h="152">
                  <a:moveTo>
                    <a:pt x="20" y="152"/>
                  </a:moveTo>
                  <a:cubicBezTo>
                    <a:pt x="9" y="152"/>
                    <a:pt x="0" y="143"/>
                    <a:pt x="0" y="132"/>
                  </a:cubicBezTo>
                  <a:cubicBezTo>
                    <a:pt x="0" y="20"/>
                    <a:pt x="0" y="20"/>
                    <a:pt x="0" y="20"/>
                  </a:cubicBezTo>
                  <a:cubicBezTo>
                    <a:pt x="0" y="9"/>
                    <a:pt x="9" y="0"/>
                    <a:pt x="20" y="0"/>
                  </a:cubicBezTo>
                  <a:cubicBezTo>
                    <a:pt x="31" y="0"/>
                    <a:pt x="40" y="9"/>
                    <a:pt x="40" y="20"/>
                  </a:cubicBezTo>
                  <a:cubicBezTo>
                    <a:pt x="40" y="132"/>
                    <a:pt x="40" y="132"/>
                    <a:pt x="40" y="132"/>
                  </a:cubicBezTo>
                  <a:cubicBezTo>
                    <a:pt x="40" y="143"/>
                    <a:pt x="31" y="152"/>
                    <a:pt x="20"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14" tIns="22857" rIns="45714" bIns="22857" numCol="1" anchor="t" anchorCtr="0" compatLnSpc="1">
              <a:prstTxWarp prst="textNoShape">
                <a:avLst/>
              </a:prstTxWarp>
            </a:bodyPr>
            <a:lstStyle/>
            <a:p>
              <a:pPr defTabSz="228554"/>
              <a:endParaRPr lang="en-US" sz="900">
                <a:solidFill>
                  <a:srgbClr val="172144"/>
                </a:solidFill>
                <a:latin typeface="Calibri"/>
              </a:endParaRPr>
            </a:p>
          </p:txBody>
        </p:sp>
      </p:grpSp>
      <p:sp>
        <p:nvSpPr>
          <p:cNvPr id="5" name="TextBox 4">
            <a:extLst>
              <a:ext uri="{FF2B5EF4-FFF2-40B4-BE49-F238E27FC236}">
                <a16:creationId xmlns:a16="http://schemas.microsoft.com/office/drawing/2014/main" id="{B3673E63-6885-C9D9-5DDE-301D87EBC443}"/>
              </a:ext>
            </a:extLst>
          </p:cNvPr>
          <p:cNvSpPr txBox="1"/>
          <p:nvPr/>
        </p:nvSpPr>
        <p:spPr>
          <a:xfrm>
            <a:off x="1789361" y="2967335"/>
            <a:ext cx="8613278" cy="923330"/>
          </a:xfrm>
          <a:prstGeom prst="rect">
            <a:avLst/>
          </a:prstGeom>
          <a:noFill/>
        </p:spPr>
        <p:txBody>
          <a:bodyPr wrap="square">
            <a:spAutoFit/>
          </a:bodyPr>
          <a:lstStyle/>
          <a:p>
            <a:pPr lvl="0" algn="ctr"/>
            <a:r>
              <a:rPr lang="en-US" sz="5400" b="1">
                <a:blipFill dpi="0" rotWithShape="1">
                  <a:blip r:embed="rId3">
                    <a:extLst>
                      <a:ext uri="{28A0092B-C50C-407E-A947-70E740481C1C}">
                        <a14:useLocalDpi xmlns:a14="http://schemas.microsoft.com/office/drawing/2010/main" val="0"/>
                      </a:ext>
                    </a:extLst>
                  </a:blip>
                  <a:srcRect/>
                  <a:stretch>
                    <a:fillRect/>
                  </a:stretch>
                </a:blipFill>
                <a:effectLst>
                  <a:glow rad="152400">
                    <a:srgbClr val="D087ED">
                      <a:alpha val="22000"/>
                    </a:srgbClr>
                  </a:glow>
                </a:effectLst>
                <a:latin typeface="Bahnschrift" panose="020B0502040204020203" pitchFamily="34" charset="0"/>
              </a:rPr>
              <a:t>Thanks for your attention</a:t>
            </a:r>
            <a:endParaRPr lang="en-US" sz="5400" b="1" dirty="0">
              <a:blipFill dpi="0" rotWithShape="1">
                <a:blip r:embed="rId3">
                  <a:extLst>
                    <a:ext uri="{28A0092B-C50C-407E-A947-70E740481C1C}">
                      <a14:useLocalDpi xmlns:a14="http://schemas.microsoft.com/office/drawing/2010/main" val="0"/>
                    </a:ext>
                  </a:extLst>
                </a:blip>
                <a:srcRect/>
                <a:stretch>
                  <a:fillRect/>
                </a:stretch>
              </a:blipFill>
              <a:effectLst>
                <a:glow rad="152400">
                  <a:srgbClr val="D087ED">
                    <a:alpha val="22000"/>
                  </a:srgbClr>
                </a:glow>
              </a:effectLst>
              <a:latin typeface="Bahnschrift" panose="020B0502040204020203" pitchFamily="34" charset="0"/>
            </a:endParaRPr>
          </a:p>
        </p:txBody>
      </p:sp>
    </p:spTree>
    <p:extLst>
      <p:ext uri="{BB962C8B-B14F-4D97-AF65-F5344CB8AC3E}">
        <p14:creationId xmlns:p14="http://schemas.microsoft.com/office/powerpoint/2010/main" val="2028591926"/>
      </p:ext>
    </p:extLst>
  </p:cSld>
  <p:clrMapOvr>
    <a:overrideClrMapping bg1="lt1" tx1="dk1" bg2="lt2" tx2="dk2" accent1="accent1" accent2="accent2" accent3="accent3" accent4="accent4" accent5="accent5" accent6="accent6" hlink="hlink" folHlink="folHlink"/>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14:presetBounceEnd="80000">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14:bounceEnd="80000">
                                          <p:cBhvr additive="base">
                                            <p:cTn id="7" dur="2250" fill="hold"/>
                                            <p:tgtEl>
                                              <p:spTgt spid="15"/>
                                            </p:tgtEl>
                                            <p:attrNameLst>
                                              <p:attrName>ppt_x</p:attrName>
                                            </p:attrNameLst>
                                          </p:cBhvr>
                                          <p:tavLst>
                                            <p:tav tm="0">
                                              <p:val>
                                                <p:strVal val="#ppt_x"/>
                                              </p:val>
                                            </p:tav>
                                            <p:tav tm="100000">
                                              <p:val>
                                                <p:strVal val="#ppt_x"/>
                                              </p:val>
                                            </p:tav>
                                          </p:tavLst>
                                        </p:anim>
                                        <p:anim calcmode="lin" valueType="num" p14:bounceEnd="80000">
                                          <p:cBhvr additive="base">
                                            <p:cTn id="8" dur="225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1" fill="hold" grpId="0" nodeType="withEffect" p14:presetBounceEnd="80000">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14:bounceEnd="80000">
                                          <p:cBhvr additive="base">
                                            <p:cTn id="11" dur="2250" fill="hold"/>
                                            <p:tgtEl>
                                              <p:spTgt spid="18"/>
                                            </p:tgtEl>
                                            <p:attrNameLst>
                                              <p:attrName>ppt_x</p:attrName>
                                            </p:attrNameLst>
                                          </p:cBhvr>
                                          <p:tavLst>
                                            <p:tav tm="0">
                                              <p:val>
                                                <p:strVal val="#ppt_x"/>
                                              </p:val>
                                            </p:tav>
                                            <p:tav tm="100000">
                                              <p:val>
                                                <p:strVal val="#ppt_x"/>
                                              </p:val>
                                            </p:tav>
                                          </p:tavLst>
                                        </p:anim>
                                        <p:anim calcmode="lin" valueType="num" p14:bounceEnd="80000">
                                          <p:cBhvr additive="base">
                                            <p:cTn id="12" dur="2250" fill="hold"/>
                                            <p:tgtEl>
                                              <p:spTgt spid="18"/>
                                            </p:tgtEl>
                                            <p:attrNameLst>
                                              <p:attrName>ppt_y</p:attrName>
                                            </p:attrNameLst>
                                          </p:cBhvr>
                                          <p:tavLst>
                                            <p:tav tm="0">
                                              <p:val>
                                                <p:strVal val="0-#ppt_h/2"/>
                                              </p:val>
                                            </p:tav>
                                            <p:tav tm="100000">
                                              <p:val>
                                                <p:strVal val="#ppt_y"/>
                                              </p:val>
                                            </p:tav>
                                          </p:tavLst>
                                        </p:anim>
                                      </p:childTnLst>
                                    </p:cTn>
                                  </p:par>
                                  <p:par>
                                    <p:cTn id="13" presetID="2" presetClass="entr" presetSubtype="8" fill="hold" nodeType="withEffect" p14:presetBounceEnd="80000">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14:bounceEnd="80000">
                                          <p:cBhvr additive="base">
                                            <p:cTn id="15" dur="2250" fill="hold"/>
                                            <p:tgtEl>
                                              <p:spTgt spid="19"/>
                                            </p:tgtEl>
                                            <p:attrNameLst>
                                              <p:attrName>ppt_x</p:attrName>
                                            </p:attrNameLst>
                                          </p:cBhvr>
                                          <p:tavLst>
                                            <p:tav tm="0">
                                              <p:val>
                                                <p:strVal val="0-#ppt_w/2"/>
                                              </p:val>
                                            </p:tav>
                                            <p:tav tm="100000">
                                              <p:val>
                                                <p:strVal val="#ppt_x"/>
                                              </p:val>
                                            </p:tav>
                                          </p:tavLst>
                                        </p:anim>
                                        <p:anim calcmode="lin" valueType="num" p14:bounceEnd="80000">
                                          <p:cBhvr additive="base">
                                            <p:cTn id="16" dur="2250" fill="hold"/>
                                            <p:tgtEl>
                                              <p:spTgt spid="19"/>
                                            </p:tgtEl>
                                            <p:attrNameLst>
                                              <p:attrName>ppt_y</p:attrName>
                                            </p:attrNameLst>
                                          </p:cBhvr>
                                          <p:tavLst>
                                            <p:tav tm="0">
                                              <p:val>
                                                <p:strVal val="#ppt_y"/>
                                              </p:val>
                                            </p:tav>
                                            <p:tav tm="100000">
                                              <p:val>
                                                <p:strVal val="#ppt_y"/>
                                              </p:val>
                                            </p:tav>
                                          </p:tavLst>
                                        </p:anim>
                                      </p:childTnLst>
                                    </p:cTn>
                                  </p:par>
                                  <p:par>
                                    <p:cTn id="17" presetID="2" presetClass="entr" presetSubtype="4" fill="hold" nodeType="withEffect" p14:presetBounceEnd="80000">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14:bounceEnd="80000">
                                          <p:cBhvr additive="base">
                                            <p:cTn id="19" dur="2250" fill="hold"/>
                                            <p:tgtEl>
                                              <p:spTgt spid="25"/>
                                            </p:tgtEl>
                                            <p:attrNameLst>
                                              <p:attrName>ppt_x</p:attrName>
                                            </p:attrNameLst>
                                          </p:cBhvr>
                                          <p:tavLst>
                                            <p:tav tm="0">
                                              <p:val>
                                                <p:strVal val="#ppt_x"/>
                                              </p:val>
                                            </p:tav>
                                            <p:tav tm="100000">
                                              <p:val>
                                                <p:strVal val="#ppt_x"/>
                                              </p:val>
                                            </p:tav>
                                          </p:tavLst>
                                        </p:anim>
                                        <p:anim calcmode="lin" valueType="num" p14:bounceEnd="80000">
                                          <p:cBhvr additive="base">
                                            <p:cTn id="20" dur="2250" fill="hold"/>
                                            <p:tgtEl>
                                              <p:spTgt spid="25"/>
                                            </p:tgtEl>
                                            <p:attrNameLst>
                                              <p:attrName>ppt_y</p:attrName>
                                            </p:attrNameLst>
                                          </p:cBhvr>
                                          <p:tavLst>
                                            <p:tav tm="0">
                                              <p:val>
                                                <p:strVal val="1+#ppt_h/2"/>
                                              </p:val>
                                            </p:tav>
                                            <p:tav tm="100000">
                                              <p:val>
                                                <p:strVal val="#ppt_y"/>
                                              </p:val>
                                            </p:tav>
                                          </p:tavLst>
                                        </p:anim>
                                      </p:childTnLst>
                                    </p:cTn>
                                  </p:par>
                                  <p:par>
                                    <p:cTn id="21" presetID="2" presetClass="entr" presetSubtype="2" fill="hold" nodeType="withEffect" p14:presetBounceEnd="80000">
                                      <p:stCondLst>
                                        <p:cond delay="0"/>
                                      </p:stCondLst>
                                      <p:childTnLst>
                                        <p:set>
                                          <p:cBhvr>
                                            <p:cTn id="22" dur="1" fill="hold">
                                              <p:stCondLst>
                                                <p:cond delay="0"/>
                                              </p:stCondLst>
                                            </p:cTn>
                                            <p:tgtEl>
                                              <p:spTgt spid="28"/>
                                            </p:tgtEl>
                                            <p:attrNameLst>
                                              <p:attrName>style.visibility</p:attrName>
                                            </p:attrNameLst>
                                          </p:cBhvr>
                                          <p:to>
                                            <p:strVal val="visible"/>
                                          </p:to>
                                        </p:set>
                                        <p:anim calcmode="lin" valueType="num" p14:bounceEnd="80000">
                                          <p:cBhvr additive="base">
                                            <p:cTn id="23" dur="2250" fill="hold"/>
                                            <p:tgtEl>
                                              <p:spTgt spid="28"/>
                                            </p:tgtEl>
                                            <p:attrNameLst>
                                              <p:attrName>ppt_x</p:attrName>
                                            </p:attrNameLst>
                                          </p:cBhvr>
                                          <p:tavLst>
                                            <p:tav tm="0">
                                              <p:val>
                                                <p:strVal val="1+#ppt_w/2"/>
                                              </p:val>
                                            </p:tav>
                                            <p:tav tm="100000">
                                              <p:val>
                                                <p:strVal val="#ppt_x"/>
                                              </p:val>
                                            </p:tav>
                                          </p:tavLst>
                                        </p:anim>
                                        <p:anim calcmode="lin" valueType="num" p14:bounceEnd="80000">
                                          <p:cBhvr additive="base">
                                            <p:cTn id="24" dur="2250" fill="hold"/>
                                            <p:tgtEl>
                                              <p:spTgt spid="28"/>
                                            </p:tgtEl>
                                            <p:attrNameLst>
                                              <p:attrName>ppt_y</p:attrName>
                                            </p:attrNameLst>
                                          </p:cBhvr>
                                          <p:tavLst>
                                            <p:tav tm="0">
                                              <p:val>
                                                <p:strVal val="#ppt_y"/>
                                              </p:val>
                                            </p:tav>
                                            <p:tav tm="100000">
                                              <p:val>
                                                <p:strVal val="#ppt_y"/>
                                              </p:val>
                                            </p:tav>
                                          </p:tavLst>
                                        </p:anim>
                                      </p:childTnLst>
                                    </p:cTn>
                                  </p:par>
                                  <p:par>
                                    <p:cTn id="25" presetID="2" presetClass="entr" presetSubtype="4" fill="hold" nodeType="withEffect" p14:presetBounceEnd="80000">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14:bounceEnd="80000">
                                          <p:cBhvr additive="base">
                                            <p:cTn id="27" dur="2250" fill="hold"/>
                                            <p:tgtEl>
                                              <p:spTgt spid="31"/>
                                            </p:tgtEl>
                                            <p:attrNameLst>
                                              <p:attrName>ppt_x</p:attrName>
                                            </p:attrNameLst>
                                          </p:cBhvr>
                                          <p:tavLst>
                                            <p:tav tm="0">
                                              <p:val>
                                                <p:strVal val="#ppt_x"/>
                                              </p:val>
                                            </p:tav>
                                            <p:tav tm="100000">
                                              <p:val>
                                                <p:strVal val="#ppt_x"/>
                                              </p:val>
                                            </p:tav>
                                          </p:tavLst>
                                        </p:anim>
                                        <p:anim calcmode="lin" valueType="num" p14:bounceEnd="80000">
                                          <p:cBhvr additive="base">
                                            <p:cTn id="28" dur="2250" fill="hold"/>
                                            <p:tgtEl>
                                              <p:spTgt spid="31"/>
                                            </p:tgtEl>
                                            <p:attrNameLst>
                                              <p:attrName>ppt_y</p:attrName>
                                            </p:attrNameLst>
                                          </p:cBhvr>
                                          <p:tavLst>
                                            <p:tav tm="0">
                                              <p:val>
                                                <p:strVal val="1+#ppt_h/2"/>
                                              </p:val>
                                            </p:tav>
                                            <p:tav tm="100000">
                                              <p:val>
                                                <p:strVal val="#ppt_y"/>
                                              </p:val>
                                            </p:tav>
                                          </p:tavLst>
                                        </p:anim>
                                      </p:childTnLst>
                                    </p:cTn>
                                  </p:par>
                                  <p:par>
                                    <p:cTn id="29" presetID="2" presetClass="entr" presetSubtype="1" fill="hold" nodeType="withEffect" p14:presetBounceEnd="80000">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14:bounceEnd="80000">
                                          <p:cBhvr additive="base">
                                            <p:cTn id="31" dur="2250" fill="hold"/>
                                            <p:tgtEl>
                                              <p:spTgt spid="34"/>
                                            </p:tgtEl>
                                            <p:attrNameLst>
                                              <p:attrName>ppt_x</p:attrName>
                                            </p:attrNameLst>
                                          </p:cBhvr>
                                          <p:tavLst>
                                            <p:tav tm="0">
                                              <p:val>
                                                <p:strVal val="#ppt_x"/>
                                              </p:val>
                                            </p:tav>
                                            <p:tav tm="100000">
                                              <p:val>
                                                <p:strVal val="#ppt_x"/>
                                              </p:val>
                                            </p:tav>
                                          </p:tavLst>
                                        </p:anim>
                                        <p:anim calcmode="lin" valueType="num" p14:bounceEnd="80000">
                                          <p:cBhvr additive="base">
                                            <p:cTn id="32" dur="2250" fill="hold"/>
                                            <p:tgtEl>
                                              <p:spTgt spid="34"/>
                                            </p:tgtEl>
                                            <p:attrNameLst>
                                              <p:attrName>ppt_y</p:attrName>
                                            </p:attrNameLst>
                                          </p:cBhvr>
                                          <p:tavLst>
                                            <p:tav tm="0">
                                              <p:val>
                                                <p:strVal val="0-#ppt_h/2"/>
                                              </p:val>
                                            </p:tav>
                                            <p:tav tm="100000">
                                              <p:val>
                                                <p:strVal val="#ppt_y"/>
                                              </p:val>
                                            </p:tav>
                                          </p:tavLst>
                                        </p:anim>
                                      </p:childTnLst>
                                    </p:cTn>
                                  </p:par>
                                  <p:par>
                                    <p:cTn id="33" presetID="2" presetClass="entr" presetSubtype="4" fill="hold" nodeType="withEffect" p14:presetBounceEnd="80000">
                                      <p:stCondLst>
                                        <p:cond delay="0"/>
                                      </p:stCondLst>
                                      <p:childTnLst>
                                        <p:set>
                                          <p:cBhvr>
                                            <p:cTn id="34" dur="1" fill="hold">
                                              <p:stCondLst>
                                                <p:cond delay="0"/>
                                              </p:stCondLst>
                                            </p:cTn>
                                            <p:tgtEl>
                                              <p:spTgt spid="38"/>
                                            </p:tgtEl>
                                            <p:attrNameLst>
                                              <p:attrName>style.visibility</p:attrName>
                                            </p:attrNameLst>
                                          </p:cBhvr>
                                          <p:to>
                                            <p:strVal val="visible"/>
                                          </p:to>
                                        </p:set>
                                        <p:anim calcmode="lin" valueType="num" p14:bounceEnd="80000">
                                          <p:cBhvr additive="base">
                                            <p:cTn id="35" dur="2250" fill="hold"/>
                                            <p:tgtEl>
                                              <p:spTgt spid="38"/>
                                            </p:tgtEl>
                                            <p:attrNameLst>
                                              <p:attrName>ppt_x</p:attrName>
                                            </p:attrNameLst>
                                          </p:cBhvr>
                                          <p:tavLst>
                                            <p:tav tm="0">
                                              <p:val>
                                                <p:strVal val="#ppt_x"/>
                                              </p:val>
                                            </p:tav>
                                            <p:tav tm="100000">
                                              <p:val>
                                                <p:strVal val="#ppt_x"/>
                                              </p:val>
                                            </p:tav>
                                          </p:tavLst>
                                        </p:anim>
                                        <p:anim calcmode="lin" valueType="num" p14:bounceEnd="80000">
                                          <p:cBhvr additive="base">
                                            <p:cTn id="36" dur="2250" fill="hold"/>
                                            <p:tgtEl>
                                              <p:spTgt spid="38"/>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14:presetBounceEnd="80000">
                                      <p:stCondLst>
                                        <p:cond delay="0"/>
                                      </p:stCondLst>
                                      <p:childTnLst>
                                        <p:set>
                                          <p:cBhvr>
                                            <p:cTn id="38" dur="1" fill="hold">
                                              <p:stCondLst>
                                                <p:cond delay="0"/>
                                              </p:stCondLst>
                                            </p:cTn>
                                            <p:tgtEl>
                                              <p:spTgt spid="44"/>
                                            </p:tgtEl>
                                            <p:attrNameLst>
                                              <p:attrName>style.visibility</p:attrName>
                                            </p:attrNameLst>
                                          </p:cBhvr>
                                          <p:to>
                                            <p:strVal val="visible"/>
                                          </p:to>
                                        </p:set>
                                        <p:anim calcmode="lin" valueType="num" p14:bounceEnd="80000">
                                          <p:cBhvr additive="base">
                                            <p:cTn id="39" dur="2250" fill="hold"/>
                                            <p:tgtEl>
                                              <p:spTgt spid="44"/>
                                            </p:tgtEl>
                                            <p:attrNameLst>
                                              <p:attrName>ppt_x</p:attrName>
                                            </p:attrNameLst>
                                          </p:cBhvr>
                                          <p:tavLst>
                                            <p:tav tm="0">
                                              <p:val>
                                                <p:strVal val="#ppt_x"/>
                                              </p:val>
                                            </p:tav>
                                            <p:tav tm="100000">
                                              <p:val>
                                                <p:strVal val="#ppt_x"/>
                                              </p:val>
                                            </p:tav>
                                          </p:tavLst>
                                        </p:anim>
                                        <p:anim calcmode="lin" valueType="num" p14:bounceEnd="80000">
                                          <p:cBhvr additive="base">
                                            <p:cTn id="40" dur="2250" fill="hold"/>
                                            <p:tgtEl>
                                              <p:spTgt spid="44"/>
                                            </p:tgtEl>
                                            <p:attrNameLst>
                                              <p:attrName>ppt_y</p:attrName>
                                            </p:attrNameLst>
                                          </p:cBhvr>
                                          <p:tavLst>
                                            <p:tav tm="0">
                                              <p:val>
                                                <p:strVal val="1+#ppt_h/2"/>
                                              </p:val>
                                            </p:tav>
                                            <p:tav tm="100000">
                                              <p:val>
                                                <p:strVal val="#ppt_y"/>
                                              </p:val>
                                            </p:tav>
                                          </p:tavLst>
                                        </p:anim>
                                      </p:childTnLst>
                                    </p:cTn>
                                  </p:par>
                                  <p:par>
                                    <p:cTn id="41" presetID="49" presetClass="entr" presetSubtype="0" decel="10000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p:cTn id="43" dur="700" fill="hold"/>
                                            <p:tgtEl>
                                              <p:spTgt spid="9"/>
                                            </p:tgtEl>
                                            <p:attrNameLst>
                                              <p:attrName>ppt_w</p:attrName>
                                            </p:attrNameLst>
                                          </p:cBhvr>
                                          <p:tavLst>
                                            <p:tav tm="0">
                                              <p:val>
                                                <p:fltVal val="0"/>
                                              </p:val>
                                            </p:tav>
                                            <p:tav tm="100000">
                                              <p:val>
                                                <p:strVal val="#ppt_w"/>
                                              </p:val>
                                            </p:tav>
                                          </p:tavLst>
                                        </p:anim>
                                        <p:anim calcmode="lin" valueType="num">
                                          <p:cBhvr>
                                            <p:cTn id="44" dur="700" fill="hold"/>
                                            <p:tgtEl>
                                              <p:spTgt spid="9"/>
                                            </p:tgtEl>
                                            <p:attrNameLst>
                                              <p:attrName>ppt_h</p:attrName>
                                            </p:attrNameLst>
                                          </p:cBhvr>
                                          <p:tavLst>
                                            <p:tav tm="0">
                                              <p:val>
                                                <p:fltVal val="0"/>
                                              </p:val>
                                            </p:tav>
                                            <p:tav tm="100000">
                                              <p:val>
                                                <p:strVal val="#ppt_h"/>
                                              </p:val>
                                            </p:tav>
                                          </p:tavLst>
                                        </p:anim>
                                        <p:anim calcmode="lin" valueType="num">
                                          <p:cBhvr>
                                            <p:cTn id="45" dur="700" fill="hold"/>
                                            <p:tgtEl>
                                              <p:spTgt spid="9"/>
                                            </p:tgtEl>
                                            <p:attrNameLst>
                                              <p:attrName>style.rotation</p:attrName>
                                            </p:attrNameLst>
                                          </p:cBhvr>
                                          <p:tavLst>
                                            <p:tav tm="0">
                                              <p:val>
                                                <p:fltVal val="360"/>
                                              </p:val>
                                            </p:tav>
                                            <p:tav tm="100000">
                                              <p:val>
                                                <p:fltVal val="0"/>
                                              </p:val>
                                            </p:tav>
                                          </p:tavLst>
                                        </p:anim>
                                        <p:animEffect transition="in" filter="fade">
                                          <p:cBhvr>
                                            <p:cTn id="46" dur="700"/>
                                            <p:tgtEl>
                                              <p:spTgt spid="9"/>
                                            </p:tgtEl>
                                          </p:cBhvr>
                                        </p:animEffect>
                                      </p:childTnLst>
                                    </p:cTn>
                                  </p:par>
                                  <p:par>
                                    <p:cTn id="47" presetID="49" presetClass="entr" presetSubtype="0" decel="100000" fill="hold" grpId="0" nodeType="withEffect">
                                      <p:stCondLst>
                                        <p:cond delay="100"/>
                                      </p:stCondLst>
                                      <p:childTnLst>
                                        <p:set>
                                          <p:cBhvr>
                                            <p:cTn id="48" dur="1" fill="hold">
                                              <p:stCondLst>
                                                <p:cond delay="0"/>
                                              </p:stCondLst>
                                            </p:cTn>
                                            <p:tgtEl>
                                              <p:spTgt spid="8"/>
                                            </p:tgtEl>
                                            <p:attrNameLst>
                                              <p:attrName>style.visibility</p:attrName>
                                            </p:attrNameLst>
                                          </p:cBhvr>
                                          <p:to>
                                            <p:strVal val="visible"/>
                                          </p:to>
                                        </p:set>
                                        <p:anim calcmode="lin" valueType="num">
                                          <p:cBhvr>
                                            <p:cTn id="49" dur="500" fill="hold"/>
                                            <p:tgtEl>
                                              <p:spTgt spid="8"/>
                                            </p:tgtEl>
                                            <p:attrNameLst>
                                              <p:attrName>ppt_w</p:attrName>
                                            </p:attrNameLst>
                                          </p:cBhvr>
                                          <p:tavLst>
                                            <p:tav tm="0">
                                              <p:val>
                                                <p:fltVal val="0"/>
                                              </p:val>
                                            </p:tav>
                                            <p:tav tm="100000">
                                              <p:val>
                                                <p:strVal val="#ppt_w"/>
                                              </p:val>
                                            </p:tav>
                                          </p:tavLst>
                                        </p:anim>
                                        <p:anim calcmode="lin" valueType="num">
                                          <p:cBhvr>
                                            <p:cTn id="50" dur="500" fill="hold"/>
                                            <p:tgtEl>
                                              <p:spTgt spid="8"/>
                                            </p:tgtEl>
                                            <p:attrNameLst>
                                              <p:attrName>ppt_h</p:attrName>
                                            </p:attrNameLst>
                                          </p:cBhvr>
                                          <p:tavLst>
                                            <p:tav tm="0">
                                              <p:val>
                                                <p:fltVal val="0"/>
                                              </p:val>
                                            </p:tav>
                                            <p:tav tm="100000">
                                              <p:val>
                                                <p:strVal val="#ppt_h"/>
                                              </p:val>
                                            </p:tav>
                                          </p:tavLst>
                                        </p:anim>
                                        <p:anim calcmode="lin" valueType="num">
                                          <p:cBhvr>
                                            <p:cTn id="51" dur="500" fill="hold"/>
                                            <p:tgtEl>
                                              <p:spTgt spid="8"/>
                                            </p:tgtEl>
                                            <p:attrNameLst>
                                              <p:attrName>style.rotation</p:attrName>
                                            </p:attrNameLst>
                                          </p:cBhvr>
                                          <p:tavLst>
                                            <p:tav tm="0">
                                              <p:val>
                                                <p:fltVal val="360"/>
                                              </p:val>
                                            </p:tav>
                                            <p:tav tm="100000">
                                              <p:val>
                                                <p:fltVal val="0"/>
                                              </p:val>
                                            </p:tav>
                                          </p:tavLst>
                                        </p:anim>
                                        <p:animEffect transition="in" filter="fade">
                                          <p:cBhvr>
                                            <p:cTn id="52" dur="500"/>
                                            <p:tgtEl>
                                              <p:spTgt spid="8"/>
                                            </p:tgtEl>
                                          </p:cBhvr>
                                        </p:animEffect>
                                      </p:childTnLst>
                                    </p:cTn>
                                  </p:par>
                                  <p:par>
                                    <p:cTn id="53" presetID="49" presetClass="entr" presetSubtype="0" decel="100000" fill="hold" grpId="0" nodeType="withEffect">
                                      <p:stCondLst>
                                        <p:cond delay="300"/>
                                      </p:stCondLst>
                                      <p:childTnLst>
                                        <p:set>
                                          <p:cBhvr>
                                            <p:cTn id="54" dur="1" fill="hold">
                                              <p:stCondLst>
                                                <p:cond delay="0"/>
                                              </p:stCondLst>
                                            </p:cTn>
                                            <p:tgtEl>
                                              <p:spTgt spid="42"/>
                                            </p:tgtEl>
                                            <p:attrNameLst>
                                              <p:attrName>style.visibility</p:attrName>
                                            </p:attrNameLst>
                                          </p:cBhvr>
                                          <p:to>
                                            <p:strVal val="visible"/>
                                          </p:to>
                                        </p:set>
                                        <p:anim calcmode="lin" valueType="num">
                                          <p:cBhvr>
                                            <p:cTn id="55" dur="500" fill="hold"/>
                                            <p:tgtEl>
                                              <p:spTgt spid="42"/>
                                            </p:tgtEl>
                                            <p:attrNameLst>
                                              <p:attrName>ppt_w</p:attrName>
                                            </p:attrNameLst>
                                          </p:cBhvr>
                                          <p:tavLst>
                                            <p:tav tm="0">
                                              <p:val>
                                                <p:fltVal val="0"/>
                                              </p:val>
                                            </p:tav>
                                            <p:tav tm="100000">
                                              <p:val>
                                                <p:strVal val="#ppt_w"/>
                                              </p:val>
                                            </p:tav>
                                          </p:tavLst>
                                        </p:anim>
                                        <p:anim calcmode="lin" valueType="num">
                                          <p:cBhvr>
                                            <p:cTn id="56" dur="500" fill="hold"/>
                                            <p:tgtEl>
                                              <p:spTgt spid="42"/>
                                            </p:tgtEl>
                                            <p:attrNameLst>
                                              <p:attrName>ppt_h</p:attrName>
                                            </p:attrNameLst>
                                          </p:cBhvr>
                                          <p:tavLst>
                                            <p:tav tm="0">
                                              <p:val>
                                                <p:fltVal val="0"/>
                                              </p:val>
                                            </p:tav>
                                            <p:tav tm="100000">
                                              <p:val>
                                                <p:strVal val="#ppt_h"/>
                                              </p:val>
                                            </p:tav>
                                          </p:tavLst>
                                        </p:anim>
                                        <p:anim calcmode="lin" valueType="num">
                                          <p:cBhvr>
                                            <p:cTn id="57" dur="500" fill="hold"/>
                                            <p:tgtEl>
                                              <p:spTgt spid="42"/>
                                            </p:tgtEl>
                                            <p:attrNameLst>
                                              <p:attrName>style.rotation</p:attrName>
                                            </p:attrNameLst>
                                          </p:cBhvr>
                                          <p:tavLst>
                                            <p:tav tm="0">
                                              <p:val>
                                                <p:fltVal val="360"/>
                                              </p:val>
                                            </p:tav>
                                            <p:tav tm="100000">
                                              <p:val>
                                                <p:fltVal val="0"/>
                                              </p:val>
                                            </p:tav>
                                          </p:tavLst>
                                        </p:anim>
                                        <p:animEffect transition="in" filter="fade">
                                          <p:cBhvr>
                                            <p:cTn id="58" dur="500"/>
                                            <p:tgtEl>
                                              <p:spTgt spid="42"/>
                                            </p:tgtEl>
                                          </p:cBhvr>
                                        </p:animEffect>
                                      </p:childTnLst>
                                    </p:cTn>
                                  </p:par>
                                  <p:par>
                                    <p:cTn id="59" presetID="49" presetClass="entr" presetSubtype="0" decel="100000" fill="hold" grpId="0" nodeType="withEffect">
                                      <p:stCondLst>
                                        <p:cond delay="500"/>
                                      </p:stCondLst>
                                      <p:childTnLst>
                                        <p:set>
                                          <p:cBhvr>
                                            <p:cTn id="60" dur="1" fill="hold">
                                              <p:stCondLst>
                                                <p:cond delay="0"/>
                                              </p:stCondLst>
                                            </p:cTn>
                                            <p:tgtEl>
                                              <p:spTgt spid="7"/>
                                            </p:tgtEl>
                                            <p:attrNameLst>
                                              <p:attrName>style.visibility</p:attrName>
                                            </p:attrNameLst>
                                          </p:cBhvr>
                                          <p:to>
                                            <p:strVal val="visible"/>
                                          </p:to>
                                        </p:set>
                                        <p:anim calcmode="lin" valueType="num">
                                          <p:cBhvr>
                                            <p:cTn id="61" dur="500" fill="hold"/>
                                            <p:tgtEl>
                                              <p:spTgt spid="7"/>
                                            </p:tgtEl>
                                            <p:attrNameLst>
                                              <p:attrName>ppt_w</p:attrName>
                                            </p:attrNameLst>
                                          </p:cBhvr>
                                          <p:tavLst>
                                            <p:tav tm="0">
                                              <p:val>
                                                <p:fltVal val="0"/>
                                              </p:val>
                                            </p:tav>
                                            <p:tav tm="100000">
                                              <p:val>
                                                <p:strVal val="#ppt_w"/>
                                              </p:val>
                                            </p:tav>
                                          </p:tavLst>
                                        </p:anim>
                                        <p:anim calcmode="lin" valueType="num">
                                          <p:cBhvr>
                                            <p:cTn id="62" dur="500" fill="hold"/>
                                            <p:tgtEl>
                                              <p:spTgt spid="7"/>
                                            </p:tgtEl>
                                            <p:attrNameLst>
                                              <p:attrName>ppt_h</p:attrName>
                                            </p:attrNameLst>
                                          </p:cBhvr>
                                          <p:tavLst>
                                            <p:tav tm="0">
                                              <p:val>
                                                <p:fltVal val="0"/>
                                              </p:val>
                                            </p:tav>
                                            <p:tav tm="100000">
                                              <p:val>
                                                <p:strVal val="#ppt_h"/>
                                              </p:val>
                                            </p:tav>
                                          </p:tavLst>
                                        </p:anim>
                                        <p:anim calcmode="lin" valueType="num">
                                          <p:cBhvr>
                                            <p:cTn id="63" dur="500" fill="hold"/>
                                            <p:tgtEl>
                                              <p:spTgt spid="7"/>
                                            </p:tgtEl>
                                            <p:attrNameLst>
                                              <p:attrName>style.rotation</p:attrName>
                                            </p:attrNameLst>
                                          </p:cBhvr>
                                          <p:tavLst>
                                            <p:tav tm="0">
                                              <p:val>
                                                <p:fltVal val="360"/>
                                              </p:val>
                                            </p:tav>
                                            <p:tav tm="100000">
                                              <p:val>
                                                <p:fltVal val="0"/>
                                              </p:val>
                                            </p:tav>
                                          </p:tavLst>
                                        </p:anim>
                                        <p:animEffect transition="in" filter="fade">
                                          <p:cBhvr>
                                            <p:cTn id="64" dur="500"/>
                                            <p:tgtEl>
                                              <p:spTgt spid="7"/>
                                            </p:tgtEl>
                                          </p:cBhvr>
                                        </p:animEffect>
                                      </p:childTnLst>
                                    </p:cTn>
                                  </p:par>
                                  <p:par>
                                    <p:cTn id="65" presetID="49" presetClass="entr" presetSubtype="0" decel="100000" fill="hold" grpId="0" nodeType="withEffect">
                                      <p:stCondLst>
                                        <p:cond delay="0"/>
                                      </p:stCondLst>
                                      <p:childTnLst>
                                        <p:set>
                                          <p:cBhvr>
                                            <p:cTn id="66" dur="1" fill="hold">
                                              <p:stCondLst>
                                                <p:cond delay="0"/>
                                              </p:stCondLst>
                                            </p:cTn>
                                            <p:tgtEl>
                                              <p:spTgt spid="37"/>
                                            </p:tgtEl>
                                            <p:attrNameLst>
                                              <p:attrName>style.visibility</p:attrName>
                                            </p:attrNameLst>
                                          </p:cBhvr>
                                          <p:to>
                                            <p:strVal val="visible"/>
                                          </p:to>
                                        </p:set>
                                        <p:anim calcmode="lin" valueType="num">
                                          <p:cBhvr>
                                            <p:cTn id="67" dur="500" fill="hold"/>
                                            <p:tgtEl>
                                              <p:spTgt spid="37"/>
                                            </p:tgtEl>
                                            <p:attrNameLst>
                                              <p:attrName>ppt_w</p:attrName>
                                            </p:attrNameLst>
                                          </p:cBhvr>
                                          <p:tavLst>
                                            <p:tav tm="0">
                                              <p:val>
                                                <p:fltVal val="0"/>
                                              </p:val>
                                            </p:tav>
                                            <p:tav tm="100000">
                                              <p:val>
                                                <p:strVal val="#ppt_w"/>
                                              </p:val>
                                            </p:tav>
                                          </p:tavLst>
                                        </p:anim>
                                        <p:anim calcmode="lin" valueType="num">
                                          <p:cBhvr>
                                            <p:cTn id="68" dur="500" fill="hold"/>
                                            <p:tgtEl>
                                              <p:spTgt spid="37"/>
                                            </p:tgtEl>
                                            <p:attrNameLst>
                                              <p:attrName>ppt_h</p:attrName>
                                            </p:attrNameLst>
                                          </p:cBhvr>
                                          <p:tavLst>
                                            <p:tav tm="0">
                                              <p:val>
                                                <p:fltVal val="0"/>
                                              </p:val>
                                            </p:tav>
                                            <p:tav tm="100000">
                                              <p:val>
                                                <p:strVal val="#ppt_h"/>
                                              </p:val>
                                            </p:tav>
                                          </p:tavLst>
                                        </p:anim>
                                        <p:anim calcmode="lin" valueType="num">
                                          <p:cBhvr>
                                            <p:cTn id="69" dur="500" fill="hold"/>
                                            <p:tgtEl>
                                              <p:spTgt spid="37"/>
                                            </p:tgtEl>
                                            <p:attrNameLst>
                                              <p:attrName>style.rotation</p:attrName>
                                            </p:attrNameLst>
                                          </p:cBhvr>
                                          <p:tavLst>
                                            <p:tav tm="0">
                                              <p:val>
                                                <p:fltVal val="360"/>
                                              </p:val>
                                            </p:tav>
                                            <p:tav tm="100000">
                                              <p:val>
                                                <p:fltVal val="0"/>
                                              </p:val>
                                            </p:tav>
                                          </p:tavLst>
                                        </p:anim>
                                        <p:animEffect transition="in" filter="fade">
                                          <p:cBhvr>
                                            <p:cTn id="70" dur="500"/>
                                            <p:tgtEl>
                                              <p:spTgt spid="37"/>
                                            </p:tgtEl>
                                          </p:cBhvr>
                                        </p:animEffect>
                                      </p:childTnLst>
                                    </p:cTn>
                                  </p:par>
                                  <p:par>
                                    <p:cTn id="71" presetID="49" presetClass="entr" presetSubtype="0" decel="100000" fill="hold" grpId="0" nodeType="withEffect">
                                      <p:stCondLst>
                                        <p:cond delay="0"/>
                                      </p:stCondLst>
                                      <p:childTnLst>
                                        <p:set>
                                          <p:cBhvr>
                                            <p:cTn id="72" dur="1" fill="hold">
                                              <p:stCondLst>
                                                <p:cond delay="0"/>
                                              </p:stCondLst>
                                            </p:cTn>
                                            <p:tgtEl>
                                              <p:spTgt spid="13"/>
                                            </p:tgtEl>
                                            <p:attrNameLst>
                                              <p:attrName>style.visibility</p:attrName>
                                            </p:attrNameLst>
                                          </p:cBhvr>
                                          <p:to>
                                            <p:strVal val="visible"/>
                                          </p:to>
                                        </p:set>
                                        <p:anim calcmode="lin" valueType="num">
                                          <p:cBhvr>
                                            <p:cTn id="73" dur="500" fill="hold"/>
                                            <p:tgtEl>
                                              <p:spTgt spid="13"/>
                                            </p:tgtEl>
                                            <p:attrNameLst>
                                              <p:attrName>ppt_w</p:attrName>
                                            </p:attrNameLst>
                                          </p:cBhvr>
                                          <p:tavLst>
                                            <p:tav tm="0">
                                              <p:val>
                                                <p:fltVal val="0"/>
                                              </p:val>
                                            </p:tav>
                                            <p:tav tm="100000">
                                              <p:val>
                                                <p:strVal val="#ppt_w"/>
                                              </p:val>
                                            </p:tav>
                                          </p:tavLst>
                                        </p:anim>
                                        <p:anim calcmode="lin" valueType="num">
                                          <p:cBhvr>
                                            <p:cTn id="74" dur="500" fill="hold"/>
                                            <p:tgtEl>
                                              <p:spTgt spid="13"/>
                                            </p:tgtEl>
                                            <p:attrNameLst>
                                              <p:attrName>ppt_h</p:attrName>
                                            </p:attrNameLst>
                                          </p:cBhvr>
                                          <p:tavLst>
                                            <p:tav tm="0">
                                              <p:val>
                                                <p:fltVal val="0"/>
                                              </p:val>
                                            </p:tav>
                                            <p:tav tm="100000">
                                              <p:val>
                                                <p:strVal val="#ppt_h"/>
                                              </p:val>
                                            </p:tav>
                                          </p:tavLst>
                                        </p:anim>
                                        <p:anim calcmode="lin" valueType="num">
                                          <p:cBhvr>
                                            <p:cTn id="75" dur="500" fill="hold"/>
                                            <p:tgtEl>
                                              <p:spTgt spid="13"/>
                                            </p:tgtEl>
                                            <p:attrNameLst>
                                              <p:attrName>style.rotation</p:attrName>
                                            </p:attrNameLst>
                                          </p:cBhvr>
                                          <p:tavLst>
                                            <p:tav tm="0">
                                              <p:val>
                                                <p:fltVal val="360"/>
                                              </p:val>
                                            </p:tav>
                                            <p:tav tm="100000">
                                              <p:val>
                                                <p:fltVal val="0"/>
                                              </p:val>
                                            </p:tav>
                                          </p:tavLst>
                                        </p:anim>
                                        <p:animEffect transition="in" filter="fade">
                                          <p:cBhvr>
                                            <p:cTn id="76" dur="500"/>
                                            <p:tgtEl>
                                              <p:spTgt spid="13"/>
                                            </p:tgtEl>
                                          </p:cBhvr>
                                        </p:animEffect>
                                      </p:childTnLst>
                                    </p:cTn>
                                  </p:par>
                                  <p:par>
                                    <p:cTn id="77" presetID="49" presetClass="entr" presetSubtype="0" decel="100000" fill="hold" grpId="0" nodeType="withEffect">
                                      <p:stCondLst>
                                        <p:cond delay="500"/>
                                      </p:stCondLst>
                                      <p:childTnLst>
                                        <p:set>
                                          <p:cBhvr>
                                            <p:cTn id="78" dur="1" fill="hold">
                                              <p:stCondLst>
                                                <p:cond delay="0"/>
                                              </p:stCondLst>
                                            </p:cTn>
                                            <p:tgtEl>
                                              <p:spTgt spid="6"/>
                                            </p:tgtEl>
                                            <p:attrNameLst>
                                              <p:attrName>style.visibility</p:attrName>
                                            </p:attrNameLst>
                                          </p:cBhvr>
                                          <p:to>
                                            <p:strVal val="visible"/>
                                          </p:to>
                                        </p:set>
                                        <p:anim calcmode="lin" valueType="num">
                                          <p:cBhvr>
                                            <p:cTn id="79" dur="500" fill="hold"/>
                                            <p:tgtEl>
                                              <p:spTgt spid="6"/>
                                            </p:tgtEl>
                                            <p:attrNameLst>
                                              <p:attrName>ppt_w</p:attrName>
                                            </p:attrNameLst>
                                          </p:cBhvr>
                                          <p:tavLst>
                                            <p:tav tm="0">
                                              <p:val>
                                                <p:fltVal val="0"/>
                                              </p:val>
                                            </p:tav>
                                            <p:tav tm="100000">
                                              <p:val>
                                                <p:strVal val="#ppt_w"/>
                                              </p:val>
                                            </p:tav>
                                          </p:tavLst>
                                        </p:anim>
                                        <p:anim calcmode="lin" valueType="num">
                                          <p:cBhvr>
                                            <p:cTn id="80" dur="500" fill="hold"/>
                                            <p:tgtEl>
                                              <p:spTgt spid="6"/>
                                            </p:tgtEl>
                                            <p:attrNameLst>
                                              <p:attrName>ppt_h</p:attrName>
                                            </p:attrNameLst>
                                          </p:cBhvr>
                                          <p:tavLst>
                                            <p:tav tm="0">
                                              <p:val>
                                                <p:fltVal val="0"/>
                                              </p:val>
                                            </p:tav>
                                            <p:tav tm="100000">
                                              <p:val>
                                                <p:strVal val="#ppt_h"/>
                                              </p:val>
                                            </p:tav>
                                          </p:tavLst>
                                        </p:anim>
                                        <p:anim calcmode="lin" valueType="num">
                                          <p:cBhvr>
                                            <p:cTn id="81" dur="500" fill="hold"/>
                                            <p:tgtEl>
                                              <p:spTgt spid="6"/>
                                            </p:tgtEl>
                                            <p:attrNameLst>
                                              <p:attrName>style.rotation</p:attrName>
                                            </p:attrNameLst>
                                          </p:cBhvr>
                                          <p:tavLst>
                                            <p:tav tm="0">
                                              <p:val>
                                                <p:fltVal val="360"/>
                                              </p:val>
                                            </p:tav>
                                            <p:tav tm="100000">
                                              <p:val>
                                                <p:fltVal val="0"/>
                                              </p:val>
                                            </p:tav>
                                          </p:tavLst>
                                        </p:anim>
                                        <p:animEffect transition="in" filter="fade">
                                          <p:cBhvr>
                                            <p:cTn id="82" dur="500"/>
                                            <p:tgtEl>
                                              <p:spTgt spid="6"/>
                                            </p:tgtEl>
                                          </p:cBhvr>
                                        </p:animEffect>
                                      </p:childTnLst>
                                    </p:cTn>
                                  </p:par>
                                  <p:par>
                                    <p:cTn id="83" presetID="49" presetClass="entr" presetSubtype="0" decel="100000" fill="hold" grpId="0" nodeType="withEffect">
                                      <p:stCondLst>
                                        <p:cond delay="900"/>
                                      </p:stCondLst>
                                      <p:childTnLst>
                                        <p:set>
                                          <p:cBhvr>
                                            <p:cTn id="84" dur="1" fill="hold">
                                              <p:stCondLst>
                                                <p:cond delay="0"/>
                                              </p:stCondLst>
                                            </p:cTn>
                                            <p:tgtEl>
                                              <p:spTgt spid="47"/>
                                            </p:tgtEl>
                                            <p:attrNameLst>
                                              <p:attrName>style.visibility</p:attrName>
                                            </p:attrNameLst>
                                          </p:cBhvr>
                                          <p:to>
                                            <p:strVal val="visible"/>
                                          </p:to>
                                        </p:set>
                                        <p:anim calcmode="lin" valueType="num">
                                          <p:cBhvr>
                                            <p:cTn id="85" dur="500" fill="hold"/>
                                            <p:tgtEl>
                                              <p:spTgt spid="47"/>
                                            </p:tgtEl>
                                            <p:attrNameLst>
                                              <p:attrName>ppt_w</p:attrName>
                                            </p:attrNameLst>
                                          </p:cBhvr>
                                          <p:tavLst>
                                            <p:tav tm="0">
                                              <p:val>
                                                <p:fltVal val="0"/>
                                              </p:val>
                                            </p:tav>
                                            <p:tav tm="100000">
                                              <p:val>
                                                <p:strVal val="#ppt_w"/>
                                              </p:val>
                                            </p:tav>
                                          </p:tavLst>
                                        </p:anim>
                                        <p:anim calcmode="lin" valueType="num">
                                          <p:cBhvr>
                                            <p:cTn id="86" dur="500" fill="hold"/>
                                            <p:tgtEl>
                                              <p:spTgt spid="47"/>
                                            </p:tgtEl>
                                            <p:attrNameLst>
                                              <p:attrName>ppt_h</p:attrName>
                                            </p:attrNameLst>
                                          </p:cBhvr>
                                          <p:tavLst>
                                            <p:tav tm="0">
                                              <p:val>
                                                <p:fltVal val="0"/>
                                              </p:val>
                                            </p:tav>
                                            <p:tav tm="100000">
                                              <p:val>
                                                <p:strVal val="#ppt_h"/>
                                              </p:val>
                                            </p:tav>
                                          </p:tavLst>
                                        </p:anim>
                                        <p:anim calcmode="lin" valueType="num">
                                          <p:cBhvr>
                                            <p:cTn id="87" dur="500" fill="hold"/>
                                            <p:tgtEl>
                                              <p:spTgt spid="47"/>
                                            </p:tgtEl>
                                            <p:attrNameLst>
                                              <p:attrName>style.rotation</p:attrName>
                                            </p:attrNameLst>
                                          </p:cBhvr>
                                          <p:tavLst>
                                            <p:tav tm="0">
                                              <p:val>
                                                <p:fltVal val="360"/>
                                              </p:val>
                                            </p:tav>
                                            <p:tav tm="100000">
                                              <p:val>
                                                <p:fltVal val="0"/>
                                              </p:val>
                                            </p:tav>
                                          </p:tavLst>
                                        </p:anim>
                                        <p:animEffect transition="in" filter="fade">
                                          <p:cBhvr>
                                            <p:cTn id="88" dur="500"/>
                                            <p:tgtEl>
                                              <p:spTgt spid="47"/>
                                            </p:tgtEl>
                                          </p:cBhvr>
                                        </p:animEffect>
                                      </p:childTnLst>
                                    </p:cTn>
                                  </p:par>
                                  <p:par>
                                    <p:cTn id="89" presetID="49" presetClass="entr" presetSubtype="0" decel="100000" fill="hold" grpId="0" nodeType="withEffect">
                                      <p:stCondLst>
                                        <p:cond delay="900"/>
                                      </p:stCondLst>
                                      <p:childTnLst>
                                        <p:set>
                                          <p:cBhvr>
                                            <p:cTn id="90" dur="1" fill="hold">
                                              <p:stCondLst>
                                                <p:cond delay="0"/>
                                              </p:stCondLst>
                                            </p:cTn>
                                            <p:tgtEl>
                                              <p:spTgt spid="48"/>
                                            </p:tgtEl>
                                            <p:attrNameLst>
                                              <p:attrName>style.visibility</p:attrName>
                                            </p:attrNameLst>
                                          </p:cBhvr>
                                          <p:to>
                                            <p:strVal val="visible"/>
                                          </p:to>
                                        </p:set>
                                        <p:anim calcmode="lin" valueType="num">
                                          <p:cBhvr>
                                            <p:cTn id="91" dur="500" fill="hold"/>
                                            <p:tgtEl>
                                              <p:spTgt spid="48"/>
                                            </p:tgtEl>
                                            <p:attrNameLst>
                                              <p:attrName>ppt_w</p:attrName>
                                            </p:attrNameLst>
                                          </p:cBhvr>
                                          <p:tavLst>
                                            <p:tav tm="0">
                                              <p:val>
                                                <p:fltVal val="0"/>
                                              </p:val>
                                            </p:tav>
                                            <p:tav tm="100000">
                                              <p:val>
                                                <p:strVal val="#ppt_w"/>
                                              </p:val>
                                            </p:tav>
                                          </p:tavLst>
                                        </p:anim>
                                        <p:anim calcmode="lin" valueType="num">
                                          <p:cBhvr>
                                            <p:cTn id="92" dur="500" fill="hold"/>
                                            <p:tgtEl>
                                              <p:spTgt spid="48"/>
                                            </p:tgtEl>
                                            <p:attrNameLst>
                                              <p:attrName>ppt_h</p:attrName>
                                            </p:attrNameLst>
                                          </p:cBhvr>
                                          <p:tavLst>
                                            <p:tav tm="0">
                                              <p:val>
                                                <p:fltVal val="0"/>
                                              </p:val>
                                            </p:tav>
                                            <p:tav tm="100000">
                                              <p:val>
                                                <p:strVal val="#ppt_h"/>
                                              </p:val>
                                            </p:tav>
                                          </p:tavLst>
                                        </p:anim>
                                        <p:anim calcmode="lin" valueType="num">
                                          <p:cBhvr>
                                            <p:cTn id="93" dur="500" fill="hold"/>
                                            <p:tgtEl>
                                              <p:spTgt spid="48"/>
                                            </p:tgtEl>
                                            <p:attrNameLst>
                                              <p:attrName>style.rotation</p:attrName>
                                            </p:attrNameLst>
                                          </p:cBhvr>
                                          <p:tavLst>
                                            <p:tav tm="0">
                                              <p:val>
                                                <p:fltVal val="360"/>
                                              </p:val>
                                            </p:tav>
                                            <p:tav tm="100000">
                                              <p:val>
                                                <p:fltVal val="0"/>
                                              </p:val>
                                            </p:tav>
                                          </p:tavLst>
                                        </p:anim>
                                        <p:animEffect transition="in" filter="fade">
                                          <p:cBhvr>
                                            <p:cTn id="94" dur="500"/>
                                            <p:tgtEl>
                                              <p:spTgt spid="48"/>
                                            </p:tgtEl>
                                          </p:cBhvr>
                                        </p:animEffect>
                                      </p:childTnLst>
                                    </p:cTn>
                                  </p:par>
                                  <p:par>
                                    <p:cTn id="95" presetID="2" presetClass="entr" presetSubtype="1" fill="hold" nodeType="withEffect" p14:presetBounceEnd="80000">
                                      <p:stCondLst>
                                        <p:cond delay="0"/>
                                      </p:stCondLst>
                                      <p:childTnLst>
                                        <p:set>
                                          <p:cBhvr>
                                            <p:cTn id="96" dur="1" fill="hold">
                                              <p:stCondLst>
                                                <p:cond delay="0"/>
                                              </p:stCondLst>
                                            </p:cTn>
                                            <p:tgtEl>
                                              <p:spTgt spid="49"/>
                                            </p:tgtEl>
                                            <p:attrNameLst>
                                              <p:attrName>style.visibility</p:attrName>
                                            </p:attrNameLst>
                                          </p:cBhvr>
                                          <p:to>
                                            <p:strVal val="visible"/>
                                          </p:to>
                                        </p:set>
                                        <p:anim calcmode="lin" valueType="num" p14:bounceEnd="80000">
                                          <p:cBhvr additive="base">
                                            <p:cTn id="97" dur="2250" fill="hold"/>
                                            <p:tgtEl>
                                              <p:spTgt spid="49"/>
                                            </p:tgtEl>
                                            <p:attrNameLst>
                                              <p:attrName>ppt_x</p:attrName>
                                            </p:attrNameLst>
                                          </p:cBhvr>
                                          <p:tavLst>
                                            <p:tav tm="0">
                                              <p:val>
                                                <p:strVal val="#ppt_x"/>
                                              </p:val>
                                            </p:tav>
                                            <p:tav tm="100000">
                                              <p:val>
                                                <p:strVal val="#ppt_x"/>
                                              </p:val>
                                            </p:tav>
                                          </p:tavLst>
                                        </p:anim>
                                        <p:anim calcmode="lin" valueType="num" p14:bounceEnd="80000">
                                          <p:cBhvr additive="base">
                                            <p:cTn id="98" dur="2250" fill="hold"/>
                                            <p:tgtEl>
                                              <p:spTgt spid="49"/>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14:presetBounceEnd="80000">
                                      <p:stCondLst>
                                        <p:cond delay="0"/>
                                      </p:stCondLst>
                                      <p:childTnLst>
                                        <p:set>
                                          <p:cBhvr>
                                            <p:cTn id="100" dur="1" fill="hold">
                                              <p:stCondLst>
                                                <p:cond delay="0"/>
                                              </p:stCondLst>
                                            </p:cTn>
                                            <p:tgtEl>
                                              <p:spTgt spid="54"/>
                                            </p:tgtEl>
                                            <p:attrNameLst>
                                              <p:attrName>style.visibility</p:attrName>
                                            </p:attrNameLst>
                                          </p:cBhvr>
                                          <p:to>
                                            <p:strVal val="visible"/>
                                          </p:to>
                                        </p:set>
                                        <p:anim calcmode="lin" valueType="num" p14:bounceEnd="80000">
                                          <p:cBhvr additive="base">
                                            <p:cTn id="101" dur="2250" fill="hold"/>
                                            <p:tgtEl>
                                              <p:spTgt spid="54"/>
                                            </p:tgtEl>
                                            <p:attrNameLst>
                                              <p:attrName>ppt_x</p:attrName>
                                            </p:attrNameLst>
                                          </p:cBhvr>
                                          <p:tavLst>
                                            <p:tav tm="0">
                                              <p:val>
                                                <p:strVal val="#ppt_x"/>
                                              </p:val>
                                            </p:tav>
                                            <p:tav tm="100000">
                                              <p:val>
                                                <p:strVal val="#ppt_x"/>
                                              </p:val>
                                            </p:tav>
                                          </p:tavLst>
                                        </p:anim>
                                        <p:anim calcmode="lin" valueType="num" p14:bounceEnd="80000">
                                          <p:cBhvr additive="base">
                                            <p:cTn id="102" dur="2250" fill="hold"/>
                                            <p:tgtEl>
                                              <p:spTgt spid="54"/>
                                            </p:tgtEl>
                                            <p:attrNameLst>
                                              <p:attrName>ppt_y</p:attrName>
                                            </p:attrNameLst>
                                          </p:cBhvr>
                                          <p:tavLst>
                                            <p:tav tm="0">
                                              <p:val>
                                                <p:strVal val="0-#ppt_h/2"/>
                                              </p:val>
                                            </p:tav>
                                            <p:tav tm="100000">
                                              <p:val>
                                                <p:strVal val="#ppt_y"/>
                                              </p:val>
                                            </p:tav>
                                          </p:tavLst>
                                        </p:anim>
                                      </p:childTnLst>
                                    </p:cTn>
                                  </p:par>
                                  <p:par>
                                    <p:cTn id="103" presetID="2" presetClass="entr" presetSubtype="1" fill="hold" nodeType="withEffect" p14:presetBounceEnd="80000">
                                      <p:stCondLst>
                                        <p:cond delay="0"/>
                                      </p:stCondLst>
                                      <p:childTnLst>
                                        <p:set>
                                          <p:cBhvr>
                                            <p:cTn id="104" dur="1" fill="hold">
                                              <p:stCondLst>
                                                <p:cond delay="0"/>
                                              </p:stCondLst>
                                            </p:cTn>
                                            <p:tgtEl>
                                              <p:spTgt spid="57"/>
                                            </p:tgtEl>
                                            <p:attrNameLst>
                                              <p:attrName>style.visibility</p:attrName>
                                            </p:attrNameLst>
                                          </p:cBhvr>
                                          <p:to>
                                            <p:strVal val="visible"/>
                                          </p:to>
                                        </p:set>
                                        <p:anim calcmode="lin" valueType="num" p14:bounceEnd="80000">
                                          <p:cBhvr additive="base">
                                            <p:cTn id="105" dur="2250" fill="hold"/>
                                            <p:tgtEl>
                                              <p:spTgt spid="57"/>
                                            </p:tgtEl>
                                            <p:attrNameLst>
                                              <p:attrName>ppt_x</p:attrName>
                                            </p:attrNameLst>
                                          </p:cBhvr>
                                          <p:tavLst>
                                            <p:tav tm="0">
                                              <p:val>
                                                <p:strVal val="#ppt_x"/>
                                              </p:val>
                                            </p:tav>
                                            <p:tav tm="100000">
                                              <p:val>
                                                <p:strVal val="#ppt_x"/>
                                              </p:val>
                                            </p:tav>
                                          </p:tavLst>
                                        </p:anim>
                                        <p:anim calcmode="lin" valueType="num" p14:bounceEnd="80000">
                                          <p:cBhvr additive="base">
                                            <p:cTn id="106" dur="2250" fill="hold"/>
                                            <p:tgtEl>
                                              <p:spTgt spid="57"/>
                                            </p:tgtEl>
                                            <p:attrNameLst>
                                              <p:attrName>ppt_y</p:attrName>
                                            </p:attrNameLst>
                                          </p:cBhvr>
                                          <p:tavLst>
                                            <p:tav tm="0">
                                              <p:val>
                                                <p:strVal val="0-#ppt_h/2"/>
                                              </p:val>
                                            </p:tav>
                                            <p:tav tm="100000">
                                              <p:val>
                                                <p:strVal val="#ppt_y"/>
                                              </p:val>
                                            </p:tav>
                                          </p:tavLst>
                                        </p:anim>
                                      </p:childTnLst>
                                    </p:cTn>
                                  </p:par>
                                  <p:par>
                                    <p:cTn id="107" presetID="2" presetClass="entr" presetSubtype="1" fill="hold" nodeType="withEffect" p14:presetBounceEnd="80000">
                                      <p:stCondLst>
                                        <p:cond delay="0"/>
                                      </p:stCondLst>
                                      <p:childTnLst>
                                        <p:set>
                                          <p:cBhvr>
                                            <p:cTn id="108" dur="1" fill="hold">
                                              <p:stCondLst>
                                                <p:cond delay="0"/>
                                              </p:stCondLst>
                                            </p:cTn>
                                            <p:tgtEl>
                                              <p:spTgt spid="61"/>
                                            </p:tgtEl>
                                            <p:attrNameLst>
                                              <p:attrName>style.visibility</p:attrName>
                                            </p:attrNameLst>
                                          </p:cBhvr>
                                          <p:to>
                                            <p:strVal val="visible"/>
                                          </p:to>
                                        </p:set>
                                        <p:anim calcmode="lin" valueType="num" p14:bounceEnd="80000">
                                          <p:cBhvr additive="base">
                                            <p:cTn id="109" dur="2250" fill="hold"/>
                                            <p:tgtEl>
                                              <p:spTgt spid="61"/>
                                            </p:tgtEl>
                                            <p:attrNameLst>
                                              <p:attrName>ppt_x</p:attrName>
                                            </p:attrNameLst>
                                          </p:cBhvr>
                                          <p:tavLst>
                                            <p:tav tm="0">
                                              <p:val>
                                                <p:strVal val="#ppt_x"/>
                                              </p:val>
                                            </p:tav>
                                            <p:tav tm="100000">
                                              <p:val>
                                                <p:strVal val="#ppt_x"/>
                                              </p:val>
                                            </p:tav>
                                          </p:tavLst>
                                        </p:anim>
                                        <p:anim calcmode="lin" valueType="num" p14:bounceEnd="80000">
                                          <p:cBhvr additive="base">
                                            <p:cTn id="110" dur="2250" fill="hold"/>
                                            <p:tgtEl>
                                              <p:spTgt spid="61"/>
                                            </p:tgtEl>
                                            <p:attrNameLst>
                                              <p:attrName>ppt_y</p:attrName>
                                            </p:attrNameLst>
                                          </p:cBhvr>
                                          <p:tavLst>
                                            <p:tav tm="0">
                                              <p:val>
                                                <p:strVal val="0-#ppt_h/2"/>
                                              </p:val>
                                            </p:tav>
                                            <p:tav tm="100000">
                                              <p:val>
                                                <p:strVal val="#ppt_y"/>
                                              </p:val>
                                            </p:tav>
                                          </p:tavLst>
                                        </p:anim>
                                      </p:childTnLst>
                                    </p:cTn>
                                  </p:par>
                                  <p:par>
                                    <p:cTn id="111" presetID="2" presetClass="entr" presetSubtype="4" fill="hold" nodeType="withEffect" p14:presetBounceEnd="80000">
                                      <p:stCondLst>
                                        <p:cond delay="0"/>
                                      </p:stCondLst>
                                      <p:childTnLst>
                                        <p:set>
                                          <p:cBhvr>
                                            <p:cTn id="112" dur="1" fill="hold">
                                              <p:stCondLst>
                                                <p:cond delay="0"/>
                                              </p:stCondLst>
                                            </p:cTn>
                                            <p:tgtEl>
                                              <p:spTgt spid="70"/>
                                            </p:tgtEl>
                                            <p:attrNameLst>
                                              <p:attrName>style.visibility</p:attrName>
                                            </p:attrNameLst>
                                          </p:cBhvr>
                                          <p:to>
                                            <p:strVal val="visible"/>
                                          </p:to>
                                        </p:set>
                                        <p:anim calcmode="lin" valueType="num" p14:bounceEnd="80000">
                                          <p:cBhvr additive="base">
                                            <p:cTn id="113" dur="2250" fill="hold"/>
                                            <p:tgtEl>
                                              <p:spTgt spid="70"/>
                                            </p:tgtEl>
                                            <p:attrNameLst>
                                              <p:attrName>ppt_x</p:attrName>
                                            </p:attrNameLst>
                                          </p:cBhvr>
                                          <p:tavLst>
                                            <p:tav tm="0">
                                              <p:val>
                                                <p:strVal val="#ppt_x"/>
                                              </p:val>
                                            </p:tav>
                                            <p:tav tm="100000">
                                              <p:val>
                                                <p:strVal val="#ppt_x"/>
                                              </p:val>
                                            </p:tav>
                                          </p:tavLst>
                                        </p:anim>
                                        <p:anim calcmode="lin" valueType="num" p14:bounceEnd="80000">
                                          <p:cBhvr additive="base">
                                            <p:cTn id="114" dur="225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3" grpId="0"/>
          <p:bldP spid="18" grpId="0" animBg="1"/>
          <p:bldP spid="37" grpId="0"/>
          <p:bldP spid="42" grpId="0"/>
          <p:bldP spid="47" grpId="0"/>
          <p:bldP spid="4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2250" fill="hold"/>
                                            <p:tgtEl>
                                              <p:spTgt spid="15"/>
                                            </p:tgtEl>
                                            <p:attrNameLst>
                                              <p:attrName>ppt_x</p:attrName>
                                            </p:attrNameLst>
                                          </p:cBhvr>
                                          <p:tavLst>
                                            <p:tav tm="0">
                                              <p:val>
                                                <p:strVal val="#ppt_x"/>
                                              </p:val>
                                            </p:tav>
                                            <p:tav tm="100000">
                                              <p:val>
                                                <p:strVal val="#ppt_x"/>
                                              </p:val>
                                            </p:tav>
                                          </p:tavLst>
                                        </p:anim>
                                        <p:anim calcmode="lin" valueType="num">
                                          <p:cBhvr additive="base">
                                            <p:cTn id="8" dur="225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2250" fill="hold"/>
                                            <p:tgtEl>
                                              <p:spTgt spid="18"/>
                                            </p:tgtEl>
                                            <p:attrNameLst>
                                              <p:attrName>ppt_x</p:attrName>
                                            </p:attrNameLst>
                                          </p:cBhvr>
                                          <p:tavLst>
                                            <p:tav tm="0">
                                              <p:val>
                                                <p:strVal val="#ppt_x"/>
                                              </p:val>
                                            </p:tav>
                                            <p:tav tm="100000">
                                              <p:val>
                                                <p:strVal val="#ppt_x"/>
                                              </p:val>
                                            </p:tav>
                                          </p:tavLst>
                                        </p:anim>
                                        <p:anim calcmode="lin" valueType="num">
                                          <p:cBhvr additive="base">
                                            <p:cTn id="12" dur="2250" fill="hold"/>
                                            <p:tgtEl>
                                              <p:spTgt spid="18"/>
                                            </p:tgtEl>
                                            <p:attrNameLst>
                                              <p:attrName>ppt_y</p:attrName>
                                            </p:attrNameLst>
                                          </p:cBhvr>
                                          <p:tavLst>
                                            <p:tav tm="0">
                                              <p:val>
                                                <p:strVal val="0-#ppt_h/2"/>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2250" fill="hold"/>
                                            <p:tgtEl>
                                              <p:spTgt spid="19"/>
                                            </p:tgtEl>
                                            <p:attrNameLst>
                                              <p:attrName>ppt_x</p:attrName>
                                            </p:attrNameLst>
                                          </p:cBhvr>
                                          <p:tavLst>
                                            <p:tav tm="0">
                                              <p:val>
                                                <p:strVal val="0-#ppt_w/2"/>
                                              </p:val>
                                            </p:tav>
                                            <p:tav tm="100000">
                                              <p:val>
                                                <p:strVal val="#ppt_x"/>
                                              </p:val>
                                            </p:tav>
                                          </p:tavLst>
                                        </p:anim>
                                        <p:anim calcmode="lin" valueType="num">
                                          <p:cBhvr additive="base">
                                            <p:cTn id="16" dur="2250" fill="hold"/>
                                            <p:tgtEl>
                                              <p:spTgt spid="19"/>
                                            </p:tgtEl>
                                            <p:attrNameLst>
                                              <p:attrName>ppt_y</p:attrName>
                                            </p:attrNameLst>
                                          </p:cBhvr>
                                          <p:tavLst>
                                            <p:tav tm="0">
                                              <p:val>
                                                <p:strVal val="#ppt_y"/>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2250" fill="hold"/>
                                            <p:tgtEl>
                                              <p:spTgt spid="25"/>
                                            </p:tgtEl>
                                            <p:attrNameLst>
                                              <p:attrName>ppt_x</p:attrName>
                                            </p:attrNameLst>
                                          </p:cBhvr>
                                          <p:tavLst>
                                            <p:tav tm="0">
                                              <p:val>
                                                <p:strVal val="#ppt_x"/>
                                              </p:val>
                                            </p:tav>
                                            <p:tav tm="100000">
                                              <p:val>
                                                <p:strVal val="#ppt_x"/>
                                              </p:val>
                                            </p:tav>
                                          </p:tavLst>
                                        </p:anim>
                                        <p:anim calcmode="lin" valueType="num">
                                          <p:cBhvr additive="base">
                                            <p:cTn id="20" dur="2250" fill="hold"/>
                                            <p:tgtEl>
                                              <p:spTgt spid="25"/>
                                            </p:tgtEl>
                                            <p:attrNameLst>
                                              <p:attrName>ppt_y</p:attrName>
                                            </p:attrNameLst>
                                          </p:cBhvr>
                                          <p:tavLst>
                                            <p:tav tm="0">
                                              <p:val>
                                                <p:strVal val="1+#ppt_h/2"/>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anim calcmode="lin" valueType="num">
                                          <p:cBhvr additive="base">
                                            <p:cTn id="23" dur="2250" fill="hold"/>
                                            <p:tgtEl>
                                              <p:spTgt spid="28"/>
                                            </p:tgtEl>
                                            <p:attrNameLst>
                                              <p:attrName>ppt_x</p:attrName>
                                            </p:attrNameLst>
                                          </p:cBhvr>
                                          <p:tavLst>
                                            <p:tav tm="0">
                                              <p:val>
                                                <p:strVal val="1+#ppt_w/2"/>
                                              </p:val>
                                            </p:tav>
                                            <p:tav tm="100000">
                                              <p:val>
                                                <p:strVal val="#ppt_x"/>
                                              </p:val>
                                            </p:tav>
                                          </p:tavLst>
                                        </p:anim>
                                        <p:anim calcmode="lin" valueType="num">
                                          <p:cBhvr additive="base">
                                            <p:cTn id="24" dur="2250" fill="hold"/>
                                            <p:tgtEl>
                                              <p:spTgt spid="28"/>
                                            </p:tgtEl>
                                            <p:attrNameLst>
                                              <p:attrName>ppt_y</p:attrName>
                                            </p:attrNameLst>
                                          </p:cBhvr>
                                          <p:tavLst>
                                            <p:tav tm="0">
                                              <p:val>
                                                <p:strVal val="#ppt_y"/>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2250" fill="hold"/>
                                            <p:tgtEl>
                                              <p:spTgt spid="31"/>
                                            </p:tgtEl>
                                            <p:attrNameLst>
                                              <p:attrName>ppt_x</p:attrName>
                                            </p:attrNameLst>
                                          </p:cBhvr>
                                          <p:tavLst>
                                            <p:tav tm="0">
                                              <p:val>
                                                <p:strVal val="#ppt_x"/>
                                              </p:val>
                                            </p:tav>
                                            <p:tav tm="100000">
                                              <p:val>
                                                <p:strVal val="#ppt_x"/>
                                              </p:val>
                                            </p:tav>
                                          </p:tavLst>
                                        </p:anim>
                                        <p:anim calcmode="lin" valueType="num">
                                          <p:cBhvr additive="base">
                                            <p:cTn id="28" dur="2250" fill="hold"/>
                                            <p:tgtEl>
                                              <p:spTgt spid="31"/>
                                            </p:tgtEl>
                                            <p:attrNameLst>
                                              <p:attrName>ppt_y</p:attrName>
                                            </p:attrNameLst>
                                          </p:cBhvr>
                                          <p:tavLst>
                                            <p:tav tm="0">
                                              <p:val>
                                                <p:strVal val="1+#ppt_h/2"/>
                                              </p:val>
                                            </p:tav>
                                            <p:tav tm="100000">
                                              <p:val>
                                                <p:strVal val="#ppt_y"/>
                                              </p:val>
                                            </p:tav>
                                          </p:tavLst>
                                        </p:anim>
                                      </p:childTnLst>
                                    </p:cTn>
                                  </p:par>
                                  <p:par>
                                    <p:cTn id="29" presetID="2" presetClass="entr" presetSubtype="1"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2250" fill="hold"/>
                                            <p:tgtEl>
                                              <p:spTgt spid="34"/>
                                            </p:tgtEl>
                                            <p:attrNameLst>
                                              <p:attrName>ppt_x</p:attrName>
                                            </p:attrNameLst>
                                          </p:cBhvr>
                                          <p:tavLst>
                                            <p:tav tm="0">
                                              <p:val>
                                                <p:strVal val="#ppt_x"/>
                                              </p:val>
                                            </p:tav>
                                            <p:tav tm="100000">
                                              <p:val>
                                                <p:strVal val="#ppt_x"/>
                                              </p:val>
                                            </p:tav>
                                          </p:tavLst>
                                        </p:anim>
                                        <p:anim calcmode="lin" valueType="num">
                                          <p:cBhvr additive="base">
                                            <p:cTn id="32" dur="2250" fill="hold"/>
                                            <p:tgtEl>
                                              <p:spTgt spid="34"/>
                                            </p:tgtEl>
                                            <p:attrNameLst>
                                              <p:attrName>ppt_y</p:attrName>
                                            </p:attrNameLst>
                                          </p:cBhvr>
                                          <p:tavLst>
                                            <p:tav tm="0">
                                              <p:val>
                                                <p:strVal val="0-#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anim calcmode="lin" valueType="num">
                                          <p:cBhvr additive="base">
                                            <p:cTn id="35" dur="2250" fill="hold"/>
                                            <p:tgtEl>
                                              <p:spTgt spid="38"/>
                                            </p:tgtEl>
                                            <p:attrNameLst>
                                              <p:attrName>ppt_x</p:attrName>
                                            </p:attrNameLst>
                                          </p:cBhvr>
                                          <p:tavLst>
                                            <p:tav tm="0">
                                              <p:val>
                                                <p:strVal val="#ppt_x"/>
                                              </p:val>
                                            </p:tav>
                                            <p:tav tm="100000">
                                              <p:val>
                                                <p:strVal val="#ppt_x"/>
                                              </p:val>
                                            </p:tav>
                                          </p:tavLst>
                                        </p:anim>
                                        <p:anim calcmode="lin" valueType="num">
                                          <p:cBhvr additive="base">
                                            <p:cTn id="36" dur="2250" fill="hold"/>
                                            <p:tgtEl>
                                              <p:spTgt spid="38"/>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4"/>
                                            </p:tgtEl>
                                            <p:attrNameLst>
                                              <p:attrName>style.visibility</p:attrName>
                                            </p:attrNameLst>
                                          </p:cBhvr>
                                          <p:to>
                                            <p:strVal val="visible"/>
                                          </p:to>
                                        </p:set>
                                        <p:anim calcmode="lin" valueType="num">
                                          <p:cBhvr additive="base">
                                            <p:cTn id="39" dur="2250" fill="hold"/>
                                            <p:tgtEl>
                                              <p:spTgt spid="44"/>
                                            </p:tgtEl>
                                            <p:attrNameLst>
                                              <p:attrName>ppt_x</p:attrName>
                                            </p:attrNameLst>
                                          </p:cBhvr>
                                          <p:tavLst>
                                            <p:tav tm="0">
                                              <p:val>
                                                <p:strVal val="#ppt_x"/>
                                              </p:val>
                                            </p:tav>
                                            <p:tav tm="100000">
                                              <p:val>
                                                <p:strVal val="#ppt_x"/>
                                              </p:val>
                                            </p:tav>
                                          </p:tavLst>
                                        </p:anim>
                                        <p:anim calcmode="lin" valueType="num">
                                          <p:cBhvr additive="base">
                                            <p:cTn id="40" dur="2250" fill="hold"/>
                                            <p:tgtEl>
                                              <p:spTgt spid="44"/>
                                            </p:tgtEl>
                                            <p:attrNameLst>
                                              <p:attrName>ppt_y</p:attrName>
                                            </p:attrNameLst>
                                          </p:cBhvr>
                                          <p:tavLst>
                                            <p:tav tm="0">
                                              <p:val>
                                                <p:strVal val="1+#ppt_h/2"/>
                                              </p:val>
                                            </p:tav>
                                            <p:tav tm="100000">
                                              <p:val>
                                                <p:strVal val="#ppt_y"/>
                                              </p:val>
                                            </p:tav>
                                          </p:tavLst>
                                        </p:anim>
                                      </p:childTnLst>
                                    </p:cTn>
                                  </p:par>
                                  <p:par>
                                    <p:cTn id="41" presetID="49" presetClass="entr" presetSubtype="0" decel="10000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p:cTn id="43" dur="700" fill="hold"/>
                                            <p:tgtEl>
                                              <p:spTgt spid="9"/>
                                            </p:tgtEl>
                                            <p:attrNameLst>
                                              <p:attrName>ppt_w</p:attrName>
                                            </p:attrNameLst>
                                          </p:cBhvr>
                                          <p:tavLst>
                                            <p:tav tm="0">
                                              <p:val>
                                                <p:fltVal val="0"/>
                                              </p:val>
                                            </p:tav>
                                            <p:tav tm="100000">
                                              <p:val>
                                                <p:strVal val="#ppt_w"/>
                                              </p:val>
                                            </p:tav>
                                          </p:tavLst>
                                        </p:anim>
                                        <p:anim calcmode="lin" valueType="num">
                                          <p:cBhvr>
                                            <p:cTn id="44" dur="700" fill="hold"/>
                                            <p:tgtEl>
                                              <p:spTgt spid="9"/>
                                            </p:tgtEl>
                                            <p:attrNameLst>
                                              <p:attrName>ppt_h</p:attrName>
                                            </p:attrNameLst>
                                          </p:cBhvr>
                                          <p:tavLst>
                                            <p:tav tm="0">
                                              <p:val>
                                                <p:fltVal val="0"/>
                                              </p:val>
                                            </p:tav>
                                            <p:tav tm="100000">
                                              <p:val>
                                                <p:strVal val="#ppt_h"/>
                                              </p:val>
                                            </p:tav>
                                          </p:tavLst>
                                        </p:anim>
                                        <p:anim calcmode="lin" valueType="num">
                                          <p:cBhvr>
                                            <p:cTn id="45" dur="700" fill="hold"/>
                                            <p:tgtEl>
                                              <p:spTgt spid="9"/>
                                            </p:tgtEl>
                                            <p:attrNameLst>
                                              <p:attrName>style.rotation</p:attrName>
                                            </p:attrNameLst>
                                          </p:cBhvr>
                                          <p:tavLst>
                                            <p:tav tm="0">
                                              <p:val>
                                                <p:fltVal val="360"/>
                                              </p:val>
                                            </p:tav>
                                            <p:tav tm="100000">
                                              <p:val>
                                                <p:fltVal val="0"/>
                                              </p:val>
                                            </p:tav>
                                          </p:tavLst>
                                        </p:anim>
                                        <p:animEffect transition="in" filter="fade">
                                          <p:cBhvr>
                                            <p:cTn id="46" dur="700"/>
                                            <p:tgtEl>
                                              <p:spTgt spid="9"/>
                                            </p:tgtEl>
                                          </p:cBhvr>
                                        </p:animEffect>
                                      </p:childTnLst>
                                    </p:cTn>
                                  </p:par>
                                  <p:par>
                                    <p:cTn id="47" presetID="49" presetClass="entr" presetSubtype="0" decel="100000" fill="hold" grpId="0" nodeType="withEffect">
                                      <p:stCondLst>
                                        <p:cond delay="100"/>
                                      </p:stCondLst>
                                      <p:childTnLst>
                                        <p:set>
                                          <p:cBhvr>
                                            <p:cTn id="48" dur="1" fill="hold">
                                              <p:stCondLst>
                                                <p:cond delay="0"/>
                                              </p:stCondLst>
                                            </p:cTn>
                                            <p:tgtEl>
                                              <p:spTgt spid="8"/>
                                            </p:tgtEl>
                                            <p:attrNameLst>
                                              <p:attrName>style.visibility</p:attrName>
                                            </p:attrNameLst>
                                          </p:cBhvr>
                                          <p:to>
                                            <p:strVal val="visible"/>
                                          </p:to>
                                        </p:set>
                                        <p:anim calcmode="lin" valueType="num">
                                          <p:cBhvr>
                                            <p:cTn id="49" dur="500" fill="hold"/>
                                            <p:tgtEl>
                                              <p:spTgt spid="8"/>
                                            </p:tgtEl>
                                            <p:attrNameLst>
                                              <p:attrName>ppt_w</p:attrName>
                                            </p:attrNameLst>
                                          </p:cBhvr>
                                          <p:tavLst>
                                            <p:tav tm="0">
                                              <p:val>
                                                <p:fltVal val="0"/>
                                              </p:val>
                                            </p:tav>
                                            <p:tav tm="100000">
                                              <p:val>
                                                <p:strVal val="#ppt_w"/>
                                              </p:val>
                                            </p:tav>
                                          </p:tavLst>
                                        </p:anim>
                                        <p:anim calcmode="lin" valueType="num">
                                          <p:cBhvr>
                                            <p:cTn id="50" dur="500" fill="hold"/>
                                            <p:tgtEl>
                                              <p:spTgt spid="8"/>
                                            </p:tgtEl>
                                            <p:attrNameLst>
                                              <p:attrName>ppt_h</p:attrName>
                                            </p:attrNameLst>
                                          </p:cBhvr>
                                          <p:tavLst>
                                            <p:tav tm="0">
                                              <p:val>
                                                <p:fltVal val="0"/>
                                              </p:val>
                                            </p:tav>
                                            <p:tav tm="100000">
                                              <p:val>
                                                <p:strVal val="#ppt_h"/>
                                              </p:val>
                                            </p:tav>
                                          </p:tavLst>
                                        </p:anim>
                                        <p:anim calcmode="lin" valueType="num">
                                          <p:cBhvr>
                                            <p:cTn id="51" dur="500" fill="hold"/>
                                            <p:tgtEl>
                                              <p:spTgt spid="8"/>
                                            </p:tgtEl>
                                            <p:attrNameLst>
                                              <p:attrName>style.rotation</p:attrName>
                                            </p:attrNameLst>
                                          </p:cBhvr>
                                          <p:tavLst>
                                            <p:tav tm="0">
                                              <p:val>
                                                <p:fltVal val="360"/>
                                              </p:val>
                                            </p:tav>
                                            <p:tav tm="100000">
                                              <p:val>
                                                <p:fltVal val="0"/>
                                              </p:val>
                                            </p:tav>
                                          </p:tavLst>
                                        </p:anim>
                                        <p:animEffect transition="in" filter="fade">
                                          <p:cBhvr>
                                            <p:cTn id="52" dur="500"/>
                                            <p:tgtEl>
                                              <p:spTgt spid="8"/>
                                            </p:tgtEl>
                                          </p:cBhvr>
                                        </p:animEffect>
                                      </p:childTnLst>
                                    </p:cTn>
                                  </p:par>
                                  <p:par>
                                    <p:cTn id="53" presetID="49" presetClass="entr" presetSubtype="0" decel="100000" fill="hold" grpId="0" nodeType="withEffect">
                                      <p:stCondLst>
                                        <p:cond delay="300"/>
                                      </p:stCondLst>
                                      <p:childTnLst>
                                        <p:set>
                                          <p:cBhvr>
                                            <p:cTn id="54" dur="1" fill="hold">
                                              <p:stCondLst>
                                                <p:cond delay="0"/>
                                              </p:stCondLst>
                                            </p:cTn>
                                            <p:tgtEl>
                                              <p:spTgt spid="42"/>
                                            </p:tgtEl>
                                            <p:attrNameLst>
                                              <p:attrName>style.visibility</p:attrName>
                                            </p:attrNameLst>
                                          </p:cBhvr>
                                          <p:to>
                                            <p:strVal val="visible"/>
                                          </p:to>
                                        </p:set>
                                        <p:anim calcmode="lin" valueType="num">
                                          <p:cBhvr>
                                            <p:cTn id="55" dur="500" fill="hold"/>
                                            <p:tgtEl>
                                              <p:spTgt spid="42"/>
                                            </p:tgtEl>
                                            <p:attrNameLst>
                                              <p:attrName>ppt_w</p:attrName>
                                            </p:attrNameLst>
                                          </p:cBhvr>
                                          <p:tavLst>
                                            <p:tav tm="0">
                                              <p:val>
                                                <p:fltVal val="0"/>
                                              </p:val>
                                            </p:tav>
                                            <p:tav tm="100000">
                                              <p:val>
                                                <p:strVal val="#ppt_w"/>
                                              </p:val>
                                            </p:tav>
                                          </p:tavLst>
                                        </p:anim>
                                        <p:anim calcmode="lin" valueType="num">
                                          <p:cBhvr>
                                            <p:cTn id="56" dur="500" fill="hold"/>
                                            <p:tgtEl>
                                              <p:spTgt spid="42"/>
                                            </p:tgtEl>
                                            <p:attrNameLst>
                                              <p:attrName>ppt_h</p:attrName>
                                            </p:attrNameLst>
                                          </p:cBhvr>
                                          <p:tavLst>
                                            <p:tav tm="0">
                                              <p:val>
                                                <p:fltVal val="0"/>
                                              </p:val>
                                            </p:tav>
                                            <p:tav tm="100000">
                                              <p:val>
                                                <p:strVal val="#ppt_h"/>
                                              </p:val>
                                            </p:tav>
                                          </p:tavLst>
                                        </p:anim>
                                        <p:anim calcmode="lin" valueType="num">
                                          <p:cBhvr>
                                            <p:cTn id="57" dur="500" fill="hold"/>
                                            <p:tgtEl>
                                              <p:spTgt spid="42"/>
                                            </p:tgtEl>
                                            <p:attrNameLst>
                                              <p:attrName>style.rotation</p:attrName>
                                            </p:attrNameLst>
                                          </p:cBhvr>
                                          <p:tavLst>
                                            <p:tav tm="0">
                                              <p:val>
                                                <p:fltVal val="360"/>
                                              </p:val>
                                            </p:tav>
                                            <p:tav tm="100000">
                                              <p:val>
                                                <p:fltVal val="0"/>
                                              </p:val>
                                            </p:tav>
                                          </p:tavLst>
                                        </p:anim>
                                        <p:animEffect transition="in" filter="fade">
                                          <p:cBhvr>
                                            <p:cTn id="58" dur="500"/>
                                            <p:tgtEl>
                                              <p:spTgt spid="42"/>
                                            </p:tgtEl>
                                          </p:cBhvr>
                                        </p:animEffect>
                                      </p:childTnLst>
                                    </p:cTn>
                                  </p:par>
                                  <p:par>
                                    <p:cTn id="59" presetID="49" presetClass="entr" presetSubtype="0" decel="100000" fill="hold" grpId="0" nodeType="withEffect">
                                      <p:stCondLst>
                                        <p:cond delay="500"/>
                                      </p:stCondLst>
                                      <p:childTnLst>
                                        <p:set>
                                          <p:cBhvr>
                                            <p:cTn id="60" dur="1" fill="hold">
                                              <p:stCondLst>
                                                <p:cond delay="0"/>
                                              </p:stCondLst>
                                            </p:cTn>
                                            <p:tgtEl>
                                              <p:spTgt spid="7"/>
                                            </p:tgtEl>
                                            <p:attrNameLst>
                                              <p:attrName>style.visibility</p:attrName>
                                            </p:attrNameLst>
                                          </p:cBhvr>
                                          <p:to>
                                            <p:strVal val="visible"/>
                                          </p:to>
                                        </p:set>
                                        <p:anim calcmode="lin" valueType="num">
                                          <p:cBhvr>
                                            <p:cTn id="61" dur="500" fill="hold"/>
                                            <p:tgtEl>
                                              <p:spTgt spid="7"/>
                                            </p:tgtEl>
                                            <p:attrNameLst>
                                              <p:attrName>ppt_w</p:attrName>
                                            </p:attrNameLst>
                                          </p:cBhvr>
                                          <p:tavLst>
                                            <p:tav tm="0">
                                              <p:val>
                                                <p:fltVal val="0"/>
                                              </p:val>
                                            </p:tav>
                                            <p:tav tm="100000">
                                              <p:val>
                                                <p:strVal val="#ppt_w"/>
                                              </p:val>
                                            </p:tav>
                                          </p:tavLst>
                                        </p:anim>
                                        <p:anim calcmode="lin" valueType="num">
                                          <p:cBhvr>
                                            <p:cTn id="62" dur="500" fill="hold"/>
                                            <p:tgtEl>
                                              <p:spTgt spid="7"/>
                                            </p:tgtEl>
                                            <p:attrNameLst>
                                              <p:attrName>ppt_h</p:attrName>
                                            </p:attrNameLst>
                                          </p:cBhvr>
                                          <p:tavLst>
                                            <p:tav tm="0">
                                              <p:val>
                                                <p:fltVal val="0"/>
                                              </p:val>
                                            </p:tav>
                                            <p:tav tm="100000">
                                              <p:val>
                                                <p:strVal val="#ppt_h"/>
                                              </p:val>
                                            </p:tav>
                                          </p:tavLst>
                                        </p:anim>
                                        <p:anim calcmode="lin" valueType="num">
                                          <p:cBhvr>
                                            <p:cTn id="63" dur="500" fill="hold"/>
                                            <p:tgtEl>
                                              <p:spTgt spid="7"/>
                                            </p:tgtEl>
                                            <p:attrNameLst>
                                              <p:attrName>style.rotation</p:attrName>
                                            </p:attrNameLst>
                                          </p:cBhvr>
                                          <p:tavLst>
                                            <p:tav tm="0">
                                              <p:val>
                                                <p:fltVal val="360"/>
                                              </p:val>
                                            </p:tav>
                                            <p:tav tm="100000">
                                              <p:val>
                                                <p:fltVal val="0"/>
                                              </p:val>
                                            </p:tav>
                                          </p:tavLst>
                                        </p:anim>
                                        <p:animEffect transition="in" filter="fade">
                                          <p:cBhvr>
                                            <p:cTn id="64" dur="500"/>
                                            <p:tgtEl>
                                              <p:spTgt spid="7"/>
                                            </p:tgtEl>
                                          </p:cBhvr>
                                        </p:animEffect>
                                      </p:childTnLst>
                                    </p:cTn>
                                  </p:par>
                                  <p:par>
                                    <p:cTn id="65" presetID="49" presetClass="entr" presetSubtype="0" decel="100000" fill="hold" grpId="0" nodeType="withEffect">
                                      <p:stCondLst>
                                        <p:cond delay="0"/>
                                      </p:stCondLst>
                                      <p:childTnLst>
                                        <p:set>
                                          <p:cBhvr>
                                            <p:cTn id="66" dur="1" fill="hold">
                                              <p:stCondLst>
                                                <p:cond delay="0"/>
                                              </p:stCondLst>
                                            </p:cTn>
                                            <p:tgtEl>
                                              <p:spTgt spid="37"/>
                                            </p:tgtEl>
                                            <p:attrNameLst>
                                              <p:attrName>style.visibility</p:attrName>
                                            </p:attrNameLst>
                                          </p:cBhvr>
                                          <p:to>
                                            <p:strVal val="visible"/>
                                          </p:to>
                                        </p:set>
                                        <p:anim calcmode="lin" valueType="num">
                                          <p:cBhvr>
                                            <p:cTn id="67" dur="500" fill="hold"/>
                                            <p:tgtEl>
                                              <p:spTgt spid="37"/>
                                            </p:tgtEl>
                                            <p:attrNameLst>
                                              <p:attrName>ppt_w</p:attrName>
                                            </p:attrNameLst>
                                          </p:cBhvr>
                                          <p:tavLst>
                                            <p:tav tm="0">
                                              <p:val>
                                                <p:fltVal val="0"/>
                                              </p:val>
                                            </p:tav>
                                            <p:tav tm="100000">
                                              <p:val>
                                                <p:strVal val="#ppt_w"/>
                                              </p:val>
                                            </p:tav>
                                          </p:tavLst>
                                        </p:anim>
                                        <p:anim calcmode="lin" valueType="num">
                                          <p:cBhvr>
                                            <p:cTn id="68" dur="500" fill="hold"/>
                                            <p:tgtEl>
                                              <p:spTgt spid="37"/>
                                            </p:tgtEl>
                                            <p:attrNameLst>
                                              <p:attrName>ppt_h</p:attrName>
                                            </p:attrNameLst>
                                          </p:cBhvr>
                                          <p:tavLst>
                                            <p:tav tm="0">
                                              <p:val>
                                                <p:fltVal val="0"/>
                                              </p:val>
                                            </p:tav>
                                            <p:tav tm="100000">
                                              <p:val>
                                                <p:strVal val="#ppt_h"/>
                                              </p:val>
                                            </p:tav>
                                          </p:tavLst>
                                        </p:anim>
                                        <p:anim calcmode="lin" valueType="num">
                                          <p:cBhvr>
                                            <p:cTn id="69" dur="500" fill="hold"/>
                                            <p:tgtEl>
                                              <p:spTgt spid="37"/>
                                            </p:tgtEl>
                                            <p:attrNameLst>
                                              <p:attrName>style.rotation</p:attrName>
                                            </p:attrNameLst>
                                          </p:cBhvr>
                                          <p:tavLst>
                                            <p:tav tm="0">
                                              <p:val>
                                                <p:fltVal val="360"/>
                                              </p:val>
                                            </p:tav>
                                            <p:tav tm="100000">
                                              <p:val>
                                                <p:fltVal val="0"/>
                                              </p:val>
                                            </p:tav>
                                          </p:tavLst>
                                        </p:anim>
                                        <p:animEffect transition="in" filter="fade">
                                          <p:cBhvr>
                                            <p:cTn id="70" dur="500"/>
                                            <p:tgtEl>
                                              <p:spTgt spid="37"/>
                                            </p:tgtEl>
                                          </p:cBhvr>
                                        </p:animEffect>
                                      </p:childTnLst>
                                    </p:cTn>
                                  </p:par>
                                  <p:par>
                                    <p:cTn id="71" presetID="49" presetClass="entr" presetSubtype="0" decel="100000" fill="hold" grpId="0" nodeType="withEffect">
                                      <p:stCondLst>
                                        <p:cond delay="0"/>
                                      </p:stCondLst>
                                      <p:childTnLst>
                                        <p:set>
                                          <p:cBhvr>
                                            <p:cTn id="72" dur="1" fill="hold">
                                              <p:stCondLst>
                                                <p:cond delay="0"/>
                                              </p:stCondLst>
                                            </p:cTn>
                                            <p:tgtEl>
                                              <p:spTgt spid="13"/>
                                            </p:tgtEl>
                                            <p:attrNameLst>
                                              <p:attrName>style.visibility</p:attrName>
                                            </p:attrNameLst>
                                          </p:cBhvr>
                                          <p:to>
                                            <p:strVal val="visible"/>
                                          </p:to>
                                        </p:set>
                                        <p:anim calcmode="lin" valueType="num">
                                          <p:cBhvr>
                                            <p:cTn id="73" dur="500" fill="hold"/>
                                            <p:tgtEl>
                                              <p:spTgt spid="13"/>
                                            </p:tgtEl>
                                            <p:attrNameLst>
                                              <p:attrName>ppt_w</p:attrName>
                                            </p:attrNameLst>
                                          </p:cBhvr>
                                          <p:tavLst>
                                            <p:tav tm="0">
                                              <p:val>
                                                <p:fltVal val="0"/>
                                              </p:val>
                                            </p:tav>
                                            <p:tav tm="100000">
                                              <p:val>
                                                <p:strVal val="#ppt_w"/>
                                              </p:val>
                                            </p:tav>
                                          </p:tavLst>
                                        </p:anim>
                                        <p:anim calcmode="lin" valueType="num">
                                          <p:cBhvr>
                                            <p:cTn id="74" dur="500" fill="hold"/>
                                            <p:tgtEl>
                                              <p:spTgt spid="13"/>
                                            </p:tgtEl>
                                            <p:attrNameLst>
                                              <p:attrName>ppt_h</p:attrName>
                                            </p:attrNameLst>
                                          </p:cBhvr>
                                          <p:tavLst>
                                            <p:tav tm="0">
                                              <p:val>
                                                <p:fltVal val="0"/>
                                              </p:val>
                                            </p:tav>
                                            <p:tav tm="100000">
                                              <p:val>
                                                <p:strVal val="#ppt_h"/>
                                              </p:val>
                                            </p:tav>
                                          </p:tavLst>
                                        </p:anim>
                                        <p:anim calcmode="lin" valueType="num">
                                          <p:cBhvr>
                                            <p:cTn id="75" dur="500" fill="hold"/>
                                            <p:tgtEl>
                                              <p:spTgt spid="13"/>
                                            </p:tgtEl>
                                            <p:attrNameLst>
                                              <p:attrName>style.rotation</p:attrName>
                                            </p:attrNameLst>
                                          </p:cBhvr>
                                          <p:tavLst>
                                            <p:tav tm="0">
                                              <p:val>
                                                <p:fltVal val="360"/>
                                              </p:val>
                                            </p:tav>
                                            <p:tav tm="100000">
                                              <p:val>
                                                <p:fltVal val="0"/>
                                              </p:val>
                                            </p:tav>
                                          </p:tavLst>
                                        </p:anim>
                                        <p:animEffect transition="in" filter="fade">
                                          <p:cBhvr>
                                            <p:cTn id="76" dur="500"/>
                                            <p:tgtEl>
                                              <p:spTgt spid="13"/>
                                            </p:tgtEl>
                                          </p:cBhvr>
                                        </p:animEffect>
                                      </p:childTnLst>
                                    </p:cTn>
                                  </p:par>
                                  <p:par>
                                    <p:cTn id="77" presetID="49" presetClass="entr" presetSubtype="0" decel="100000" fill="hold" grpId="0" nodeType="withEffect">
                                      <p:stCondLst>
                                        <p:cond delay="500"/>
                                      </p:stCondLst>
                                      <p:childTnLst>
                                        <p:set>
                                          <p:cBhvr>
                                            <p:cTn id="78" dur="1" fill="hold">
                                              <p:stCondLst>
                                                <p:cond delay="0"/>
                                              </p:stCondLst>
                                            </p:cTn>
                                            <p:tgtEl>
                                              <p:spTgt spid="6"/>
                                            </p:tgtEl>
                                            <p:attrNameLst>
                                              <p:attrName>style.visibility</p:attrName>
                                            </p:attrNameLst>
                                          </p:cBhvr>
                                          <p:to>
                                            <p:strVal val="visible"/>
                                          </p:to>
                                        </p:set>
                                        <p:anim calcmode="lin" valueType="num">
                                          <p:cBhvr>
                                            <p:cTn id="79" dur="500" fill="hold"/>
                                            <p:tgtEl>
                                              <p:spTgt spid="6"/>
                                            </p:tgtEl>
                                            <p:attrNameLst>
                                              <p:attrName>ppt_w</p:attrName>
                                            </p:attrNameLst>
                                          </p:cBhvr>
                                          <p:tavLst>
                                            <p:tav tm="0">
                                              <p:val>
                                                <p:fltVal val="0"/>
                                              </p:val>
                                            </p:tav>
                                            <p:tav tm="100000">
                                              <p:val>
                                                <p:strVal val="#ppt_w"/>
                                              </p:val>
                                            </p:tav>
                                          </p:tavLst>
                                        </p:anim>
                                        <p:anim calcmode="lin" valueType="num">
                                          <p:cBhvr>
                                            <p:cTn id="80" dur="500" fill="hold"/>
                                            <p:tgtEl>
                                              <p:spTgt spid="6"/>
                                            </p:tgtEl>
                                            <p:attrNameLst>
                                              <p:attrName>ppt_h</p:attrName>
                                            </p:attrNameLst>
                                          </p:cBhvr>
                                          <p:tavLst>
                                            <p:tav tm="0">
                                              <p:val>
                                                <p:fltVal val="0"/>
                                              </p:val>
                                            </p:tav>
                                            <p:tav tm="100000">
                                              <p:val>
                                                <p:strVal val="#ppt_h"/>
                                              </p:val>
                                            </p:tav>
                                          </p:tavLst>
                                        </p:anim>
                                        <p:anim calcmode="lin" valueType="num">
                                          <p:cBhvr>
                                            <p:cTn id="81" dur="500" fill="hold"/>
                                            <p:tgtEl>
                                              <p:spTgt spid="6"/>
                                            </p:tgtEl>
                                            <p:attrNameLst>
                                              <p:attrName>style.rotation</p:attrName>
                                            </p:attrNameLst>
                                          </p:cBhvr>
                                          <p:tavLst>
                                            <p:tav tm="0">
                                              <p:val>
                                                <p:fltVal val="360"/>
                                              </p:val>
                                            </p:tav>
                                            <p:tav tm="100000">
                                              <p:val>
                                                <p:fltVal val="0"/>
                                              </p:val>
                                            </p:tav>
                                          </p:tavLst>
                                        </p:anim>
                                        <p:animEffect transition="in" filter="fade">
                                          <p:cBhvr>
                                            <p:cTn id="82" dur="500"/>
                                            <p:tgtEl>
                                              <p:spTgt spid="6"/>
                                            </p:tgtEl>
                                          </p:cBhvr>
                                        </p:animEffect>
                                      </p:childTnLst>
                                    </p:cTn>
                                  </p:par>
                                  <p:par>
                                    <p:cTn id="83" presetID="49" presetClass="entr" presetSubtype="0" decel="100000" fill="hold" grpId="0" nodeType="withEffect">
                                      <p:stCondLst>
                                        <p:cond delay="900"/>
                                      </p:stCondLst>
                                      <p:childTnLst>
                                        <p:set>
                                          <p:cBhvr>
                                            <p:cTn id="84" dur="1" fill="hold">
                                              <p:stCondLst>
                                                <p:cond delay="0"/>
                                              </p:stCondLst>
                                            </p:cTn>
                                            <p:tgtEl>
                                              <p:spTgt spid="47"/>
                                            </p:tgtEl>
                                            <p:attrNameLst>
                                              <p:attrName>style.visibility</p:attrName>
                                            </p:attrNameLst>
                                          </p:cBhvr>
                                          <p:to>
                                            <p:strVal val="visible"/>
                                          </p:to>
                                        </p:set>
                                        <p:anim calcmode="lin" valueType="num">
                                          <p:cBhvr>
                                            <p:cTn id="85" dur="500" fill="hold"/>
                                            <p:tgtEl>
                                              <p:spTgt spid="47"/>
                                            </p:tgtEl>
                                            <p:attrNameLst>
                                              <p:attrName>ppt_w</p:attrName>
                                            </p:attrNameLst>
                                          </p:cBhvr>
                                          <p:tavLst>
                                            <p:tav tm="0">
                                              <p:val>
                                                <p:fltVal val="0"/>
                                              </p:val>
                                            </p:tav>
                                            <p:tav tm="100000">
                                              <p:val>
                                                <p:strVal val="#ppt_w"/>
                                              </p:val>
                                            </p:tav>
                                          </p:tavLst>
                                        </p:anim>
                                        <p:anim calcmode="lin" valueType="num">
                                          <p:cBhvr>
                                            <p:cTn id="86" dur="500" fill="hold"/>
                                            <p:tgtEl>
                                              <p:spTgt spid="47"/>
                                            </p:tgtEl>
                                            <p:attrNameLst>
                                              <p:attrName>ppt_h</p:attrName>
                                            </p:attrNameLst>
                                          </p:cBhvr>
                                          <p:tavLst>
                                            <p:tav tm="0">
                                              <p:val>
                                                <p:fltVal val="0"/>
                                              </p:val>
                                            </p:tav>
                                            <p:tav tm="100000">
                                              <p:val>
                                                <p:strVal val="#ppt_h"/>
                                              </p:val>
                                            </p:tav>
                                          </p:tavLst>
                                        </p:anim>
                                        <p:anim calcmode="lin" valueType="num">
                                          <p:cBhvr>
                                            <p:cTn id="87" dur="500" fill="hold"/>
                                            <p:tgtEl>
                                              <p:spTgt spid="47"/>
                                            </p:tgtEl>
                                            <p:attrNameLst>
                                              <p:attrName>style.rotation</p:attrName>
                                            </p:attrNameLst>
                                          </p:cBhvr>
                                          <p:tavLst>
                                            <p:tav tm="0">
                                              <p:val>
                                                <p:fltVal val="360"/>
                                              </p:val>
                                            </p:tav>
                                            <p:tav tm="100000">
                                              <p:val>
                                                <p:fltVal val="0"/>
                                              </p:val>
                                            </p:tav>
                                          </p:tavLst>
                                        </p:anim>
                                        <p:animEffect transition="in" filter="fade">
                                          <p:cBhvr>
                                            <p:cTn id="88" dur="500"/>
                                            <p:tgtEl>
                                              <p:spTgt spid="47"/>
                                            </p:tgtEl>
                                          </p:cBhvr>
                                        </p:animEffect>
                                      </p:childTnLst>
                                    </p:cTn>
                                  </p:par>
                                  <p:par>
                                    <p:cTn id="89" presetID="49" presetClass="entr" presetSubtype="0" decel="100000" fill="hold" grpId="0" nodeType="withEffect">
                                      <p:stCondLst>
                                        <p:cond delay="900"/>
                                      </p:stCondLst>
                                      <p:childTnLst>
                                        <p:set>
                                          <p:cBhvr>
                                            <p:cTn id="90" dur="1" fill="hold">
                                              <p:stCondLst>
                                                <p:cond delay="0"/>
                                              </p:stCondLst>
                                            </p:cTn>
                                            <p:tgtEl>
                                              <p:spTgt spid="48"/>
                                            </p:tgtEl>
                                            <p:attrNameLst>
                                              <p:attrName>style.visibility</p:attrName>
                                            </p:attrNameLst>
                                          </p:cBhvr>
                                          <p:to>
                                            <p:strVal val="visible"/>
                                          </p:to>
                                        </p:set>
                                        <p:anim calcmode="lin" valueType="num">
                                          <p:cBhvr>
                                            <p:cTn id="91" dur="500" fill="hold"/>
                                            <p:tgtEl>
                                              <p:spTgt spid="48"/>
                                            </p:tgtEl>
                                            <p:attrNameLst>
                                              <p:attrName>ppt_w</p:attrName>
                                            </p:attrNameLst>
                                          </p:cBhvr>
                                          <p:tavLst>
                                            <p:tav tm="0">
                                              <p:val>
                                                <p:fltVal val="0"/>
                                              </p:val>
                                            </p:tav>
                                            <p:tav tm="100000">
                                              <p:val>
                                                <p:strVal val="#ppt_w"/>
                                              </p:val>
                                            </p:tav>
                                          </p:tavLst>
                                        </p:anim>
                                        <p:anim calcmode="lin" valueType="num">
                                          <p:cBhvr>
                                            <p:cTn id="92" dur="500" fill="hold"/>
                                            <p:tgtEl>
                                              <p:spTgt spid="48"/>
                                            </p:tgtEl>
                                            <p:attrNameLst>
                                              <p:attrName>ppt_h</p:attrName>
                                            </p:attrNameLst>
                                          </p:cBhvr>
                                          <p:tavLst>
                                            <p:tav tm="0">
                                              <p:val>
                                                <p:fltVal val="0"/>
                                              </p:val>
                                            </p:tav>
                                            <p:tav tm="100000">
                                              <p:val>
                                                <p:strVal val="#ppt_h"/>
                                              </p:val>
                                            </p:tav>
                                          </p:tavLst>
                                        </p:anim>
                                        <p:anim calcmode="lin" valueType="num">
                                          <p:cBhvr>
                                            <p:cTn id="93" dur="500" fill="hold"/>
                                            <p:tgtEl>
                                              <p:spTgt spid="48"/>
                                            </p:tgtEl>
                                            <p:attrNameLst>
                                              <p:attrName>style.rotation</p:attrName>
                                            </p:attrNameLst>
                                          </p:cBhvr>
                                          <p:tavLst>
                                            <p:tav tm="0">
                                              <p:val>
                                                <p:fltVal val="360"/>
                                              </p:val>
                                            </p:tav>
                                            <p:tav tm="100000">
                                              <p:val>
                                                <p:fltVal val="0"/>
                                              </p:val>
                                            </p:tav>
                                          </p:tavLst>
                                        </p:anim>
                                        <p:animEffect transition="in" filter="fade">
                                          <p:cBhvr>
                                            <p:cTn id="94" dur="500"/>
                                            <p:tgtEl>
                                              <p:spTgt spid="48"/>
                                            </p:tgtEl>
                                          </p:cBhvr>
                                        </p:animEffect>
                                      </p:childTnLst>
                                    </p:cTn>
                                  </p:par>
                                  <p:par>
                                    <p:cTn id="95" presetID="2" presetClass="entr" presetSubtype="1" fill="hold" nodeType="withEffect">
                                      <p:stCondLst>
                                        <p:cond delay="0"/>
                                      </p:stCondLst>
                                      <p:childTnLst>
                                        <p:set>
                                          <p:cBhvr>
                                            <p:cTn id="96" dur="1" fill="hold">
                                              <p:stCondLst>
                                                <p:cond delay="0"/>
                                              </p:stCondLst>
                                            </p:cTn>
                                            <p:tgtEl>
                                              <p:spTgt spid="49"/>
                                            </p:tgtEl>
                                            <p:attrNameLst>
                                              <p:attrName>style.visibility</p:attrName>
                                            </p:attrNameLst>
                                          </p:cBhvr>
                                          <p:to>
                                            <p:strVal val="visible"/>
                                          </p:to>
                                        </p:set>
                                        <p:anim calcmode="lin" valueType="num">
                                          <p:cBhvr additive="base">
                                            <p:cTn id="97" dur="2250" fill="hold"/>
                                            <p:tgtEl>
                                              <p:spTgt spid="49"/>
                                            </p:tgtEl>
                                            <p:attrNameLst>
                                              <p:attrName>ppt_x</p:attrName>
                                            </p:attrNameLst>
                                          </p:cBhvr>
                                          <p:tavLst>
                                            <p:tav tm="0">
                                              <p:val>
                                                <p:strVal val="#ppt_x"/>
                                              </p:val>
                                            </p:tav>
                                            <p:tav tm="100000">
                                              <p:val>
                                                <p:strVal val="#ppt_x"/>
                                              </p:val>
                                            </p:tav>
                                          </p:tavLst>
                                        </p:anim>
                                        <p:anim calcmode="lin" valueType="num">
                                          <p:cBhvr additive="base">
                                            <p:cTn id="98" dur="2250" fill="hold"/>
                                            <p:tgtEl>
                                              <p:spTgt spid="49"/>
                                            </p:tgtEl>
                                            <p:attrNameLst>
                                              <p:attrName>ppt_y</p:attrName>
                                            </p:attrNameLst>
                                          </p:cBhvr>
                                          <p:tavLst>
                                            <p:tav tm="0">
                                              <p:val>
                                                <p:strVal val="0-#ppt_h/2"/>
                                              </p:val>
                                            </p:tav>
                                            <p:tav tm="100000">
                                              <p:val>
                                                <p:strVal val="#ppt_y"/>
                                              </p:val>
                                            </p:tav>
                                          </p:tavLst>
                                        </p:anim>
                                      </p:childTnLst>
                                    </p:cTn>
                                  </p:par>
                                  <p:par>
                                    <p:cTn id="99" presetID="2" presetClass="entr" presetSubtype="1" fill="hold" nodeType="withEffect">
                                      <p:stCondLst>
                                        <p:cond delay="0"/>
                                      </p:stCondLst>
                                      <p:childTnLst>
                                        <p:set>
                                          <p:cBhvr>
                                            <p:cTn id="100" dur="1" fill="hold">
                                              <p:stCondLst>
                                                <p:cond delay="0"/>
                                              </p:stCondLst>
                                            </p:cTn>
                                            <p:tgtEl>
                                              <p:spTgt spid="54"/>
                                            </p:tgtEl>
                                            <p:attrNameLst>
                                              <p:attrName>style.visibility</p:attrName>
                                            </p:attrNameLst>
                                          </p:cBhvr>
                                          <p:to>
                                            <p:strVal val="visible"/>
                                          </p:to>
                                        </p:set>
                                        <p:anim calcmode="lin" valueType="num">
                                          <p:cBhvr additive="base">
                                            <p:cTn id="101" dur="2250" fill="hold"/>
                                            <p:tgtEl>
                                              <p:spTgt spid="54"/>
                                            </p:tgtEl>
                                            <p:attrNameLst>
                                              <p:attrName>ppt_x</p:attrName>
                                            </p:attrNameLst>
                                          </p:cBhvr>
                                          <p:tavLst>
                                            <p:tav tm="0">
                                              <p:val>
                                                <p:strVal val="#ppt_x"/>
                                              </p:val>
                                            </p:tav>
                                            <p:tav tm="100000">
                                              <p:val>
                                                <p:strVal val="#ppt_x"/>
                                              </p:val>
                                            </p:tav>
                                          </p:tavLst>
                                        </p:anim>
                                        <p:anim calcmode="lin" valueType="num">
                                          <p:cBhvr additive="base">
                                            <p:cTn id="102" dur="2250" fill="hold"/>
                                            <p:tgtEl>
                                              <p:spTgt spid="54"/>
                                            </p:tgtEl>
                                            <p:attrNameLst>
                                              <p:attrName>ppt_y</p:attrName>
                                            </p:attrNameLst>
                                          </p:cBhvr>
                                          <p:tavLst>
                                            <p:tav tm="0">
                                              <p:val>
                                                <p:strVal val="0-#ppt_h/2"/>
                                              </p:val>
                                            </p:tav>
                                            <p:tav tm="100000">
                                              <p:val>
                                                <p:strVal val="#ppt_y"/>
                                              </p:val>
                                            </p:tav>
                                          </p:tavLst>
                                        </p:anim>
                                      </p:childTnLst>
                                    </p:cTn>
                                  </p:par>
                                  <p:par>
                                    <p:cTn id="103" presetID="2" presetClass="entr" presetSubtype="1" fill="hold" nodeType="withEffect">
                                      <p:stCondLst>
                                        <p:cond delay="0"/>
                                      </p:stCondLst>
                                      <p:childTnLst>
                                        <p:set>
                                          <p:cBhvr>
                                            <p:cTn id="104" dur="1" fill="hold">
                                              <p:stCondLst>
                                                <p:cond delay="0"/>
                                              </p:stCondLst>
                                            </p:cTn>
                                            <p:tgtEl>
                                              <p:spTgt spid="57"/>
                                            </p:tgtEl>
                                            <p:attrNameLst>
                                              <p:attrName>style.visibility</p:attrName>
                                            </p:attrNameLst>
                                          </p:cBhvr>
                                          <p:to>
                                            <p:strVal val="visible"/>
                                          </p:to>
                                        </p:set>
                                        <p:anim calcmode="lin" valueType="num">
                                          <p:cBhvr additive="base">
                                            <p:cTn id="105" dur="2250" fill="hold"/>
                                            <p:tgtEl>
                                              <p:spTgt spid="57"/>
                                            </p:tgtEl>
                                            <p:attrNameLst>
                                              <p:attrName>ppt_x</p:attrName>
                                            </p:attrNameLst>
                                          </p:cBhvr>
                                          <p:tavLst>
                                            <p:tav tm="0">
                                              <p:val>
                                                <p:strVal val="#ppt_x"/>
                                              </p:val>
                                            </p:tav>
                                            <p:tav tm="100000">
                                              <p:val>
                                                <p:strVal val="#ppt_x"/>
                                              </p:val>
                                            </p:tav>
                                          </p:tavLst>
                                        </p:anim>
                                        <p:anim calcmode="lin" valueType="num">
                                          <p:cBhvr additive="base">
                                            <p:cTn id="106" dur="2250" fill="hold"/>
                                            <p:tgtEl>
                                              <p:spTgt spid="57"/>
                                            </p:tgtEl>
                                            <p:attrNameLst>
                                              <p:attrName>ppt_y</p:attrName>
                                            </p:attrNameLst>
                                          </p:cBhvr>
                                          <p:tavLst>
                                            <p:tav tm="0">
                                              <p:val>
                                                <p:strVal val="0-#ppt_h/2"/>
                                              </p:val>
                                            </p:tav>
                                            <p:tav tm="100000">
                                              <p:val>
                                                <p:strVal val="#ppt_y"/>
                                              </p:val>
                                            </p:tav>
                                          </p:tavLst>
                                        </p:anim>
                                      </p:childTnLst>
                                    </p:cTn>
                                  </p:par>
                                  <p:par>
                                    <p:cTn id="107" presetID="2" presetClass="entr" presetSubtype="1" fill="hold" nodeType="withEffect">
                                      <p:stCondLst>
                                        <p:cond delay="0"/>
                                      </p:stCondLst>
                                      <p:childTnLst>
                                        <p:set>
                                          <p:cBhvr>
                                            <p:cTn id="108" dur="1" fill="hold">
                                              <p:stCondLst>
                                                <p:cond delay="0"/>
                                              </p:stCondLst>
                                            </p:cTn>
                                            <p:tgtEl>
                                              <p:spTgt spid="61"/>
                                            </p:tgtEl>
                                            <p:attrNameLst>
                                              <p:attrName>style.visibility</p:attrName>
                                            </p:attrNameLst>
                                          </p:cBhvr>
                                          <p:to>
                                            <p:strVal val="visible"/>
                                          </p:to>
                                        </p:set>
                                        <p:anim calcmode="lin" valueType="num">
                                          <p:cBhvr additive="base">
                                            <p:cTn id="109" dur="2250" fill="hold"/>
                                            <p:tgtEl>
                                              <p:spTgt spid="61"/>
                                            </p:tgtEl>
                                            <p:attrNameLst>
                                              <p:attrName>ppt_x</p:attrName>
                                            </p:attrNameLst>
                                          </p:cBhvr>
                                          <p:tavLst>
                                            <p:tav tm="0">
                                              <p:val>
                                                <p:strVal val="#ppt_x"/>
                                              </p:val>
                                            </p:tav>
                                            <p:tav tm="100000">
                                              <p:val>
                                                <p:strVal val="#ppt_x"/>
                                              </p:val>
                                            </p:tav>
                                          </p:tavLst>
                                        </p:anim>
                                        <p:anim calcmode="lin" valueType="num">
                                          <p:cBhvr additive="base">
                                            <p:cTn id="110" dur="2250" fill="hold"/>
                                            <p:tgtEl>
                                              <p:spTgt spid="61"/>
                                            </p:tgtEl>
                                            <p:attrNameLst>
                                              <p:attrName>ppt_y</p:attrName>
                                            </p:attrNameLst>
                                          </p:cBhvr>
                                          <p:tavLst>
                                            <p:tav tm="0">
                                              <p:val>
                                                <p:strVal val="0-#ppt_h/2"/>
                                              </p:val>
                                            </p:tav>
                                            <p:tav tm="100000">
                                              <p:val>
                                                <p:strVal val="#ppt_y"/>
                                              </p:val>
                                            </p:tav>
                                          </p:tavLst>
                                        </p:anim>
                                      </p:childTnLst>
                                    </p:cTn>
                                  </p:par>
                                  <p:par>
                                    <p:cTn id="111" presetID="2" presetClass="entr" presetSubtype="4" fill="hold" nodeType="withEffect">
                                      <p:stCondLst>
                                        <p:cond delay="0"/>
                                      </p:stCondLst>
                                      <p:childTnLst>
                                        <p:set>
                                          <p:cBhvr>
                                            <p:cTn id="112" dur="1" fill="hold">
                                              <p:stCondLst>
                                                <p:cond delay="0"/>
                                              </p:stCondLst>
                                            </p:cTn>
                                            <p:tgtEl>
                                              <p:spTgt spid="70"/>
                                            </p:tgtEl>
                                            <p:attrNameLst>
                                              <p:attrName>style.visibility</p:attrName>
                                            </p:attrNameLst>
                                          </p:cBhvr>
                                          <p:to>
                                            <p:strVal val="visible"/>
                                          </p:to>
                                        </p:set>
                                        <p:anim calcmode="lin" valueType="num">
                                          <p:cBhvr additive="base">
                                            <p:cTn id="113" dur="2250" fill="hold"/>
                                            <p:tgtEl>
                                              <p:spTgt spid="70"/>
                                            </p:tgtEl>
                                            <p:attrNameLst>
                                              <p:attrName>ppt_x</p:attrName>
                                            </p:attrNameLst>
                                          </p:cBhvr>
                                          <p:tavLst>
                                            <p:tav tm="0">
                                              <p:val>
                                                <p:strVal val="#ppt_x"/>
                                              </p:val>
                                            </p:tav>
                                            <p:tav tm="100000">
                                              <p:val>
                                                <p:strVal val="#ppt_x"/>
                                              </p:val>
                                            </p:tav>
                                          </p:tavLst>
                                        </p:anim>
                                        <p:anim calcmode="lin" valueType="num">
                                          <p:cBhvr additive="base">
                                            <p:cTn id="114" dur="225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3" grpId="0"/>
          <p:bldP spid="18" grpId="0" animBg="1"/>
          <p:bldP spid="37" grpId="0"/>
          <p:bldP spid="42" grpId="0"/>
          <p:bldP spid="47" grpId="0"/>
          <p:bldP spid="48" grpId="0"/>
        </p:bldLst>
      </p:timing>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9_Office Theme">
  <a:themeElements>
    <a:clrScheme name="Massive X new Blue color">
      <a:dk1>
        <a:srgbClr val="172144"/>
      </a:dk1>
      <a:lt1>
        <a:srgbClr val="FFFFFF"/>
      </a:lt1>
      <a:dk2>
        <a:srgbClr val="08C6F9"/>
      </a:dk2>
      <a:lt2>
        <a:srgbClr val="0FBCFA"/>
      </a:lt2>
      <a:accent1>
        <a:srgbClr val="377DFF"/>
      </a:accent1>
      <a:accent2>
        <a:srgbClr val="3087FE"/>
      </a:accent2>
      <a:accent3>
        <a:srgbClr val="2A92FD"/>
      </a:accent3>
      <a:accent4>
        <a:srgbClr val="239CFC"/>
      </a:accent4>
      <a:accent5>
        <a:srgbClr val="1CA7FC"/>
      </a:accent5>
      <a:accent6>
        <a:srgbClr val="15B1FB"/>
      </a:accent6>
      <a:hlink>
        <a:srgbClr val="2F8299"/>
      </a:hlink>
      <a:folHlink>
        <a:srgbClr val="8C8C8C"/>
      </a:folHlink>
    </a:clrScheme>
    <a:fontScheme name="Lymo">
      <a:majorFont>
        <a:latin typeface="Century Gothic"/>
        <a:ea typeface=""/>
        <a:cs typeface=""/>
      </a:majorFont>
      <a:minorFont>
        <a:latin typeface="Calibr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6_Office Theme">
  <a:themeElements>
    <a:clrScheme name="Nova">
      <a:dk1>
        <a:srgbClr val="172144"/>
      </a:dk1>
      <a:lt1>
        <a:srgbClr val="FFFFFF"/>
      </a:lt1>
      <a:dk2>
        <a:srgbClr val="08C6F9"/>
      </a:dk2>
      <a:lt2>
        <a:srgbClr val="0FBCFA"/>
      </a:lt2>
      <a:accent1>
        <a:srgbClr val="377DFF"/>
      </a:accent1>
      <a:accent2>
        <a:srgbClr val="3087FE"/>
      </a:accent2>
      <a:accent3>
        <a:srgbClr val="2A92FD"/>
      </a:accent3>
      <a:accent4>
        <a:srgbClr val="239CFC"/>
      </a:accent4>
      <a:accent5>
        <a:srgbClr val="1CA7FC"/>
      </a:accent5>
      <a:accent6>
        <a:srgbClr val="15B1FB"/>
      </a:accent6>
      <a:hlink>
        <a:srgbClr val="2F8299"/>
      </a:hlink>
      <a:folHlink>
        <a:srgbClr val="8C8C8C"/>
      </a:folHlink>
    </a:clrScheme>
    <a:fontScheme name="Lymo">
      <a:majorFont>
        <a:latin typeface="Century Gothic"/>
        <a:ea typeface=""/>
        <a:cs typeface=""/>
      </a:majorFont>
      <a:minorFont>
        <a:latin typeface="Calibr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Layout of version 4.5">
  <a:themeElements>
    <a:clrScheme name="Custom 1">
      <a:dk1>
        <a:srgbClr val="172144"/>
      </a:dk1>
      <a:lt1>
        <a:srgbClr val="FFFFFF"/>
      </a:lt1>
      <a:dk2>
        <a:srgbClr val="172144"/>
      </a:dk2>
      <a:lt2>
        <a:srgbClr val="FFFFFF"/>
      </a:lt2>
      <a:accent1>
        <a:srgbClr val="FF2D5E"/>
      </a:accent1>
      <a:accent2>
        <a:srgbClr val="0D0884"/>
      </a:accent2>
      <a:accent3>
        <a:srgbClr val="FCB736"/>
      </a:accent3>
      <a:accent4>
        <a:srgbClr val="FC7033"/>
      </a:accent4>
      <a:accent5>
        <a:srgbClr val="3853F4"/>
      </a:accent5>
      <a:accent6>
        <a:srgbClr val="FF4D9E"/>
      </a:accent6>
      <a:hlink>
        <a:srgbClr val="2F8299"/>
      </a:hlink>
      <a:folHlink>
        <a:srgbClr val="8C8C8C"/>
      </a:folHlink>
    </a:clrScheme>
    <a:fontScheme name="Lymo">
      <a:majorFont>
        <a:latin typeface="Century Gothic"/>
        <a:ea typeface=""/>
        <a:cs typeface=""/>
      </a:majorFont>
      <a:minorFont>
        <a:latin typeface="Calibr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Office Theme">
  <a:themeElements>
    <a:clrScheme name="Massive X V.2.6 - Blue">
      <a:dk1>
        <a:srgbClr val="172144"/>
      </a:dk1>
      <a:lt1>
        <a:srgbClr val="FFFFFF"/>
      </a:lt1>
      <a:dk2>
        <a:srgbClr val="08C6F9"/>
      </a:dk2>
      <a:lt2>
        <a:srgbClr val="0FBCFA"/>
      </a:lt2>
      <a:accent1>
        <a:srgbClr val="377DFF"/>
      </a:accent1>
      <a:accent2>
        <a:srgbClr val="3087FE"/>
      </a:accent2>
      <a:accent3>
        <a:srgbClr val="2A92FD"/>
      </a:accent3>
      <a:accent4>
        <a:srgbClr val="239CFC"/>
      </a:accent4>
      <a:accent5>
        <a:srgbClr val="1CA7FC"/>
      </a:accent5>
      <a:accent6>
        <a:srgbClr val="15B1FB"/>
      </a:accent6>
      <a:hlink>
        <a:srgbClr val="2F8299"/>
      </a:hlink>
      <a:folHlink>
        <a:srgbClr val="8C8C8C"/>
      </a:folHlink>
    </a:clrScheme>
    <a:fontScheme name="Lymo">
      <a:majorFont>
        <a:latin typeface="Century Gothic"/>
        <a:ea typeface=""/>
        <a:cs typeface=""/>
      </a:majorFont>
      <a:minorFont>
        <a:latin typeface="Calibr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Office Theme">
  <a:themeElements>
    <a:clrScheme name="Nova">
      <a:dk1>
        <a:srgbClr val="172144"/>
      </a:dk1>
      <a:lt1>
        <a:srgbClr val="FFFFFF"/>
      </a:lt1>
      <a:dk2>
        <a:srgbClr val="D4F579"/>
      </a:dk2>
      <a:lt2>
        <a:srgbClr val="40D492"/>
      </a:lt2>
      <a:accent1>
        <a:srgbClr val="3BC8F1"/>
      </a:accent1>
      <a:accent2>
        <a:srgbClr val="6070FF"/>
      </a:accent2>
      <a:accent3>
        <a:srgbClr val="FA3585"/>
      </a:accent3>
      <a:accent4>
        <a:srgbClr val="E9474E"/>
      </a:accent4>
      <a:accent5>
        <a:srgbClr val="F7C83B"/>
      </a:accent5>
      <a:accent6>
        <a:srgbClr val="FF8E38"/>
      </a:accent6>
      <a:hlink>
        <a:srgbClr val="2F8299"/>
      </a:hlink>
      <a:folHlink>
        <a:srgbClr val="8C8C8C"/>
      </a:folHlink>
    </a:clrScheme>
    <a:fontScheme name="Lymo">
      <a:majorFont>
        <a:latin typeface="Century Gothic"/>
        <a:ea typeface=""/>
        <a:cs typeface=""/>
      </a:majorFont>
      <a:minorFont>
        <a:latin typeface="Calibr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Office Theme">
  <a:themeElements>
    <a:clrScheme name="Nova">
      <a:dk1>
        <a:srgbClr val="172144"/>
      </a:dk1>
      <a:lt1>
        <a:srgbClr val="FFFFFF"/>
      </a:lt1>
      <a:dk2>
        <a:srgbClr val="D4F579"/>
      </a:dk2>
      <a:lt2>
        <a:srgbClr val="40D492"/>
      </a:lt2>
      <a:accent1>
        <a:srgbClr val="3BC8F1"/>
      </a:accent1>
      <a:accent2>
        <a:srgbClr val="6070FF"/>
      </a:accent2>
      <a:accent3>
        <a:srgbClr val="FA3585"/>
      </a:accent3>
      <a:accent4>
        <a:srgbClr val="E9474E"/>
      </a:accent4>
      <a:accent5>
        <a:srgbClr val="F7C83B"/>
      </a:accent5>
      <a:accent6>
        <a:srgbClr val="FF8E38"/>
      </a:accent6>
      <a:hlink>
        <a:srgbClr val="2F8299"/>
      </a:hlink>
      <a:folHlink>
        <a:srgbClr val="8C8C8C"/>
      </a:folHlink>
    </a:clrScheme>
    <a:fontScheme name="Lymo">
      <a:majorFont>
        <a:latin typeface="Century Gothic"/>
        <a:ea typeface=""/>
        <a:cs typeface=""/>
      </a:majorFont>
      <a:minorFont>
        <a:latin typeface="Calibr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Office Theme">
  <a:themeElements>
    <a:clrScheme name="Nova">
      <a:dk1>
        <a:srgbClr val="172144"/>
      </a:dk1>
      <a:lt1>
        <a:srgbClr val="FFFFFF"/>
      </a:lt1>
      <a:dk2>
        <a:srgbClr val="D4F579"/>
      </a:dk2>
      <a:lt2>
        <a:srgbClr val="40D492"/>
      </a:lt2>
      <a:accent1>
        <a:srgbClr val="3BC8F1"/>
      </a:accent1>
      <a:accent2>
        <a:srgbClr val="6070FF"/>
      </a:accent2>
      <a:accent3>
        <a:srgbClr val="FA3585"/>
      </a:accent3>
      <a:accent4>
        <a:srgbClr val="E9474E"/>
      </a:accent4>
      <a:accent5>
        <a:srgbClr val="F7C83B"/>
      </a:accent5>
      <a:accent6>
        <a:srgbClr val="FF8E38"/>
      </a:accent6>
      <a:hlink>
        <a:srgbClr val="2F8299"/>
      </a:hlink>
      <a:folHlink>
        <a:srgbClr val="8C8C8C"/>
      </a:folHlink>
    </a:clrScheme>
    <a:fontScheme name="Lymo">
      <a:majorFont>
        <a:latin typeface="Century Gothic"/>
        <a:ea typeface=""/>
        <a:cs typeface=""/>
      </a:majorFont>
      <a:minorFont>
        <a:latin typeface="Calibr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Nova">
    <a:dk1>
      <a:srgbClr val="172144"/>
    </a:dk1>
    <a:lt1>
      <a:srgbClr val="FFFFFF"/>
    </a:lt1>
    <a:dk2>
      <a:srgbClr val="F00B51"/>
    </a:dk2>
    <a:lt2>
      <a:srgbClr val="7366FF"/>
    </a:lt2>
    <a:accent1>
      <a:srgbClr val="FF9897"/>
    </a:accent1>
    <a:accent2>
      <a:srgbClr val="F650A0"/>
    </a:accent2>
    <a:accent3>
      <a:srgbClr val="FF5B94"/>
    </a:accent3>
    <a:accent4>
      <a:srgbClr val="8441A4"/>
    </a:accent4>
    <a:accent5>
      <a:srgbClr val="F869D5"/>
    </a:accent5>
    <a:accent6>
      <a:srgbClr val="5650DE"/>
    </a:accent6>
    <a:hlink>
      <a:srgbClr val="2F8299"/>
    </a:hlink>
    <a:folHlink>
      <a:srgbClr val="8C8C8C"/>
    </a:folHlink>
  </a:clrScheme>
</a:themeOverride>
</file>

<file path=ppt/theme/themeOverride2.xml><?xml version="1.0" encoding="utf-8"?>
<a:themeOverride xmlns:a="http://schemas.openxmlformats.org/drawingml/2006/main">
  <a:clrScheme name="Nova">
    <a:dk1>
      <a:srgbClr val="172144"/>
    </a:dk1>
    <a:lt1>
      <a:srgbClr val="FFFFFF"/>
    </a:lt1>
    <a:dk2>
      <a:srgbClr val="8E08FF"/>
    </a:dk2>
    <a:lt2>
      <a:srgbClr val="4C91FD"/>
    </a:lt2>
    <a:accent1>
      <a:srgbClr val="5231F7"/>
    </a:accent1>
    <a:accent2>
      <a:srgbClr val="9A36C9"/>
    </a:accent2>
    <a:accent3>
      <a:srgbClr val="E23B9B"/>
    </a:accent3>
    <a:accent4>
      <a:srgbClr val="EB4F5A"/>
    </a:accent4>
    <a:accent5>
      <a:srgbClr val="F46219"/>
    </a:accent5>
    <a:accent6>
      <a:srgbClr val="F40F0F"/>
    </a:accent6>
    <a:hlink>
      <a:srgbClr val="2F8299"/>
    </a:hlink>
    <a:folHlink>
      <a:srgbClr val="8C8C8C"/>
    </a:folHlink>
  </a:clrScheme>
</a:themeOverride>
</file>

<file path=ppt/theme/themeOverride3.xml><?xml version="1.0" encoding="utf-8"?>
<a:themeOverride xmlns:a="http://schemas.openxmlformats.org/drawingml/2006/main">
  <a:clrScheme name="Nova">
    <a:dk1>
      <a:srgbClr val="172144"/>
    </a:dk1>
    <a:lt1>
      <a:srgbClr val="FFFFFF"/>
    </a:lt1>
    <a:dk2>
      <a:srgbClr val="8E08FF"/>
    </a:dk2>
    <a:lt2>
      <a:srgbClr val="4C91FD"/>
    </a:lt2>
    <a:accent1>
      <a:srgbClr val="5231F7"/>
    </a:accent1>
    <a:accent2>
      <a:srgbClr val="9A36C9"/>
    </a:accent2>
    <a:accent3>
      <a:srgbClr val="E23B9B"/>
    </a:accent3>
    <a:accent4>
      <a:srgbClr val="EB4F5A"/>
    </a:accent4>
    <a:accent5>
      <a:srgbClr val="F46219"/>
    </a:accent5>
    <a:accent6>
      <a:srgbClr val="F40F0F"/>
    </a:accent6>
    <a:hlink>
      <a:srgbClr val="2F8299"/>
    </a:hlink>
    <a:folHlink>
      <a:srgbClr val="8C8C8C"/>
    </a:folHlink>
  </a:clrScheme>
</a:themeOverride>
</file>

<file path=docProps/app.xml><?xml version="1.0" encoding="utf-8"?>
<Properties xmlns="http://schemas.openxmlformats.org/officeDocument/2006/extended-properties" xmlns:vt="http://schemas.openxmlformats.org/officeDocument/2006/docPropsVTypes">
  <Template>9Slide.vn</Template>
  <TotalTime>1429</TotalTime>
  <Words>3983</Words>
  <Application>Microsoft Office PowerPoint</Application>
  <PresentationFormat>Widescreen</PresentationFormat>
  <Paragraphs>639</Paragraphs>
  <Slides>41</Slides>
  <Notes>11</Notes>
  <HiddenSlides>0</HiddenSlides>
  <MMClips>2</MMClips>
  <ScaleCrop>false</ScaleCrop>
  <HeadingPairs>
    <vt:vector size="6" baseType="variant">
      <vt:variant>
        <vt:lpstr>Fonts Used</vt:lpstr>
      </vt:variant>
      <vt:variant>
        <vt:i4>20</vt:i4>
      </vt:variant>
      <vt:variant>
        <vt:lpstr>Theme</vt:lpstr>
      </vt:variant>
      <vt:variant>
        <vt:i4>8</vt:i4>
      </vt:variant>
      <vt:variant>
        <vt:lpstr>Slide Titles</vt:lpstr>
      </vt:variant>
      <vt:variant>
        <vt:i4>41</vt:i4>
      </vt:variant>
    </vt:vector>
  </HeadingPairs>
  <TitlesOfParts>
    <vt:vector size="69" baseType="lpstr">
      <vt:lpstr>Arial</vt:lpstr>
      <vt:lpstr>Bahnschrift</vt:lpstr>
      <vt:lpstr>Bahnschrift SemiBold</vt:lpstr>
      <vt:lpstr>Bahnschrift SemiBold Condensed</vt:lpstr>
      <vt:lpstr>Calibri</vt:lpstr>
      <vt:lpstr>Calibri Light</vt:lpstr>
      <vt:lpstr>Century Gothic</vt:lpstr>
      <vt:lpstr>db-documents-and-folder-02</vt:lpstr>
      <vt:lpstr>Designball-Buildings-01</vt:lpstr>
      <vt:lpstr>Designball-Charts-01</vt:lpstr>
      <vt:lpstr>Designball-Communication-01</vt:lpstr>
      <vt:lpstr>Designball-Documents-01</vt:lpstr>
      <vt:lpstr>Designball-Documents-02</vt:lpstr>
      <vt:lpstr>Designball-Electronic-Device-02</vt:lpstr>
      <vt:lpstr>Designball-Social-01</vt:lpstr>
      <vt:lpstr>Open Sans</vt:lpstr>
      <vt:lpstr>Open Sans Extrabold</vt:lpstr>
      <vt:lpstr>Open Sans Light</vt:lpstr>
      <vt:lpstr>Times New Roman</vt:lpstr>
      <vt:lpstr>Wingdings</vt:lpstr>
      <vt:lpstr>Office Theme</vt:lpstr>
      <vt:lpstr>9_Office Theme</vt:lpstr>
      <vt:lpstr>6_Office Theme</vt:lpstr>
      <vt:lpstr>Layout of version 4.5</vt:lpstr>
      <vt:lpstr>3_Office Theme</vt:lpstr>
      <vt:lpstr>4_Office Theme</vt:lpstr>
      <vt:lpstr>5_Office Theme</vt:lpstr>
      <vt:lpstr>7_Office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9Slide.vn</dc:title>
  <dc:subject>9Slide.vn</dc:subject>
  <dc:creator>OnekgSugar</dc:creator>
  <dc:description>9Slide.vn</dc:description>
  <cp:lastModifiedBy>Cương Nguyễn</cp:lastModifiedBy>
  <cp:revision>17</cp:revision>
  <dcterms:created xsi:type="dcterms:W3CDTF">2022-12-04T08:40:37Z</dcterms:created>
  <dcterms:modified xsi:type="dcterms:W3CDTF">2022-12-05T09:41:25Z</dcterms:modified>
  <cp:category>9Slide.vn</cp:category>
</cp:coreProperties>
</file>